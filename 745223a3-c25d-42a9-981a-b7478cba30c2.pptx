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webp" ContentType="image/webp"/>
  <Override PartName="/ppt/media/image10.webp" ContentType="image/webp"/>
  <Override PartName="/ppt/media/image12.webp" ContentType="image/webp"/>
  <Override PartName="/ppt/media/image3.webp" ContentType="image/webp"/>
  <Override PartName="/ppt/media/image5.webp" ContentType="image/webp"/>
  <Override PartName="/ppt/media/image7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6" r:id="rId12"/>
    <p:sldId id="264" r:id="rId13"/>
    <p:sldId id="265" r:id="rId14"/>
  </p:sldIdLst>
  <p:sldSz cx="17556480" cy="9875520"/>
  <p:notesSz cx="9875520" cy="1755648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webp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webp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6.png"/><Relationship Id="rId1" Type="http://schemas.openxmlformats.org/officeDocument/2006/relationships/image" Target="../media/image5.webp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webp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10.webp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webp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webp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torage.yandexcloud.net/prs-editor/themes/light-orange/title.webp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  <p:pic>
        <p:nvPicPr>
          <p:cNvPr id="3" name="Image 1" descr="data:image/png;base64,iVBORw0KGgoAAAANSUhEUgAAB4AAAAQ4CAYAAADo08FDAAAQAElEQVR4Aez9C8w12ZoeBr1vff//d5/uc87M+HjGHo8vGTCWx3hkYlvEODLGRgnIYRQcJWBsAVKkcEtwJIQsgQSRFXERkgnBIIuImwaQ8CUBBpAsQiLCMJmZeMZzTYwzmcuZ4zPn9OnT3ae7T//X76uV53mrVu3atav2rtq7qvble6rr2e+6vOu9PGtV7V9r/fvv4vnXfiwRL37jx9JL4NVXfyy18fI3fjS9/FoHaHtVo7e/q99Xr8e/gPz2138svfn4a+nlp++lF598C/i4hY9Qno7nn3yUPvsU+OTT9PLjj9LH7/1Y+uzr/9/0oi+WtdqQ64vf+PH02dd+PD186/308pP3qxgRJ+N9gZgzXqJMvPj0g9QL9Fe6FVfPkednn3ySPvv2e4k8fvrNH08v3/vx9Opr/+bZ8BK+n7/3t9Kn7/+t9PKTD5Ar8XF6/snH6UWD6XPLvMlXzO+334ft9+HjJ5HvT6bXX/9bwE/1ADG892+Fzotv/ETKePkex7H9WNDuT8Eu8HXiZ9Lz934mvfnoY6w75nlcfsyxjSbfTyu7n37jZ9LLr/8s8Lf34jViGcIr9L2knVH4ufTyGy289wvp5Xs/j1z/FrgHBwvN77c//lb67MMP04sPfzG9ev/ngV9ML9//xfTqG9t406qzfym8gO/PvonckW97fk4tb+b3o/T8ow/Tq4/+/+nlN/9O4MUHfycN4++ibwF88+/CN/D+LyGWv4uYPsC75Zt4hj+un9+P8AwfD74DPvv048oe3oWvvvmV9Pobv5xewO/zD/5uelHj5Ye/lIjXH/x76eUHvxx48SH0PvwVrIlfiXpuP07Sxq/CDmW2/+X02cfvIbaPGnB+2nP88pOP8N4Zn3/Wp3yOfD/78Cvp2x/8anoeueR8fhU51fjg19Jz4LMPfw3rfxfse4H+jJd1me3tMS8//HXw14cvp5cf/Vrgxbe+mr5dfxc9r/NinF0wf/bHexffWZSss72L9tgXH38zvYSPF9/6Suri+Ue/no7DVzDu77Xw1brM9rZN1qlHWbW/+NbXEMcH6eXHH1f4ZPw8dvPsqz//5Jvp+ceI5+ONz5eY7+cfMY6/lz77FvDRV9NnBMtA7svy5Yd/LxG5Pl1+BXxs8n35rU2+L5rv3o9PeoZf1Lw9b/L9anoObp9/67304qMKzz/8eqrwNcjfSM+R8/OaB8pqLr6G+ehHZe9rtd198j3oVHjx8TdSrDm8o18ixowXKHO9ct1mPD/456u8NlpctcfAJu0KmSdJrQWtgStZA7O8/5Wr1rvWgNaA1oDWgNaA1oDWgNaA1oDWgNbA5a+BwurLaylx7Qy0Z7Jd7stLbWLgVAbaa6xdPtWuxh9mQHwf5kgaYkAMiAExIAbEgBgQA2JADFQM6FMMiAExIAbEgBgQA2JADIiBx8RA4cmsACjPkzjPoGskynmjcJhrA9WLu3N8+wMbx40nNwePBcDyfpuPt5fcEGZux10cl9FjgV09zfM24cE9wiBHEXbE2N0hTJRrk2B5V2ONlvnyWSPaOXysyDfeKcbnBO8Uu5DLMeHE8eFwrWYcb+WYkU4uMdDd8VlYijrLqOJONSCae2qu1CcaAzMXGC3tU44xnVKyPowZW+mM9VRpW8Pp1HE2yxVPJycyrHk9x1FZ+eM8+R9OknERhzWX0KDnjMo+Z6wqjfuE/gW9D8fFLC0xIAbEgBgQA2Lg0TMgAsSAGBADYkAMiAExIAYeHQMFN8G2ssaubvLSMqKPG5lEVAx9AMrRtGMAHRNuni2U0KesQKtsyUDniXeESLMn2plrOEMpI6jaIhvqIvetM/eUuXlHNuMzT5CYO4OBEG2bdkkX4wQsY6nYSEAbfX4aEvs6R7T1jeezg8OO/AyNsDJNBbzBNk75MYz5QYy8qR1A2NWzNnJgn1oTA4xhzW1U6viWnl+63Tg15hXVTnu03dzHPElOosUfoN6wjPKpN9bJhDWSttZYgvMMFI++J/AI1eyxLY9yDVt5XGWLB4Sb79Rogw6f0azXJ0Ovr6Nug4m6tICA80XtjwoZQWye/J4R/RFyVFYmx+16bp9b0s/GJjzyS5rYNG6V+OcDYqtxUmU790Rf8c5uP3csTzJ6hDJyHZyj7Riz8TyCMrcdL5kjUVsIl6yXeKOUdWOPCL2e9tw0T3DZmqQYEANiQAyIATEgBsSAGFicATkQA2JADIgBMSAGHicD8Qtg7g0yfW5D4+jKUt4ohOQ+WIZh0ws3hXFDk+C4owCjtGVWxPAEyXrCoUDbP3bpon/qh2MA88qglyij/Vw3+SK4sUtJRJwIiNLAd+SPesUHouavTAJsRB08oYS7NOpnfhy8VXBz6AcaXZt8McZ9mGwwD0COhliNMpA75pTJEia77KDyQH4cRQJi9E39LjqD0Z2QU4nDsjIkD4PNuK47midUMe/kz3AgBx9jDTEGrjdi7Jhtvew3y9yLNUmjWHPG9RYxQYcykPXmle186J7PASXb5/V0KdbAM/kN+HpBcQ7DJ+d0itt2vLlcj6fNAymU8EkkTGxCmbIazVJCMQPFUTcddjFqYCiFNwyPNZZl9Iz7iPFQpSwhd24YTpErjEPi1WVbwIBcR9Gg3oDv6cRGIEajQonqvntvH0xYFxxAuxEHK3uwNRaDIkbIHPeeoXUXlMGD9cJwtT2QUdbRvKXP+gZbvml+03VyieYaIJSIyAtL7gFDXAkKieRZwtxmoCdVsPqiXl08WiT6sztL9F9bSXjuCIPcoO6cW2QflmC5BvI3xLWBbV211lbb+AoZrwHfCb62QENod3x3ogtR1O8kfm8FoECJdw1KuGEL+g1PGIfG6g69qqhPMSAGxIAYEANiQAyIATEgBsTAFTCgEMWAGBADYuARM8BdsFb6PDjjoRVk3coNwxSblnVDLfJmHWXdNFlwgw7bbEZJO5Sx4dbebGOZG3GTrRs2+cz4EXZt4YsJTHDxwF1I6PdQa4bGhJwD1rl2/IBB6BrAzU1qr5IvHR0FxMs5bcaijtib6kyFHZq27Nbkb7WNqXBcDTogtobhuWnNnaG81T1HJWyCs+CQcieIg164PvKBzEHlQQX6JroKbCNyO8oLzG+2nuV0FvLIK5VMmFglfKz52ecQ62JU7PDdp8fngLApJNBWRp/R8W30yueIcvyojWaMHQgl91FyBNXakuUu2nFk/a7OXPWl7W/ipKcMtrJM2YdxDFCL7z6uvsxvn7X52qqY6XfbJlsyjH9MsfbF2Ih229FlhMA/S1jzncHsszWUZ3+2s21I+I7kKFGtblQ2qVdNrc+YH6hQtponFVOTaz0M9uoSwqFz5B06ubWW7KqLEmJADIgBMSAGxIAYEANiQAyIATEgBq6fAWUgBsTAY2egcwCc6WjtlkXTcrtiDID7+PRIafELDLZmRABHf1Q2Lc7iuKG6SCZhFPGGtL0Xtx27Ct5twBblTlPwstvabWnyRceIcKC1e5+y8bprrdsCniKXLLv969QLLAbiKG9BLGcNiHK24kabngqsNwL9NvOFuK3hz48ynkPO8igjg4MK9BAQupdhICaOHANRXsbNxirWGda0EZvGiaW+N19lgku6/c6BNzxHFqg0dj8L5E3s9oxtcSgSELgZA0TvTS2it/OERqRgFo4PWz+ssR0I9Ynt1vlqtE3Ma3GftaneqE/ss7lcH9emxwTDR8wx5Kw3cyP2GUU/fSMO3PsU1+2LYBBb68850bRaFI7vZwvY0RfevfE9fLSB8w6UdzEgBsSAGBADYkAMiAExIAbEgBgQA2Lg9hlQhmIADHAXC2L39q2m7dpW10wVbpaGl7wTSEnMYH/46OEE44wto9nIRAZsO2AWWsYDjxGqByz1d9M2fXDvt1/jAlqZPHEBocwWQuRD5mezuN9QTPB+fwyJaBvKI7Js911k2RlpN4uLjHSWoJhu2kqX+c9i+ggj9L0VzAgbHDOgtqerGTHJ3RiDjeXjCoyHOG704KgVIh/0PbWD6RNTx7X1p4+fPqLt75rK82eaV1eWV8LGucM9t/8rmSaFed0MKHoxIAbEgBgQA2JADIgBMSAGxIAYEANi4PYZyBkW/KcBCfPSuAnpVsQvrzwVRhik4YCTfRC8d2AnXSU8lrBJJJRrv9km/RO5PlHGGRnGcF8vQc5yh6ECpgpzvzN3SjcPyTrL/ShwukO4u91R31pX5FlUDSwTVQ2fJVDfbO8D2GvyRYy4jahHHRQ8OCaoSDsEy32g3iH0jmfciLOxyTrRNMxR8NYv61C2DiIwto3xRb2MWp/VYBbsRhntKMbMwXaBfLyBhXeb7aKXDLcC62gI7m4Ip4HVlzNWgLJu2iOyryE5NBT64MAyhtRGtDsYTDgRdcSMe8SI61NxhExAmHHekK/hSlZYsqYHLdXtVqK1rCpLfnIBIQKDN4NPG7rw/WEE4rXQTVbpM0YC1eivy6jyDvOhj1rh1TuxKAyvxgrggfNuEYPhAhcYVGJMCV/J3fbBoLeBNVeC0QqwDJPsSLVkmWAVahsLyaJsR1xhC+MoC0raAlCMu+2bPqOx9ZFVOZ79GXfggChAmLdgKAdaNoaKKYFNcJ5gq+hRom/GR4T/Hp19TY5B/NNFjIcxxm6GxkEYLihaBqpRpjw0jjpEeyzr6yJh3ab0AKeIgwkTqFmdcwIpRFXfrEHDRdUMVOt7X97dPs7ipq1MbgX+nGLG9gyrL9T5jq5rxwikYtWfBUpz+HKknO24u7l3gOfcsN4IqhLUDxssHAXkkfOLfDp1Omna6aDu5zspgDZKK1Fo39CLce02lqlHsCyIATEgBq6GAQUqBsSAGBADYkAMiAExIAbEgBgQA4+MgcK8L+OexlYTixl9o49vwy4d7uPH94/EnmR/x5TWGePiBumgucGOEcHWY2uxZ8BaXVwlPb5WCZC+96EnrsEm2ul0sonoNFdVbx4rrxoW+KRlYgHTc5iccY5xfjBHRJdvo+bMsXrq4gXF7BNjmZ7B+BGMhcghsXwIWXe85HuaVvOIKI8PMg/blSfaYBwZu8avqSVnQcm4s2R5H6jXxT79S+trxz4lttY4riEC7wrbgdVX1q+rfSJs9HXcSFs3v279UJpT9Q/ZU78YEANiQAyIgbMxIMdiQAyIATEgBsSAGBADYkAMPEYGikga+4SxzwUZ9VlOTMPS3g+6i012OM/SYjOTYWXYSRftMp0CPo42FGMRT8ghK+hvupAZfzVCNG27Bca224qWA+OgMXg7f3nkJVgsoUNATLzJF2MjhocyX2JIg31Et59tbXT7L6WOOQSLFrDRl2PuHARWknmOHjpSETbhw+DDBmLjMiVs6BrVDj/xi6pRyhslxnbMuI2FCy0dyccM2XAlzmDmBBNcTetFwXc14XR7ZNQcSxw5fGsYMye2GheuMPbAwn4ux3yXYdYz5ouSFrm2+DST3/ksT7NE38RmFCPb1PaW4rmgPhDlvdqPuxMU7RAQ31Hd1u6f3XPxkAAAEABJREFUlbBCevW641QXA2JADIgBMSAGxMAVMKAQxYAYEANiQAyIATEgBh4tA9jl2s2dZ0vcVyQGzph2Bx3RQvvhC5t0lUTB2MrNuIwjDM8xhGFkNCQgPradaP8ONmAprKAYGWfZuIreYz5o6ZhxU8bk6IfGHOofGndp7dPzSDh8T9jZTyH5D5/OnROeC9g2+LBYORv7nPkAwq6ep03fqiUGsarDG3dGPomcJucX5WhCGcVJ93Tl8DRx2PTA8oj4p2BR4Rqe6HSU+li71GPmbZz+fkaIdW60j9rgDbXBvtvoyMwOZbMgA3Q95HaGdq7hQ/M7zU2Li+bdjyRazdPsrauNSOPbKsv1vNffl1MdMtCpY6QvBsSAGBADYkAMiAExIAYukAGFJAbEgBgQA2JADDxuBqoDYGx2xT4iJO5qow4N825gDhFdWGmFJQewu17icIuHZwZZYWjcuPbYK4UqJYHi4TtRhdRkgAw2IT5DrFFE1EZEnByAjcaqw5BMLm1JR43gL5DasXA0uQ5A55Sb9jmePhh9rrOtjRIdXeT+dmy5zSJvWiQczQREc7M9g31E03kFBcbbxYSwMTRWANZD6Q/GdUzMMafbUdAL8WDxfFh1tddQ1TL1M89dllPH35p+5iHL8+SHZRWOQ3KSUQvBBgL1y7wZXOaOElHGL+rqMqq82+8ajuDKZvtU0E4bfePjWYST4K9HgePbzdRrxnAc0VaYUA5b0KfMObKMprjpewvRusjHhRhl9hlkhGWGBpLje5aS9fmQ+Z3P4sYSo29Qh8561si+s7QmRyp3YbjabXhmYiGi2WgV2Bhi48UBEeZIQ44JMP+ZZYzurg7XUA18B+/2H2ohxy0cUle/GBADYkAMiAExIAbEgBgQA2Lg8hlQhGJADIgBMSAGcKrHnboeItic0dM9WxO37Li3SckDyepQi7XsAuWjNvTyeDPuldqhi8ke0mn35/3ZaNs3mIqhVH1AlfFgqzHqzJn5oznqc3x0PM5hsrZByxl1U7ORzXruo2TdotcWvTa+7GRvtFWDE0LYhAsTWwIJ65UYt/Am2Kcq7JvhmWiQdjbYYz0hDUoOWR5wtrwTeWgxwKVJtJoWKC4wrz1BN17qPoqMuZPKdinH2qYuMVZ/ih6fUYJjyEMG648LbYbJwnVnzzkNDKXBdKkQ31nIl/UotwegnW3R125nmY0ZrI/FefT455w2BqNgSoOdUzryd+TIMbP5HelPamJADIgBMSAGxIAYEANiQAyIATEgBhZlQMbFgBgQAxUDRb3FWNXO8MmDUJ5pRRyxCceWNk4PKvZZ95nJfkMOKTKmob497XQev3zb6LCJ25OblnlLe9MY6Sp+jXPQUMwaLGaJYr6ZJMAe2spznLtnk/BhxrkBouynm468aQeI8rBJdmdYbNY7zn2LGm6zX5FjAbOE4/AX6HETfDMwaB51c80ShwZHPAwA8YzRP2TvCvqZMsEDjVMoPiVVMk6cYmNwbCTF+ZzTA+xtOdzU3Uo8we03Iv22sTXwIioRXTI+8XbKNfSchv1TDF/92OUYoOVMT/CfKzNKLI291rj6CbzALcCVdGjQXovqPIoBfmcRRw2+wkEKWQyIATEgBsSAGBADYkAMiAExIAbEgBi4fQaUoRhoMRB7kK16f5Ebk0uAm561x2Yjln7YRkmwvARoO6OJA1vDbDvor9ZrdFE/OKZWgGoMg6xbFhZzONpng33E/jSoQezXOrV3eQ+HIvRmLR3SnKPf5zByoo3lY0jxwJwY5szDLzCk0zJkQhmrruGhsLmuiKH+edqblKeaw8BTo2uPb5cjFNivDgajpo8rY2BnPq8s/rOFuxBx/As7fKTOlpcci4ELYEAhiAExIAbEgBgQA2JADIgBMSAGxIAYEAO3z0A3w8L4G+AaDlm4210Lhd2Z+zIojOfPJT5L46/AHDvebPP2LzJYJuzIq8COIvIxSsDdzZ24g8woUGYbJdqoVyTzwup29qHulESBduiBF2Ns3F20gcuTmZfGCyULePWjHw6DGwsVdPRKDpwAmDHa5a8T6bVEzCUS6cKsgNVhZP1Kz6FLQIy9kQznk5m6lRbASV6RqrKhrcJYg0N67RwmxoioCsxhhcIKcBUo3AqYrYBybq+lO/xkWHWVaCL3ntwKrAlvYPBiM14IzCokWIa7sJ0lK574ORaVrR1trllip2N/A32Div1KE3v5j1y7uzHH6bZzflNlFSTcWgWHdDOsDffCPOCV0oKfeSpD1u5qMZ/XMF7AXsYcHmi0hM02UOWNZ8PYbfDXXmNcPEbfBBUJlg/BjGujDY4kum1tSwxhC+zkoB6wi+E16NHZ1xTjoUCJrO0OtBSAxzriu2cbjpdPoO7Pel0Jkxd/47VvhXl8z+X52ATtKGag2Nx5ZpqGKykgU74wEL4jWUfesTgpWyhRLpmR44MwDkAZ7dbAqmuw381jfVB2UccBCwXiKTkJKJ/r5p9z2uiLg9+hwUlf5wltYJbsGqbDHHYIiM5dbOrtd9KmVSUxIAbEwDUzoNjFgBgQA2JADIgBMSAGxIAYEANi4JEy0Nr16mOgf6usT3OeNmzV4Z7HVsvK2mm0XONoYqvWV2F4Q+jT39tGQ1khyvzIOEVmo+MlvW3nv8Tk5ngqb7l2Xumx0cwYnB+LAAeijZdFHFyO0Ti8WI7JsYkuuXr3xsDUibYSgyHabRdVPja4bqJMim1DYP800NK0EdBGOhyXgZbjb9g6fvD1jiR3/dEP9/TrX0erb72fHUG3kItojZv1KPBjq8IG2zIVFeoQputkBsTjyRTKgBgQA2JADFwwAwpNDIgBMSAGxIAYEANiQAyIgcfMwPABcPxKa/mNMcdmeBsWm5sMK8NOuvKvSij5C5BhY/SXe5H3QvknL6w0ICT8ZJczSf6CpoRZ5pom2OQcTFAfrZp/9UP7xOiBoxUxb81coTx63LAiecsY1kIPeCbXBGr1XZiDfEdMRN04oyhwpk7AeTwr/aYdCRBbvVsV2MA63GraV0FO+7oX62OaYZwFxIy8onrwA7pT8hu0R7/EoMLiHTspo4EREYbyMgHMxd9QdLSPPjwn+OzczKyNTveIKpcrsU+17YHlfbrdPuoT3fap9fx+nDruuvXJXBvXnc0lRz/8esDz1/vsXXI2U2JDfqPe/9TjWpxiW7piQAyIATEgBsSAGLgSBhSmGBADYkAMiAExIAbEwKNngLtfPSSstyHGTfoN1vPbk/QZmpbLd3jjtz/NJSJhDDwcJfIc93s/pRVH3vwnG+O0E+UxppAsNYm2OuPtQ9bZ6oMN1vsOcNgeqHXy+Lml7zkAnp9vb8JnbuSOoJ+mY5ECvPhDZZmOq9Lin3TVBtfw4k4XdrBlvp1c7zoC70aYMfeY580S2DJ1aoW26YkhbWzRGbFpWaJED8RB21BifF0cHNenQFs1eqnvG3NzbSDgTMlzDjOdXHvtem6/ZMl4M/riZF9uT/he5POb641sKzWNj7HANw/xGHNXzmJADIgBMSAGxIAYEAO3zIByEwNiQAyIATEgBsQAGdgcAPPXIA24OcvuNVBYaYUlB7AhXDr/adsV/MahITb+QiY4RBmfcXNXOAoLfJBj5Gsh1+R5O5d8cJkle9tl1k9FppEyo0TKZPtU25vxnDeCh4SUm552iT7bwFKzgFXXVl/V1Hy2+1jmOKRhHpVKjdyxjXkyxwzWW2qV8kyf9E/QXJYs0yflNviot7Hdu1Pj+mwDCgnrtgTCPpNF2zp3acZY9jpr58byXuW9nQm9zLENNOEdZZx6u/qLCWIerYEjpTZnoRD5kgN0xl21RnG2D9oPuwghRTwonIllj0D6U2NXxIrwGtmv2tsa49FDWULy/UA7TRlt7MtAde77AuyBvJhbyvXDId9EeD5PCOH62I+8Nij7bLCdqPqwsvhnG2MLyvhTlgXY237WWV8eXO9t9Hnkd+jxkXFkjYPfFX3eyVHdftT4eqyEGBADYkAMiAExIAbEgBgQA2Lg/AwoAjEgBsSAGBADDQPcMWsqaxfy1iQ3Zbn9VuLwd+0YKn+MpCqt9bkk8TzIWD+jfuYS5jTmFt2LzC+TjY1teInyuMyplYHQtu7UOhzo02Fb7Ktvjaoq7OP4smWj6lnvM8fAOOb0Sru0R0mwbENEVJ0zfGJeY36XfGIOh9nl8ozTezjYkzU4u+SdEjOMZFk72eyAAXoJwI/FAaFd/JXjpTw2WI7lugoca+SqxnGCifMFTc75bqYk7+eL5DjPOW5KWqAkWM5gfoHcELL10R3Q6jp7ce3YeEhOnD1xBSAGxIAYEANiQAyIATEgBsSAGBADYmAOBmRDDIgBMbDNwJ5TFXYR2wPmrHEruEiFeQO28KihjdM85l+VUMb54GhzBTQJiBPudibc22SGNMdYcpn1JbC0/TExp9hlJ49AlMeMmqATNmGbvx6M8tpZ059jDTtOyhgHZ5nIMz8hl5lUEQnisYANXXjmjBjq32lnbp1GOjLmSiDfRTfS6awnhk5Imyp1iU3LXCVG4kiZ1lmey+5F2YnEkCSCyrmiOPvtsQb5rz8A4XN2FycbZFjEyYYmGCDzxIQhJ6uulmPznl7NY8MNPRYpGf+dEa7rpkOFG2WAb2lianocQ0wdd6H6CksMiAExIAbEgBgQA2JADIgBMSAGxIAYuH0GlKEY6GGg3uHitmhP74pNjIAIl00haqd/pEMm5nbY8UfzRKt5ic3n2FeHD7rKZVQf0c3Mp6d7cHnsNUmfGVSkNYLl24cXbu6tPNvlVvNNFc85vbXv0TRTvws7NBr9HHNQ79hZhf2eoeGyp/3sTQyMWDKQfkqW89j1t3R+O5l0A9hRmLlhbX8zhz+nuUumYu7YuK6JQ/xt+d2qHBqpfjFw8QwoQDEgBsSAGBADYkAMiAExIAbEgBgQA2Lg9hkYyrAw/gKr97SwxBgCYuE7/zrXsVFXWIljh9KMvyYk7LSLW3kB2A7ZNbdQ/vFPMNJh7Q/uo+SptMS8AE+5NbpO+qClQMvnPoM5viyp2y6zTri7uR8P4y9zt0Crc4J/hyHDdwwXB2IPzjCKEiJursMotD52+yufhTmyA/zO3FFDCBDmWNSUNtMFs0a0zfGxTeGkwJoq0FXBuaYRlW0B3e0b6y+esdzGMW3UY+mjdLOS+rUu7RMW+nVjLcgTUVdXEFXOu47wDjFit6fd4u7mPoy27jnLzIS8OoJgxhCHbw6o59G2pDdjHeungpk35cIc6/mO9bBhcW1GRXXaB9cPEXG4OUZ7bZuS6wxNliXLBOv7QJ25QD9tWznGkOhgnCyjOPnmuIwCo2kLrwijJEhF9ZzxWYPCwjfXU/bnmGfD91IBZLc5VtajjABznChaBvsvGxE9QnRwTbBYRx/rkUygbaHbHT7BrzvlBob6PrhXum0dd7cCwDdNSHe3fDGjXOa64r+sQphRhysuw3AtmzMc7NxVTGZZ7iigIdYj5HE3c7lklFQAABAASURBVCLcEh5k8jTNDsbGeiBPPm2otMWAGBADl8uAIhMDYkAMiAExIAbEgBgQA2JADIiBR84Ad7tum4J6Z5RbesTqybY2aS02Yy0uboRabKNHddYP2sYeaMvm4WJN02HFozTWYH4NH/3JbzznUmrNdP+Yo1rT9qhOdbtzptohH164eXH7r5GZ6DzKTJ6DLEcZCWUfpbqrxHHA1JfIrqErbUHuiJwHnlUJFdxRDl5ROeUeYyOcneLk0NhpDqhNHLJ6mf058iwvM8plonqMOS/DpKyKATEgBsSAGLguBhStGBADYkAMiAExIAbEgBgQA2LA7OwnN45ZyBvtlKjOejNBHohmP7MaH2Es4SgwBc2MxFErMaqs5BIJw3q+p5hf7qwHedM4fy0aPOTo5pK0TzgMQuKzfad2ZdZy9lfgGJ9g3TGvZuSdsDNe9E9ECDf1wTluY3pyXBP70Gex4bJZx4ghyn3aZ25jcvGs+SyBMHcCC30We9kIowu7dQPDJurqmUREBd+YX3zyzi0sr4USjviLSIj5bybENxXXLwEPbCJQXOleeqaZTQZTyuUC7+cCDZX/3IoG3WJADIgBMSAGxIAYEANi4DYYUBZiQAyIATEgBsSAGBADYqBmgDuhdfE8gtuwcT4I95QQs955Iz37mdX4gDFu3DMXggccRKXK7WYztrPOmCiXQvazlP1xdjEDJCD+eUWUxw2aoAWbtE0fVuI/C/B8g0bIMcHyEuA/512BXgh6qeaZpSWxzwvnnjjGP8fxn3wmjhl/qWM4OwEQxxz3YV8OMQ4K8ZxDXsQdiSESyrz4UeV9NMATx0a+LBNsmBHOp5XPL2XYjQSidO6PyBtBMKKMWagFj2EbEubjbhWjPusHjHOtNmgZ78bBrpwrJevzgRaBeFdDGjGf9V1LSDw3tly1ihFBu57Vl5Rj/FGHOD2OeaycHocsiAExIAbEgBgQA2JADIgBMbAGA/IhBsSAGBADYkAMiIE2A2c/AGYw3JjOG9Gl8deUCIu/TCKocALCLsbTB44KY8MX1UXu8FHvOTtiJ7KjquyW48ntrOfyKZJuA8nsAYWCyZ5icLaxDOQB1igJFGe9aZN4ALeQyJ2cggYj5nOFNYm1aTUSDjFSHFxVHnhYyrqjv0AAjvmvpM1yZmQ9F0Iwgl1Zsjwqb8RnbSBuhG1cw8nAIw3dEMgJ8yOOTcthJI9HsTLjlTjrZwTTXp/zBMVVkPNlfuGGhaUQzxO9EEs5GbLreJYcnQQEbkbB/LeA9mPusIWBlOSVaymAtgKNLFNyFtF08s3nuEb9NDOvNrZdIATrw7bWqbUlPbRzy+U6XrrFWzjVqFrJNGeiqq3xmeCEgNi5GXFu5Lwh1Fw9UjI3gh4pM2iOuVOuB+bURp/nOdd/n321iQExIAbEgBgQA2JADIgBMSAGbpwBpScGxIAYEANiYIeB9XcCWyHE1iR2PrnBHpuDuY8duXyirA7mcChauCWHsxPtjRmettyw0oZZzpWSqRJj7B7S4SECdeifHueyS5vHwiOoevM5ysdaGhgXNiv7CeVkqeIXBJDfgVEnN5PbAA6tqjVWxQD3sA3n+DRMRF1ibTVEXPBGCTH6zvoIG6GXgdGDrc5//ICzaTLPBpggrpM2mP++4KibdbKdffrX3sdcObuL5IHnB29Es5B25guLoSeCueeYXsgpXdE2ZYOdhqZnfIEOOtr0l/D9t42OEqp0nzC+Adrmv8MLzGaJ4iw3Ao+TU8gB0wn9fH4J5jiL24lG6PvQED5vY/QO2THr0Ug9bZfSdMmxXQpHikMMiAExIAbEgBgQA2JADIgBMSAGxMAOA2oQA2JADPQzcNYDYGzTGn/1gXM7C0SMDKmNaDzxA7uK2O11YNgQfQ73mh3q7xvraCQwlr4JtDym21MK5sgCy/PnzoP9AuuHCC9HuuDY6UM9FVjD9J3H0g5RoIESYuWbXjMWd438LdY18yWW9ggf9BmrCuUj3WV+8GbYsbDdRh9A9glZAA5YxLAz/OYaHISAgQXzgvXgc0EXh0zHGqaS86MG4hqYY2qRF8pa+WJE2RMJY91qjnwvMfqtKI+rYL0aDnoDUbb6Yr4E57VukhADt8yAchMDYkAMiAExIAbEgBgQA2JADIgBMSAGbp8BZSgG9jBwMTuh3JYl9sQ6uSv2fr3E4WCy2O+OTeG2meyxK9s6LB/qp84Q8tih/ltvr/LnAYTv8D9f7n6yqWkWqE1kt+1ybqOMNcjCzaNEhgTEBdzkvY2hkPrmra9tazwMH9TZGnBaJfvKctfacM+u7lwt5/A5V+wz2JlzDbSpbJcZZrfOtn2Yqr/P1s31kRxincSwRNZxNNXLehRMjcwW/COC6RIDj40B5SsGxIAYEANiQAyIATEgBsSAGBADYkAM3D4DhzK8iAPg9q+Ao3wo6hH93HzloS9l734nf3FGhfiFV9agJCVZskywTqeUrLNcgf9MY0bVYjhwNqPfLXCoWfxDuRCr3e5u7sfDzM2OAbgtAAO8LMAJ4dWvZYPzwiwkxBG3YwxR0AbyKwAvYLNwc98AagM3dK0NquU6yxl9bYZ8KlQzWlZ1M6ZrJSXAdYH0jesA1dnvsO2VWZarklndZLzom/GUyHULXlgZMEiCWhxhyKVoUIDLfYA27gQYro0NVFa53d3cd2GFWxfuHrpFLd1RR+hFB/zLCjl4dFXz5xYSIndhLRt4Amz5q4AL+mY8wXK8v9hKsIcSSnFTKwrIt9iLSqv/s0Bzmwt6QVN9s0aNutrEw+iIuj2LnX7qEB0bRrtEHriQTPDRBtyk8J1QyjfjIyx6yEUDm3bBW2UDw7INFOOmB74rAtGy+djqg5HQaUnbWMVz7Fa26u0+lrf8shIr2ha5EOImElDKZ4wuM8Y73bKEYfvq6OZNlcgNjlkmUCc7CVElkMh3AFWXQoJhAq6MYBlNcQcXKEVYkLy7/dQh2Hcc+FwR9EKZQWslP1YFc2mjzzl5Wj+yvkjUJgbEgBi4egaUgBgQA2JADIgBMSAGxIAYEANiQAyIgWCAu4JRuNkP7DhzCzQ2FnkIgQ1gCxgu9kBEnWWC9QzWu8h9B2QedkBt2e65rOdkjpFzxbBrB1PbamRsrSqKuy1ovKG7fWhwvrQyy3jCtifkbCHNx0vObTiVwxrDY4/qqR3Ol+OeKBontdN4T+7RP6ar8ZEHZ1+5fiEScTKyjAuJqg4jR7VP1qqNQEJN+dIL+/LKfZ0cus2sd1QWr57D505SFxHETlRqEANiQAyIATEgBpZiQHbFgBgQA2JADIgBMSAGxIAYEAMbBs5+AMztSZ4bZbkJba4SN7qJIo4vPP/qywo4CK+QvFmmHMKhftrrjIVbjiI6PVdQZdQZx4dLVoiwBD6OtzQ0kpYLy/Pq8JF/acTyZhT1NrXdUre/gAoBsefmqAyqwb01S4wN5wR8M7bDWUDx6Bse4i9WHG3gLAO5Nohh52TNq3dGR8lR3z8WCrPdjAMgx1xcs9kda6iIZ8vLwmJhjx02RY8PTLyPpwyaSxd5hW/K8TZjDYxXX0AzR0C5bT7o3G7CHG43cP0S261WrXesM/YFbImLMbexhA/ZFANiQAyIATEgBsSAGBADj4wBpSsGxIAYEANiQAyIATEgBjoMTNv17gyeo4q95jhXyNKshNk2UD3pDsuxsZ2w0Z+ixM1nGqVMKBBlLSGam+0Zm/7S3UoMJSpVVKLQkhwWbdf8kfM5PgeyRpCOvoOJ4y1brBt8wkSJcnhAeeg+PZd9lrvWGc2Q/lztXZ99dhkH+d/tYyux23Ncy5hojrO8PQoxO+bbMqoVwDwztvWPqe3PJfxAhc8/y8d4OG4MnE5weJyP1ii4Y40uN88u+Af31oAaJ4A+eNIY9miH3ijXQjufPT4RJyPrYs+I4S7aqpGVUM3FCfK4UYcc0GrGId3j+5f3cHxsM43kYhkwxS5ioHvG5nW8zBiwTIkBMSAGxIAYEANiQAyIATFwBAMaIgbEgBgQA2JADIiBPgYGD4B5uLEPfcaObaMfHjAQJQ93AGtwnNW8vcyzBdrnr0IrS0w593JzNIO9LPNAIEuWCdZx5AFjjI+ahsPkDbxqisNl2rco5VbDhaH4tBgVhYv7cETUBZqOvWGKzJEIzmsG56Ji81jD1TjaCIBYuLKE/yirXn5yHtpot7HM6NqgNbYTHEd52UDqRjDKLFmOTOIXowVYYS4Z7CWYN+Wc2GZ/TstdW8wvr6ch2R1zuJ45ouzJBU7ZCmGxpu0cFyNgfPCd349xcMqo2nNKPeiceNMi+WW+NBVlFuYxT0sAvUDwZk5YsRZgw4xg8G30mPbw258cGW4Pj3KPjaGmGI9OSmbM5zWANn43sUxZzy5auzfj6qKrs6knN4sYMSTL3EtfuZwl1GKaKXPbKZJ5NoDReO87GK5hjTd08lsx3WHa+8B+u7qLURMxpyCC5ZwEuYj0c8MikquMgPN4R7BM0NnwKmPvEmDObfT5CK76OtQmBsSAGBADYkAMiAExIAbEgBgQA/sYUJ8YEANiQAyIgUEG1t8JbIWSsAvKTUFuUFPG9mQcAkSp1kQ52urqBJE3ummbZfqphre3Y6sW7D6jkIC+m+2IwyihCWO0lRC/7cDOfLVza5fHhEX9Ggn6BMTRN0zRBPkPHG1o38DwYAlzYrHRvU93mT5GQLStI/V2ddUyYwm+9wbB9UycGlrtJA6c6/KpJveOZ8xt7FU+vpMkEj0W6J3PP7soB9TYvRKWjYDWuZ4imXgXgwFKIhpP/ajtnWrmmPF8b2Q04w+vY3Jy7NzTOsfSHe1QNthpaHpQ4MgMVK/u7saOOolockZ96/v06hLcCpjZbDW0Kljx1jxTrfb5inssNXzv0TlX1yXHdi5O5FcMiAExIAbEgBgQA2JADIgBMSAGxMAgA+oQA2JADOxnoOAmJLFf7Zheni0TQ2MLbPUWxl995P33asO0wIA2UJ31pheCRikzTtx55EY2TQ4hJznUP1s78wF/PJADw0eZDSpoB4jyUVZi0InDw8b+DzdHrilyLeLTMWCXbraiY/RdQJOA2HMnq35lS2mIwxGBJ0NMFWyBi0stR8YyXWTJ8ij4KK3DSuH4DnpIGp9L3HQxv3UySPREHM7YB0R5WwetMb/brUvV4A3ryrDOlvLQb9fRTJhtUZBjoSSgdfqdczzd0mQLsbiqPDdjUY/cEBd4Rw1P9aZ3rhJdH28LUZ1mIFznd1VU6g9Yjnwp66Z5RcQN67GwIGf2RrMZ8wYua0sxwFWwlO29dvmcE3jON3pcPSWqBMQ13opZDIgBMSAGxIAYEANiQAyIATEgBsSAGLh9BpShGBjBAHe4R6hNVTm0nbfbzxaiOW3gHhwx1fVB/fDS0sr1LFtdg0XojoqNSl0MGp2vgy7ns3bhljAXEWEl+ZkRzWf8YByLuT91jk8dv5VYzjTLrc55K7O4aBthmZgQJribOGKC8WNUl4qQ5DZtAAAQAElEQVRmwC7yPybKqxjTlxvbiJkTaEy2aW6XD/mbonvI1gr9/Gf6h92QjS6GtU/pcW8R1yqeYvOqxj6mnJkrcWiCuPTiLyJQMSosCGLgKhlQ0GJADIgBMSAGxIAYEANiQAyIATEgBsTA7TMwNsPmAJi/Am6Dv8wlhgy1datyYaVnOMqEQWbkPkr2bXbl6Cf/EqlIhTnQ+GWZaBrmKNB3Bu3lcoHKNjY5bdo9ObYKCTN3SALd7iwXaCssflACgeyNSPHPpWJjsXD0u6WE7fC0xC9M6LQLRwxjADXeVDXESkSZjfPAYXZWk5gLC7LdLMp1nOSbqKvobEoW+l2OWt1R5NwQUdn5SLBB5A6WE9Y/86NlrztYz+W66WhBO7RXwgLLhrWEYqwnd7SwDhSBZAUerALtFVBvyncYmuEoD8MOXQyIvAfXiOGQ/tT+wpFfYV4UllBGxQp3uzMPaaOvApoZeP5Qw1LEp9eAyDebrEQNiDKKkNSHQKW6QS/eVYZIbLHL3c2RuzukF+YOiXrhd0Y45AaFubPfKgl9G305NLtA0+J3sfGQWM4xbJr3lrj2xmDACCkKgDcQal44uCsAjzXmmHQ3s0BdthMvmNl6VWGVWQkHgR3b6Ki8d3rCymYc1WqNiBndbVl37YhM3U7HjA2O2ErD9x0Ccjj0yAcOHEB79W5GwD3laj7c3A8DSka4b3QNz0cbd25WWBnPLWbZDGWLdxeKN3UXyIbwWrJMoMqcKWYC/igT/5IL/+yWnPNs5niWCQPbBPvasOZiTIWlWq+ry/o0cB2VjfWY37H5Ym1W+q3hKooBMSAGrosBRSsGxIAYEANiQAyIATEgBsSAGBADYmCLAe6+bTWcVnEMz0Ax7nY9lymj84wf3RhYn4JjQsfm6DHDpozh/qdxAHJplw31veCYFrJ6q+kyiwyUkVESLC8PUksMecI+eHStF1G4ewQfLUZjw36hlOmGOGB+hMoBC0d2c/FF/nNGQFsZR8Y1dRjz2BpD/1sNZ620o4nyTrxrhBee13C0vg+mtg8LROROhwsYvkiTa+W6lp+LJFlBiQExIAbEgBi4AAYUghgQA2JADIgBMSAGxIAYEANiYJcBHADjbn59sauwaaHepja+xI1BojOiPrzgQVkA3ZTWxEJ/BDqu+mYOxFpJ0BfhcEgJcdM38kzIs15PPJ/JWCdt+I41yzgAOOU6ZokS1UXubDtyhbNIP3uiDE4YGytLgLYJ2qZkJCwvDSQLvhNg8RcarL4YQ108JCJU6gNRPjSg1Q9eGUHmv9VzY8XIsicncBbcZ9mjMrUpFi/tTRjIMcSEIceqDjFxrD2OO7x+sldKjhDGMsBfUo/VPZceVzv/BYFz+Z/Pb2QCc9e6TnP8lEiD903+IpyJCWJADIgBMSAGxMDNMqDExIAYEANiQAyIATEgBnoZ4NY/0dv5SBqx68WNO4IZZ2nGTVSCrdYctGz6betiO5Eb27SyTLCPsgZ2wPl7WO7hB9BNCXH2m3lnzBcM+fGGyfnsdizF5mWJRvAcZRQNZYo22ES0226gzJTaWColh2ECTwpKmW96NuM6ZilLKMxy02Y2RNsst9tYPx/Wi4TPJvMnqnyrmbDBpyv3W3VFlXMGRLlqHvvJTOm7xPPF8thxs+oxbrxDsdp2zB7XQIN5JLPKyG1ZgjNrI7cfKek28qBN2qBfyssAo2ljcIktEi7JWcTwXqNb+e7VvIZOriti/VjJ46DXvZ2Do47oWM3REbFdwhCuDeISYlEMYkAMiAExIAbEgBgQA2JgOgMaIQbEgBgQA2JADGwYaHZTY9++sFSUOKsBNiqProQD4Cpn54lG7G6DmPgnEtmVkamjZFuWLNeI8bTFDceMdp2bbBlVfx7SPtCJMoedAfRNnO7ajXwSFpxWdZadqduSFzjGAjd7gBOU47CGTgk08Y6iowREGcUbuNvrifOY60uk5uCVyLZZ9oSXCSgN1ikBxjAHxbQRtmATt7HOtcRyxJDwHLYRjXN+wP7cv/wcEV6TH3QZAecVRdysZWQtSrZlyTKBenCDYXGDPTTFoxn1ER/1kOS0h3ck5t8I2hkxfH4VBMRVEIuAK451ekFAXCgHk4Ne6FAyJ0qOp5022NZBVu00H1dl7PXIeG9l33VbFsypjdw+oySVbXMl8my7jHJbYUIZprbY3h3a1sjlXa0RLUepZNa78ihjMwzqxjGmnt32/7KW66xGrLOsvYzM8XINEaxnT/3x5d65ZJ0r3xF8TzWgfT7vlKeiY4fv2PiOONXuOcaTr9pv5FGXJcSAGBADYkAMiAExIAbEgBgQA5fLgCITA2JADIiBLgPYhHvzrW/bi08/soTN3gfnGVlnD6s75sbrTfbccrbYora4qs1utnYR3fVH7qurW4IbasRWY13BTNQbkrE5CjOUQ9r1oNUEo8s43imSavFpUWabLXwxcjAZm9wsL+zugPk1Mm6HwHXEtcs2Zt+us21+gOt6LRs4b/+qfX5fG4s5r7X53URwhhInFG6T87jdrK5WhaYChe6908cGzhtlV/lwPXNv+BKhBeLwqKU12lGMXRXUI/pioz2CfS0drHHjeqck2H0yMBez2To5mB0DZIHY6Ti2oTbWYrW2xJaMumllwdASQmiwsv/Z3XFdEbMbHmEQPI7QmlllhDlO8gi1aSqXmuyBLLg2iANq6hYDYkAMiAExIAbEgBgQA2JADIgBMXBZDCgaMSAG+hlI9vDhN6z84H1s3eOkBltWuONkrl//9luLAju9hB2iAXo2+hq7wzhWb7Tj2RRnWxjkrY3ZIhwy1Oa0XR7SX7adPBYIA2dl8dsg1uf1SOM8QILEkSD/RkP2xTJ9sYdyGdBLjVTgKXK8XKyBLXCRz8NmC6gQEIvctE0sYnzLaMxnTKKbgePE5wka0YS6xcpCLNGAjtH35AHw70b+/Yihturl8EZAnHIHv7QDfoPnU4wNjYXt8DPU39eOMXPEw7WU0bjJ75OmYadARrgGKHc6RzTE2L1riJaJEcakssMAmSN2Oh5tQ/d56dZPJIbP0IkmLmv4zPyslZz8iAExIAbEgBgQA2JADIgBMSAGxIAYEAO3z4Ay3GEgb7NyP7D84Kvm738N5zP39uTeIO1RX9zl6icgs9bfe6CVVB9Qie6xeqF81EfiP8ubTkrmKL/bg5gnsd26aq1NwVqhtHwu5zI7oQRwhy9InAfjQNYCdoYr4ljIr/uS1hcK+mLMZu6ynBJYNab6nDJuad3Li2jpjOexT96IrjW+QLptrTq6+0a1NFRsMeD+CNnCGmlRoKIYEANiYFEGZFwMiAExIAbEgBgQA2JADIgBMSAGxMBjZIC/SwhE8smef+1X7dVXf90KT3bHjmi/nY+pmRQliMioBjtOxQEcm3nVUH1Cry5AsIdAMd87/TxbHoNsYFnp7ua+ASqWUE+FW4Z71V/U0r2quw/LoaiTx48FzQsPYMWFZPvQmCXaHQ4LwhwBVR64L81/A51gc9U68yeccPYN0luY2YthsZrxn6SFI8wkylY1WXVl31Vt+qe7m/surLgzwt2jP1lhyYvwXdBNmSylFHVnfQG4e/gO0/xnLAnEYYFoneGD2RBdUyUaCIjW7SgTEOvckTPjABrHTaGKIardfuYUHZXOoU+oJuhA4LO6CzSwTlQta37SK4Bn21LOBXUbh4S1k6C6AdZr1PEUoc/CDu3awlfLx1YetdscYF3dCMwnnnvnM3cCNvaQt4EAw6Q2jZUPVtnj6GrAxpMRVmElSxSbG862Ymk6rqrg+P4z8FoAd8Z3pplxfR1AgX7Cjrwa9rimiHgnFrAGRB1F3iwTLM+IPKN8RxCsZ/Nlu5IbZ5fIM3KmM5azg3Y5tx0rS3M+gyQ7fGXbpSW8l4ljLWucGBADYkAMTGJAymJADIgBMSAGxIAYEANiQAyIgUfJQGwdN5kX9uBP7c2v/qo9//IvYyfy89i7coutq0bn8RXyjl0nc24adpq2qmP6qXMIW0YXqfAQjugaj4lneN2OhesJy27jYu4AaLltM5ezZP/aaPtul+eOI81t8CR7OdMsTzLWM9iLgUe3R3fVphWmIXOaZTxSTWUg20P9A8MONfNA8JDOIv3kOTEpIntgOaOvLfdR5v4+yX6i6tuUqvqsn8xjy+Ci3rY8TaogTkaWMWnsQWVaPagkhStj4DJmtRMF1vGV0ahwxYAYEANiQAyIgb0MqFMMiAExIAbEgBgQA2JADDxOBrjNlaxE8qUVZWGlP9jb9x/bi29+YC8+eM+K979iaIqjAyg92vtCT5HOPx/81Q4xbyTYjI1DG9IORHleDxZLmraBKMOn7V5sJXZ75m0pkGORCvPA8h7poY3hbAp0ERAn3U8wmoAt5IgKcrWK+WTrXrN6Qz5GzGp0FmOcX0ZGOYvBiUZ46Luu730LiZFkTExkpDrzLRhCgMwDXOvESBt71cIObO5VWqozc0c53ge1ifEjrkOTOXG+G1xH2IpyiAF8/xrf43zGiCG9o9v5h2y+GNoG+CxntNsvsExOiAsMTSGJATEgBsSAGBADYuAgA1IQA2JADIgBMSAGxMAjZsCRu2Pfq7AHuyvv7D69sk//nZ+0d+/f2DvA81/5OXvS+qf4uIOVYY/o4i7dhaVbmjlgGbbIxQVinPEB61wbxED30c0eR4NHDx83sMnLjfu/TXXc6Fm1yGHp7TjyvGY5lzsPQ/zMiIalP0gu0fKTOc+y1aXiEQyQx5KTesTYJYYwHk45Y6JcwsfGJp+TfV7YV8GsLTcWuiXG321r18MK+A49vot5Gsj3MctUpALlTYDJZOxJiHygO2tmiabpN23VmD54+REILb6lKJf31u/hJH77Tfa3ck0T/b0ntTKHkwzMNbg3EL5XiDmc9DqYw/AZbZAb4owhyLUYEANiQAyIATEgBsSAGNjDgLrEgBgQA2JADIgBs9i2NrO7VNjTZ2bf+IWftLfuS3uWXtsHP/8T5k8/h33Op9ArLHEPEKC8xd0sG7gu7wAYk2D5sIFlH4j8xGaaZfIFZjsjm4yDj1w5UnLxEXk4/Rl8eRgPz+iihJj1ps2M8Gp0GVuZVRWLflaH/cbgK3waHi54TJReWIk55UNmkBX6h49uZXKwbfARidrQlTnJckhvqD2Pq6THXG50o44qwykheThIsA5VtFz6XeVlwSXLlxFvmzvy6Qyr3cj6GoBP+oYIb1ly2UXDoh/0RtAJouCiahyzfQjU34DDApumpsT1y0rbUm4zY6vZpm43dDG3Ch55gt+e7EIDXcFflj16Q00xHp2UfD+gGN4oZ8JJZpBSrCjKkwyNHEw/XeShfM4jmNwwiyTrNfjdM4vNYSOcZ4K5ECxnbf55I5fnk3xnt9GyHEQjd+bdoNU/WzH7n83gioYYe+0uOKrLEmJADIgBMSAGxIAYEANiQAyIgctjQBGJATEgBsRAzQD33Ep3++ztT6z4ytfsyS/+kr31UMYZzSg1rwAAEABJREFU1Ktf+3V788GvQ/MOdQjcb+4ebP59R7voq7XrdSlxYqPSiBwPytyQy9WVZN7oX8ndfG646mtrCWXc1UEDN4Hr9tUEfJLHEjLDYi4xp00QKEdb03BCAY5OGD3H0OAbYTDfOezJhhm5JK+XwkXEgzlmPIyLYHkRxKkrPRDZQ+08nmy0Nzq5f1hCO48aVkJP6MGuJzyfHBHPKFvReTM38kGOljEhL4w0vtsoJwzbUQ0beTp3eh9vA1cdn7PlGIAHzvtyDla2PORuaHExf2Bo2KNvBzfxznv0RIgAMSAGxIAYEANiQAyIATEgBsSAGLgoBhSMGBADbQa48/WkTPbkwe2jn/7X7dV9aR+/XdrrO7dnD2/swx/9N+zO7uN8ocBG7Duv76Brj+oMuLCLuxhSG+cJkHvDxHm8z+PVYSYDxbPcpx6QTA46Ye20cdAA9ONXrwcVOwoYRz+d1uAbSRdAp2uhah0HYyFm8wK7I3nBuzNeorO57hgil+S103y2asSz2Py2DWMOSG58JfUxwDag0akoYTWjajnuM8FvcsQAabG24Os4U1c2CjlHvpB4Bpg1cWVJjAx3NzO2ZIw0cqVqaYG4cXAYVrl2wGKso2jY+kAPn6qttnkr9E/Ma/XxWAN3A3N3kRwoKDEgBsSAGBADYkAMiAExIAbEgBgQA2Lg9hlQhsFAd0fPU7KnX/uKvffTP2HP7p7Y/d2Deboz93v77Od/zIqvfc2epQez4ok9KZ+i/akV7g3sxi/scp03Q3cH6b4bBGeS2O1ZvuVcfufIrE1lu3xsThx3CubISTauh4H2mrueqCdHukiaYTQZ/4tiE9V2rWmOAvuIqFzlB74CLjvu/P6bKcrLyPe618w8U7E0B0vbn4cFWelhgM98T7OaxMAlMqCYxIAYEANiQAyIATEgBsSAGBADYkAMPBYG8o+e2rtuD6mw93/yX7Wnr82eWWnPHkp78lBYeWdWvHrffu1fRd+be3tdFPb67in23q+TrWOjxmG3xwGs+3llkwAmzKx1Ls060SjMU+D+XmmOJbGBoU54LVk+Fgk2iGq8VQvLIT2ZwesGqM56l7CWQV+oQgSjkKhVsbBwCKGPoJGLHQV45VNp7Qtt7flleYH5zR7d78wDbu77kPW2pTG+QLaYJTj2DZw/CwUKzC/eJVAqrUiloWqO2qk3bRDT7WS+D8mu5RINpbn7XiRo5ZtTzTqR206V3jIAequ1225s9S9ahE/mBdG4YTysE03jkQXaJmLB4P3gWLMWz0W2TrkfCXNFmGU9s4RihuFCtdWLhvqmDovtfpbZlpF1cn1OyUPvPnvubu6F+QD6xhzb1s0v5heT4jAYqMuonnAXMXYo3+hc5YMZ3cETJNaZR/Il6hkoznS74zsWbkq8L+kHxZksTzFD3msgX+M7nTmzTEwx1dZFTraF3ElfTi/4HmB5Gwk9RMSB8unSOleJOoF3QJkMf9BDfem7hAMC4uruVtynrIery1sBiwExcOUMKHwxIAbEgBgQA2JADIgBMSAGxMCjYQBbs0YwYe7kFNjDKfiL3l/+O/bxT/2cfffrz+z5szfsNu7EeVnYHY6E7d/9N+ybX/237XOoxz6ePa6LXJw14yI29n07hjyT262z1sIF3WJz2jIsGuAHMjaHIdttR5VhrnUvs/HfcrBVjCwj6q3mMZVqKDRP4YDDG0Oo9NwHuntGXFUT2Zst4Avj6sLCmY3mMMTkiKgMf/gIneHR/T0pJTyzfSuHbWPRb5uttEA5BPYTm/7t2qZ9nhJfv/NYmt9KO/Mop9N9uIel0w3JwoUzgHmeYb2cluTZAzgtfI0WA2JADIgBMSAGBhhQsxgQA2JADIgBMSAGxIAYeFwMYKcNe+Zl4L4o7PVdaYV/y7761/66vXtf2hucM771kNDvQUxhBQ6Mk90XH9rH/8r/xezVh/bAH10tsaEfHi/zY8YD4IrY8WlSn+iOYEhtdPtXqCfD8qiAVTKjQxiOBVbCJhBlFBe86cKn2keYhkfFggU78YKxCAL5GnGiuYPD+WBXmCf+/Q7z3xOgzJqRbl1B9nVpIUHHMU/5mVnIT8fs4nm1/AWfazoMXzWfUW4Fg2LEA7nYnejbYf4JkMuso7r6Df95jUVcqwewoEPHG2mDIUdknhjqv952ZJXuED7mGJ+XdDMi/gL7kmIaF0v9HcdnJT834wZK66IYiBV4UREpGDEgBsSAGBADYkAMNAyoIAbEgBgQA2JADIiBR8RAe3vesd92lx7Msaf5zuvX9ss/8lft7Y+/bP7wykocChfxw6qHhh3sftpbCWdFH33ZfuNf/j/Z2/6peVkCG6vUIZpBN1bgLtcZUzofteGZ89xGZgKdJcpEnIOiPNftRofZWruc2+aU8IZcRnmhUkaEgIEhT/3YMnqqsYPjwxtCx7vAiIMDZlZo+y9zHDP72DLn9Bgrdat5qUp4y3lBLuWnbZfzSLTbZi8zsYwDDz1joWrM7+yBZINtctvlqp++CdaWBdZWXmOO8rLOzmCd3BJt18iTuQIJR8Sc64wDS6Nt5GrLeX0z57MlsZZzzDH+xHe2NOX4UhnAOwDP/qVGp7jEgBgQA2JADIgBMSAGHi8DylwMiAExIAbEwGNiIPYpsXXrsU+DDUOUk9/bW/dm3/jRn7Cnf/un7dPPfWwPRWkO5RIyGX/wUrGUsJmbHr5od+mNffRv/6i996/9DStwgFz1Po7PEw6AwTYItF5Yz9Wn36O2UhOjYfJtWKqch6ACUTVN/uRQIg/MZQ/juXUJ2c6o8oq1H49ITBVcVq0o5DtiYmsGbeTO65HMkzh3xEHn6kGU8NgGqjPfPHBs88u1zBWT3bCey3PJNpf0H/7ajXM4Cntc8xnhZdsydNgKEe1Z5mcqGuf8INGJ8VRGo4oAsqxatz/JP7HdenxtY6vKdlM/3ubljqzJzV8CCJRPU+a7kWi/sHtkOMgvFmtbbg9t5xjl7e5Za1xRXWQHy/zyl7NZg4e+2ZnkjAzwfUXMaHI1U624uT74mKzmW47EgBgQA2JADIgBMSAGxIAYEAOjGJCSGBADYuBRMZD3Dpk0zwUKu8fu5kt7Vn5q6ef/pr3+m/9H8/sP7e3XX0A7N3PcvOS/qOkcsoG/saJ8at/5cGef/uv/b/vgZ3/CnhZP7LU9s1fuxh1D+toMuK1Sa9frmMRIZo1gieV9dthfI/T36Z63j+ER543iCO9N0G4JZdzVkQZpP2iOSsRBxQtSyPFmaZHvuR5cvox4eEL/65AET9ywXtgZ11F2wfwyctuSMjitHTSzzICIun05AY+NH5ThKOKpirHWmm70zXfXDgYMrsM/M8P6YpaxxlgfCOiWmju5Mmvi+lPkmqoxkBCbY20h2SxRvMEb6/om/kbDDU7N6inxmeg65foAus2qiwExIAbEgBgQA2JADIgBMSAGxIAYOAsDcioGHh8D3LHh9h3lvePA1t+x4v6L9vrnfsE++OF/xR6KNzgI2hxvcl/TjAfAG644ljbYwvKzh3v75Ed+2F793E/iIBnjcTjMvltGMZwcKSGGNZqeYBe6IZvW4ULoUR8Y1lq1J4e0qtNFnHFKCTe3ArCATb4KjCAgLvr26kHnaQXyZah5LkOyYVWAs/jlJmQdz7zu25vStY/wN6+XfdbIK5F1+BJd5ld79FDlmIJLzDWa2MISwbNJNC140ws9ArHGzJgrc17EafiAr3hq/SgXjC3jKAPNIPqvY4k1xnrTeSMF5lQDgvQ7cnUUKG8kye004uGtk411tt19CTVEt0JkQcQlpKsYzsZA/X47m/8THWu4GBADYkAMiAExIAbEgBgQA2JADIgBMXD7DDziDLlHeFcW2Ccs7d03n9lnP/6j9o3/81+zV++8sDtP9lZ5Z4W7eeEGJRtzvfPi3r761/5Fe/j//Q1793V5cNi17yAWY0h5DDrXPpEH52gowaYdD8lBI1I4KwPdKeLcEQsH1XXBMIiF3e41P5v/SG6aNXf+uj5ZKsu9MZ7eOS2u0/2dz4If/KpdMjbfMc4Wws4al+lalIFqhhd1IeNiQAyIgYUYkFkxIAbEgBgQA2JADIgBMSAGxIAYEAO3ygC37InIL93Z2w+f2b/z//jf2df/n/9re3jyqSV/Y0+wN59ie2/aESfHPi3v7Vf/Xz9i7/3V/5U9fXhjBf8pXTijTwJF47Zw8gf4MmvabP3rVI8tdsjWVNTuOYw0hOTHELr6u9Th4J7c1orLCXrm8U0GnbKNmMMr7RDZVi5XizK3riThPCYakh5rESu38Dur4JAV3DF//JljgOXpcHdzd+teS8+vu1tRALW0G7k4Z0RMGv+J2lQgMwIibpbbiMaDH+4e8+TeL0uHxxrZWMwhgqHMbVlC1Yhcv2iJHMzImQ+G6Xg+KkCvKKwAT1RO+FLgqAy2nQN8n+zDKTHRbnt8t97uO7bsBQ/TwSJvlAvw6+7mXuFYu8eMK80xrLBY8yhFDUk7nrUKFhpu1Myws17erM87873lwty9QgFZmDmAp9tiLeNh9lRaMjQiX1v5IueEwy8BMfONvJgbEfmhjrk1lomZvT1OcyXSJiBmut29WrMTZdu9oxLA+x431jgampvxZtSNXA8ZdZOEGBADYuDCGFA4YkAMiAExIAbEgBgQA2JADIiBG2EAe3TYr4u9G3vAQSwPXEt7/eTBXvlrszev7fWXf8a++i/8i/YdP/5vWvHsm3b38ASHttihxaASY1PJH2oNw9Cf4Sg/mFsqn9i7b5K9/IWfti//C/+8+S/9oj29f2N+l+zhjjHcQ+uNcfvw2okmw60cHOUaCUUCqVovbPvisKaFlS6azqrA7qp0ls+d1FaKIgWX2dmpJGQ7++Wgl8GO/fbUe04G0mrOD3vqWUCHBx0Vf+Wp+jzKwIxxueNLgodlPASe0e5Rea0y6ATeR8bnW+/FkYMWUNtMpzfWWWoAhabcaKggBsTAJTPg9XN7yTEqNjEgBsSAGBAD4xiQlhgQA2JADIgBMSAGxIAYuCUG+BfzzRwHsk/v37Fnbz5vT9O9vYPD2S9+9av2/P/6v7Xf+Jf+sr356i/Zm8KtLL+IXWQeaVbgPq0duKiTsVF12DEcOCcrPvymffmH/xf263/jr1j58Vfi/w38BAfFdzhofgLgTDh0N2OvqwSmHBFnoMgbm2UWaaE9yqZrFgbIJ2CgnVjhrxAMbXwmzC+Wt6VZ8rosI5EzEqNcLTL+YijmlHOLOWadmDuAdlKYQ6PPwLyOQN9+g5Gb79eZpbfAi9jN+awQtc2D8dV6IUIZ8xIyWo74cIzxhnE/yRZMHbhpPi3t5EAMVTd5cxQpAZRu42ZOGZuMyLvF8+T8cSzWnQVs5wIX8QzsdKzUgPhiNa7kTm7EwBUywOeZuMLQFbIYEANiQAyIATEgBnYZUIsYEANiQAyIATEgBm6OAeyxOg5270p7+ey5vfr8J2Zf/w371r/8v7Ff+iv/IzR8/AwAABAASURBVHv/Z3/GnhafWPHsld2VpX3xVQE5HwnO/dX0Aga/bS9+8afsK3/pf2Yvf+T/Zvfv/7K9evelPfcXdg+/UOi9ue9E9HZeSCMZRigem90oVHccPDB0AF1V4219RlpIL05AKVdKz7molvTFfx7YSnhAUijzzIw1Ytu1Q2f7xoiKjt2ubcURNfolRqhenQrzytgJHpzHw0RJ7ChcdgPXAP8p1sH8IvwZFkjYGfPBlcuogHgvWV7dsVa313TLHtRDgbJRQtxRb+kdLHLABixFRLUp1g+amKLAHLFuyiJZiTLnYWj4Ku2zJ7hK1COdYBJ7NNspk/+E+dhRayvtdK7V0B//Wt5vwg/nlriJZJQEGeAzGxIfLDdgvQNUdYsBMSAGxIAYEANiQAyIgatgQEGKATEgBsSAGLgVBoqyiB/cFClZYQ/mqJff+Ht2/1P/mn31f/+X7Ff+yv/AXv70345fAbu/stfFE6ReWnn3BofEOJC9K5tt/1O3aIv0YE9Ks6evv8PeenjXnrz+pn3zx//v9uX/6V+yb/zlfwlx/FtWvHpuxcMbK1Jp/F/oYcseEiElnlMki70nVC/1LiIwBGs8JAnJD6DJxG7y4tY5k88wpoxM2Q5x8k07RDYUZfrgisDStgZZYy5ZwhDxUEsIBzC/qYaFb7ZtkFBkaASKOzeXQ27s0znUn8cuKRkDzs0Wc8G8A/CQUmGEQQbQdu13PvjtzyM/KZTer7JAq3Nh1nYLfClwZWMZWwPruWIM48zI8VKiLfp7xvU2UbkCRvI1sa1Fk9stR9VoJgBXuI2Hv0cZmnFQm3uaZXyU1wCu5W04ON3AYgHZ1hXPdjvJKMeKg16WKPKZh1j3ZjBbWNf91Xvj/NVwyqtP6AIT4BuSOE9ofH75zPP9SbSjYJ39W2grqCwGxIAYEANiQAyIATEgBsSAGLhcBhSZGBADYuCmGHj1ycf24ld+2b79Uz9q7/3ID9tX/5f/ffvlv/zP2zf++l+3t372l+w7n5s9fcAhrz/YMxy6vn2Penpmdzgovnt4y7i/E1u7eav0BHZKp5HSvHhuT9ILe3Z/Z2/dv23v4Bzi7t/7Bbv/qz9s7/3F/4p99X/+37H3/+b/wT742f+Plb/6dbP3PzEvGaOZQ5dW7EIvnGINRRZbZuikhNB9HAOkL+M4CxNHJax/Lr4S45JV/5nFg4EeC9jeq9Ldq7K3M6G3xKonTrUFUxd1M7cA8mNuLO8EGAcM5J/Y6b3IhnYezOti5i5zGbKKkp8Zi5PJU9AMw3zmeYek7znjCDfwwV+cJlQScqZ9+hEmMFDPze4IdmTs9rKFfOe1zzLbDPMQ8uwfOXZIBkecPaZrDYDP8jUTeK28Lxd3nk1+f2UMeaNu6AwpqF0MiAExIAbEgBgQA2JADIgBMSAGxMBFMKAgxMCNMYB91vsnr41we7An2Ih9uHthD3evrYR8/fTb9vytT+3Fs+dWFvfmqbACsDjTeoK6AwV20K1BstMuhAADtJLsoSjt1dPX9urJvb0uzF7fmd2/9QXzZ+9ErG/dJ3uDNsIiJsPlwOXeSIMBQlxujNcbGdYNmW1j+WTyfBZ4GFgm+rwWaCQgbuzmr4Az1ksNXMbLCB65swxhhgUQcu4P2uW8EnPb3kRNL73Wo6PON8q9Wos1MuuM8U4Q73jlvZo4m8WztVfl5E7+xY3qy+dkU1doALPLZ4hovkjHp4GjvRHK8HGE7Y1hridi0zJvaU988czt6Z83kBu2FkTecH6PM7X8fqYcYiCeHkw/5ZDORbcrODEgBsSAGBADYkAMiAExIAbEgBgQA2Lg9hm4wQxTemJvfeE327u/6wfsc3/oP25f+kf/C/Z9/7X/sf3gf+t/Yt/7p/9Ldvd7/36cqHzJ7OFdHFI8AQOl8UdSKMx6Y1tox17sE6Ej3T+xpw9fsCe/8/fZ23/mz9rv+Av/Q/sd/8x/z77zh/6cvfNH/qS9/fd9r739pe+wEgfB+/afdhycqaHewUZmZwrg6t2SuiGsnFycl8AnF15VjmWLlv03w9+vMa13nNdpNi9Ze4u/OATODGz1zJxC9nG62W6U2XKWNuWgbDPIVrkYfBcH40WQHHNQb5UMLtqJF+DKgTWjbObmCL9HDOlLzbtrw9taW5V2h8pXxcDS87i0/cNkuxfmfIYPq169Rpvtdrk3MbxjDur0DlSjGDg/A4pADIgBMSAGxIAYEANiQAyIATEgBsTANTKA7RhLxb09FK/tzZM3VhalPVhp9/bc3nzXb7K3/tA/ZN/3Z/+C/a4//xft2R//U/b83e+wu7K0oiyQbqoBMcPNs7O2RZZLd7svntjn/+gfs+/7b/8z9qV/+r9u3/kP/ClLX/pt9sKeWZnuzDHwAZtK/GVwgn4BoDpDRLsm5mopzJhejYiWH13M5e5y7DBj/lIsw5Ay24jRUYYyBnLwEBL6G4Du0canKTKUCvQB1AeR7m7uRFFLlomEerImNN/487Qp5xL1crnqL1DdIPmm7PDNn+YTlS5U65t2eszXvdNFSsgBKIoC+bSSmG6qd0SywjIMeXkDwwOPpwcumVPp1d9GKcwMTRhlC120XsJ2lijuud3d3IdR+iaHbMYxQfwFNaVFJp67KhlVxICcLcpVMz8x1AiW50DbFmMNd7kxJBnvIrQ67hFv08J+jnFzrNtheDOCBVqoOGHNjL0Zdq0XF+8AUmRo+ESWWEPJFr7wbBm8VbD6gu+mbX+5RIxlrZtQJqyuV9Kaq8REEk0D9Dy54baUSkPVti+2AX3Pw7bikbX+3NzxB4tAYe5eoYAszLB0TReIiDkZL1MJ/sBpTPapBHLNdpC4iDwbznHl+rzS3as1MSS5VtA3r9eNtZSqt4I740iIhWB5Hmw8HS55MuP3Vp+mo5H9DVDXLQbEgBi4QgYUshgQA2JADIgBMSAGxIAYEANi4LoZwP7NXfnUnj48xY7eUzN/Zk/8LUv32JfF+c79k7fs9W/+bfY9//A/Zr/vn/6LZn/gH8WBMQ5f715g3+kFjoufAnbS5bDAPaTSn1qyt3E48sxePbmzp3/wH7Df8ef/OfuuH/pzVn7377Yn5eeseP3K0stX2HNKOAvCPh+3h7Ef5uWD0Q5xUjArDC4QqTWwfDkKGSje4J1yTsemuWMgG9ons9NT5f7xXMAJG7L7tdR7LAN5hnvHJ/b29szT2Ky7080dNrVwLkek0EQUwTe1IyzNM4QHCvNY2rZy/syqeNwRCe6qtsJn7/PDAE7FtNjd6W/amNO16bMG1zdxulFZeMQMFFjHxGOigE/QTr54ltiesdOvBjEgBsSAGBADF8+AAhQDYkAMiAExIAbEgBgQA9fNQOzLJBxHcp8GYDaOg0m04JM1gywtFff2Cgdcz9992773T/+QffGf+m9Y+o7fa/f2rhX+wo696LJ0nPdaYU9Sac/Sc0t3n1j5W3+bff8/9c/Zl/7cn7eXv/077R4H0QmReDJ8VmCMVl/t9rrpokVx0dEtERwPGIg8fZjIyW5iDFYLFsvkscbB/KsCGdMt7B/BKSW8+lsJ+5XX78VDbuSNklg/gpEeySExrO7oigceU4p3Uqwo42fOi50280WnXEPZx5HmEfKBkcw9nB3QW7kbeXuDpeODfb4rMrBu0YJPw7Nli130waXDNbWYkyanxTycYDgYwPgsUZxwMzXyR0wYdjmq8XAel/vlJLF0JHw/EUv7kf1rYyA/9/EE4VlineV2HqwT7TaVxYAYEANiQAyIATFwsQwoMDEgBsSAGBADYkAM3AgD3I8hhtJ5KB7M7h7sqePs7Olb9uk779rnf+cftt/53/wL9uz3/1H79t3d0NC97Qm9TqDwUOCQ2e7s20/ftbs/8Iftt/+z/10rf9f32cPDPfb9v8uSPzGomRccgUFoNZ75WPfC3iTOKbqtl1ZHlOuHRAIz1vfOiXNMmcM1AcFgIPbe1MkIxXpslIc/+LcKNoAB7kYOq8/SQxd4RCwOQmaxOLMR0DCzxS1zG763mkdXyBtDJA4N4iogQi8GNLVoWuYjHB1lmiPJT+Q4GOpgR69P2qLN3s4FGukvYwHzHZPkIoN/Q8gsP1vkkugMWLz6OBxsOH8c+TJLriaAL3CDDLBduBoGuGy35o1vC+JqMrj6QPndkJPgdBC5TpmfLErWBTEgBsSAGBADYkAMiAExcMkMKDYxIAbEgBgQA4+JAU/JSn+wO2ynvfPa7O03PPB1e/PsS/bb/tw/ad/9J/6UvS6qtsxLd+8nt7cl94sSD5Wx7+pW2kt/x/6+P/mft9/5Z/5ZqL1td/B7Z69xZnhvTj20bm4EgzGbel26ks2lVQ+AyQlRU1SJMTNUac70SYdF/IKPv7Dj/6e2iBVgxh7CulcEzZ6MoquxUw+TVK97WGcxTLGwAvb7Yg6nIC/8IblCgi0XzJUcH38Qufl//abEsm1t47dcXW2R3JCj/gTaa6G1cPuVjQ9LcG6ba9j2RmdqqR1JAYfMYaqNufTJEELYNtcOcLtnUo1mGuw4mWSqX5mT00a/1lYr42k3dOvtvrXLXAdd5BjwPZ6LVyQ56S0wCWI3g0fawqevjQukIf5wyO9DziPjy5Llx4A8P+fJla83vhP6WM/vLvZRL3CeMOVVDIgBMSAGxIAYEANiQAyIATEwlgHpiQExIAYeIQOOc7s7S4Xby6dudndvb56U9vDkjb3wJ/Yd/8l/wr7nz/5X7c3Tz9vT8t6ecDNoD0uOPsfhbT5XSDhcLv377Lf843/G7v4Tf9xe3b9j90UJ3MHvM9grcOyBst9hZPcuNw2p2JQvvHSWSDkvDRYniNOcnbTLua2Swz1Vf/VJLaKqjfmMjUYMaeSYQdI5iYGGa/A+1dDWBjHGsz7VxiXqt/MgP3z+KAdj5QBiUAEd4AefeIXisLwus740GPfB+BcIItNB/wRdsI1g+eZws4ldw0yRfOIaYlWM2wxw3vAHQqfc7jm9JgtDDGS2+W7O5X26Y/SGxqtdDIgBMSAGxIAYEANiQAyIATEgBsTAsgzIuhh4nAw4jl/5g83S3cxLSzx5gMTpA8pm9ziY/eLv+wftu/+Rf8xe3r1t5d1zYx8+dm7uDz3ATLLCnqTSnt0/sYfyO+x7/vR/xt79Q38/xt+Z+72ZQcmqK5eyjFYvzQi7zussB8DrUoXpihN5pModv9aEtuOA1tZaYZ1o62yXYQ+LZ7ttuMa9YGJY4zH0kNHMW5Zr5U1/U3xRn5gyhrrMkeArhvXLQ44sy50Io4O5A1He0dhqgJYttrbx7DrAF7/Vz24OKUtb9OJcVkh83llc1F9lnH8riZwu546zRlT+bu2T/BG3ltda+XDdzbr+8AwbUT/Dp+fBtUucbml+C+u8meaP+zYsOujn+m1ng6Z29XrLilwMiAExIAbEgBgQA2JADIgBMSAGxIAYuH0GHnmGeV/HC7eAQzYo7DN7Yp/7j/4x+97/9H/WPvGnlgb2G902imDdAAAQAElEQVQsziweqOMP9vLdt+23/skfsrf+4B+xb9+9g1FP7AEHu9Sz1rWz48g9TaKlUxWpSVS1S/08HGFC6PuA7uu5u9M5MvIYFh8jBwyrzWNl2L56zs0AH5bLmmVG1GYlR5el4XVnx1xdw8fYGDsmfG0iHjtsHj36JeaxdjVWVkoZ399XQ8lcgbq7FYBdwBWPVjcONK40/V3PN1F3d3P3m8jlWpI4xDaWtNkhJdMlBi6XAUUmBsSAGBADYkAMiAExIAbEgBgQA2LgsTGwu5WTLN29sFfF2/bsj/4J+9Lv/2NWenXE6TikdYsdoC2aPN3Z67tkn/vB32uf+5N/wh7sXXvr4ak9eajUeAi8O6rqO8fn3D4rdoasRuakeQ9CZ8hA9aNaqhBZi7/MapAba5ngqq1bNx8vMPFmTJNw2CkD9FOiWuKUv/RkbM2bg2iGTn37nRlRoHULiDKS6LZX9QLGdoDFWADubu5AUdhcl8MQgahQWuNm7PvQHwOoNsbZ33t8K23SdpM/5x1ImPsKXIuFRRnKnP9Aq5/e0RV/M8RTCQmwcRIYAa2UGEUJMcNNS0TXlLub+zC4xiNP34wkT1y6lIb8zdy2rqgyfiDKW71VBWmyi6gaDHzZ6pfH81SYHymnBoy0pw45TT9P3qlyJwrMLd56+3gzcNoetmTuCU+mIR4zrig3rtt94PolbODKYwe6z9hcWkoJWTJPMwfH7m7u/bAjr4RxY0CeDN9rD+aWGIuVKBEwMMPtyNXKZAX/i/cx/GzZLVBDL/oKgJptGMZVgNrWXaJGQFzY7e6jI3J3cz8eox2tosj5IFZxtuOE32dD74Tm9bkzSg1iQAyIgatgQEGKATEgBsSAGBADYkAMiAExIAZunoGEPcQ+cG+xDR7cPinv7c3dO/bd/7l/0l5992+3O/+8ueHCYS8+t+87s6ff+bvtN/9D/2V7g4NjL15jHxR7WDgXjDH1/mOfb7ZtG2vXYAN7qe2WSywXg0Fx9zg6ScMQQuG0j/BD+zSTJctLINvncQMdE/CTm1Gc86bZNk63fcBCnc4BLXUfYGC2OZt7Pibam6i+zUomYbv1ImoMjYFkybJwvQy4P76ZdHdz94ubNEZEzBdY/Raqhdm81u1CL3c3d7/Q6G47LLF+2/Or7MSAGBADj48BZSwGxIAYEANiQAyIATEgBh43A9zr6YOZ270/se//oX/CHuzeHnCw+9o/Zwnt1rpe4cT4e/6R/6I9+dy75sUb9CSgOrylXf6ggD8sQONN3v0HwOQgiOrvPo4J0tk3ku0EfVH26ZzSRrtAApgTTvarnyoySYAuIYx9IW1zoc7JJzaN00owEQPohojKWh/xsxfmTazl9FL9dDjgeiBmC5f2CRgMu5j5uSccpsfe8N5RrWPrtM5R5fPBF+UctnZtMG4SmWHx+NIf/drCVzxCcJ0linxTRAx0nessC2JgPga47on5LO5Y4uLdaawa2EVUtVM/aYm5ELRFmcH6bYG/8M64rcyuI5s1vheugwlFKQbEgBgQA2JADFw9A0pADIgBMSAGxIAYEANiYC8DybHv+B/8AXvrP/IH7OHumb252z4VYf/nfvAPWvEDv9cenjyz+yfJ3L3GXci9Dm6gk7uwVRoJIgNFM7djr2yG8rAN+iGyJk7feUgbP59GOTcfLWkDaGx2DHWD7NTbkXVGHqzSVIKBkoA26xC6HwUD55lteuV647ojKqqxAKOQZVRm+6Af+pzN4Jah0hJ29PnPtJsxu63O81TaYbTLM0ZDPslr2/yM5q/eFPkhrj6RcySA1wC5w7dir3euuYxeBTWKgQtmgO/NCw5PoYkBMSAGxIAYEANiQAyIgVEMSEkMiAExIAbEgBg4zAD3MB/efmrf9ad+yPzpl6wovm1PuPHJodgDfVPc2ff9w/+4+VvP7R7lZE/tASeiJQ6BS/Q/hn0kpAs2yFQc+CLrkFUzeibdNENUg7ItStpry0qj+kQ7mY5fTUIvH9RSBiqtoz9pozlMbm95w2/kSgm/Ua7lJomj3UZKNF1biDrKM5iGlWNu5tbGMTauaAznvY1YA3X8sdbq8tGizSXLRxuabeD2S4sxZeSFSMm2GVzCFNcyka1xjefyXLJtk4fAOAuey/RkO0v6Jo8NwK3F+8jOekUYrQi69VbX7EX+wruL7KS9JnLb9Us+l23sZLTV0KwVtPaVOVddQDVufguyj964pjPP7GxsQYFlts0HeiTms3iJltzd3CtcYnzLxcS5JZbzsM8y3wvxHdijxHUe6OlTkxgQA2JADIgBMSAGxIAYEANi4MIYUDhiQAyIATEwgYGyfDD7wnfbF37f77e3rMAB8J3xHOEFzoDe+o/9g5a+8F12//qZFSlZURaGT8ABs9LMuKc0/z4oDF/IXe3WeY6GBSLXj5PchKtAW8QUO6SdyGNQ5kFerk6WmL4YTzsob41nbMRW46wVLiByQUnMalzGxEDNQHtlc51htVu7bbtSDzpV1I9O+KrLp5rcHV9aiec3AXgd73bfXEv15ZNwgMT3xs2lN1NCCeuNmMncozPDdwOf297EyS06yC/1UNR9dgYUwCEG8lodWrdY1o/jK+QQUeoXA2JADIgBMSAGxIAYEANiQAyIgQtmQKGJATEwhQHu99w9JPN0Z9/1n/rj9ur+c3aPxoeisGf+efseHACXno9AS3MY548EEgso8074YJ0SxZu7+eMf60+OxBBz5dxidS6To+zAL077Daf/hinmZJaGfUCvgGJ9o6EuzSkyt1nOaXucLc4hMU778WiRE2KmjJs1NpO90WaYQ0Y1KK+1LKsHHDpNQ6U31ycs4yU7l7WuncIKcOuA4fm1m788sqzyvflklSAZiLXNwjgs9BiPcz6LFt8YGbMYvCgj+f//S3lRga0WTJ5bytWcNo74h3hvalWhW69ar+hToYoBMSAGxIAYEANiQAyIATEgBsSAGBADt8+AMpzOADZ9+JteT0/s27/pS/bsP/QfttdPzEp7Ym//7t9jd7/l++3eWE/GvbpUVjursX+EPdnHsAff2qEDWyBj2l2PqXjrDK37Oq0Wxxt2nivHORRaRFV31rq1iB59TGeg8MLca06nD9eISQxUPFefZlnazpV7stxRGNew+sNxYrzjsjqzFnME8AV05kBWc88v39WcjXR0iTGNDF1qYuBRMoC35qPMW0nfPgPKUAyIATEgBsSAGBADYkAMiAExIAbEgBjoZyDhqPcB508l8OzuC/aFP/yH7YFnUcDdH/xBe3jzuRg4dIxxSftJEegCH4X7nTlgBdJtwXEMXgQcXcMwK8zMzRJAGWCbda42zeynfpZtVbYRuQ3lEw5DHLkRRS0Nk09UIqHoVqBSIJwiJOt3aKt4YVqE6ZqFAXKZZrE00gjXDrGjzt+BEzsdV9VAPplFxSkWsRXxa9wCLz+3qtXYjHolmR4bChQoIY65YZqjiTwcr4tcnE0WCNrdzd0NT6RZ4SijFS91B+zky2HhEKCCm1xDzHvzn7YGHPMTUZBXgE6K3nXLng3IwSnYWNot1WE0Hd160zFDwc1hpQDohUARN/8Z7AxU4+Y6y4iGWT6SJRjFbc511YSAmDgPGZgn28JU54W5M1eOK/BBQGwtLj7RaOvcDIlgc5cTtrVBvS5yP//ZjwxGwsNuft97Ki0Z4mGuWVlyMgPuHnPsflhONq4BHQawXrlmAce65TvTo2zxPWhoI/gsGC4nUPEM1HWLATEgBi6YAYUmBsSAGBADYkAMiAExIAbEgBgQA4cYSHcW+7pvCnv2/T9gRfFgT+6f2nf84B+xhzhRuMNuEXRgxwFL2AcOPKD4EHtIsVfEvhtEMU9OpK6NMVapT73Ej2Ec6B4eWPdsjc8+676zialxnC3Qkx27OzbDZ1pmJ0dzewa2lve+9Hxf52PvIzlD6OGGqrm5Xc5tJ8n8rGR5krGrGIzv24uLE38MWCem5gGesJAmqK6ThLyIgQtioHmm+mPi45PRr6FWMSAGxIAYEAOXwIBiEANiQAyIATEgBsSAGBADYuAQA56KOMCN7SBsMn/u81+0u+/5PvPf+lss+ZP+4aFsxv0hw0VJoHiTd7FUVvkXRoftg/E4Yi+hSkDMehdYBIVZLAZOJco487cGszobYYz+HXqQW7/6QtMt3eAbT9ktZTSQC+Yx1tJA9xzN+2yQ5/CPOPAoVar1+mpeY1XrbJ/hh/4Iw/NlxufdFrkK2Ccc1jNQPPnOtijHG2PqgXpYlMcPH63prXcDfYweeO2KNa/rp0HHRLG+64nPKb8lGeVyz9wZKLgxl4W7EaZrIQbiCei1zae4t0ONYkAMiAExIAbEgBi4FgYUpxgQA2JADIgBMSAGxMBoBpq9IGyic9/06e/+AXv6e36POQ+A/c2OHepzX5WS2FG4sQbuog2mBM7sEAYHT+qgl0kDRimHVee0l/ZQQEZ5dyj1utjVmrMlL60s57QtW+sygHXFfxI21hbL63q38MvVu7Bfusiw1rpFkWeV/Cdpl4mgtIQck2fnlHN5QvATTc3pfdh1XkcJuZuR33X8Dke0Vg8z51rKWMtv5advPTCiqneRz3DJ2SUmeJioPsHyCqrkNGMFd3KxMgN5bilXdg138b7Ec0WJqm4xIAbEgBgQA2JADIgBMXBVDChYMSAGxIAYEANi4HgGkrvdfc/vMP+t32uWuLfevz/FrdUMu/GrOQDm+Uobqd5AmyIzVzxBz+VzyZhA5oDDOf7/NRMOkTDr5qkImBUIrbDB/NC7zO0Ig6B/yGWcrG8VvFob60ewsEfOVxsLu5tknqsdL7NmOTWFSVYGlWm+fl4spIdqPDtRqj5Yr0rzfTY24ZJlzsBx1mEgDq4rmfBlkFAcwnE+jh9VxYHDbphg2fDeMgvi0XKeG/RsOe7WtzqvvtLNjs8TsGhetE/AibfnGt9LaGJLMotVwDKa4r6E79cIZPIHcyUmD9SAq2CAc0ssESzf/G3s+uB7k39xhM9Kxq6WWsSAGBADYkAMiAExIAbEgBgQAxfLgAITA2JADIiBkxlI9sXf9P327pf+A+ZxHrjZq8q7v7FvhAr3klg+2eWFG+COWhMi8jaiabiFAjbWeQBcNhN+7mklw8QtkHsoh8eQJ18ibRziZO5++MYa33lwucyJud312EMExhdmT9cMTTgUxbObcCBKnGaQ6zHjNEuLjUauxlwhS87rYo6mGuYsTx0zXZ/rqI3pFuYcsdIDhLmeM+rLt8W1lHH50Z43wiv0zvWcsWL4+WmljHcIfLMMoVsMiAExIAbEgBgQA2JADIgBMSAGxMCFM6DwxIAYmIuB4gvv2B2Q7B4msQfJ4wCUujf3jfIeUrfvlupbB8BzJsazC2JOm8fZcpyNFVakIn75y5rDEGMjLH7RWKBlpZurChGFX8S0ktczuCGnDr+UQOTKOh8tPHg45OJBFxRmvmtf9EfMbH3XHPzFGtrtWa+FnLa8RbWOK8qtoeJ+9AAAEABJREFUvtmKtX3YY6l6llCZ/eavISsYecacFniGMo52BxsLnlofHVbkyDwDfoKdOYdyhmmPzy3ljWJnTSz28GwTiDW93XC4xpVBHNaUhhhYmQGu54zFXPOdROw64HPB76OQu93X1aJoxYAYEANiQAyIATEgBsSAGBADYkAMiIHbZ0AZzsZAStjP/U1ftKff+UV7KJ5UZ4I4h+IPRGdzcmWGina8oMeIdpvKYmBeBq5jhTHKfTjMCbefD2tN0hg0OdgxyXyvMkmIv7DQ23umRuZLrO9+ca/Bd5VX4Yt7qxwNfraCwRfloNrNdJBv4mYSUiJi4NEw0H5yWSYeTfJK9CYZUFJiQAyIATEgBsSAGBADYkAMiAExIAbEwHgGuJP9ULi9eQLceXPOyR8KjLeyvubSHpsD4PzjpyxJDHEoAHc3910YyCbcd/vcN21d+/Tp3cYj6rRBcCh/t8Zy5IYGLobkpRGo1jep2CB5gf5N3WyoXA+/UuHuvfPnPrb9ztyAHf1kaLK1rgRHnF+H3L6H5m24PWGu8/xvpGE9tLDtBLWuPUSS2IauGe7Ir8dOxGrw1elzHNgRneZpVToFF9Zj32g/lVs9fHZt1Yt5T8EmOLeE2NOmoVPiWiI6zRiDzFMyx/uh23dKndw51guzKcz5RBnb7uDnDnNQQHoPbLErWWIABmlgC4H18bGY+9kMI3DEb4OwuDy4pW5UkbVZ/I2xqjr7ZwlXJXwa5pbGsaIqn6gkfDdB7L0TegmIk293zG8CEI/jubYR/qc4hfla3SFLYP3b3c19A84tMW8kBcydJz84voCb+RPtUFifA22bLJNnguUKfF0Vcz0UlUl9igExIAbOxYD8igExIAbEgBgQA2JADIgBMSAGxMARDDj2Wu+wP1Rgn73AXiCR0FbB4nJ8ch+pAeq3fHNn7nbzw2Q3ybXLTeOlF64gvkfOK9MnrmCm9od4bBLHjtsfzVZvvJS3WtqV3HtItsdcQ9lxYIXX8wr8jmOjFYiPG3E5Wgy4DxcQYUMr47uAeBTC8Qw0c3m8CY08nQE9SadzKAtiQAyIATFwTgbkWwyIATEgBsSAGBADYkAMiIFjGOCeUKA++GV5yA77MoZ0bqUdJwy3kspAHjjt5wm/QxpP+90sAYZyhYFxszWTYqD2P5vZ2Q0hxkk2oR85HRpEPYcSJYDSYjfjIZq5XdYf9/u5lgj+oo9y1tyGjJHOVl+n2uoZWWQi5CzkyDEtNf5tmaV+eeWYT8IMWaJst3YxJ4L8M7emjHyZMwXb10btN+ELM9ldeOc88xeiRPxKdOZfitJJ+MA6zJJtx4EJZBxnYb1RjHM9b2M8MaKYgzHK0hEDWwzwezdjq2OVSqzb+h2yikM5EQNiQAyIATEgBsTAXAzIjhgQA2JADIgBMSAGxMBJDHBfyLi/3sZJFq9/MHfperNI2AEmejvVOJ4BbERuKTsbiNLiEMWu9GIKfaHX64Zrhyh5SBQ5L5Uv7PbFcaCN4Q/hwNDBbtob7JyxgxlX3BqPCM3omLD64hygGE0oo7h7szOjsgIdKLMNpdE3hwA8AB89ZpIisyUQGNYS/bQxyVStTO4y6qYLE8jVknFimTnzXS3Aei6zX8rVfM/uCMnMbnNmgxFinu+ZbY8wl5pnv6WcUAYiNBR1i4FrYiC/2ymvKW7FKgbEgBgQA2JADIgBMfC4GVD2YkAMiAExIAbEgBhYgoHmADjO6GoPj2PjjEcb+1CTcbQgtQQMYDPd+Au/IBY+cZBVHf6ijO6z3O2/BRFlREHJOFHcvZEL+zN2FYzpMdWMHpUFmuCNfDKuwdi33WJEFavjiG0AfB72YtvkajXG3ucMaSCZqid02EBUTdufoYD5DL4osyIl6tG/PaSvluc797Gey6dKRkL+EY1Rsn6qfY4PIDimSKB4ETdjSZgP/v9fExM2tqwbGg+ay8YlGCdZOCB0gP/fBMczRjQqF1VwRNMFmi76JtsAw7bWfINnM1s08tILIxLmtsS6Iwx+PWNR7zIuBuZnIOE54jsswXQGirrFgBgQA2JADIgBMSAGxIAYEAOXzoDiEwNiQAyIATGwGAM8X9kxzs2z2EjDhtpOpxpOZAAb/lbDyfSJ5uYePhTSUHvHP9W4ERuIvpxrLaNtxg8e/vaYizjQniWKk28u/yFMNjbjAHLL55MmGR9lF2SbuXfbl6iHr6FATnBIk57KOJ6y+plh7m1MNZ8woAs0XdidrMS7IcXaZrTrhrfhlzNQ+XY0bmpV2+V9MsIapI24vCB7IuIT1NN8piYyeCbXctswoMJUBvLjTonXlYWcakT6YkAMiAExIAbEgBgQA2JADIgBMSAGVmVAzsSAGBADyzJQOHbJiF03BTbQes+Hd1WvsoW5EUsHTx9E2w9Ib1dnLnPzk5v4xHjT3RiHR9J+cqwPYFirr4cR0U8bfXpT28hnZZuxlShSbmGqySvSJ5vtcMkG61myfBhdK4dHZA2O7H+HZI1TJK1jreEYOAGnWNoaizWyVb+ISllHwZkj6urMgs9HxmHTmajU/BL78JjjNWK2kxn/n9LEUZYw3szNiCjbhV/M+rJCrNm7rKAUzR4GLm8N7Ql20a5Yu3juQy7qaUHjMi0GxIAYEANiQAyIATEgBsSAGBADYkAM3D4DylAMrMBA764hN85w+hsb/ivEABfhEfJx3I6D05SwQ7lgurMzmg1mmWPP9Sxz++qyCmAfq+wjxoZG3X0YssNIFp7eIdf97d0kjBH2q1at6OeYg3pmjrXsnvVt0StCmsvDrMbmCmoFO5iqLS+5nuVWZ7uyEmEruWlndvbyY8z57KQrgFtjoP0KY5m4tRyVz+NgQFmKATEgBsSAGBADYkAMiAExIAbEgBgQA7fPwFoZFptfSfIsuIKnIn5rV22gVW0WLQuVI4iWbfi3jMWY4K/tiJbfrRwrx+5u7sOwrTFtW9X4/E/X5pr7nTnGJOSX6N7mvRzmaNZxqOCFG6l1d/PwS981WAegXt8cVRcRm+3AwhbM1krUL411+qBkh+PDUQmgvPxNj4wly36PESNUsoz4GGdw4+a+DQN3Y+C+Pc7dDcbsYi7Oo7XXJcuIcSdAcpgb2V/puRfmA7hDrtR0xzrDSiCn2cJaMs/nGMmYIl4U2hLV0TeWjBXMd+aHdxNPaSwXiCjLgk5RP/WOX/12jNBbiXwoLTy7OcmMMp/5hJk1Y5XNM4Vioy86pfNRqK06JSNN5oWb+xDAMt+BQDKUgQLlO7uLXyB7op0lUcA4AWHOjwrxT39XxcOfHD8dXFMEvVajS0SwgVkJ1wTEiTf/Moy7G24A3z+ckww0urNvWZyYwgUOr2bNsGYrMMTcxvLjA59XrunHl7kyFgNi4IYYUCpiQAyIATEgBsSAGBADYkAMiAExIAZmZYA7hrMaPNnY4pvuJ0d4sgEvCtv/C+ATXXjP+Bl5PWSK7omeKOZvOhTM/B73WKyyrj7PF1jl38zxny18ucMLUJ0SLuxsJvMOOxkoTrpXn9VVHGY22nISLTMrM462SdYPoa2PclZH8aLvZn4Z8PqRnsfr+nnK4+NhQGv68cy1MhUDYkAM3BYDykYMiAExIAbEgBgQA2JADIgBMTA/AzgAxm1Exzh/eUV0mm+nypyJFTKKHcnSjD9RseUvninM7ipysDjn47Kgj3GZkON68LgB07RomsnGL10RH+vTLMyjHf5ncn4gIqabf+nEcp96gXicE9XXOWMbM2YsPn5BTPKe8G4qCS8sEZNGL6XMNb2U7Y5dEtxpOrVaLQsazjhgMX6RmqBUArixtiwD1XnvHFNbzuvh8qwx16lRcQ0SU8dJ/zoZODTX3X7WiaFs0cdneKj7itsdr6qMK05DoYsBMSAGxIAYEAOPiQHlKgbEgBgQA2JADIgBMSAGFmIAu4ADlrWDNkDMlTbvnDHwMIfo5AM9HhB10dEaX41NZhiNEdiZbf5pUfomouOkD/5D1Ix3ihHqE1PGDOvm/IY1luphDrssrhdPzCjcMY6lcrxMu8x8mcjaVjm3Jfhttx1V7rXR2zhgfqV8EVLkbI43BSq4BwKa1Mzo+3DQCA+/iYOKRypEfjmyI23MPIzPcsappueyc2oc7fE5Jsp2+6Mqc8ndaMKc14wbTVFpiQExIAbEgBgQA2JADNwQA0pFDIgBMSAGxIAYEANLMrA5AOaOWeOJW/BNRYWbYABzyoOMBrtJcQlwX3gIHMHzivi7AayMApYYD4EJo2UMohGIOe7aYpjiQRlji0rno93eHtNRm1BFXpYxY0IHIuh6yrmkHAt4dk7kATtzdJcw0nbVLqPrNm8n45wFZs/5nydNWq1Q5KfkJMN8FraAA1Wr4TFRzMEGL0cwbRjGeqyt+XK2oYuhZQzpHGhH+NbGAXV0cz5r8B2JluXv7I+eGC2lmYHnutQS5L2NVtdMRS6LAOwxGgLFWW7azetxTrtTgssx0H/GlPHr6rbnmmV6pyRYrteOtSXbiazDcgbauK4ycvMNyeua3xsiXqmIATEgBsSAGBADYkAMiAExcCwDGicGxIAYEANiYHEGsCuYfXDHPZcp88Yiy8LtMYD57TnoiI1xLAVupm6hRQC6W7VDRWrnZQbr4bP2HeVD4w/3M04eLhzWrDQQRWybU1Yt1/vJHJj/OTOg/yn8nzPW2Xw7mZ/N2o4hPCFxgLnTMaaBj1yvHjsyehVGNtLGSNWJaskdeRM4B504dp8612cfhsdwBohhjfl61vJzOGKu6oTpbXB4yKAGbZFz2morsb1dX6uc/TKeABznNhQv5F4ojEeQaE6R8tHN70LLRmbFgBgQA2JADIgBMSAGxIAYEANiYCkGZFcMiAExsA4Dhd3wL0LWofBaveBQlnN/ZPg4IzDi4PDwAV/jtA+a61Nw7Pjy/0M71Mf+nT4Ej2E7zdfQEGwi+KGcmYODd4LlpUF+98WytP9V7PNEITuKMiYg1y9MjjlOLJADcVzoeHjyL86PMzA8CnFZvCvog7DJ1+XOTCuVyLNV3ynyKSd2OuoG9hF19QIFZ6/AZPD9cEnhMZ4AgmKMEDPenJM25jJNm1NsUZ8YGsM+Yqj/ets5p8vN78K8yLwYEANiQAyIATEgBsSAGBADYkAMiAExcPsMKEMxsCIDt7kDuCKBx7hKKcURxzFjx45x5zboHu3U6Tug3tGeVu36mjZ6du1IFTGFPMr68SOPctcdhNi3m84cz3Yws9fckR+emdkNX5NBUDAq3LF6o4yto8Tp3fV0WiJ8RIhdu2o5NwOnzezx0bf9skwcb+3KRm4lu1W5skSGw21nxTIxrK0eMXB5DCgiMSAGxIAYEANiQAyIATEgBsSAGBADYuD2GVg7w8L4z/BmNN4LlDJQ1D3IgLub+zCKwq1AP6W7W1w8zMrlaFjmw90jtso65jO1UDUaf4gWqOsOGb+ewenJlkR7+0a3Ee22c5TJrXth7m53AMiOsruHZD3DvWrjGOzyG+YAABAASURBVOpS2sGrgEYXjrZ8kwUi19eWjK0dT/bP34ESud4vPbgrzAdk/6iqtYDgGoGIu12Ohhk/Vmc4HgrwmiVzacpoZ31G0GKF0iiD25b9EmX+c7pdWGhzhFuJ9V3W9YQy0e631lVisohW01YxwWQb7Mx1ludG4tuE30O2nbm7m/s4QNEIdzcr3AJWXfwlah+qXn7Sbw2+J61Vjjp1jgBzyqiHJxLJGNs+6r6NKFEk6jhQ277ZR2y3XmoNy80y/36mIHMM67rP8zdVdqNsz3WfrT799hiUuQ5jzZ1rBroxzls/z/zOm4OsiQEx8GgZUOJiQAyIATEgBsSAGBADYkAMiAExIAYWYYA7iYsYltFhBniYFfv/OyrzNRRFZ2rpdKR5bg93MXLoWdQYaziekGPoH/xoLB/UXFchx5Xlut7X9ubuxl/Nr+33evxxHRzC5WbjzthnjG9mczNG1jJVBzn7O6vlQsVeBmrme/vUeP0MaH6vfw6VgRgQA2LgcTGgbMWAGBADYkAMiAExIAbEgBgQA8sx0DklXM6RLGcGSDkQvyqDzM2rS/omlnJM2wTsx45sfdKR86Yk0H3qTfP89c+pdrbHM3Za3m7drVGH2O2Z3DJmQHBGf5v45s99TCDQSW5uhRWIyQFD2W7uIs8Zl5ScI5gMFFs3pqVVe3zFEinHjNWvHFQv7+YkxTMzFFpkMNS5eDvfKYETPYWNC5uHHBPlientDuectrGroZaFGeC8ZizsSubFgBgQA2JADIgBMXAaAxotBsSAGBADYkAMiAExIAYWZoC7zJNdcD+Xm+yUkwc/ggGxt4+zGcqLSRfxRCyQjCt5aUS0LfnBnVirV0uU4WzmhUNzzAmnkTA+xw2SjjRTYihjYUxHmjg4LPsgq5nS7qCIAbF022etwz7zjHhmNXxJxshyxrJxta3TI7ltt+2WMQG7jWohA4fJo9Zh4D0Z/5uEw5qHNWK6OLOHVdfS6KWpboxwTwxklffQiTFq+G0xkNcc5W1lpmzEgBgQA2JADIgBMSAGbokB5SIGxIAYEANiQAyIgTUYmHQAzH1hbl/Hxhp2h1lfI8hr8UFeAgiY3BAoXsiNA98CwIEGD34ZGzFfcFxKbXQsD51UdtSmVpkDOec4rs3j3bRjx+KmwRPAuE4YPjg059pVaOc9pNMdc2qdfDd5grK1/J4ad+94Bt9GnxJJJqzJuk/rqDZarFAMWAfB8Tcc2vIoV6MGMc02OCjXWT43Kq4suMrlHBP/X7O5PF5yNdfAO3L8uCmasM/pi6jz+yaPL1DIbZSoLnjzL20Q5A5RGct0x/AyWJ8LfLTog6DPuezKjhjIDOQ1xvWVkfskxYAYEANiQAyIATEgBsSAGBADF8SAQhEDYkAMiAExsBoDk3aauanGM4iQDBE7xdw8bupse+QgF11cEiVNbDjkyAfBy8bHFULQM+XM3rAGaZmbv7SMKsXpCKMjzHT0WI1DDgSSYxphZZJKcrfMJNz0js0x9HbO3Bg5z2zzYszlU0/K1YLirBI44IRIQOWahYyq5XY+mVfOhiuKyPVzSD5hxNy+afPcuXVyalOPrk4VLcfdzLLvPcT24yze8ijldioDeV1R8p0Z8lSjGi8GxIAYEANiQAyIATEgBsSAGBADYmBWBmRMDIgBMbAuA8MHwPn/Y3coHuwWc6PtkNrF9Oe8slwqMPASprMfyjP8P1JjIzTHEgFVH2zKqFrm/uTSaoPeWJ/bT2WvWoOVj/z/pPXgvOqf9BnGGCsQ5YHR0QedmFfI8McYBvRnaaYf+oAMv2bdXzxGWPCVJYoL3A6bhPHvhNSR2O1dQw/QIplyTmmYvBKsU7KtC7a78YCN2OnF5K96Zt0NYGw9nhnkGTxDWj4gRQJGjDW0rVexs912eTXmm3FZ0XHtEKdExTngu+lUO6fEoLGPjwGuO665kNeSvuIUA2JADIgBMSAGxIAYEANiQAyIATEgBm6fAWUoBs7AAHefj3d7/P788T6vZeQVcMMN0tXo5AHPas4sDiUtrjFZjtEJYxfycYHxXsF6v5DJOyGMYZKHe05wt9LQlJK5X+CaXiz/Ote0mINphleOo85+WozSno0BTnfGbEYvwFB7XbFMXEBYCkEMHGRACmJADIgBMSAGxIAYEANiQAyIATEgBsTA7TNwrgw3B8D8JVYLPK+LX5b5nVmNArKwO2vAursVBbbaJsLdL2LT35HPPliLk50ymEgtsN+hvwU784V4GBfjpGzHxroh/n1wzPE+bMZ28yzRQECc8+ZCPpCjmdvWFVXGDkR5q/eqKu6F+R6MT4ZEbCN+3dcy4DxVaNWvosj1QQwEC+os4G7ubgXgaKjgNu+F9WbFgEmSS9Bnxka1ncIc80B7bdBTrrM8Dwrj4a8hLTf8F9xuy/hn6vnP1cMh1KgasOBpiCsLHepj2Hnv+v1rbYlcN0Exh4zcynWQy8tIPrvEHdbyHXhn2UFYxtxeaZc+CJ/b+Ch7meOOzPMyysb1KTnyyzCUk5XWPFP1c3V9WfVH7Fi/XF/9vWoVA2JADFwkAwpKDIgBMSAGxIAYEANiQAyIATEgBsTAogxwN7TXAfbSetvZeJ4NXHq+MAyQRH4yxkW8rhZjW9fj8t5mz4kGieVDn91DDjvL+RzQYgatojzwDLBXOJYB8Lp1SNi1w/5u2/XWk2ER4RDyejNQ5GJADFwKA7f1drwUVhWHGBADYkAMzM+ALIoBMSAGxIAYEANiQAyIATEgBpZnoLCEM2Bixxfa41dWOx2TGrC1z+19Cz+TRl6B8qidxswjJH9Ct1ZaJH7P/DnmnFg8nMiZRAFRnt8jLJtHvrCNvAxIACVaVr0ZC3+F5IiHGOV8olL2wWEsU3aRY+i2z1aPufQ4pgxfsxleyRDjJya7c4xY+lmmjwy4O+Lm2iOOGNoZwjg6TbNWySVBP5DdoM/0HFu8OxHPrLm2jDGveHpabVtF/gqY2Gq8ugqnk7i6wG80YEdenI8GqN/a3eSG7+Bby035iAExIAbEgBgQAzfCgNIQA2JADIgBMSAGxIAYEAMrMVDwn3nuPwfh5jMxPZK870Y5COxE0i/9T/ew4Ig6LsZG7Hhq9+909jWQwxrcmexTmbWNvmqDJL8utgWbmRvRbl+kHDmHR9uc0tp8V226MeillUD+Zy73nrE0g66swJzrkFlc5xnCwq99msFrPa9cQ/SPlqZXhWkM7GqTzYzd3jEtnBdijO44HcbTereMGzRCCzbxvE5/N2CcESNcXJJKPEbgkjnzObqk2OpYuG4y6qajxVx2jg5AA3cY4BLM2Om8gYa85ihvIB2lIAbEgBgQA2JADIgBMXBjDCgdMSAGxIAYEANiQAysyUD8xAnb0VZ6AViNwxvreQOR50AZDJy2AvyFE1H/kiphQEK5gl3k1ncVYyc2xM28eJDY7o8co+PCPjgZViIoTi2BIm6v5yJxDjDXq8cfcSGQme88PTTLX6KWLLAxg/UbQpdGziPT49qkJLo6bJuOTCAl1xElrdBjhRKOWGJrfj6ifIkfJKiNS4wRz6bFs0tWifFBYioaZabZVI4sOIxsUM0/V4A38R1peGtYPK11C/NFHX7rho6g97qJh6etat16omCONeJdeaK5vuGMe5e/Ps2ztJH6ALxzNggUZ7lpl39RhJjT7izBPRIjfGSIW003rzGur4xbzVV5iQExIAbEgBgQA2JADIgBMXCVDChoMSAGxIAYEAOrM1Bw04zY9YzN+Nis3u2JlgM7bLRJhG7Px4HhPSPWaYq4sEtKSY+U7TxynW0BKu0DN/0z9vG5z8akPs7b4QEReyvPwyOO1WA8BJmjPNbOyHHgOv/6N/7foiOHza0Gauc22Wsvz2Nv58mNzILoM8T5JMz4ucLM9gWxfhsJX9wrGSXIKuVhh91ZYpjE4ZH7NLpWGQ/1x8VEzcOgTWKqTYzBs37Y/iVqMNfLjJ+Rcd00OIE+2ooD384yYvsJZm9sqNKZi4G8rihj/cIwyxC6xYAYEANiQAyIATEgBsSAGBADYkAMnJkBuRcDYkAMnIeBwvirs75fPPncAcHV3Cav0V66w4kZuSAWSsC57ckJJPp9OOY80N+9QCtjolnGxNwz2HYCkIdxDQc8DDH9gGWf0bzKRwGXle/l3JE5+qAc8sJ+Yqh/znayvi+WOX3NZ4sREwcsxkkCMySo25YcT7B9TtAHQduUA7ax1rjeiAGNGZqH/OMAc9a/0IJkmmiZdxft/kZx+QLfL8Ssns6Uy6w5jDe2my3mlpwS481IUwyMYoBvLH73hRw14oxKci0GxIAYEANiQAyIATEgBsSAGBADYkAM3D4DylAMnJEB7MQOeN/dtd1WvLXdNeazneFCtbUcHfZzWGMhCmT2JAZSSuaFm7ufZGf/4Im2035r19tLHoCLym/NYJD7WpMXruJj2OOB7uGB6jkXA5qyczH/uPy21xnLxONiQNleGwOKVwyIATEgBsSAGBADYkAMiAExIAbEgBi4fQbOnWFRWLLCMxxl4g6ygg1cPIKoEBZoJX7Z6qmwCgbZRtmqZ50CY2zRy92Nh2VFfWDmjnoL+Qd+zIWBOD5Ah1Gi2Nw7/Wjo02sGDBZoGXnHr+fKQa3jO2gfdpmYIUijL8wRm2GUooobOhEDGk+43d3ch3GC6VFDI81ak//cKHOrqzctvM7OvTDvQYE2olYbIWgxo4B+LqMYN9cSC7ndrQD5rFl9XST3iNGIOsaNqNZ/H3ftto0+Mg07mQfKysZG59QS7ZH7PjvwbwT91kCVaz4jj+I8ZOS2qTLBV8K7I0uLMt8jpdnM//QyXh9WXbANv5sy6xloDb+sozz7TbuEW8I8u/vsHgwcGt657t6yTZ8ZuZlrICO39Ut3N/fTQMvuTjEraLFIZlyLFtcmJ65Z0Bytp31km4dk10uX827/rdRzniVegxWMz1HGraSJPLjOuN5Q1C0GxIAYuHQGFJ8YEANiQAyIATEgBsSAGBADYkAMiIFVGMCxqBk3am3Gi/bGYEaXs5pi7PsMsj9jn15/H0fmnvPI80Swjtd1vJxn3hqvKRkPdx2HvE3bLAWyR8AYDm6MQHH3pg6BnkEd9N3cXee8eF70Q3Qd9bV1deaqr+lrrpgv3M6jelYufC4ecXi3vgz15nrEi1upiwExIAauggEFKQbEgBgQA2JADIgBMSAGxIAYWI8B/mxmPW+X4Km9O9guLxVbAsVtWNvpUluxtAu/e3Lir2WIPSozdTEOgnlTzmS2MUObsJ05Rjvzyhg+xITiue8l/YOSraU21dfI8VTjr64op7pYVJ8/LyROdsLMMk42NtJA9kfJIZQEy2uB/jLW8ik/l8JAfn9yBcwfU2EF3tcOHG+b733ieAuPcST/ZJBxq/k3a5eJ3mqSyksMiAExIAbEgBi4TgYUtRgQA2JADIgBMSAGxIAYWJmBR7eDyj1BngsFViY73DGAKPBjq8KGmbDfLnupZZDNAAAQAElEQVQj/z27+6GDaPokmqffdBijaLFEKQPFk27agc3WP2lJVxknHYIeEVf+p00R0RGjxw1hbtnP0AiyQgz177a3FwOjz9jVbLc0sbQbb6qcechyvuSGLWVflH1abM/o65+zjX7mtCdbF89APeXtN8KcMS9ld84YZet6GeB3Usb1ZqHIxYAYEANiQAyIATEgBm6NAeUjBsSAGBADYkAMiIFzMPDoDoBJMve3M1h/DOCvYphn5I0d+JBs6EH0UWcAPHzsGTa+CXbHK+/XzHlRi79EPTk2GpoB5HAGMzsmYmO7bm37iHbwmmWtskdAOU7HKfkaoKQ6rbbBtn6Qa2pGL4bTd5TP8UHnbcwWAzMEuNCI4Gw24x1DnAce28OfESA1/GVJdba3wbY5kH1U0uF/A8ZUIhKAv9ok5nC51wa5aAPK4ZdtKF//fdYM+Kjw+c1gnQFVs2+Ya5v14qPD9zPB8nTjnPc2plt4TCM4n5xbygzmv9T80va5wTwjZwSS35Ao6hYDYkAMiAExIAbEgBgQA2JADJybAfkXA2JADIgBMXA2Brijejbn53AcG4TYBeVmYeAcQVyAz8idPBwZCzdYjxrKX+paaUZJ2IkXbDjtBaqomFs1z0jwRPODw8PVrn02V77NGMfg+BM6aDewx0b074bXGUEFotMcVWaSEQ2DH/SFGR3sv94O5M/TKsJQXi0R+soYcpr7KYd0prZzLdSgWWKqiaX1LzGmpXNewP4+GrkCFnApk1sMLFt5jPObc6bkd1JgWZplXQyIATEgBsSAGBADYkAMiAExIAbEwAEG1C0GxIAYOC8DF3AA3N5uvsVjJFLcBvLlzuRKB0o8uyLGLrO8eTpWn4edxKB+5Mr8c96Dmkd3wLI1OabCEmBACt9Hmx0eSJKszmlYa9GeCKH24KgMoVZ5hILzQ5ySOlYW1xCx85tI9MUaONVHX3y0TbT7MMnt6pLlcEX/QJT7nDFvoq9PbdfOQH6fLJXH6fa59oilIrxtu6fzf9v8LJ6dHIgBMSAGxIAYEANiQAyIATEgBsSAGBADt8+AMhQDF8DABeyg4pChfbjC6gUQs1wIPFHJSWa5nLcplhnZsfocm7GxwfwAdrTneKNwPSXmkHHtuQTrmJeQl/+RUjL3c8VLv0C6BJ7OEARSv4TMmxguLZ4msOsqiMbrmq+p0Wp+pzImfTGwHgPyJAbEgBgQA2JADIgBMSAGxIAYEANiQAzcPgOXkuHlHAA7f/2b4nexZzjmWG8++NMbw/Zs5Au5sGf+eDGDruiRIWQUOFhzd3N3s8KNcHejDHBQDzY2uYQKzNsGpVVtZm7dK/x2Gy+9nhhgzolyNy9qrA1GwWjG+aV2Bkflch4dSaKS29sSzWe+GU1vCJuF2Onm+6Q098J8DzqD9lQRAX1hpVdK5KtEkYCY5aatomUJPsMffbXRUjlYpI1huN+ZBwpz9wrxHoDhwhrvqBnTZxQsLw9y0QY8xjuTbSjPdiPJ5n3FMjNs+aBPYjZ/24bca86PlNvWxtf4Hub/jzeD9TbGWzqsidSM/0oEmW18HB5Wa3BOiLraCM4R0TSo0GKAPHNuKfvQUr3IIt81XDN9YN9FBq2gxIAYEAOHGZCGGBADYkAMiAExIAbEgBgQA2JADIiBVRno21ldNQAzt83FLeJN7XZL582MjGfkSI5jnlZqCyxmoOk4exg4w80waCZLlm8NkRtJJkYnx1EEBnAcgeLuTZ2M3d61W/gLYOMpUjhmXFE4w8davumHmCtF2hrCXD5kRwzsZyC/brgS92uq97EzkNdKHw/7+vr01SYGxIAYEAP/PntnguUqjkRRib//HXeZjicIUsZgM0iA8c3mWXMMF3D2QZ8sCEAAAhCAAAQgAAEIQAACEIDArxI4fwM4vc7RPxLWqypfcyaETtoSsNaVf4wpiq8I5avXwlB1SmRHml8im/I4P+OckSbEtgmNSWUoj7lPq7FSsiI7RCR/8yobKlbVeZFk0P3J54s0YU5aKM2NX7VfF2eu6nEKkqu6s95BCX9uQ2VvliIjoHtXyrqoXoiAzo10oZBuFYrYSrdKakhGvx+Thh4qEIAABCAAgR8lQNoQgAAEIAABCEAAAhCAwE8TuO8TwJNPq/Ydc+lPGWrf6i8sjf61Stdk/dnfs4c0bl1eWnXFMbGpJENuwYbzpnfXKuXrL1f9WdBMFssmv8morVQZpoy4D5tz4qHwdG1NhqjBIbYYhmraFdeg9NdLbY7A1Pmfm1uiX+fFtcfetrjleY9X1n43AX2Xur47E6KfIpDOrQ2UuM/1u0f2zNyuQzZky/XO2NJvtaXz3vliDAIQgAAEIAABCHwzAWKHAAQgAAEIQAACEIAAG8CLrwGhyjW/UA9W9UAzl2arX2VN6S1QPfiUb21RPvvs4lefxsfyuPTmjNf/ym5tSP+9zPjXrZoZTD1W9s2gDcm+GWr+yIfykA89PE5xqKGKpPpayWjK03OWIdXdUJrgjUPLl3Oj0CwCnWvl7wo6AYMUez/xafN3Pg8xfafwcz/i56qVvM6TzqTOi+T+xuWU//EctZ/mfWzIozQ3Udfeeqtz1j71i0Uum9962+qrD1/r5WoDt18w3O+Wqa4DyaoHHX5evDzI7c+4aeybP1ewdpnkdZ34752tpWy8i0b/v8al7yFdq2Nfvl7fUZK3KSEAAQhAAAIQgAAEIPCDBEgZAhCAAAQgAAEIJAJ62poqfCwnoIeVrqWr1s5fandqnj/81EPSqfEifZ6QygmD6pYmhsp2WbLy0+Xa2pZnG4KeEKfH21YPNX5k1zfqpu1bWNMDBXrdtv6zuCkK73ixrQHpZcA6lIPLmhwLCIilpKleql5afl5U5rY/+dR4Ly2V8uUL69pYWTi10DTFLFNeqj6jjTnNWPuh7mWpCq++SwctW8asLyGQzq/FWuL8DrbM3t4jt6X6J3tL5nyywTgEIAABCEAAAhCAAAQgAIF7EiArCEAAAhCAwB+BNxvAGpL+Jter6cH/UY/0lFOudVkpyuHhqYXdDm+KdnZ8vGv9fdpU25z8a9eqae9TUozrfIjJ3wrZkP56spqS7PNWXs8ruzeL0pRsSe1q50/RxNBY8rFX2gcOFX7kasJ4Y4FEqYJLNyn77sf7zikFwc6+v5mZytqRmL/+2guprO1vyn4TYrq+GhuUrCh6RLMmWTEcU231ScOkrmLXX0jfNjaW6qHCz8NsSlbsOoyfrpskizfdU7LrcuM2z6tFStmTihjDSHECOjdSccO/afAla7GVXgbO69DtLxWIINr3nlTAFCYgAAEIQAACEIAABCAAAQhAAALfQ4BIIQABCIwIXOwJ4Ci6izXtmeLbiD6Nv11ccVBx5Xp15U9dvRzPmOvv5sl2V+s+NVvqWud8rvavJFxp8+xd3GZdcz/Oe2ej9pjFWNtFZl9vIyckWV+JatvWsLo1sr9YRFfaaqnMuvoR/GVcJuLPVo73+Dmm8jNijCHGWN7w5Sz+5eg1nWHpcqES0LkEdFFI50ZxS+8kBQEIQAACEIAABCAAAQhAAAIQgMD9CZAhBKYIZBvAquby6XnfVN3nbSz1mobe/gp648sfEW+0tWnZVE6vfXou2Vp40pSbNjShjZ2C1V0xxvSgP8Zx2aT+KVt7+hSfkD7MSDSZkzCoCSHo1dEmWte/pJBijTagQ6UmBculU3ga1xxTNKXz9QiJizVVhtQfUqGqFEY/ii/NHfWf2kwBKW+XIu/q0c5ppxDiUG9CjOLXhOv8KGaX4vK6R5iStEbX39r1+KfuXLc25NI1JNmCycPnqXykTdoYVDcTQZpctLHTN4FjjKExxeE8xBCHehPiRD3s/HnEEDq1Vkq6s0Kw7iA+up1UD0V+ZLvJLMmyzptLQ+pzTbWtT8OhWxObGGKcVzcrpNm2Mh3KKQTFoe+zaHn3detro8UopZl7P2RXvi2KOGfL/AVXP0e/L1wWU1ikfu1QjGwO/VRKEoj6Ung09munCdEMq6lryBWGc2eDTwfn5wnH5kZjKyUrno79fKPZi3YfSsHKPZKNXGNbD7tOcg3jFsPU0V1nUyP0QeDnCJAwBCAAAQhAAAIQgAAEIAABCEAAAvcnMJvh1JPB2cnVB9rqHk51oAemhwcgp67wBvDkkBbORKyhsfKpk/byCWXrCqWsxXfW5M31bt7RY0tj8nkq98XopznG3pZ37DM7rO42l4fmdSqF83xOTCyl596/1nhs3LaZ6pKsuu8oYmRBCEf5WRDKAVMau1+kA1zhAgIQgAAEIACBnyRA0hCAAAQgAAEIQAACEIAABCDw6wRsA9iOII1RqE8a95dqy7YkeyptR+WIPYD0aoj58zdW5H6lLNKnFe/a0QZzPS2s1LDsgtIczH+qWIxB10AqNTnah6yotOreo5CZyTDsPMZeQe+YWT2YWpPKwM8NCehClc5PLVoY5S9vWZTe5adx17t5Zcb0vmAZS2Mr9j2T7lXlYnUBHU+hfTgBnYakKp7tPOv3TVIVBxj9QEB3W73z+8E5wxCAAAQgAAEI1CeABwhAAAIQgAAEIAABCEAAAkZAT2KtmDr0yF+aGqvRZzspNcyObaannpaX/oypNB7v24omV9/9UmijVXoZ6Ds0lqvvPqnQY98J1zPdEzM3dYmj/oyu9mc3GVizyM7pwzT8idG53BSUazIwu0bSn55d4zwE5ZnO97plq2bLvvt5XugJ6U8Vd9L4WiUrxk1+1q6tP1/nJUVorlRacfCRexWjvF0mFFl0vbNoJ+nd8MyYW1Y5MyXrzmZtc5fZmqra+bT7Nf097alh+o4n0J/yKqf7+GzwOEXAzvFlz2/6Pui/F6Zipw8CEIAABCAAAQhA4C0BBiEAAQhAAAIQgAAEIOAEsg3grBrs4ZvPKFbKfq5ihosbsmejIW3s2BPSvHRH1u3VodQ8b0yNa0x2VZ4nRaZzoAh0jl0WWXroqn5J81TukJkwq4mjW1Hb66VK7ee7Lf23S5VR2s81/6n0wbxMgYiDS5NV90lpgjc2lfstTLvVdea2vdTM1kDkCkGjkkZfZdPTnlteapZW5FLfpaRTNeSmSI+LLrFP/s2nl1Ytd+ga1BWsvCQ5eadFnodJsigNHW8rikPSCiv1/ZB+L1iMemP37dqlg2Z3mNr7EeShj0otAsKsf0TiUlu+8qtN7aJK141dP0WNYmyKgM6nzq3uKpfmpfNrHSrVriZ9X7zTlGOfn4/F/4XwToEfCEAAAhCAAAQgAAEIQCAjQBUCEIAABCAAAQg8EXjzNFYP56Wn+alhzw+HLZjUMfr4ND6afnBTOeXa595znbOiB7G55uZV7f8UZDqbowg+rhnNf9NMD6KrP3HuA7AdzdbySZuhVva9Kwslr2tEpbR8uWZ7vjrvy1cunym7SW+WpPyNRbcR/GbizJDycM1MSd06rVJqHPJhUSkv1+ZzvCDYicTMe9D5TVfHxPgCqwumyIsrny6Hrrx/NMJpZgAAEABJREFUXT3Fb2ZUrltpsxWWFeUOkZRkWL+OLLByxrEUphGI9vRImP13M6HEzzvHJexjIxF4h/n6d5i+D1wpHT4gAAEIQAACEIAABCAAAQhA4CMBJkAAAhCAAAReCdgTdztW/Lf49GAxbT7ZU8RUjmx+Gv+bvs7v37q9Nffr5T57huHtA/Nhn2qfm+2rh7euLF+dnCWW0jybr+si1Zcsmp+jN3PFYX5GwRG7KKOdkdiXmy1HrSyQvMxUUB5ZtIb07EYJuJ5HDE1wPY9kLS3Nmi/V3kBsH0a7UxMeL9PKd1iy5Y0+WdTG6CNGy0YQpKfhAxryKfWuxNoo962LFP33Q7FoYromQ8rTbasM/JxAINrvDekE17gsSWDGlr5dpJnhfd16k3efBVZDAAIQgAAEIAABCEAAAhCAAAQgsIYAcyEAAQjMEFj1hP3T1sun8ZkYqne3jzbEuCrVqjFVe/C6OOpxBOP2YkPXn9haiGOFT/nauNZ8nGe2L31YHlvjS/mvWNz2C3a4XOGt3tSn+J8a9Xy+tXyFGMYBFowpN2WbjuHr77nwFT859kMDPs3xoVme7gzMp5+CSwRAEBCAAAQgAAEIQAACEIAABCAAAQjcnwAZQuAdAdsV1Vt7Lp9q3Xr7M6nr0/aOXkSTuh7/7Oa2Nre1TVYpWN0V478Qk2KIMZcsPlKfW1IZ7UOyosjR2saUPMlYjDH5i/F92di4RW1ZvJ8X4+dx8XrE7g/xKo7XNzUVWUWlt3Ee5sBkcVjFDlW68xYsyxBiePpJTZsfTKn+NLqsYclqaZ6v2ssWL58lvj5bnJMP8536Upnn6fU0K02Jds12CiEO9SbEdM02IYS/uWHiJ2ZrmiaGKMUmxGh108SSYl3RLDWm7oghGgwphBhCUnj6seEg5Z1qu9TvK/NS/WmhT1RpnZpjRYgxBt1nqgu5pPp3KYaH5fEIysp1dAYPc/h3RoPuzcQ6Wv/0EWMMMc5L58LlFvRGvsv73pU6t02UFY8vvpu+ckw29f1oeZvZR5LeJe8UxOCtVrpjeiKg0+nXgMpom++50qQCH7p8XY/mYfeYFKwMQf0FXPykCbHr7pWQWOZ1jfn5nYOju1maG9/Ur/+vIaXFuq+l1Hj90Lyxhln2XfD2ns/Hh0VUIACBZwK0IAABCEAAAhCAAAQgAAEIQAACELg/gY8Z6knax0mHTij+VDKEM98AztPJ64cyjeZNsmLxofnS4gULJh4AYAg5+RpaC4LLp2idK+//VNeaELrPUP9HOUqDJ3l2DZ0vlaclL6Mhxf/ZSnj++WT0efaOliLbsfztUtl2vZ1YefAKMVROccJ8a5uQE9103ZTAYV8ZN+T3jt27sRuiICUIQAACEHghQAcEIAABCEAAAhCAAAQgAAEIQKAjsGkDePyA8VO7c3XWp1LMlDYZ+naqT8c1zml61sV7LxKetrP0lln9cMyTndM4yNr1nfYezFcbg968knSFqewHixVPNqPMxtAkv6kRhh/rC9LQ0VV0Xbu6nq2flqE42/LGDMr7U2zWX+cwT8rLlbary3pKps1uaxpbNu/GO6T30+rlG82tZMWPHK0RFfdgZWjTp2o/kv0Zadr9+46w3dtBqhLaw6y6rMpxMwI6tzdLiXQgAAEIQAAC30KAOCEAAQhAAAIQgAAEIAABCGQE9BQ4a/5V7Rm8nsMP+ht5rumhvfTc+9fSmP48YW7vb/SEmv7sYNADSlOqP8egOFO8MQTF/jx6/ZZitsxS7CqvELEzndhPqxKeGLiqOFhiVEkvmbdjjlzoWn3EmM73nykbiW3QbnQ9DnZ12f1jnsJD98qf87o1OUwXkjlN5Up3tkzxuv5W28DQMCex19A3qtjwqKdgU8YlM6k4Ql+35pJDs11L5l9hTqLvG452XYVg11fSFaL7rRjStWPnoDX9VubXyFbf2a/fT+ti27t+nTdmQwACEIAABCAAAQhcgQAxQAACEIAABCAAAQhAYExgcgO4ewAcgh5E5vLF6WG9N/pS8/rq5LaMxl16OOlzr1QqLsV4pZg2xTJ1gjYZ2rHIYvDryK2o7fVSZdof643pTVSdw75ZubAE05Wel/Vcuhd5UM5i+ZxrtwncajBotFP32d3Laa195LasOX3oRsiVvy2YfJjNfKUZ1fS862p18dK2YheXBTycP30Nqq2RgZg1VLeiP5S21DcrFIpDEcqva7mb0YrlCy8wU1wb2/Bt2kd6w/oCId0sBF1bucbpPUJrG75/Gt3f4+m0ixPQ96e+o9rM8n/2tTSlbEqq6ndfqthHvt6aHBCAAAQgAAEIQAACEIDA/QmQIQQgAAEIQAACEJgkoCfCkwNLO/WwUZqbr4ea0nj83Zrx3LJtec7VWVdPV7MH3/bQNT2ItdL7vqFUDiluCzaVF4m/dizjNHW91fZpiO2QZ5c17VDLijqHTrBbNkfKs+3f/s2Huilt+PufXdNdZ/q0panc9aEdO1NrxiRtW+6yd+Bixdu5i+Fh/B6WQ9fOP0XUlfcfUXe/Xq7zqXxc61ZeZbauJtdVYvq2OLbFm644ux+GjeBtZli1gYDYa5lK1/BvVOycDHVN+iBfr/LDVIYhAAEIQAACEIAABCAAAQhA4KsJEDwEIAABCEBgnsDuDWB/LjnnwvaI9Jdo54ZTv2ykSuEP2ZV/N9s9DE291uWlVUdHN+950yzkb0CO5k83hVaaHq3Z6/HX9LHGtt5Oys/DmrWf5zZ2fXUK6Qn533k7g4PybELoIwlFf6JZk30rhqPVbqY09CyryI60bPb8rFb3RfrTvZZ1KufnlhkxP4luolHG5Eor8uxLxDBve/++UhalfVa+d3WT3dPfm8W1I28sPMmKqSPdy2/Gp9bQV46Abn9pq8U9a7f6ZB0EIAABCEAAAhCAAAQgAAEIQAACxxLAGwQgAIEPBC7xhDfGGIbNuooPLgcfIyjjfg/By5A2nIL9/PVY480xPW+6940Zhj4SaNs2SJdiO76gPmaxfILyjFGfy9ccMVMhVUx7lILyl0bd75ofph8X+7sgp8Y+BD61hL5dBGKE+S6ALN5PQF9IkltS3eV970rNfTfO2K0JkBwEIAABCEAAAhCAAAQgAAEIQAAC9ydAhhBYQqCJMYYYn2Wd4V+IoTHF+DwW47p2mPnRS4sx9raaGGwXL83Uc0spNQp86O1TSf6ksUn1uXxMb/U1rWVvCkYhGIeQfqJ9NqapQ/0uzXudo175eh25YY+dROUrlp6d2l4vWaYN4HQtNSHGJjSZ1H6n5XEo+rGWry49UzknmwLs6jrss4szBv9fsFp4+tF1KAV9TKmfHY1lpxCi14Nxlqwd7Odhm/AhxGQqhmC1UPTHTu3w/fBs2L3Nlw9bnJSi6uZF5Zvaf9baaBdsasYQbdwVRvNC1Z+HWW9MfjQhxn8hGucYLa4JKWrXsMo69J0ned9Vy2ixSl18jRWSne7YyTqqHjHGEOOz3GGM0asXLsVricYp6FqTvN9s+O+7VHo/5SYC0diaHnYJTcq+Px8jBXE3xUyhNe8mMxNy6d6WbDQd8pEq9pHPU926OCAAgd8hQKYQgAAEIAABCEAAAhCAAAQgAAEI3J/A4gztqe/iucUn2nNNsxlDjLZ51DWsfdFjc3wxS6irbzaVWXpX7by8mzExVjsouazgQxuhUgxRHipLPlyVXb0xH59ynYIabXWn7tOaRY/eauY6RvWZk6zPWgcc8rtF70LL7b2bV2vM/Zv9w3mazx8/YhT/H4Vw4PX2w5R/9OIibQhAAAIQqEsA6xCAAAQgAAEIQAACEIAABCAAgWcCsxvAxz0Hjrad9c+islBak9VKHjF0b+KE0IY2yrJ85FKfpD6VE0owbDyVE+PvuuRUeSWlAN7N3jUm63orKJqVVC6NN83bmJ/5+nREY6B4Ps27zbhOxNWTsXPS3xBXj/QH49MFJFnqfWG1HzrsuyhIP5n8wvMsPtLC6SunRft9lbRy3dLp+n0Q0++dpSuY910EdG1K3xU10UIAAhCAAAS+lgCBQwACEIAABCAAAQhAAAIQmCDw8oROz2T15wTvtz+kzQSlaxvC2hQOylQSFY3lpeqZ0rCtS2XWP1RnB4YZh1Y8rXdONcdlW/DdVMtDfV2j2KeupUd8x2+/q//s1P5n4e+3NGchNz4PKeVqJuZn2GDl49fN6/vLVYNFfm51vvN2GX+yKMma3TcqMmnElXXfqKqcJWV5o7S+IZXha+5hvxUeVSIeXFSx/htGa36//QZBsoQABCAAAQhAAAL3IUAmEIAABCAAAQhAAAIQmCNg22Z/Q3qoqA2Nv5471GwTQUkl5enqMbSkPpXKVaXaquvht8tsaChtGqtP45rnssHW6jZNI3rbuCsv+pnitHjTW3YqLf4Uqkprp/HUsf3DTMlMq41f+bGyVbnd4tNKMx/0BpmkU6trV1L9aeLmRvJgq1UaE9sOsYYdKau+tGJ0aDR1aVmqXORDYHJdJKySYej8SyVt5rYcX+qrcn51nT3MvK4ilzX747WnH3guvril3KUvTqFa6Lo2cu1zpGtZ94orfU/bd7T+YkZS4etb39N661dSfV/0X7A6/f8BO19zpbEO75SnaOfC730v8+FT6lOxD4FY3kOdCgQgAAEIQAACEIAABCBQkQCmIQABCEAAAhCAwFsCw5M6PVj0mf5wWKX3fW/pmdlT1LSJp7akjQaVfWZZte/JCg2O5mejaV84b2d1eVXTS9V/Rn3SiVyFp/69+YRfZ0jXq8pyfOVBWm5R/hVHl/PydcwsR0D8XeWsdpZ0ftOmmTXlw4oKh7y4Xs0n/3ZZqnwdvUOP7h7XHfI5ModlvnR1zc20S8uGjL82+azGcQECOimZdP6kC0RGCBCAAAQgAAEIQAACEIAABCBwCgGcQgACEIAABD4TGDaA86npwWLbhNaU939rPdoWYRv+hdCa0iawnqQqm5Sp9atuKPqmWqUkT2b5yWsp21N2ouWQ/PXl1JzpPq2aHtnb29hOWWwtoL2GvmT9d2Sq8y3tgWpXt53bzoKyfnRVPncSMK7pG2OnmaLLda1IOse5ijr5AWNimGtrym5j6/r36/R7RHo/a/voFa/w7dmcsFIAp9xepU//31G6SjzEAQEIQAACEIAABCAAAQhAAAIQuBMBcoEABCCwkECjbRspnx/7zYeYOrvPVC3+UdO2B/vOx9zYXP8Smz5nVI4hj4av1bT8FW8BxRhDbGyzQrauleSHaOKHcR9WYpK3f7Mc9veXYvtNTKuy5qpahYvJKwhwm66AdfZUfRFM6ey48H85AgQEAQhAAAIQgAAEIAABCEAAAhCAwP0JkCEE1hBo9AJfUrBNul7ROtTqHhLrU63CSm+HyPaacNfPbWO0rNrQxsa2tfXmWuh/Git7/6mwsVRat80MtmpeUZP+lJrj9T7sT269fYHS4w2KzeOx+L36MX+x+6xo5ziarRi7d7Bj7m7wtb8SzYSdYfvccw/0ngIAABAASURBVMiKS7l53W168N6vUn25fO6FytbilF5C0vl+hKj74o1elj11mO0QQxP1Zv1/VnsEpxEK/qTNZbuGpkw+LASXj+s6c3nf/jKGaBztCG37sJx1jey3+mzhYc3ObvJjRK0jhNhxDf1P04bQ2L0l9V0VCsUhxRDt/D7SSajgxkzGGO1Th0oxUL2MYowhxnlNeWn7XL2cmlOuT4yXaOxRnKRx/7J2TNdQsOuok9q5lln5PMttjmea+/RdMe6/TdvuWd23s7L7N0hzCffro42/kw2fcyh2UxP+hUnZPdcs0sz6ObsL+xNbi+8cOHiFwCkEcAoBCEAAAhCAAAQgAAEIQAACEIDA/QmszrDpVtgjRju6ev95qye0+fagEpX6PL2Y6PKhReWC9QumLHL1TZNijGkD5jue9kdDK1nx9vrv59i0Xz+chPbMvP7rTPbnr38wIZrSfmv7LIxiGDX32WY1BCDw0wT0e/anAZA8BCAAgRIEsAEBCEAAAhCAAAQgAAEIQAACEJgmYBvAdoTRU/30UE79plSfXvwtvfrvz7aeo16t83rtBNoQovlLCsHqoe7PUusWVwh2bg/gEC0mvbEYk09rpLdyzLdKyboueShw6W1wmpDr7eRjB+26C1Jlr9F8RDu3OschbH8jcVmYdt0sm/jls/ya8jQukHe6VxWHnWO9neihUa4jII651q0+cLbOtXSgS1zdi4C+xmYzsmtL98HsOAMQgAAEIAABCCwiwCQIQAACEIAABCAAAQhAAAJvCNhTuH7UNnH6Wuj2Be1BvzZ03j7EC1/00yei3SrllZQnXSEVcykPg6xdwcsyk0MQmn5cIHKrP9Fr+4Ry3EmdXe1CnzkTBej6FKLWSZ/m1R+/pwd9D/1lpmsp19/InWr9tecbrWq+pCcu0stA4Y5J54V9YO5KBPRdrbMuXSmuUrGk/OwrW2Upm6vt6N6WVi+8+ALjGpSXlP4/1ky8d724ZtKlGwIQgAAEIAABCNQggE0IQAACEIAABCAAAQh8ItBtAKeHcVZNpZZYJT3IU/1ustyGlPL60Fm24hytPMDbdOzJsZ3f9NavSgtmembRXj1gl9xoXve+s8o2xvCnJrRB7RDa2CZZzUJrTV9ytHZOcx0QtqF68mIRPLV3N9ImgqzYRqfeFpPUvK10b1quQdedSecz3bNKOKMrLllToyGEwoXikCwObeTIp0rFc/vzUBjlV5jTd2Cu7hvwK0JfGKRuJ/3jEV3RroVL10/TPTLWYEX31dC4T2X4jphKyb7bch5TU+iDAAQgAAEIQAACEIAABJYSYB4EIAABCEAAAhBYREBPfG3ieDdBj0f1kFKlDd/qUE6SJ1U3T3lyD6q7118qlbcYXC9nXffSVGSK2jU1PtM3Z25m+v7uwx3uD3mNhbSp8LdAmzi5/kbOqNW6qvvrTjvs+o8rT6ZmvkdsJqeV7lRopW1irwCBMiZ0epPsayXdZ2XMXsKK8lIgKlNuylEdp8ju3/QPKk5xXtmp56aydyXofZUCAhCAAAQgAAEIQAACEIAABPYQYC0EIAABCEBgOYEm6I2uEGdW3PGpnXKV8pTr5dkmvtpnN9SpPvadx3Fk3eOp71MZy1vnSbVcXe8dPnUV+fkOdq6j3niqnZjvZNT2cwn70aKQrDjliKGxc6p92WibN/UikWUpZD+6urLm6VW/h08PhACqEOD8FsVa+x9rFA12rzG/dlTO2dKYNDdOPwQgAAEIQAACEIAABCAAAQhAAAIvBOiAAAQgsJLAzBM433zwcqXVr5t+bJ7HetPJON6jvF5f5TfVylu8PsVfi/DvbnrUT/3PWedr3O56D/68RBAH54w7CEAAAtckQFQQgAAEIAABCEAAAhCAAAQgAAEI3J8AGUJgCwHbANYmRq/hub4qNjT7ZvAWV1dbo/xcyrd+fHpZU28P1veUeWiV41R+3TmPsQmxkv7FGPJ883oWYdWqmE+p+y9cartWshCG4KIaobXY/2SzrbudkE0eDo2rIYtuzpYESf111fyZd+fWEz+cW5uy+fB83YDy9nrJ0k6Fmatl3Uy/PXT2coUQjWnb/he6H91HXW3/p2xl5zEBzvJObxFqzn5Pny0oDkm5W6nvESlYPajvs4USM2KMIcbtKhHDvW3Y+UzndZylrjNp3H+Ntm4N/fd8p6Qxj1J1n+N90Sr6ikyyepVD92qu5EQ8pdS430e6jux6esrM2qn/qdMa4iBZlQMCENhDgLUQgAAEIAABCEAAAhCAAAQgAAEI3J/A5gybkJ6G2nqVVtz/UKJS5UzTvs2zn9RV2W1n3v162fXyuZSAuLmWrpmZd8hJV6wz/ukuQEB8pdxU0zV8k6drFfqUL5eZzKrWOviQ84Nd4u44Aod8P5VP513Y+Vhez6PQVS3lfdQLEBgDH7cLuMAEBCAAAQg4AUoIQAACEIAABCAAAQhAAAIQgMB7Av0uxvtJ9xrVY1+pYlbpoaeh1etHFd0Mpp8q7tfLp8HDGyLdGA+9bXW487cOFZnr7cQVgzG0w7+oaELTNqm1wsCGqY2tUR5WVD2O8FE1gQLGY4h2T8fMUmyD9YXCP/IguVm9KSd5W6Wdd7u+VKsqyzekt36resH4xQhEiydd21bWOez6PfW6Mv9H3D914F3bqri6rh0p0UEAAhCAAAS+lwCRQwACEIAABCAAAQhAAAIQWEDAnoIumFV5irY20j5DBT+2PxP0JyBlX2WwLboQ5FHSaCGnMuU6YNtvLmqFoDy9nJt3VL/HIf6dT3HP1fWe86ltjpKeLdu0a2LlcI2VtD9l6xFCuqanxugrRkCnNBnTJn+qpA9d11JqFPuQM5PeLp6zacNzQ0X7dT2na7moVYxdhcDcV6BdX3NDZ4e+5H7T70BpNlbLb3aMAQhAAAIQgAAEIAABCFyYAKFBAAIQgAAEIAABCEBgKYHzNoDt6bKewUoe7JIHuz53e/nkcbuZfGUyKZQuSy4f/9G6tnnzczrUT8Ejp2Pd5cToAhTtPp8BdN/eVIxZ5e3OYNob7KrpUzNS5W4fwhu08dspVHtzUd8fOo9yKOUgbczfqlP5N1SoZvZTXl662T4ObUZLaTO47/MplF9HQF8R2iDV1abSz2i0THRfq7Tq9kPXipSuF3lxDzKpa0zlOnnMuSW3oL8y4fWp8aB7JpdPrlXmvlRPfpS3lBp8QAACEIAABCAAAQhAAAIQWEuA+RCAAAQgAAEIQGAVgXOfRuopc7RNFSv1EHpV5Asm60Gw7KYHxzZfZfe2pEasIx3jh9Op8ys/lFWXbwxdeY00xF3xpGh8U0CllDqP+rALzTbyQlKo9KPrqdcR+UU761KVbMa81H52pHMrPffet2W00731sHPb5W1focMGT6m85UWSPV1LVnrTqscectzHMDhW39CgciqBbc7fncHXu3ybj+dV7zw+z5xruQUv5+apX3Mk1REEIAABCEAAAhCAAAQgAAEIQOD7CZABBCAAAQhAYD0B271Yv6jYCj2htV2UaBso+u+lhvQGWjHraZtPbwZpf0yJqgypN4bnHwXy3LO/JY/SfkvrLDShTTmab+O6bu33zu7O7Yr47boL0oolU1PF+k/GfGpS1b52xrpikWaGV3eP75nOgLgnqTkXisZuISUoKRmxNXlTXcUk1pIMmg8VL1K/9DKwsENrpU/TFceSeZ/sMP5NBHTWpXox65qSXj3oa1n/YEjl6+jCnrrBLwwim/byu1i5S9mcLVXWQAACEIAABCAAAQhAAAIQgAAEIHB/AmQIAQhAYCOB+k8gtUEyp7RR2UeuOX31+GLH0+IU9471NZK1mGKMITaxhvXL2bxKlob9cmz2BfQ5I23SSPv8fOnqz3h2JHaVq/oqcexAydIXAsef1eUe/bby8iX4JR27Fi9xwBwInE+ACCAAAQhAAAIQgAAEIAABCEAAAhC4PwEyhMAeAnU3gNNDWLmYVrSdo5jmdCnk9a6n5mce0/KH008RpdhlZ2q9/myq9LTisIZHFGMT4hsdFlBhR8pP0hvewc5DDPa/VI4dRetwWdUPXWySt+dKu0bDO8nGIJ3vxiz1ennry4YKH02MIUZXY3VX17fdncEMLllRXWW0j06t+W37t/Y12vWGoDLc6UcJ6RznOaVz2+Q9BeoPs9HbbM1p+8/adgy+NOay/lWHr/PSF4/b3v+pVKzSp3nvx9u2DVKMMUR9TzVWZnq/mtGtBHQ567uzCQ+7gx8hWpkrWLvTRg+6Zk2tndNOsu7eVIb07ZJb1yX/iHlPCGq7fGQ0JXVrTqrYh8Zd1uyO+AghV6j8k/vy+uBS91zXaOy636d/dv7m1XnhEwIQuCEBUoIABCAAAQhAAAIQgAAEIAABCEDg/gR2Z9jstjBnoNWAHsOqvJIUk7QzpsvmF7oNlaYJ0R6+78zyJssLnO/LkjgjN/mU7FozLtq4Cda0I2hjybo4dhEQyV0GWAyByxNIv0KzKMftbKh89S632KHQyp8GLEIAAhCAwBYCrIEABCAAAQhAAAIQgAAEIAABCCwj0CybtnJWeigp08uesmrTaNnMlXHYdNnVm07yoTJopyopbP9Zmd92Rx9WjoY9V+UpKefRlPObra4Lk0qpUETKvZCpzox2NaWudeFPyzzFaeWuKLevT7fDLt9XXCwernfx2bX8bnjTmPz2C9M9krX77v2FbEr7Ld3agvhLt07yF5Pr3wg+K3VdU9Jm//a9s2v9ZscshAAEIAABCEDgTAL4hgAEIAABCEAAAhCAAAQgsIKAPUVcMfvdVO0CudZssNouZRsfQQrBHsq+87FhTCHpz0Nqj0zlBhPdEhlyrcmvW/1Tn2I9aCpzcZzq39FXweSOaI5ZmrykxMcbeep0pVlVPuRB95RKqYqTU42OuU4FU/47KwSjad+LXSmf1lZRVLIpFTV6C2PDd9eS03+LjJ+TqJ6//b4Prsz1T+GeyD9D8bnKrfuZETMgAAEIQAACEIDAzQiQDgQgAAEIQAACEIAABNYSKLMBnB5GypRr2aPc9KBZmx191Gr31WsVG/O7VhL1o9H5SzJXCVlWWrXoIftS2oDU5WZy35scpcVuxMpNRs5c5DEbFW0eStm99RqZ5s/pdfb9e6ZY9Fkb0qDro2+mQhs4xf/Bir4/taGcHIa0SSYfCk3lk0JY9yO7udatvv/sxk5xEx6xCW2Q0vb7/dPOMmztOkuyvv4KtFrBQ/eMNGNSX1n6yxUzw9/VrbdzxxoyeAy15RX7bsjtLV/ITAhAAAIQgAAEIAABCEDg+wmQAQQgAAEIQAACENhEwJ4qblpXbpE99dXbv4/0YHjLg9H5UPQQ2zcIZVnt+dmjEU2WRt1rm/ZMfViS14fOipWj/SkVIUubCOZcdfXVlvxItf18l30jYvfW+20sO0npbXaVys5L1X9Ryr+X4bOdwPcQ0nfW+ynbRnPn+uaStlmaXyWb0vyMXxsRdeWsMn2HWUN1Ky541AkiObmqAAAQAElEQVRJ+abc7TZIZRU3uu5crw7M9Wvn7Xrm859MVSdmcoBOCEAAAhCAAAQgAAEIQAACELg3AbKDAAQgAAEIbCdQcQNYpqXPwemBb403f9yu9sEUidqfo7EZ6WGrVphS3fpeDhsL0svAU0fybTaUn+pPgxUa8pFri4v04N9gqZxfbxPS5uH0jBTD5JCY5ZqcdIFOj/ECobwNQXHqXLydZIOf5nwaNxP9oX9UIb2/PvrJRQrlKC2PcZdbu19DurbNX6qH/sfaqb9vViuO8lMtga82nOi3TYjSV2dy1eAbC6zT1PeIfnfo96VkE294dLmHBf//YTb5tFZ25mcwAgEIQAACEIAABCAAAQhAAAIQgMCXEyB8CEAAAjsJfH6CqA2QTzpkU2Rnpp+W5zk+5RNtpWRFoSPGGNr2YZLTQkYzMzGWjTczvbIan0iuXMz0xQTim5nvxspdf++8vAnuy4aUpfRlYRPuIgL5mVVdWrSQSbsIlPsW2hUGiyHwNQQIFAIQgAAEIAABCEAAAhCAAAQgAIH7EyBDCJQg8H4DOD2Z1ZRPmnpU/vlPHOpNH8kTmbLiY1XLlzz/IomxCXFSISzZZ43Z2n/B7DamEKpt/prpdLQhJZXqSz/0Rqc0PV9x/6m15McKll+U2vQZYipD9Z9oHrbka8vsRNhqizPVnz4+X79P0y/XUF6NRWWlnZPwpGA/uj5c1hyul7n5IehtPUmzc7VtG2LUury3QL21+E1m3ozJvmnyXNnw5sNsBldvRM3Ew/Ky+zVKsQkxxtCYYvwrQ9EfXXPNn8WUa9b+G8lqGt+jzNRMVedXec8Mf3m3swv2fRXC31undi6q/Ynv8Js/di8HaSJ7fa+40mU/Mecbu3TfDAr/7PtDilZ2Ch9/mjDNzK7PIH00wAQIQOBeBMgGAhCAAAQgAAEIQAACEIAABCAAgfsTKJahPV2csdWqP+rjxyUGUjkMMcbwsF0tbayUs/pnKcZ98aZT/2cuq8muy7u9/VfGEG1QsoLjHAJPuyh+Lrz8FJLmuT7N7cZ3XnKdkdM+levIubqkUfcxTTl2HeMRL38ERP6vRe1oAvO/f46OpIK/tcmtnV8hZExCAAIQgMBVCBAHBCAAAQhAAAIQgAAEIAABCEBgHYHpDeD00FFDxzwKj+ZPWhf6stnKQG91yb7K9GLfoqXKX1o0eXZS8m+j8q26VfcfRSwoGunZmJ2KoL1Dlc8jo1aa9LreZ4l3Xlf+3r5E+SH+S8S4KQg7J+ktOyufNuLV3mTwZZHQvXTW7EgOFb9UypFsuUrZLGVnHNf+76FSkf2CHX13uX4h36kco32HxEeTvkGmxnf1me3g2mXoWxc3FrjLqulQO1X4gAAEIAABCEAAAq8E6IEABCAAAQhAAAIQgAAEILCBwN9TR+34ueo89p0NT/s70uyEHQNKSX9aUvZVDqlpwDV05o705xWlvG99XS5kRb5VX2/h3BXiJnVRKINe0UqpG3j6tJGgNdLTAI0iBNYZSWfDlnhp1W870nVWI35ttF4RRp+r/wliNa8Y5k1j0veW66Ypvk9L15up2t2h69o1E4l+X0ozw9/bnaCm/0dgOai0ggMCEIAABCAAAQhAAAJvCDAEAQhAAAIQgAAEIACBrQS6DWB72BuCqq641d6qdeOH7CmMVRY2Tk6OPFeVylel20sTvHGTUjn+qY1x2KRtrVtSolZN/y1MlWqLRJJtwrWZYtvaPClY2SnYT5vJplvr7xi3/0YOqCnBXAe4PNaFzphLnvMzMa5r/L20+TKWrzjsPL5sElkem507m7z0jK5S6jtIm0KWZzDpLcn0vaz4NJZkDZVWcBQloK8HXfNGXvSTijq4kDHPVflKra4zu96iq0asL/fzn5P8L0SI/9/IjWrKPzz6hHQPm4x3SLJulToPVuWAAAQgAAEIQAACEIAABCAQQgACBCAAAQhAAAIQ2EXAnkDuWl9ksR746iF0EWOZEbebHnZbv9pWLDg0Uw9qVUoLlsxMkW9XjRxn3M50L9v80iwZUOYeu+rq+5N6XH+9XksjZiiq4p2UlQkY8FkP33widC9Ke3MQn14yJc3yOnMgCyyrnhnRL/h21CrT954lrboVFzrKhPIuL90hZbzMWdG97AqTf39D8Unhlj/K7C//pxQ19NRBAwIQgAAEIAABCEAAAhCAAAR+kwBZQwACEIAABPYTeLMBrCFpv5O3FuxJu946aiq8/aIH2XqzSJuQykTtt7Hkg2nyPZ/GGvI+UyXp6ruyIo0YAvFTPRtaVLWl4c/XoiUFJinSsabM6oqQpsau3KeNA5G1GNM9Y+XTsST3pwWbGn5fbVp8yCLnMOEs4evHU31izqjrmOtY51aOx0F943WqPK6k5QzTlWGnIJVXSuHAWKJ9t0i1Xc5+jwh+been2Z9KbuH1eVrMOIYABCAAAQhAAAIQgAAEIAABCEDgMAI4ggAEIFCIQBPsQXeYfAcnHPQz9TD0INezbiym07nMBvdxoG1T8G/naYYUPpx7I/FhRrjgj0et8oLh7QypO2/vjChv6d0cxi5JIJ02+7ANuPCFd1744h+jPkSvujR03Kxy+dw+f8nd7IyQDgQ+E2AGBCAAAQhAAAIQgAAEIAABCEAAAvcnQIYQKEmgifFfiLEJ8UUhRHtKHF/6p+Zu6/tnDsxF8B+9aer1UmVsYogxl8XaSCHExhQ11tgc1VW6Oi7WG979RDPyTu/W1hyzrHrz0cpOeosxyXr0fN0VQje+pmyN259CaGUihBdLIfvxOVlXkaryiMnzhDk5lV6G9Lal9DJw3Q79NySjwntYto1VUsPKuUPj03rY+ftTCA+blktv5klzljV3Euvcgur9loBRCSPF9P3W3csxxhCjSd8Jhs9u3RBVj9Y3kk00UzHo2pKC/ShnyaoVDzu30YJLHqJ9et2qHCsIiFsuLfW26q/S75931/zriu/t8Vz1lzeaRxN0peUK6bvmUT1B3U8ud/YUh3feoUz/qKPpM7EytftmyFir3+XDlBCAwK8TIH8IQAACEIAABCAAAQhAAAIQgAAE7k+geIb2FNIftxa3fRmDylDBeKn6e2mm6/3MK46+vgGsXD5Fqjlb9GrXrbyOHNEj70f4Oc/H3/ldkqvmvNN5eZT3nOWpXVupvJN6FhX+YN2+mtO23NBB5SACT6fhIJ+nufm2e+Q0UIUcO28vC5nFDAQgAAEI3JkAuUEAAhCAAAQgAAEIQAACEIAABLYR0C7DtpUlVukVQlPsFUL5cKI9aI0WayqtbtUTD0WiHE16w2dtvoUiVxS5Cpk9zYznkgKwaynkSp1HfVgkOq/yn86tnefirrM3xdIGofks7uNqBsVRWphrus81V7paLqN4/E1LlflbgGnaF8Sf4rzCh66Pd3GMx9WWXtf47wqVr6P07Ccg7q791r7Ogn5HfF3QBAwBCEAAAhCAwCkEcAoBCEAAAhCAAAQgAAEIQGAHAT2F3bF851I9YTe1vcLLBshO+7Zce3HaD0rlD+yneJ5eGoLJQyikyUE6L0mgVFD6k6tua+460RzJ512/zK5m+z4JId311w97LkJtEunkzI3TX42AsLuqObmwYb9zVF44TEKDAAQgAAEIQAACEIDArQmQHAQgAAEIQAACEIAABPYSOHUDWO8ytmmjpktDD927WtlPf5DtZVnr17U2zlf7YtJREY99jdt74tB2n6T/Zmeya8mqVN8eu3deqw1daSpH3Xu5puYc3pc2QfOvKDu7ClKBqJTSW9A2R3W7BoaN33QxpA7NXi3zlCx7KQO61iTVTxAunwjYOR/eslddgyol1fXbZSz1Sz5H9T/pEtL9oavG9Td6/5rnnJdFs365n4taxxgEIAABCEAAAhCAAAQgAIG7ECAPCEAAAhCAAAQgUITA9JPwIqYXGrGNmjY+wsMUgh7YL1y3YJoeZMvi8GBfuzkL1n3rlJSv5ahNDEl5f2su3x23nYQLJ6DrwjUX5qfxuXXH9ouzSRf+i2N1Si8DdEBgkoBfLSrT9W+zVLfiAscxISjflLtuK+kYt3iBAAQgAAEIQAACEIAABCAAAQhAIBHgAwIQgAAEIFCOwPkbwPa0ObZNaEwhvdFVLrloppSg7TGb/RBUhtkfzZ4dtIFP4zZlyWH5hpSnRZZyXrKo7BxxcJW1jLWQ3hv1c2tluObPV53/dJ+IZSwCM21ymSWVVrwc6nf5oHh5nbIiAZ3rXItd6fpYPNkmar5k1dGhq0znO5WjsV9pptztJlD5KzlfOk+CgwAEIAABCEAAAhCAAAQgAAEIQOD+BMgQAhCAQGEC00/ACzt5b+7sR8xn+39PZ8tojPfLaQuH09b0+NuH7aBUCCLG3kEF299lsg7fTwye6D81Pq38vvEYY4gxfl/gGyLOs1Rd2mDmu5bMJWm31tzQdyVItBD4fgJkAAEIQAACEIAABCAAAQhAAAIQgMD9CZAhBGoQOHUDWM7zh8x666pGkpM29Sau3jQLimAsrRj35W2Nu/L+BfWUpP4wtSn92Wu3U7ZsW3uCbyZTmhbWXGlTqh3ymRsft/OxtXVlJ4XGkpOskP3UlxmLsQmxmmKI8U+N10MMzj8LpUC1MRtdht2nNWcO/QnwsXxqugT7hurv1E+7XtEHHaPxb6QQosrYhBj/hdgrZD9iJmVdT1WNSXmn/jy9q/sT9Y8Qg8kmKoTUV/E+zmOpUY/R2L1RDZ/rbDY2fUrW/XQ8stbS+fmakP5CRGPnNfzAj74r0/eD5arS047W1nWt0qplD90nUkGrjV27W1QwBExBAAIQqEkA2xCAAAQgAAEIQAACEIAABCAAAQjcn0C1DPWkvJrxqxj2h9lednHlLa972c0IttXzp2A/43HrSof6lyhNrv9hD8XdiT/Y9zZlfQLCrw3gR/u8wbTbczqZbZD93bYwAIEFBGKMdr3FBTPvM+UXsm3fnK5fyP9N+gxBAAIQgAAELkKAMCAAAQhAAAIQgAAEIAABCEAAAvsInLsBrNeQTPpvAEshlA/H32ZKpfkKSfITjZzLqkF1lXMaj6vtmltTqP+bzaS3rI23l9+cy41i15uO0velZPdcuof7ckMCeuPx3bKncV230rsFjBUkYN8V6feAlwVNLzTV/a4I6Y3g8KM/dnd9/I24HU3hfxizKRC7vrivN5FjEQQgAAEIQAACBxDABQQgAAEIQAACEIAABCAAgQIE7CloAStbTegps61N+zlW1jjcdiqTv/SRudK7ULmyoeD9eV9eH9vKx6gPBITxqaENANcwcI+Kdo903ehPnab6/rR+3oJYBl0vfiHpvnPtoyOL0j4rrL4TAf9dofJOeZFLRoCbPoNBFQIQgAAEIAABCEDgSgSIBQIQgAAEIAABCEAAAqUInLoBnLZ0tI+jbKys9cDdn/V6KXdBm3Sz0gzNdqVI1WmyQNO7USqtyTFLYLz/2bWNaQF0MpEkcyYFIfvqU/1c9QGdG8T3ib6DbwAAEABJREFUe9fGrzRkIq7LzrBmjuVmpt581tx34yF/K/XYNwc9LMrKBPT7R29/61pwVXZZzbznonymVM2xG9Z9K6V/uJH//tSEM/5vh/nUfetSGAgCEIAABCAAAQhAAAIQgMC1CBANBCAAAQhAAAIQKErAnooWtbfJWHpYvWnl+0V6iJ8ePccQ9BBcfuZXaPb8aEibxT5uBr1KuY6AbwqolNat/oLZ6YqzOFVKVuXYSUAcpU/36Ho3+l6Q1q9kxd0I+NWlUr8rUnl6ktsCUOzbVtZadXJEJ7uvRRW7EIAABCAAAQhAAAIQgAAEIHAXAuQBAQhAAAIQKE/gzQawNjml8k7HFvXm5ptAxtN3tpVTrq3m3MbW9b+wTox0Znvp7atbpW35pZ2ivkxvhitX323QpuWtEj4pGTGVjPOCCJz+gqlBbwNL47nyJI37ad+fgM67fiel8gvT1VfS5cPW7wLptED1fSKdFsAyx8yCAAQgAAEIQAACEIAABCAAAQhA4P4EyBACEIBAJQLXeQK6ZtdmLQx7kt+2uQPrSJt1aw0xfxcBYd9l4IqLlVSv/BK7YqjE9GUEdF19WchfHG5OW3XpG9O50tdQ93tXEX0rzW+8Aoj5LgTIAwIQgAAEIAABCEAAAhCAAAQgAIH7EyBDCNQkkG0A6wHtsWraGKLJE4x6TuyNgqV5ebEmt22MYU4hbRDHEJ7KkP0oWCnr+lDVbOWoh+KN+f4w/TuGW2M0ozax01uwnVr9yef01pdddiqljVm2tk4Kjfk3xfhXxtiE2MumHXhYDGIRmhCUqxTq/ujPF0/pk1df82neqeN2fTThX4gx9lI99PWuL2Q/uh4kde3NT3Yk2erUXcMhWFnyvFqOYaRW11DsvAZdS0neXlfGGJ94xfjcXmft3rOjnfDG9K1Z6rLRda/4lYak+hZprbRlbVqTXdO6nqWQ9aU5Cz4au17fKejeyO3O1V982X2se/mlnw4IQAAClyBAEBCAAAQgAAEIQAACEIAABCAAAQjcn0D1DG2nKvcRreGyajq8XaNMDup/2ENkbbpOO1qa1/RqejcQ2LWzsMHfoUt0PWUOR81shGotAjCvRfYn7H7r5XPFr9VH2wY76l03V0y6XrZYhgAEIACBnyBAkhCAAAQgAAEIQAACEIAABCAAgTIEbANYj7tdudGpvny8XD3aQ1x5K2fxJpaunIZeN5OuHOMhsenKHSt3rDfN8jb19QTsayqI8bKVIq4V3/w257JMmVWDQPp9pN9Jphr2a9tU2LpbpNq+zrNvd7je9j0vADxDAAIQgAAEIACB8gSwCAEIQAACEIAABCAAAQhAoCABe4qqx8RSblWPkF15f5269hHlrY718lZTvIZM5ZR19bumxum7GwG7GNIGpcpyuWHJCWhLd/obQr2SzxzKyc5h9LqVdAnlwSt36boh3y0y/+5WecXcFJf+1LNL7SvGORuT/oS6a3bSh4H8FvkwlWEIQAACEIAABCAAAQh8AwFihAAEIAABCEAAAhCAQGkCtgHsJtPOgzX0ZDWXdVU69AB7eHht7od6JX+52fwtr6l6Ptfrii/JO0ZlGlMe1u8ErXqPY0hOCZoWZDWeJc4Lli2aIttJBlp2vb5oMZO+g8DLJpE2QnWmX8O3y2DorPPmr74qe9V681D5pv8uacrG8vHSqhzVCegrLv1OMk8iL1n1MkceXx6U4lTc3jd9h/joiaWub2lTCHbv6b5zbbLBIghAAAIQgAAEIAABCEAAApckQFAQgAAEIAABCECgCgF7qjpnV4+VXXNzyvSnB9tlTFW34kRUyplil1SX1D+W+hEEILCVgDZ+pdf12viSXke+uUffIJav/mXDN6fxZbGLukJWqe/0VKrjFL06VTzqVTmW+r9Hdm2nf+igcmHUSnjhVKZBAAIQgAAEIAABCEAAAhCAAAS+hwCRQgACEIAABOoRaEJ60h1DOPAB6+DS3Co17XO82YnWlMtIIbveBeVzVObzlLu3lbfXv6/UGZO+L3Ii3kJgfCVvsbF1ja4zafl6RSstXzE3U36lufEa/Qd+GdcI/8tt6rrRd3Mqr5qLB6dyIka9BS9NDF2gS/eTa2s4e9dv9XvQOtxAAAIQgAAEIAABCEAAAhCAAAQgcH8CZAgBCECgMgE9Re1czDxI7gYP+PyiPY+lqJbOO4AuLiAAAQhA4A2B/PtadenN9HOH9PvSdW4keIcABAoTwBwEIAABCEAAAhCAAAQgAAEIQAAC9ydAhhA4gkAT0qtO+ZNkPfaOoY25grWftSW41kxLvnZw3Xeo3VerF4rjnaYCUHzS1Jhsqd9SDC61n2QD6c/VNlZp26A3tCRrPU07tKHAl+glqIf1PEKMdgnNKNg1ZJOGQ26Gxs6KX7GymWT2VFoxOkS3tkYub9F8x+ygBF/+e5+NOdaZt6I/dP9IfXMoNEsaOjZXHrZSsmLqeIlxatLSPuX3sNtG7JetiTGm+TFOl8usMEsE9N0+dS1p7CzpO02/MySPIVplLOt6OjRfeuo8odHYdTko/AtNlKKVyxRCY//HwxTGPw/rkKzggAAEIHAfAmQCAQhAAAIQgAAEIAABCEAAAhCAwP0JHJbh1JNVcx4zWZVjFQHRW7WAyZUJ6IzUUuXQTzWfMUu7qWqfGtC9nSfG907xG7K70lV+u0tibUJr53/DBUaMEIAABCAAgUkCdEIAAhCAAAQgAAEIQAACEIAABMoSmNkALuvkkzW9eXWlh+5L4l0yR3mN5+l5tktjyltSfdARFb1aJh3h6zAfupwlEc11WABf7Ei8ZsLXBRtsPJU+x9rq82bV0s9pVScYh0AioO9tV+rgozAB3c+uOdM2rrfr54bphwAEIAABCEAAAnciQC4QgAAEIAABCEAAAhCAAAQqELCnrK9WP+0Lah9Ic6TX1et6ZCNp3bKvnZ1y1d5Zn0Fi2dcpNhCI2Z8BFcxkQoBdqeOrPq4TrICahHIyqNmBydnbO3WOLY7tBlgJgcUE/Dta5eJFBSfKr/58s1TQ7DVMpa8M3c+umbC43WfA0A0BCEAAAhCAAAQgcDcC5AMBCEAAAhCAAAQgAIFaBJ42gPXgOWnCm96IUreey+b6zx7oTinZsTEvtVY2JNUljalM6uem+gEfiuOdFNs7bQ3R2W1dv3ndOJnNhpYvtFP6NFm8nzp2NGQ7hkf3n7AObYihSQr8LCTQEQxG7VXBftpMj9CDDuFpfqj7o819afBicST/Q8cdK+R0EgF9RWrTNb/yjwwl93+k38N8pXtZ9/CUxyYEvfHrmppCHwQgAAEIQAACEIAABCAAgXsRIBsIQAACEIAABCBQlYA9dX22v/Tht89L+zHjvSQzqXErPh7pgbutn3ss/NHAgglmfsGs+lPExB/yK2+pvte7e9CVI7KWZyqucrYtnssfYtXrI7s0oc/I1uTNvrdeoXMs1fOAZQj4Ja1S39OpPBCL/IVg+6DmU3XJqjc8dC+7+vTum2yfIAUEIAABCEAAAhCAAAQgAAEIQCAnQB0CEIAABCBQn8DLBvBil7YHlDZ/Fy/4mxjtYa+rsbodf4MFawpRCcqX/Ljp9HDfBt+VPve+pchId8rQTmq6KPPyTvlVyiXdgMYslQt8pHmab1owff8UXafSfktYgMAnArqq9TsjlZ8m1xqX81q2T7ere9k1F8yn8bl1X95P+BCAAAQgAAEIQAACEIAABCAAAQjcnwAZQgACEDiIgJ6ybnOlTaA5rbTYtm2I9sC7Xblu8XSznxwsXvD3FtaKJUy9DAG7mIJ0mYAIBAKfCWSXbIwxxBg/r2FGMQI5bdWlYsbXGqr2y3BtIMyHAASOIoAfCEAAAhCAAAQgAAEIQAACEIAABO5PgAwhcCSBJn8LVo710NultkvzVPexJaXmu7R+St2fQdbT7hi6zxBkOxT8ac2y9lL0Vpdi+GRaceR6O18GJ9RaFtLU2m7Du3SWU55CaCzxGGOIUWqsdKkteXtbOe216227YvgUpqGxsyLbspdktrxtVY4nAtFac7IhHRq2eySkUh9z0mSThtP8NsQYk/RvLGyk7PHy3wNtzH5rOvKQT2nGp/67ptLM8Lpu/VncZ18xdnxjnC7X2Wf2OwL6/dAcfHk9QhNcob/eo5Wud/F+3ZjlFSzf57jtek/9z73BqHQa99OGAAQgcEsCJAUBCEAAAhCAAAQgAAEIQAACEIDA/QkcnqE9fX31GV+7nno0/klPCz40tHkUoyzaxNZU+jCbMcRJqzYUxpqc+LWd03l/bToEvoGAroGxRmY0PHSpMdYw2FU03NX4rEAgxhhijBUsY/ITAah/IrRjXL9s8+Xjdj5GHQIQgAAEIPATBEgSAhCAAAQgAAEIQAACEIAABCBQh8DkBnAdV+dYjfaAWQ/0vcyjsKGXzV/vC1qUTx7X06unnyaNF31oVxm2GBXrx4SqOL+9Ub3Bnus6Cdt5T+dc5XWi2haJvqaOzkM+pQ8R6+1F6cO0tcN6c19au475+wmk3xX2i0DlfmtYeCGg+8X1MkgHBCAAAQhAAAIQ+CECpAoBCEAAAhCAAAQgAAEIQKAigQU7HBW9H2Bae5/2LD94udilFi2ePJqonQPXaOjwZspjvHmmTtfhEeFwhkD57vF5L+/hGIv608i6Xo/xdgUvylZ/Kv4KsfxaDOl3hd06Kn8td/KFAAQgAAEIQAACEIAABI4hgBcIQAACEIAABCAAAQjUJnD7DWAB1GZKKu2hvvZlVZesGf7Z4DtpjuZ2O8jW0q6AlDpHHzIuBTM6aDTntKbFnnxbbIpRSjGmziof7tGNJ5fe2FnKtuwlmS1vW/VHj0TAcs9La37zof+2rjTkoI1g5Td0FKzoqzDX2HQ+pvp4fHd7MKCNX9fQSaU6AX2t621++4ZM34wqqznVdf1O1RxjGAIQgAAEIAABCEAAAhCAAAROJoB7CEAAAhCAAAQgcAiBujsZh6Qw70QP8LVl5A/252eWHJHXsUraL2XLYtTuadrqKGUTO+cS0OZoLzu99zm1uoulc+ke6T1tAB/pEF/D7ZJuHbuNUnkYFxxBAAIQgAAEIAABCEAAAhCAAAQgcH8CZAgBCEAAAhA4jsCtN4DnMGrf0zU353O/0EnjmbZzMPy3V70+nnNGW9sZZ/i9n0+9Jei6ZHbpVPfXXqpfMsoVQek+k1Ys2T1V/qTdhlYbiDGGGDutXlxtgbHQf7e1mv3rGI4WSvr9oNLEAYHqBHAAAQhAAAIQgAAEIAABCEAAAhCAwP0JkCEEIACBgwnYU/2DPf6Eu7SFYJmqtOIyh+0GXi2ky7D5gkDSuYuhtdP4BdES4p0I/MA1l26v/pypLvVNCghAAALVCGAYAhCAAAQgAAEIQAACEIAABCAAgfsTIEMInEHgZzeA9Wehk4JtqE0oWF9SmjS1FaA/SSuFv5/ZuX9TVIvRfB6+i2c7OHqtbfhDp4qkrszjkwPheerY0ZBt2UsyOwR/PhkAABAASURBVN62arVj6Vu/Dzu3MU5dM3tD0/XW2e0+ZU81l9omNdN5bkNsYohxXjb7uofeOJWGCPV11Q6tMhXZlMbWxFryftU7te1/iamPlCsVh3yE0Ng5k8rZXmtJseRau/775uvrsSl9eS3GoPNu0vUuLV7HRAhAAAIQ+GIChA4BCEAAAhCAAAQgAAEIQAACEIDA/QmclqGe8J/mPIQYjv9Z6FMbAdLxAZb1mNK1RFJZ1jTWziFg+8vmOD+hed2GdKhLUh19BwG7Tb8j0HtHyW1z7/NLdhCAAAQgAIFrECAKCEAAAhCAAAQgAAEIQAACEIBAXQLbN4DTq5c7HpXvXb+Zi2I21fTvtlU+xSm/Qp4rhPA0p3TDdpX0alt6IzS3rVhMp2zC53F8X/3ltB6eQn/e0puCqh8ewMEOdb+UzlM2pZ2pxEcIUrjpj64xKYiVdNM8s7T0denKuqlCAAIQgAAEIAABCECgDAGsQAACEIAABCAAAQhAAAIQOIDAbzzRz0HafujLXmg+fru6Ep5IKnWX3lSb8EPXRwLfNkGXjuuY2G2T9bdu2mOwLvGizW0p6BxISxZ99xz9Aw/Xd2dC9BCAAAQgAAEIQAACEIDA1QgQDwQgAAEIQAACEIAABI4isHwD2J+Ie7k2Ql/n5dr1zN9JwDZ7nb3KA978NY9PMeutuqeOHQ3Zlr0ks+Ntqy46/L/nu6Z0w/Lp9UNLvYkpHer0z5lv+ubl32iFmjYepcG0NiB1poeOFRV91eVasbTu1ItYz9moPgprK/aRmSs39bWo74PDru8rwyA2CEAAAhCAAAQgAAEIQAACEChNAHsQgAAEIAABCEDgUAITT/oP9Y+z6gT6nRvtaqRNX7Wl6o5PdKBkpRNDqOpa589V1dGLcVHVRpnrZUKVDm38SlWMY/QtAXHv9bQZ/3bRVw7q2lbgKtP1bQ3Vrah4YBoCEIAABCAAAQhAAAIQgAAEIACB+xMgQwhAAAIQgMDxBOY3gNMTcG0yfQhq6bwXM3LdhMaesKsmTypfphXvkJdcxR08G3Q+Xj6PHtAysvKdNn8PcHeGC70VKw052kWV/mSwyteA9Jbfa++6nnTdTptfZ2jT7OycVohBJl2bwiu+KL9fLffhv0er/q3OtFbauv5X1omR9Cv5hvQtorf8daVJgR8I1CKAXQhAAAIQgAAEIAABCEAAAhCAAATuT4AMIQABCJxE4BJP9tND9lZbTkYhNawsdLRut5C9rzOTsI6hps6vS2U64HFu07Pu1htjE2L8zdzvdi7J5xoE8rtJdekakREFBCBwRwLkBAEIQAACEIAABCAAAQhAAAIQgMD9CZAhBM4k0AzO9ZZoLh/wPm/PlT5vrnxZ9wgxmLSJJfXj2pqU+maRwjeBY4whRqmxUsrramdqrC6ljTarFygb+W7ks1Nj7SIJLjIS+1lGV6+3pTdk+65KhXl6sqxL46ljR0O229CE1hi2llrXtkpQbdqw3vyVNJrWaLoaGyQ70oalu5fEEAcbsYkhxnkNE2cqMf6tNUNBivG1z/sbG/sXYnCFmj96q1t666Ox0SWyaU/Hw1qSFSuPGGPw75SVSy843dnNhSZG0tz4ffr1tag3+++TUQi6X5foTjmTCwQgAIEvIECIEIAABCAAAQhAAAIQgAAEIAABCNyfwOkZ6un/6UFE21CyHZUqcVxroyZWyfHyRn807Zrnpdv4vcTtWzNNbEPgcAJ8XR2OHIcQgAAEIACBHyJAqhCAAAQgAAEIQAACEIAABCAAgWMI6BXKEPQ65Is/bS5JLwNFO/SwXW9euUoaz22f92ZXisLS8lJv0+kt1TaEoLoNVT10DuW7qpNZ449ol5iN6m1ZnWOrVjiUo7TctGKRlq/4nZk6V9fKVufWruHWdK3AvjgaMZW+OIVKoet7wVXJBWYhAAEIQAACEIAABH6RADlDAAIQgAAEIAABCEAAAhA4kMCbHQBtTkp1o0lbobavc+TeTu5Lm12SXkLOM01x5R2b625JpfNUXdpsdMVC+TzK12tY8pz4piHFkiqFP2RXKmy2sjnMLyWgc2tXknblli6pOE/fH66KbjANAQhAAAIQgAAEIAABCEAAAjchQBoQgAAEIAABCEAAAhD4SMD2SkO0/RDXeMGn8dH8bAM4qxbcaImxCXFGIUY7Ygh2BKtrUyVU/NFbwHM+DGnQRqUrKKYisdjGVehVzOaKwJLP3n9aZh0JgpWpXfNDPjo1QYSDYX2Ywu6fzqrZatugy7Vrt2ZXNSsmDp1/aWLo57pEaiyHcBlGc19yHujBpX83OLed7g9e3pi/XNb84UNfgX4+x6XGfhgNqUMAAhCAAAQgAAEIQAACEIBAWQJYgwAEIAABCEAAAp8JaD+k30fzyQ/b/xoU/guPVmqt7PRps007AmZrYtMs7appq8OGKx562J5U0cfY9MNy6zQe+Ws/rKqNASt2HMbPfHU7lFZPG8E7zG1aan4Vw5PvifO9yfb7ReY5PLSxb9NUD0FUrVH0MMu6MaSnHIs6wdipBHTd2HlO14/KU4MJ6fvKbqGH6fxozmXxrd7fnbd3Y+XyxRIEIAABCEAAAhCAAAQgAAEIQAAC9ydAhhCAAAQgAIG1BLQf0q/RvpfUN7siG9eeyct4N0uftgFsx6dtYs2srHoP3ZVfrjY0tmueFOp57XBphyhT4qxYutE6G6Ju28u5HC2uFI/Pq1Rqtyz5adKnvFbylJmVF1fW3Vf1hqur76IYEZinN5p4WFMRNeZNpRUnHvr3FJKuofOj2QpCLKVP6zWnV6vy03zGv4OAnUvO53mnCs8QgAAEIAABCEAAAhCAAAQgAAEI3J8AGUIAAhA4mYA9BT45gsz93FZlNqVANfOSVQsYnjGhLaJeh/gbhyHf1tcXVjvuGPkcNSvGIU9SRReYPpjAtc7ntaI54FSc8t11QF6/6oLz+atnnrwvQIAQIAABCEAAAhCAAAQgAAEIQAACELg/ATKEwCoClTYcmmiG/9SEGE0hk9o7tCZJPZO2cIK0Zt3SuQ+bOLatt/jeyZYUPMx7eiO2CUGvZUuh7s/DaA4y9/qztZ3a4H8Gu2sHa5dUDK1dR2GQ5ak3ziSr7j10rQhlkhnztlXT8bDPpDidkw1XO3RTta0iquNC92vYad+w2JUxH5+il+ZnHDBi14retO08ja8nu4fStdWNHvHp3xPypb+7X/Mcy0cZzXFKd0cZF1g5jYC+a97pLzC7Dux+Cq6/AWoQgAAEIHAcATxBAAIQgAAEIAABCEAAAhCAAAQgcH8CizN8hP9CUmul7flo3+Fhm15dme3QPO0l2rPewYPV9cx3aD9XbPS5o2v59pDKruewzyynw3we6mjEdNSsE8ohTuqEvsfqj6a9B9ll19qX3lVi47K6ypkgjsUEbv97dTEJJkIAAhCAAAROIoBbCEAAAhCAAAQgAAEIQAACEIBAYQIfnvvObAAXDuJUc7Zdox3wtIFk9RDtf2FQqP4TzcNI1vN36E28v9Z5NcW4xrvmSwvXJP4L526Y9uE632Bx6xIxsdtK11wyYfVU8rGPQM91n5Eiq6NdbHobWGURg1WM6LqTdhrXdSylt60L2NsZznHLlat0nMdjPSk36ViveIMABCAAAQhAAAI/SYCkIQABCEAAAhCAAAQgAAEIjAloy2PcV7j9A0+AbbdGr0en3Rqrh9b+FwYV5jljTmfSNTPldt3KN0sq8c/aR1R1umf8+J+9nhku1z0RQznj2ywpJNc2C2esyq8n/aMJ1/Gx6N8y6PpRebz3gz2m705nrfJg/7irREDnUqpkHrMQgAAEIAABCEAAAhCAQCLABwQgAAEIQAACEIAABAYC2uZ4euY+jFSp/MAG8B83JauNr7+eX66lK80ATJXW/XJMzVPfP5s5JY1JIt5vNAwXti2pfOhcJ5l7va0puct6G3fKV3JP1yoNRfqHD9eKak00uo6kNWvKzdWmrySOsuql6itUaWq62s22l1YteVz3sp7MUve4ztWcXhbpLedcLxO+rcOug6d8rO0ppO9hb1BCAAIQgAAEIAABCEAAAhCAQCUCmIUABCAAAQhAAAJ/BPRcNhy7v5E9Ff6L4141Ac1kGxn5psC9cl2bjcF4+mPYar+zoXFXPs/7xqXm+DaZzoHa15A2iKRrRHNsFN9//etach3LTt503eiqdqnvvnLOVqZfUN+Rqc7NNSM9KKqPAL7rfB5EDTcQgAAEIAABCEAAAhCAAAQgAIFCBDADAQhAAAIQmCNgz2bTRrDKuTll+n9gA1gpZmqb0NgOjqsMxitZ0UXjT/+V99LYtHm7dK7mab5L7WtLm551I3QWVto1FvTfTE1lXa9YP56A/pp5NLcuqxY8dM/m2mrabWxd/73r7Ot9f/C6d6X9lhZa+N3ztRDQPaaRBQQgAAEIQAACEIAABCAAAQhAAAL3J0CGEIAABN4S8GfBKt9O3D1Y38PaELWrsnbN6vlyIq1eeO0FnpLv/6bSO2uFLidz+vMZa4fx5+q8mjCc5x3PBxP4hUv6YKRF3HEbFsGIEQhAoDABzEEAAhCAAAQgAAEIQAACEIAABCBwfwJkCIErEbjUBrA2VPTwXqoBSe/G6u29GrbX2GzbNjRVdkQffRiPEINOrYi+U8h+nPqa+VrzSSG0reKRXc1VXJnbAtUplA+zm2Ru/e1fvRko2VCBwwwb5eBKhq0vleEyPyLu8qAa63B535XLGI1rClClzmpqHPIRYwwxdvoXYpB070oxxlD/R/fLEo0jESdp3H/ftm694V63NO0yt88Ph97ylUbT2vgI0qi7XFM+TY1dUU38F3Q9bdFfQI190WYKVk/yGdm1YH6Dy4cpIQABCECgJgFsQwACEIAABCAAAQhAAAIQgAAEIHB/Au8z1DPZp2e276eXGNVT4hJ2itg4YjulSKAXN9LaBnMXohNVOVY3Y/pzPFft6ZlLe7u9MtuSsWPpmt3z9of9IQRzoF0n6cNMhiEAgboEjvxqKZpJicBL2CiaFMYgAAEIQAACEOgI8AkBCEAAAhCAAAQgAAEIQAACEOgJHPwc9wIbwLVD0Cad+UibdFYa52iQXdY87jjCU8ze9AqWe9IRjq/tI53+LMQi59+uo5D4OmeVgZ+bE/BrR2XxVPWvgHIVd3B/g8Ntmacqpnn7anXFJ10tLuKBAAQgAAEIQAACENhOgJUQgAAEIAABCEAAAhCAAATGBPQcWDrgbeBuR3QcwGntfPOyVBC2HaBN0bRb09nXZqCrlJfBju0B6s+QuoZ+KvcjYOc6BLu+njSf5lEjeURH+fwlP/7dofKX8r5KruKu71eVszHpJpgd/IUB/a6TfiFXcoQABCAAAQhAAAIQgMD1CBARBCAAAQhAAAIQgAAE3hI44Bn2yRvA2kEzabdbm7Si4aXqhaVk324a7PSnTQkeue+EWGm59v9zrXdj1+nU275PRu2OVXu98SIrzHvaii5iDCOJjDBLAAAQAElEQVQvBPTdoXt8I+cXe3SsI5Dz10qdB5XT0re9Sb9bJE1SKal+tvR77p0+xpfllnKytq9Jdr1BCQEIQAACEIAABCAAAQhAAAIHE8AdBCAAAQhAAAK/TiA9o7XdwrnyID7ZU+ODPI7d6Kn+0GdAhnqpimzmCkGbOK5SXnI7eUo1/eQ+f7uuzdmcgLaGpLyvRF1+XLInH5lO3PxVNC6/5lR6H+V+AjrTsqL7WxJf71M/qkvAWXspb+kc6JZU49IqHFwOYdK0/c7T/7mYHKMTAhCAAAQgAAEIQAACEIAABCAAgToEsAoBCEAAAhC4DoHzN4DTW5U1gSjFXCE09vDctcWzNh1cS9evnb/ULvNEINqHzrFKq+o92LQZaydazQl9Pv+yJU0sHro07ho6D69MZSkayvHwYH7AoS4tSXx19u+dcrqSLEUr05umVr3YMXX9XyxEwvl1AuQPAQhAAAIQgAAEIAABCEAAAhCAwP0JkCEEIACBixGwp/oXi+jq4Yx3fLzt5QXij/FCwVTn8Uu5roDJrtgKWMum+pWmUlq26iazuJ5uciJJAwIQOJoA/iAAAQhAAAIQgAAEIAABCEAAAhC4PwEyhMAqAtpgkFYtWj/5pzaAH8ZHb+5Z0R8ivFwP21h9pDeW/9aoPe6P+vuw/bzW1rSa3ntUPcYYHm2NHRWdzs5u99k7vWuR3kiMYUApuHr7d1O+OkmfNDbcBjuVvaKVjcnKxmQDjWm8omRb6ba9QS/V1JupKtFnAjF25yrG6TK3EA2y2Pq92w4XXj6LegkCurYfcfrP9Vv38Fccgr4DTI/QBK9Ha8c2BCnozyBLwX5USlYdDrXfaZhYuGIxhndyd3NzfHwoH0Ptye5fLzUIQAACEDieAB4hAAEIQAACEIAABCAAAQhAAAIQuD+B1wz1XFfPrF9H+h49z5X6ZqXCnppXsvw1ZrWdUFPPIGxf4rmjZCsZtw+lU9Luz9gSuF6GMUihb/8MAxL9REBXxKc5jO8jkG69fSZYDQEIQAACEIAABE4kgGsIQAACEIAABCAAAQhAAAIQ+GkCF3jIfZEN4CZE2xGvs7FiVs120Ctl/Y57NPCuLRdgMrVwYfJj/hZOZ9omAo2tkqxYfNh1kTZ3Jxak89WPp/rEnIt39dFfPMrvDM/vaZXfmcGKqNN3p+4t14q1VaeujEdv+VaNB+MQgAAEIAABCEAAAhDoCVBAAAIQgAAEIAABCEAAAhDQJs3JFPQU/eQQalOwHTw9/E+7Nd0r1drAdU0lP/7To2qblampq/tqZ7s6oFss0HmV9iajs2xK14qVwVTghO2Nast6i1zRb1nKmg8E/LtD5Yep3z+cvjt1b7nKppS+WyfusYmuJ8d1onlyQQMCEIAABCAAAQhAAAIQgMBqAiyAAAQgAAEIQAACEPhhAnqw/fRM/VwWsxvAejD/Tp/Cfrf2byyGRxSR0L2L2TYV3wQO6f3fd5s2jxgsnjD5k69L+4OTsz537ln72fqPzdCNlG9zJrh2EicxqL9XOpmq5xN9y7QvZUvKp1ysrvA8Cy8Voq7j7oZSC5UioMtGbPsrJL/y3rm4x1h+gRXOSDzF1SXOurYbG/hTE4L9fpDa9E1eOAjMQQACEIAABCAAAQhAAAIQgAAE9hFgNQQgAAEIQAACv0wg7Vc9LkXAnqpPxFPxYf+Et+cue+j/3LG3JeC5Qtrk9c2GKevagBhrah59VyCgC0bnV+WneHRhuz7NlT3Xp7nXGxcRXePXi+x7I9LVoOiH7wZreJ9Vb3qkK8lyszL9ArNqoUPsXLlJ9eXtqbqfg6mxa/URDQQgAAEIQAACEIAABCAAAQhAAAL3J0CGEIAABCAAASdgz9KDy/vOKSc3gBVaSK8QarMsHPIT7am/3vYq71Ep5iqTjmKVyljDyj4COr925WhXyK/boT5h2abqGn/43FROzPvYZYbS24jyL31cUG2C3T7VbL833DPo3858P/ceo/quSrJ0lL0VHIcT0P0mHe4YhxBYToCZEIAABCAAAQhAAAIQgAAEIAABCNyfABlCAAIQuCiB1yfoS3c03s17N3ZRELcIK3FPHyHGmHSVvNq0QxlDsCMU/ZkyqD5T8tk7y+vqsuEuFlXUcRPdLJ0rnZUcrerSleIjFghAAAIQuA4BIoEABCAAAQhAAAIQgAAEIAABCEDg/gTIEAJXJpBtAMfwsE1DfyuytboU0i6ZtjqepXlpvs17KWfWTNlqbGfw7226ZDXU+nlYClJuX22X96d4bMMwL33My/Ea7/9UthbDpznbxx+21Bwo9nQOQogx7lIo8BNjE1r7XwgxhKAYrShx6K3TZPPVmC7sxsYaA55k9RSCTTU89pkfiuud8rnP9dau36SHZWiptUlWt/6H6Xl22Zal5iklw+maTLWjPhpzJG5WnHTEGEOM27UmbH0fNK8XzxoTzM0IRKtHu4elYGWuR2jsmyKXTe6P2IYQw/+Sgv4s9ZQCPxCAAAQgAIHTCOAYAhCAAAQgAAEIQAACEIAABCAAgfsTGGWo/RLbIBr1ntlURJn/9Eje2iqtSIfqtZQc/NSH7V0ckm+MMUTbeD3E2QInlfdC+whiX+aF+qS8b6quOVOampv16YRKWddvVcWMjH+LANlCAAIQgAAEIAABCEwToBcCEIAABCAAAQhAAAIQgAAEfpLABfeJbANYGziu7rTozcJoH1LXU/czea8ARybbEEOb3iYzL3rLrG4qz9ZpZQTsUstaZauyLdk5Lmv4vbVWw/KZS32/IPFWnspddZf67q1o591170zJDgIQgAAEIAABCEAAAhBYTICJEIAABCAAAQhAAAIQgAAELkSgecQYJNvTyMJSy5V1V6g+bP9Isv3mCtbNZNqpeVjF8tGfCrXamYele6b7m/rW+ZXsHB+ZYTqZ8pnrL4DfqCl3sXfdP2t9V7nun+0FM1zyPa450gXDJyQIQAACEIAABCAAAQhA4H4EyAgCEIAABCAAAQhAAAJXI6DX9lJMrW0Ep0poQ0x/r7e1pmRFtUM7aFIwr1Jj5RBSNa9nGtZ+9Jn+j/Ot8yrpfErmWW9gS1YtcqQNnvwa/av7dmReBoVjjvvCagUOnVCXXb128xQwusxEcptN1X+ftied9ZaqynIut/vH3HvuWrZ24aR/rGIJKmvJqnMH/aUJ6H6Xpuw+fa/orp+aRB8EIAABCEAAAhCAAAQgAAEIQKA4AQxCAAIQgAAEIACBSxJotKkhvUan7Q3X62ipnuTBNlamYyjhRZsBprRxYGUJk9hYSMBOrO+6LlyxfpquIJ1XK7Ujqk1YN+LuvfR+lTY9n6qu9XIjfZn8r7dSdIVCKWrwkzE5NP66v6RP0794XJkqfH1XJVnD+6zKcRgBu94++tIc6ePEShMwCwEIQAACEIAABCAAAQhAAAIQgMD9CZAhBCAAAQhA4LoEmpB2MrRD9hykv+v33FunVXcTpc8kvSGmep0csPqBQOL/Yc7mYZ1Xu4Z1LS/ZcLYLTiukYPXNbn96oegZ8x8EqH3+JDv/ImAFBwQgAIE/AtQgAAEIQAACEIAABCAAAQhAAAIQuD8BMoQABCAwS0D7J9LshEMGzo/gkDRxcjaB4S+MFw9k5Rbc3Td8V+IofjpubDBHq7p043RJDQIQgAAENhBgCQQgAAEIQAACEIAABCAAAQhAAAL3J0CGEHghcMENgyaGNkjByi5gRRnDw3qlYGWo9tOGoFfpQv+jPyEr9c07Fukl1WqJaT9fTOXAShUXUNu2dhXpuiocTHqreJnd1lxLmi1K1lx0xBhDjHNqRmN92+6qGGNoTKHij64l5eQuHjHYfeutUmVjhiQrno6HtXLv1rz5oa+q5rdSPv+M6veBa4hm4nrUnKdxzZGGTioQgAAEIACB2gSwDwEIQAACEIAABCAAAQhAAAIQgMD9CYSg59Fjpd0ZPZOWQvp52N7YO6VJFT/+InlyYjtJwfU0QGMngar7R8l4+tgZZfnllfdC+4B1zfZVioMI/B7z38v4oEsJNxCAAAQgAAEIQOBrCRA4BCAAAQhAAAIQgAAEIAABCEDgWgRmNoCvFeSuaNJrkkrTtm3SG6O7rC1b/JOzjO9peev8SmfGcFryhRxvZad1xl73llQomiub0ZvArivHSWwQgAAEIAABCEAAAhCAwAEEcAEBCEAAAhCAAAQgAAEIQOCJgO2ZBOmp8/DG+RHUTjnt1PR/rlavZNf298G+tss+TGF4NQGdX6nM28+yMtankPTvDHzOd5ZcmUvPm861a+ka5q0goO9p14plTIUABCAAAQhAAAIQgAAEIHA0AfxBAAIQgAAEIAABCEDghYBvML0MHNtx8gawbTppJ8Vz1huEkrdvWGo/+h5p2bkb/kz4uH5QhtokGv7b1fKpu0rlNmn1WG5p3D+0LXW/hL3P19QudS2Z+8GN/vu0y29ozcwlM95WHY0J6Dzrv7Ps51nleE4Iga6tBHQ/S1vXsw4CEIAABCAAAQhAAAIQgAAEIHAcATxBAAIQgAAEIPCrBLSP+U4X4aIdn4uEUisMvRlqShsLVtZy85N2tf3YK+2GqX40CDnWebVSO6JPG8LrYzErQRt9Lm34SZ8sLZnzyUaRcSVQxBBGxgQcrV8bakvjebT3EtD97Npr6+j1+IMABCAAAQhAAAIQgAAEIAABCEDg/gTIEAIQgAAEIHB9Aj+wAawUTdqNv8Df3L7+JbEhwrQLZpu/qdywfvcSO796G1k7cyp329tgIF1f+bpjYRj93Hm60vVG8FPn28bYwtvJPz2of2eQZBSgZhA4IACBjgCfEIAABCAAAQhAAAIQgAAEIAABCNyfABlCAAIQ+BIC2jn7klAJ83oEPm9yxhhDjLFi6G9sfw4vhDfLw46fGJY43+Hg09KT3X8K7xvH80tFdekb8yBmCEAAAhAoTwCLEIAABCAAAQhAAAIQgAAEIAABCNyfABlC4JsInLwBbLtUepXOienPNEvevmGZXlK9RV527myTM8YYYiOFroxNiPFfiKmMIYQYorUfreaHsj/prds4abOxXslCtFoImiUpCv/jsunPNkfr7RVjDI3Jog8uvUUrhbkfxWDq5sijydrRPMYgT3ML9/frWmqD+TN5GazemH+V7zX2LzLe19ns1nvfOWVr140UYwxR11RjZabjompCNK5PbK0dXMcFcl9PYln5nhnDa+y6mtJ4Hm0IQAACEIDAGwIMQQACEIAABCAAAQhAAAIQgAAEIHB/An8Zah/znf5mnlprTvX+g87zbbZfSL/Rpp1tshyTa/zsRlNcn2czAwIvBHT5hF+7kV8o0AEBCEAAAhCAAAQgEAIMIAABCEAAAhCAAAQgAAEIQAAC1yRw/w3g9Jqk0rRtm/SGWcUT8VOmjWeQrpC0zq90Zjzyn7N45I3D69E2KKXDHf+AQ3HVlSb9QLo/mqLdz/y++NFzT9oQgAAEIAABCEBgIQGmQQACEIAAsIwhIAAAEABJREFUBCAAAQhAAAIQmCKgzQNpauzAPnvKfaC3M1yl3RptxmlHTOUZQfz5vMA5/wtmd21JNmIuGf/d/uYMyL7JzrV9pj8i6+WRe9ST0fmfAZgcrNeZ/t3DktNTL4TbWk5sLbuaV7SZ5ziTACf3TPr4hgAEIAABCEAAAhCAwOUJECAEIAABCEAAAhCAAATmCQw7VPNTDhg5eQPYdqi0m+KJ6o0ryds3LG2P8kuzsnOVdlPzck0qtqNSejNU9rK/xduqnoen+poQd831G9rKFNcuY4sW61qSNNlL1dN/21gVVJSAvqrE1q7koLrKzAHVryZgvwr1u8f11bkQPAQgAAEIQAACEIAABCAAAQhUJIBpCEAAAhCAAAR+nYA/R/Yy2PPlgYntEQ31cyt5VOdGUs27YJvSppyV1fz8gmHtqPbS7pf0KW1xT1oy+ZOxqXHZ1Xm17V/bBbXPoB7X1Ipj+hSTdIy3sRdtVErj/vJtXQ/lrV7Roq4pxaUyyVJXqT705QR2n8gvz5/wIQABCEAAAhCAAAQgAAEIQAACEFhAgCkQgAAEIACBCQIvz5e1NyRNzD2w6wc2gJWiSTvxT7vwB1K+m6t0MdvuV3oj+ENy4p6k+R/mbh6286tY9Fqmys12vndhSv2U8HVexf8U56c4VcZJdh+oPCWIw5zq3PbSfXyY37Md9TmfHQb+v4MAUUIAAhCAAAQgAAEIQAACEIAABCBwfwJkCAEIQODLCOgp95eFTLgQyAncfwsuz/aSddsIzeNS05X3f3s9v9JUl749p8Xx64QunsxECEAAAr9DgEwhAAEIQAACEIAABCAAAQhAAAIQuD8BMoTAWwIX3Sw4eQPYdhWiycmlPxV8/mvRHk6JMsYYYvxTaJrUbvq+Ej5q2ojxX4hJXdwxWi6NFEJswrofvUEorVs1P9tstXa5tG0bYoyhsYBitNgy2UB4q1DqRzB6WVwhZPXULuXnz47e+pW8R3/yWfL2EWU0J9FyjcFORAihtXu4bR5hkPV999GfR0sitiE0JqvaYflarlbhuDCBxr4L3snOqF20OsfjJOz89tf0eIQ2BCAAAQhAoCdAAQEIQAACEIAABCAAAQhAAAIQgMD9Ccxm+Aj/2VNkUyu14WF7VQ/btHHNLjxoYOrJ90GucfNbBOJvpftD2Wpj9IfSDVzJNzrbw4b+jXIiFQhAAAIQgAAEDiCACwhAAAIQgAAEIAABCEAAAhCAwLUJ3H8D2HbbQ3oD818IranG9s3qcyzskraSVK42cMACxSXtdeU5qtxra2a9zq/O8yXO7UyMd+5Op9Z20uIjnYGoqutr89a1L70mkOf3OnqznnRviYPrLvlZPsrtLumQBwQgAAEIQAACEIDAcQTwBAEIQAACEIAABCAAAQhAIO2LXBuDPQW/doC7o9NuTTKisyGlxnU+bKPsOsHUiEQJPsywSitqHLbxGNJ5rujjTdwMicAfe91lLo3cTfq3Bq675faST7q3dP+6XmZ8Z8ff5fqd8RM1BCAAAQhAAAIQgAAEIHAKAZxCAAIQgAAEIAABCPwwgbTxYc/K9dw8WHlxFCdvABst7aQ4JL2RJXm7SKmTIOmJv/lL7ygWMbzBSGP7lM2GdUcsUVy5Svs0/roppFKmZUtyezq9Xv+BUnvekqeq/z6t5O2jS8UiHe23jL/82lf91aq+qvTfWLYrObhCCK8T79jz9feWnVP9bnHd8RyREwQgAAEIQAACEIAABCAAAQjUJIBtCEAAAhCAAAR+mUDai9Je4/dAsKfi3xPstkj9hGgHQ9pmpfyqK8VSPrvBom6KJG2ZDb2FKzrHrsKmMQeBnoBfwSq1GZzKfuy+hd9XVuo+/tZEdbKqxI5RCEAAAhCAAAQgAAEIQAACEIAABO5PgAwhAAEIQAACTsCelae3f1V63zXLNxvA2qCUagduPo54Kyvt2MhX7XwW2E/5Wiynvo38Ic4U45vL48PyYdjtiP/QWbqiOF2lbWPvNwnMX0/pzrUNxVTeHo5zsFL38m3ytXyCdJuESOQMAviEAAQgAAEIQAACEIAABCAAAQhA4P4EyBACEIDAEwE9V3Y9DVyuoSgvFxQBbSSgHakrbypvTGvxMtuUWzyXiRBYSSDdXv0a1aW+ef+Ce+v+55gMIQCBVQSYDAEIQAACEIAABCAAAQhAAAIQgMD9CZAhBL6ZQLYBrO2MsUqkNrY51S7hZ9pGbGJIilbGJsTGFFU/RuOo6u6j6JXzGEJyYmVy3tjnEtm0/NCfe5Xyvr11vUEo7bXj62VL8vYppbP9c962bYix5y+G0t9wsZpeqpbc4MNcSt4+ooy6p/pcFYt0hN9yPl7PX2db95LUtfQZ2xAak+qoAoF0n+h8LLfd2LX3TnbG7PtwyqbOrbTcFzMhAAEIQAACPQEKCEAAAhCAAAQgAAEIQAACEIAABO5P4DnDtBc19az5edqVWqNoo8Xmsmqxw22Oy2IOMHR5Ajr3lw+SAAsQ0B6pq4C5y5ngSr7cKZkPSBfi/CgjEIAABCAAAQhAYCUBpkMAAhCAAAQgAAEIQAACEIDAzxL4sufNow3g8WnTVodrPPap7etUfpr7peOXDVun1XV2kDr/ikVlpVj0Ly/Sq6cVfbyErpykl4Gf7tD3n07FoMvS0LmT1geoN4Fd61d/2Yp0b4mT66j49/qz9Yr9qHDxAwEIQAACEIAABCBwfwJkCAEIQAACEIAABCAAAQhAINiz50HXxqFIswjT9o21VVqR/paw6pLaa7VkQ85s609/SmvNf5o/uH+EoB2blE/g51ACdn6D8a/JXtfOCef3UIw4uwyBYXN7+H65TGgE4gT0teN1SghAAAIQgAAEIAABCEAAAjsJsBwCEIAABCAAAQhAAAIh7Qlov8t1bSbZBrCemI+1JnhlPtaS9fLZz0sbeQLXt3cXsiXJkPlJm4TeVt/xEqF6Xu10XvatN/E39jrHpQDIluT2qsI1tsO/6lDdnZ5X6nKWPAL992klb1PmBHTOcuVjy+ra+NV/Y9muZP1zhqRlK683y3NRPmNprHrEum/HGpzqPA2NhRVbo+8+18JVTIMABCAAAQhAAAIQgAAEIAABCHwgwDAEIAABCEAAAhAIQc+z08uO4Wt+7Kn5XKy+zTE3PtWvHbhei5bbpLSDZRuDVcHJvvmaCvlOfVdMUTdFUs3gdH5ddzqh5HIlAn4Fq9QmaSqvFOCKWBT73PR3Y3NrTu8/POjTMyYACEAAAhCAAAQgAAEIQAACEIAABKoTwAEEIAABCEBgTMD3olSOx67Vtg3gfsO2e3e5THTpYXxvN9XnzNoc7aQMb1bOzdvbb2mWzG9ROPIpLZpcdpLeghPTxLas6e3W3l4I282mleLsSh0FPj7Z+zReIIQVJtK/o8jm601gKeu6R1XXdq7NWW0/f/atFcQ7lZv9s/AtAT/Hbye9G9x+ft9ZZQwCiQAfEIAABCAAAQhAAAIQgAAEIAABCNyfABlCAAIQmCTgz55VTk64TKdFyDbGZc5G8UB0bosbva7BmnvM182ayA4ikN9NqksHuS7u5ptjLw4DgxCAAARWEGAqBCAAAQhAAAIQgAAEIAABCEAAAvcnQIYQuAMB2wD2NLQl4PI+ld63pNR8k6am/0Km7ciluvUtOXa/9TV2ovSkvj+9EZu1++4yhezmmrZqRKYHSvaKeXuIp5JRr7dV9HrJz53qHo7qkre91Ov9krePL3U5S/Lspeol3/yNMYYY5yV/15bOnTSOUudOGvfPt/XWb0m2857qj3zKxf+7wH+RiJX017Or1t+7TfgXJmXXXLNAwVYH2XoJRrFKLwN0QAACEIAABLYSYB0EIAABCEAAAhCAAAQgAAEIQAAC9ycwnWF6Dt1Mj120t/F92lSGOBOm+j9ptNSnj7pfm5r42luk52kPVH6kIpYxspoA7FcjY8ElCXAlX+i0PH3HXyguQoEABCAAAQhA4GYESAcCEIAABCAAAQhAAAIQgAAEfp7Alz2Ptu1qbWf0egq+75vdFC51qs2Pds6lUiZf7Fia+SuSL+MrO1ZNN9/VGa4K6NjJOq9Jdp5reR7sl/QhW1KtoMvZ1duaY2vR7mVp3H9UW76TijvU/ZRrzoHPmRvf3p/yOpnv9ugXrkz3lBgunM80CEAAAhCAAAQgAAEI3JUAeUEAAhCAAAQgAAEIQAACEBgI6Lm5a+i8ZMWitJ2M7vXfiQCP2AAz//ERghQK/wzhy775mc2zsN8nc+b7FL9PQdy7oWtHu3JFOc9fL/eGWSA7oTMzw+1n9bKH7ilXWctLrOnfkriWzL/aHMWufzQgXS024oEABCAAAQhAAAIQgAAEIHAlAsQCAQhAAAIQgAAEIACBgUDa9PC9CZXDyCUrTdDGmaTNsxS8PlxHxNzvFslV2sgrCU22JBk3PylPb6tvjxpbnEm7KtbTHfM+RLab84Ofpd8qHF8vq+Bm507/HdGnt7Tnz98PnrXJlHW5awNRpCS1NVGnwKV2WcmTNGV1fD6n5uzrU46PGPRNOWifxWNX5/G/ePZ708uXCXRAAAIQgAAEIAABCEAAAhCAAAR+igDJQgACEIAABCAAgT8C2o8Kc/sTf9OuVLNdE9sY1XZG2hz10GwLp+/2njqlOUl+BU2q4yWkk2K+aplPdo1ZKv1D+UjepqxHQJxdW71w/taQG+4mYZOyxaNmNlKoqi9aVyGTS8x4ziq1mZrKJQsvMkfxKhSVLrXRGgLMhQAEIAABCEAAAhCAAAQgAAEIQOD+BMgQAhCAAAQgMEfA96JUzs25Rr9tAE8Eot2B9EakbeWk+sScYl3VHVikStNysdrRR2PpdVIMuXcbyJvUdxAQW9cOMywtRkD/rkMqZjA35G+pqsz7n+r1rgd9kyi3VD75/J7GN8f+PZSJ9HYESAgCEIAABCAAAQhAAAIQgAAEIACB+xMgQwhAAAJvCfjeg8q3E08fvH6EpyNaGgAbuktJVZu36xTsWlwtpasa1gZiik3YpNS498eQs6WpumRVDghAAAIQ+AECpAgBCEAAAhCAAAQgAAEIQAACEIDA/QmQIQTuRMA2gLWN4epTU1N/FtoUmxhirCVz37usU8i+1FvX320NWTt1q71FafHfh14JHFp/9h6xCZ1ssG2MaD8WrW0tff6MSv/ZXuMZpEUAe+7p/Od1X5zvYk6N+7xrlg+7nqRoaUhLo4wxvr2/5+zIR3qz3SaIltq5rLvCIU9SblptKe9TXX9+QVK9jJSfci5jra6VNgb73nmWe7ShEHTf5Er3RT9D92lfPb3IY5yqnx4gAUAAAhCAwA8QIEUIQAACEIAABCAAAQhAAAIQgAAE7k/gfYZ6Pp0/R38/+xKjtnOi7QBpFI+6pFF3+WZFJ7YZ9hev/Eh/PWfVrhHFWdnjFwLfTeAb7t+nr77vxk30EIAABCAAAQhA4EQCuIYABCAAAQhAAAIQgAAEIAABCPQEvuzBu20A94Y+VjkAABAASURBVIGfVehVtbRrXjMUs538eJLW3uLTl28p2yZ4CNEuktg+QmytssUWa54JGNsghW/YmnsOndYWAifcv1mY0W5bV9b9VVUnGOa+B/UWsPRVWREsBCAAAQhAAAIQgAAEChLAFAQgAAEIQAACEIAABCAAgRcC/nRd5cvgpTquH+EeXNEXP4LttoYQbOfGPi91aJNFulRQ3xrMcMIXJGDXRJAWTO2nUCwjoH/o4Fq2Yn6W/qy1bM3POH5E8biO917Io74KpXQP6D6QCtnGDAQgAAEIQAACEIAABCAAgS8nQPgQgAAEIAABCEAAAhB4IZC2oPQs3fUy41Id19oA1lucUjFE+Umw3Q69tqedm2L2VxiyTd5omy1SsPqKlfeZqnMrHZKRLu1c6c7sPeu66KsUxQjo1koyi3a3FfvnFrKljWCXfJiLo48gv4pB8bgOD2KrQ913uabs6HtJmhqjDwIQgAAEIAABCEAAAhCAAAQg8BsEyBICEIAABCAAAQi8EkjPzr9rb0k7ZK+JHNqTb8zVcqyToi0b2T/Cn/x8ksWkDelP024zfjb3sX/jbxvyt8F7kUR0l2mjdNCOuJItW6/SiuEYt4eByhX3qzLlZ/5Ut+KLD7sP9ItL+uIs6oeOBwhAAAIQgAAEIAABCEAAAhCAAATuT4AMIQABCEAAAp8I2DP1tLek8tPcc8evsQHsb6ZVY6E0xxuA1ZytMNwG7QFLKxZ92VSxl67I/8tQ/li4umJcV0o9xdSG9F+cVj1c7Eeb08tDsntT37/LFzATAr9HgIwhAAEIQAACEIAABCAAAQhAAAIQuD8BMoQABCBwMwL29P9mGX1Mx3ZuPs45asIVt4+Oyv1oP1c670fnfi9/Z901uV/VpSuSXXSlK3jpigkQEwQgAIELESAUCEAAAhCAAAQgAAEIQAACEIAABO5PgAwhcEcCHzeA27YNe3QuNKUn9VHo1bizXrdtm9CGTkH1qHr86+tDpFhPINpGll2l6Y3Mv9UPq0pWpCPfFtM14UqDX/sRYwyN6Z9lL1kjSDHGEONnhS/5aez0uaLVzwhbfhXDGb6X+NTXm/4bxZorRFKw75okdWbSnSEF/elnKRt7qmrsnZ4m04AABCAAAQjcigDJQAACEIAABCAAAQhAAAIQgAAEIHB/ArfNULtgt03Odlez3KLVJSs47kkg7XjdM7Vfzupqd+3V4vFrg8vfSVBCAAIQgAAEIACBvQRYDwEIQAACEIAABCAAAQhAAAIQ+G4C994AHs6NpanX44b2ykqF6dF2a6QKpjEJgdMJ6NpO2hmJ3riVnZ1mii5XPK6ihgsZs6+WoE1qqZBJzEAAAhCAAAQgAAEIQOB3CJApBCAAAQhAAAIQgAAEIACBGxCwndHXLLSB4Hod3d/jtlXut/bGwrAD8ghBOzbPrwSHS/z4n1e9RDA1gjD2Qap+tmsEn2zysZJAf6qH22/l8ny6/qTxxf7tRh4edQhAAAIQgAAEIAABCEAAAhC4EQFSgQAEIAABCEAAAhCAwF0INDHGEGMnqwQpxq4dYwwlf7QvJJW0+d6WNh4lzTLP2gQ+azfJNnqjbYRKweqK6JtlNNN2+lz5mpvNVN7S6yA9X0ZAt5E2Z3V3SWorBX1juNQuIbtyQvJlhlW6rxK2F9i45BQxEItcHqhh8iolBCAAAQhAAAIQgAAEIAABCEAAAssIMAsCEIAABCAAgW8hoH2md/qWPCrHOfkGsDYV3K82XyRvlyhl31Xa9nR8aYuqH7rK9ojFpA3pPqrbFsNNeMyZvi3HiyU2nE3dTlIW36iZjayryocrX6m+vP2LdRgcddbxAwEIQAACEIAABCAAAQhAAAIQgMD9CZAhBCAAAQh8DYFSGxBfk/D2QCc3gLebu+pKpXnFq6IN2gOWrkpud1ytsU+6Iv/d2WFghoCuaWlmeFG3rhjXogVMGgjov50sDR15ZfhHGY+8d2W9v69XrmI6BL6KAMFCAAIQgAAEIAABCEAAAhCAAAQgcH8CZAgBCHwZgT3PtUukas/Gg6uEvXo2FGU965e03F4yKoKCwDcR0MZsile3k5Qax3wMvo9xh5cpAgef86kQ6IMABCBQkwC2IQABCEAAAhCAAAQgAAEIQAACELg/ATL8MgJLNweWzvuy9NeGm14S07N8yRenzr4RYwwxxmAfmyS7rtD/yL7LLPe9NQrtb0u9bf2HM/e+ltib2lLkHBRKahsA1bfYO3ONhR2kuRhSbuPB9CZwdj7G47Q3ERBr/Ul1XUc6J7rEVW4ytnCRfKR72ObrjKqdy7qLHsmXJapSfooav6Kx/i1dndcpBb+XZspHaIL0lFpv86lvccPOcu5r8TomQgACEIAABL6OAAFDAAIQgAAEIAABCEAAAhCAAAQgcDUCer5tT727sPQWsNS1Xj9tLM1/Hcl61lX1fNyeu69bdO5se6p/bgBVvbe5dW2JSXnf2fWrxVOTxy/lWpPjvO10udvH3UjfLZ/5M3jhEbuuLhwdoUEAAhCAAAQgAIFCBDADAQhAAAIQgAAEIAABCEAAAhCYIfBlz8nvvQE8nCNLU69HDu2FlYrTYtuEeKWYqsXSGEWJbTwDwbGSwM+88buSy77pD1vusuqmQ/e0tGkxiyAAAQhAAAIQgAAEIHA9AkQEAQhAAAIQgAAEIAABCHwBAT3b1rNp6Yxw5dd1hn/zafuLQbLqu0NRvhs/YMy2zPUqtlTa27DnaBdEND9BCulTNWnKpfpdU+P37BtgfUzP2aj8OPmLJxD6NgL6twSubRb+VunPH8vWXw+1jwT0Xer6OHnhhJevB/tOHf7cxkIbTIMABCAAAQhAAAIQgAAEIHBRAoQFAQhAAAIQgAAEIHBhAi/Pp0+KNcXhz8ZVnhTHQrfX2AD2YEtvWqQNCj8JbWhtE7h981+ubS0OyYryh+3Gx17ByvIOVlpUDLm03NuqT0hspIkhuiAQtFGbZCx0nUhW3X3IjjaCXfKx2+hnA+fO8HtxrpyKrvj3Z+7EvkfdfirzMeoQgAAEIAABCEAAAhCAAAQgAIGvJUDgEIAABCAAAQhcjUB6Bp09k057fR7kSduaiukpDo/ngHK8T7DQ5Umksuhi2t6xDjuZ9lnnkG35kfUYtJGkmqReSXXXp3Gf96ul+Lh+lQF5TxPQvaQN2iSborYVmw6tdeUG1Je3qY8JZIT0S0kaT9ndtu/UKnZ3B1bIAGYgAAEIQAACEIAABCAAAQhAAAIQuD8BMoQABCAAAQisJWDPxoNr7dpj55+/AaydoqAwpFrJy3Z6N7uWg1V280ii7dxLqwxUmZxHVcUBRn+IgP5dh64oaWvaWuvaauM314nap8z1nSh9msc4BH6QAClDAAIQgAAEIAABCEAAAhCAAAQgcH8CZAgBCHwxAT3bls5IQX5dZ/iXz2X+NUuzf0j923FL9kh+iAqpQqAYgcq3GLdusTOFIQhAAAIQGBGgCQEIQAACEIAABCAAAQhAAAIQgMD9CZDhlxPQHoT05WnUDv9aG8CthSMVy9rspbeL3aC2jrqrIr2grWY/1PV2jSZvdF1BXbsUH6FNiuHRxhBjTJbdZmrU+BDPKb34UiR9Zz6/75ovnPFcGULbtqGJGp+3wsh3EbBLOKQ/A25hP0xqWxF0VbvULiXdky69XVzK7q3s+H07lZR99/x1cy/+saAGAQhAAAIQGAhQgQAEIAABCEAAAhCAAAQgAAEIQOBCBB62t7RGC0PfNk3P38PBz9blU3qJWLsy0svAU8fB0T757hvaLuqrpYtsTzMMW1OBHwhAYCeB4dbS7Stl9kbNbGRbtbS9bVGwCgIQgAAEIAABCEDgvgTIDAIQgAAEIAABCEAAAhCAAAQg8IHAsDHyYd5Fhq+xAawdbKkaFEvTX1Fc4oM5bwl0b2I2oal6zt6GwODFCegtXWlvmLrWStjZG8dXrV9yX2qOtDkxfaeaNq9nIQQgAAEIQAACEIAABC5CgDAgAAEIQAACEIAABCAAAQgsJqDn4q7Fi9ZN1LN7ad2ql9mK8qXz2A7bMtefJ5VKOx5eHXyEkHaRzFfg5yMBnQvXx8n3m0BGnwkMt5ZuKSlboqb+vYWUdW+q6s9Ml7CzyTmL5gnoJM+PMgIBCEAAAhCAAAQgAAEIQOArCBAkBCAAAQhAAAIQgMDFCAybDxeLS+Gk2Gy/MbjUeV1dYwPY+RTfdMxPgnYspHSG3CNlTuAd/7axPfRO4ei/c57HSP0SBPTvKfR2bmPRSGpbNegOy6W+vZI9bQS7Km8I7w33mPV+r86VxaOws2zfAcFV3D4GIQABCEAAAhCAAAQgAAEIQAAChxLAGQQgAAEIQAACZxGYe66t/rS5elZgb/zWjM2fu3v5Jow1Q/ZUf830CnNj2t4xw9qstaLKIdvyI+NRH+gtAfFyvZ3IIAReCdgtpk3apNfRxT26Y135IvXlbeoHEPgZ6AewxAUEIAABCEAAAhCAAAQgAAEIQAACJxPAPQQgAAEIQGArAd87U7nVxjHrzt8A1i5ReqO0ZiiybbtSyY/Aqu1SGz0TcDYqn0fU0p59bJv0RrDaCAI1COiOddWw/7U20780Ojv6xgKQrOCAwF0IkAcEIAABCEAAAhCAAAQgAAEIQAAC9ydAhhCAAAR2EdBzcdcuQ28Wl7EvK2+cMAQBCFyRQGxiiDFeMbTqMf1m1tWx4gACEIDATxMgeQhAAAIQgAAEIAABCEAAAhCAAATuT4AML0CAB/yHnYRrbQC3Fo5ULH2zN7z1O2fU58yVc+uW9o/t6m+pZq+G620+aam5mvPEXjIfirJTE1pjqBe1c4X0d9gfNpMDAvUJNHYxuvQGen2PF/Sg7wkphaZ7T0qN9R+yI31aqe8D6WWefEsvA3RAAAIQgAAEvo0A8UIAAhCAAAQgAAEIQAACEIAABCBQkoCePc8p7S11zh5tG96pm6VPPYs26Vm1pK712rci+dV+3z4zT6tlU3rqVMNyFac5ht6vqW9UONo3nmaHKm7326bRn9uKfv6cUIPAIQRijD/zBnA8hChOIAABCEAAAhCAAAR+jwAZQwACEIAABCAAAQhAAAIQgAAEFhJ42nNcuObEaRU3gGVa+pSdbe9oh1v6NHXzuMWh11eD+Xpng7GOQDoXxixIXRefEFhDINo1FB/N7jtOb/3+7Bu/s8D1r38aG5Ws4IAABCAAAQhAAAIQgAAE1hNgBQQgAAEIQAACEIAABCBQnsDdt+Fs7yNIe/bPtF4qT//J4gV2EGzLfOHryk+Rb2rc/crbBGXTIu2nS5sWX3QRYe0hkN1bdksHU9az2fDDjHCdbcbHQghAAAIQgAAEIAABCEAAAhCYIEAXBCAAAQhAAAIQgEAFAvY8v/vPh1awfTWTtgdytZDG8RTcAJapXGNXc+2M0mEbwXOx0O8Eop2WsXxMm3Jep/xNAtqU1XWgd1GlNto3e9uE6CqIxS7FkHyZC5WtlQXNu6m3IRjtAAAQAElEQVRrlf5dmJdDhM1QowIBCEAAAhCAAAQgAAEIQAACEIDAKgJMhgAEIAABCECgBgE9yw7aLZgybs+0be8gSHvenJ0y/Q19yjvXQTEb9YM8zbmJaXvHRucuDBviuBwBbcRJlwuMgA4hoLs2OZrYjJ3oSlPXfsiHK1+rvrxNHQL7CWABAhCAAAQgAAEIQAACEIAABCAAgfsTIEMIQAACEKhPYOIJft6V1+sH89MeDtgAlgtphnN6nU/j0sycr+xWPtJXBk/QENhFwN8E3mNEG8muPXZuudb/tdAtkyMpCBxMAHcQgAAEIAABCEAAAhCAAAQgAAEI3J8AGUIAAgcR0FP9g1x9rRvtHUp1E6jvoW78WIfA5QjEeP8vuCHDE/61zuD7cmeegCAAAQhA4NsIEC8EIAABCEAAAhCAAAQgAAEIQAAC9ydAhicTyB/q5/WTw7q7+wUbwJqyRHOo9KedpenxGJvQ+IZZtbfauitKf2263p8tHjOazvfbevWCtstjb2zTz+V9v1rGGEOMz3IWMUavfnE5vq67tt7wbex+deneUrauoL/3LxXK3K83lfJVyOwXmdF3qMmYB6lQ5PruXaJC7jADAQhAAAIQuBIBYoEABCAAAQhAAAIQgAAEIAABCECgFIH03Fr7B38GH20bOv0XHqFXa6Vt1D1MfzM/1WTXpD2HXJ+WdePnfYqJ9BKBPes3IsM+Sp5TXn9Zt67DiK1bwGwIQOA9gRi1Dfp+DqPLCUBzOStmQgACEIAABCAAAQgsIcAcCEAAAhCAAAQgAAEIQAACEChOoC1uEYM7CLzZANaQtMP6oqW2vaMdcGnR/AqTqpi0vIJUxThGIVCZgO59qbKbD+Z/943fD2AYhgAEIAABCEAAAhCAAAS2EWAVBCAAAQhAAAIQgAAEIFCRwPn7ChWTu4Rp7ZtIn4K5wJm44iZp//q1XsH+RHB2XP/UQZqdcNiA/wnnqfKwIC7siNDKEtBV79prWX8FQtftXjushwAEIAABCEAAAhCAAAQgAAEIQAACEIAABCAAAQhA4AIE/M8cXyCUbwthzY5qtgGsaq5vS7tEvL7xu8RWzkr1HLvsLLFRd442zqR3Xv6z0N/p3VrG7kTALoSQa31uvumbl+utvK6QPW0Euz5d068W3vYwCAEIQAACEIAABCAAAQhAAAIQgMD9CZAhBCAAAQhAAAKlCPgG7lSZXqy0vQb91d9cg+9r7J8N4XxBRW/7uqI2TBbGbGdh4cxfmpZftIvzzjeAtUgXsaT6ufKNs6ny3MjwfjcC+u7RBu2gHQkmW7ZepRXDMW4PA1QgsJoACyAAAQhAAAIQgAAEIAABCEAAAhC4PwEyhAAEIACBaxHQ3pl0rajuFs2bDWANSXdLeUE+k/8qYcE6pkDgNgR070vbEtI/h9C/RFG5zUJI/wVtrZcCPxCAAARKE8AeBCAAAQhAAAIQgAAEIAABCEAAAvcnQIYQgMAJBGxzVy9anuD5l1xq70Say3n7Ds+cxZ/t573Enz31JP5KwG6Hd188rwuW99SyuzwCZkIAAhCAwLcTIH4IQAACEIAABCAAAQhAAAIQgAAE7k+ADCHw7QT27IfYBrAdQRpjsB369Le6x/1r27L9TmvtlZ0fYwwxuv5Z3dRYu1dIbKbiH8dhO15DVz5/6Dy8ojcw5dT/NviWUut/WTFGuybmNcWmbbtrwcupOdfp82t1HNH7+19/4jn/k+Jqy0K0D113Kq1a7MivXdkvZvjmhhq7ft/p5umTHgQgAAEIQGCKAH0QgAAEIAABCEAAAhCAAAQgAAEI7CHQ/xXdh20SDLJ9kUfSf6ErbZ9EbwG7Bn++J6Fy6KxRqW+z5xDmyp0RaF8kGsY5MxqS5sZvQHguNfohAIFaBN59qZTe/C1trxYT7EIAAhCAAAQgAAEIXJ0A8UEAAhCAAAQgAAEIQAACEIAABH6DwG9vAM+d43y3fm4O/RD4agK69aU6SWjTVtpr/dO/cNlrn/VzBOza0Pfg3DD9EIAABCAAAQhAAAIQ+DYCxAsBCEAAAhCAAAQgAAEIHEDAni0f4OVOLrQPUiOfC5yJRwgvr4AHfiBQnQAOthN4t7mrt4Nd2z10Kx/myP+8dNdz/qficZ0fTaUIdAIrmcYsBCAAAQhAAAIQgAAEIACBowngDwIQgAAEIAABCEAAAlckYFsgKSwvU6PQxwU2gLNMDt0Ito1n/TeO3ee4zMKiCoHvJ6BbPde+jPR35/WvUlxqy6L2DX1zVHX17ZXsaCPYJft7bYYQVpuQX8WgeFyrjVx2gV0beuPXddk4CQwCEIAABCAAAQhAAAIQgAAEILCKAJMhAAEIQAACEDiCAM+W/yiP9xtHbXsaH5Jso8H3VlRqv+XPyP6afOy3stmCsus3YrUZu9kOCyEAgSsRsDs7aMNU5da4tNaV21Bf3j6q7n5Vem6qH+W/qp/bJLKUEvMgAAEIQAACEIAABCAAAQhAAAIQuD8BMoQABCAAAQhckICex0uVQzt5AziGoH8V0O11V041N69N57xt9RSHlRwQ+AkCuvWl6yZr3w7BdaUoU0z25ZzKKwVWNBZdG1JRoxiDwDUIEAUEIAABCEAAAhCAAAQgAAEIQAAC9ydAhhCAwDkEtNfmOieCc73qbd+VEUTbb1i5ZNH0H3vCX4niItRMgkBdAtqQ1I6prnJJ9VmPmiDNTrjuQMrzhPByv6pLJ4SBSwhAAAIQ2EGApRCAAAQgAAEIQAACEIAABCAAAQjcnwAZQuCqBNK+gj6kiSC928uJKYu7qm8AxxhDjPN6irTCvwqIsQnm3hSDXjT+Z1vpMcbUjjF2byDLrwJRKamuXXpJdfS1BGKMw7mOcX39GxKPFqT+Nrxd2kF7uunPE1un6kEX/f/ZOxc1V1EljGLm/d/4bD31o2UTo4kmqIirJ9Ugl7osMD0fFbOj2KDk1YQ2SJKmoquKz0VxnuGs7MqHM2zvZ/PRvwe+GGitRWIFLwhAAAIQgAAEIAABCEAAAhC4BgG8hAAEIAABCEAAAkcQUO7snRzhQ2k2nEf0S2frbVA+YSrKMwTLz/QSBwfldPpaCOrXHJXhxx87/f9Rw1WmN1dxFD8hAIGUQGm3bmn+pKzm6m/bure9dEIAAhCAAAQgAAEIQAACEIAABCBwEQK4CQEIQAACEIBAOQRKyCMUkAA2F/TUreTQtTG7T09G6vpQBzAGgR0JaD9LdjTxRrXe3PQJFZVvhn3syvVJl4+GNgyIcdn7VWOyYRpDIXAGAWxCAAIQgAAEIAABCEAAAhCAAAQgUD8BIoQABCAAgWIItOFhuYMS8gfnZYiKWQx3RI9ke50SAnUT0FcKSHaLsgvh1+RvsJ/WlOzqp9ngBQEIQKBOAkQFAQhAAAIQgAAEIAABCEAAAhCAQP0EiBACCQE7Tw/+VcQqk65Dq7ItOdRoGca0BGV4Ep4egS3Fp538aEyv5bst824Veynha6JNKLGW8cZQHYHApQjY3o63c1/2T6mGkJZh+LHc7FD7vlBSVslZF11Lm+6yaFMXmUT+uh2VbiuT+lk1siFboxjbdpDOytlJNEIAAhCAAARKIYAfEIAABCAAAQhAAAIQgAAEIAABCNRPII0w5rnatCVkeUorzPwozzaVcdjEh7G9oopYJ/IIlj3oQui/0VQ5mjJiLceTs3losc72AfsQWE2g+ThSI1zSwZ7cVJm2b6nbe9nicNlc7NzQIRsu6TS1pdd71N/ZeNe3hy/ohAAEIAABCEAAAlsIMBYCEIAABCAAAQhAAAIQgAAEbkbg6VA+TcBa/ZTcl9m1pOjNVuHwcD8ZvGkCWGG7fEJEPwRKI2Dv5jF763tY5XYf90xkmoc/f7jIdajcHt3OM/zTTTub2U+97RnFsJ8BNEMAAhCAAAQgAAEIHE8AixCAAAQgAAEIQAACEIDALQko4XrLwIsMOn5L6p4JmJVRWxZg5UiGXZAALtdLIEmLLryRqNkl5eAzvUz71tZ/mbvWxtK4I2wfYWMpvkPatTEOMYQRCEAAAhCAAAQgAAEIQOAYAliBAAQgAAEIQAACELglgeoPs8te1ZLxP5qmCU2zLGWjzeCdnoJ7JxlMoAICeQm0obN7tmt6rX2RfpZD/SF01qExLv3oEPTpk/676MPXP65DeiS6NnPB5WvFCxNlw0W2FoZla5YN2Qv+3jDR3DVifP6nquwNPLyTP7dtf3gsKv86qEEAAhCAAAQgAAEIQAACEIDA1QngPwQgAAEIQAAC9yJg59PBZfyqZZ1XS+6F4pRodcZu8jBpWjt7DxL3RLmDYDkcvz6vTL06zwssQwACEFggoKTyQhfNbwg8dfHE7xMOLiAAAQhAAAIQgAAEIAABCEAAArUQIA4IQAACEIAABE4i4OfuXp7kxpJZEsBLZGivnIC2vmTnMDuzIcltRjol+mSJykLfYH4NW0/hNpXG9iub3+bbvtTe+U0Js8slgGcQgAAEIAABCEAAAhCAAAQgAAEI1E+ACCEAAQgUSuDs82ezr7xJoXSOcssoHGUKOxCAwG4ECnpMVvlal1/jbS0ufYX1r3q2zJc92ZVsmVf0WOP47J++CkTy3MoVBCBQAwFigAAEIAABCEAAAhCAAAQgAAEIQKB+AkR4WwIvZ723JbEcuBIUy735enwtvMynOYsmEsBZMKKkfALa6qnk9jjVrXpu/RN96ff7qx7SZN4B9ifu6FLvqVNR+68inUrGuihB+6vOufnSKxuyN9d/7TbbH9ono1w7GryHAAQgAIEFAjRDAAIQgAAEIAABCEAAAhCAAAQgcH0C4znu9FzXrpUL0Lc76glXieoxYuUFJPFi319z/o0WD/JhtGcVcUjFmnZ9efxaC9VVjgZPiH+0/Vwpx5Nnv7iCwHYChX7KYnsg152h5KkSqaP8EErUZfNVWjG+ptdjx48V16vS5UeVBU+3/1GIf5gKdhHXIAABCEAAAhDYRIDBEIAABCAAAQhAAAIQgAAEIFABgTV5Dh1ge6hp3dsoqyawNjgSwGtJMa5gAnqHewT9DvHTLtrWLp/cXjvuk57S+q8fV2NIXax68Ov6/A4GhjkIQAACEIAABCAAgfMIYBkCEIAABCAAAQhAAAIQqIZA+0UkOs/+Ylq1U8RDclaAsi05y35v93wPej/4nZXA/ZQpUXi/qN9ErGy45M2QXboOWIgDTOyCBqUQgAAEIAABCEAAAhCAAATyE0AjBCAAAQhAAAIQgEA1BNYefq8dVw0YAvmGwMcEcNM0oWm+l2+cyj7H/A9dF5ouBH01bXb9KDyNQKMd3Jh5W+Om+S+ERxO6QVS3BuvUICtmX/o0jWS2c0OjdKSyYWqWoW77EUL3Lt4sxv6U6GuEJcFurliaHypd/kb+VHuYepfG6j8pSybr/aBtQmiDMRM3kyZKiO8XofQf8zX8IqXHh38QgAAEIAABCEAAAhCAAAQgsEyAHghAAAIQgAAE6iGgM3U7f9quSAAAEABJREFUqe4DsnP2sd63PP+2fhvfhn82yqSTdKG1PFhrh9592dmU4dzballfc2fSowHzbazvXHE/XszIB8lLR56GRbuuXrYlfn1Oaat/juGzrGrLn2Ubu/sRaEITld9+fU8DsJ/hfmXj8mb/tZ/X2V1drZCBEIAABCAAAQhAAAIQgAAEIAABCNRPgAghAAEIQAACHwlwAP4RUc0DbpcArnkx7xmb3sEkTdCTnEFPcpo8ukfQk5ynM2naECThXj+NLUmUH8PWU7/S86OaL6Y/bI7ECl4QuA4BPIUABCAAAQhAAAIQgAAEIAABCECgfgJECAEIVE3AcgqXjm+Hc3XL91wayUnO77ASJ0WCWQgMBJqhpDiJgCV/ZTnHOiip3+VQJIcGkT7plQxNM4X+yEpmumiCAAQgUCQBnIIABCAAAQhAAAIQgAAEIAABCECgfgJEeGkCOuvWA2Mulw7mhs5fbP1IAN9wj9YYsp4S1dOiEtVrjLGkmMYkqjmlNKmurRq/iDu+B+oikyifrGSti9vaql7zpEP6gj4xlEpI3gr1x3ercsZDAAIQgAAEziSAbQhAAAIQgAAEIAABCEAAAhCAAATKJhDPnXWanripw/Tk8mO15AF+3p7DR9flpXSmdV0fLXPrd7QPG+0lWY+NMxkOAQjclkBMoip6/YGSqD7I5HJo3V7Ihks6W23p9dq6z1OpZLBkca7ezCWLA+iAAAQgAAEIQAACZRDACwhAAAIQgAAEIAABCEAAAhC4EoE0CWx1nUPnOlS/EobL+mprFlyODWKrNRLAW4kx/hIEGsvySS7hbIVOir3kl9D0N8/lFz1zc+WbZK6vzDa9VUvK9A6vIAABCEAAAhCAAAROIYBRCEAAAhCAAAQgAAEIQAACNyBQ0tm4fHEpG728LNvDzN4poZRZZUHq7uiKr6iXd2RwfMwjbUu0B8mBLoy2D7SJKQhAAAIQgAAEIAABCEAAAmURwBsIQAACEIAABCAAgcsQ4FD7MktVk6P3SAB3lqFqmqCvfL3WU3/7b7WmaULTLMv+HvxmobFFbfTd76FJFLWha3pJGhequgXeycK0EpsP9KmxW+ohMZuip+tUrDnrK9qSPRPZ+aTctkVobUuk4nOsOQTbH1GC/+grG4a69pPL0HR4Mdh/hP/Co5E0Vr5K4AcCEIAABCAAAQhAAAIQgAAE7keAiCEAAQhAAAIQKJuAnz97GZLz5/Aw33tpLXfVy7/Ql52VTSK6XhZTVM5rjHWDS8M5eJiWLyoSfhrr/W5zWnp/zjLa1brlVLqvrmt5uy8LtEMAAgUSiAnbjX5ZnnjjjIKHrwym4AhwDQIQgAAEIAABCEAAAhCAAAQgAIFMBFADAQhAAAIVENCZr6SCUG4VwsXWjATwrXbnXYLVtnY5OWZ9KkRyshvHm8/DX0/+Nju8qT5sTSTHc/nSovkbJF9OZ1r1BAgQAhCAAAQgAAEIQAACEIAABCAAgfoJECEEIFALAT31JKklnqc4kqd1n9qTC511S5KmX6rKI/wyf9vcIfeR0f9t9tePlqfrRzMSAhCAwCyBv79W+vpl5Wwls0M3NOornKVvw5Q49M+bePnyS3+CJC8daxrSr5NYM54xEIAABHYlgHIIQAACEIAABCAAAQhAAAIQgAAE6idAhHUR0Om0pK6ozojGcwFe7upDNKJ1M1GeYFdjvysnAfw7QzSUQiB+4uKsLS27qZQC5Sg/mtCFRyLB6nlsK5GsRLDLmoRwY5P0qZ8/sbXR/jCRn195pjd0STo5vuGnDZnqsvNOMplBDQQgAAEIXJwA7kMAAhCAAAQgAAEIQAACEIAABCBQHgE7hw6p2Nn5n5PtX3VtrbRxc2fXo492Fj/Wh0rKQvWhebGY05+06ds9H+0jSBorxVplI92SRcU/dMh+uNbazazEDwCYCoGzCVji72wX7mxf+KNYYlSJWtW/5aG5LqkOtaXX39Sjb+bjN3PD05u8veHHN/7vNDELAhCAAAQgAAEIfEuAeRCAAAQgAAEIQAACEIAABCBwEQIvh9p2rvx0znyROEpx84XnkY752qk8xu63VkgAf0uOeRB4S0C3luTtoIo7Fbvk+xCVn3X5XsvSTPkmmelXQtdlppsmCEAAAhCAAAQgAAEInEwA8xCAAAQgAAEIQAACEIAABMoloKdwJYse6mxesjhgU4fyCJsm/DRYfrv8pGj3yfJydyMY2JsA+kcCx97po1kqxxFgiY9jjSUIQAACEIAABCAAAQhAoDQC+AMBCEAAAhCAAAQgcDkCHGpnW7KIMv7KprJaRdUngLuuDV3Xha4dStUTqXZlMwXWNE1omu8lkxuLavyrfFW2jza0jSRYGYLaFidm69AtJJkq1OP/kmn7DtdnqtSneCQvPih2yUvHVw2PLgSXxuprlXThEdoofzM0v7H3Bclfq9Vs7wSJVceXrl3GxnS9rT4b/zj4u4p0vpPvtDILAhCAAAQgAAEIQAACEIAABK5MAN8hAAEIQAACELgUgTb8s/Npk07ShdZyU60lLlwuFUzq7Luza/X5WNUlfj2WrdVM/Ox9WlqvXp4TSEud7wejGs/yh3ndUKq9sT4X6cgmMQ7LB2RTuL+ia3m7Pw8sVESgqyiWO4fS/BD87ntgdwOfg2cEBCAAAQhAAAIQgAAEIAABCEAAAvUTIEIIQAACEIDAnQj8khfYjdPF8gEkgHfbCSg+j0B7nmksRwJ6c9YncVTGhi9/6ZM90rN9ut7aJNtn6lNC38xiDgROIIBJCEAAAhCAAAQgAAEIQAACEIAABOonQIQQgMAVCfx6OH7FmDP5/H1eIJMDb9Uo72ASnwh+O/D0TvPydB9wAAKFEVAC2aUw167iThdCjr9vrSnpTMKGH41n9TYAYygEIHBRArgNAQhAAAIQgAAEIAABCEAAAhCAQP0EiPBSBHSWnXwd8aV8L8RZIfzFFeUHXH7RMzs3OjdkH7TOs4PKaSQBXM5a4MkWArq5JGG42YJlHMf5325r1zUqorJAQG+gSs666FpD9f6nJ3ZV6jqHaGXdjkq39az7YTvgYbvhEbo1n7zR3pnKqPDb/TMqoAIBCEAAAhDYlwDaIQABCEAAAhCAAAQgAAEIQAACECiLgM6b7YQ6q1NXVSYW72QSl574dVF+YdK96lJ5gyg2WjkFiVXzvRTPxdaXTEe+5UfTqQQy3s66kV1Ojalc4+9o50r+yoZLSkJt6bXXvT2+yZsTKr2PEgIQgAAEIAABCNRCgDggAAEIQAACEIAABCAAAQhAoGQC/qCZypL9rMs35QdGUX7AwtO1FZlfWleXzKon6n69JAH8K0HmDwQK20p6ClQyeLep0DyXTRMZ7ATs/TXLV0C7vu2l9qNk+8w4g/WPGPgFAQhAAAIQgAAEIFAUAZyBAAQgAAEIQAACEIAABIonoHNpl+Kdze+gHq77UaueApZsVeN5Cc31+lYdn8f72qr8PPrMEeV7eCad4m3j4B8B3c5/V9T2JQDtffmiHQIQgAAEIAABCEAAAhCAwDMBriAAAQhAAAIQgAAEIFAfgVy5Btej0qU+Wtsiqj4B3DSP0DRNaB5D2Vg9kW24fh/dNL39ruuC5HeNZ2l4mOFU7DL4teq9NE0fb3+V8ff4hKbbbELwNpVfmXJd6WRvWyrTsQfXTzTXdCHE7+QPra16Gxrbz43VXYLVe/neycamNraWkmBlKr3Vh1lxscHDq+mC+SOf2rD+R2NN3M76iYyEAAQgAAEIQAACEIAABCAAAQjsSwDtEIAABCAAAQiUT0Bny3ZaXr6jO3moJ38lUb2dtev03s7qYx5hWqpPYu06z49Tkl/65x0lSdPHqvRIPg78dsAF11dZrW/DZR4EiiagBGLRDlblnL1TVxVP+cHgIQQgAAEIQAACEIAABCAAAQhAAAL1EyBCCEAAAhC4EAGOycfFqjI/c7H1JQE8bkcq7wl82irTfl1L3mvdq1eWv3+D0WyXvTxELwQgAIGvCTARAhCAAAQgAAEIQAACEIAABCAAgfoJECEEIHBJAp5bUHnJAH50ug2P7hHiN3v+qOmb6XoK2OWb+Z/nPGyIicVolaJf5mXR/uEcBDYTaOLXDPRfMbB5MhN+JqCvZnD5WRkKIAABCEBgQoBLCEAAAhCAAAQgAAEIQAACEIAABOonQIRfEdBTYcoPuHyl5IdJsh88N6HyB10XnRoRnOi75yZUZncjBqd1NdEey24gr0ISwHl5VqRNWyMVhebXqtsGf3oj07XaJRqn8jjRJzr8X4NV/TjLWHICekONYg3dIFbwggAEIAABCEAgFwH0QAACEIAABCAAAQhAAAIQgAAEIDBPICbk0jyFDYsJOyuPeM3Z/9Zu6fMUayIxN2NJgYfJWU/+xtyErbe5EFyyYlS8MSeWVeuuyo7P1O0aDsohIAJ6k3fRNXIUgfjGqjdZl6MMYwcCEIAABCAAAQhUToDwIAABCEAAAhCAAAQgAAEIQGANAeUGfJzVY+LOr48ozWZMFKo8wh42RCDmJqwSS+UnhroVmV9aV5fMqgd1uQoSwIskhUayOKDgDtvd4RG6RmUuN79loXmSXH6s06PIJetGMwoCEIAABCAAAQhAAAIQgECxBHAMAhCAAAQgAAEIQAACELgMAeVDXC7jdFZH9S2tkqxKVyhTTiiKZYFjuWLO9iG+tiq3zz5yRvkeHknjMrbWOqotvnYs4yAAAQhAAAIQgAAEIAABCEAAAhAoiwDeQAACEIAABCAAAQh8JPApFfKp/6MBBiwRKAWt+6HSZcnnu7RXnwDuujZ0XRe6dihVn5UmdF0qNqfrLrUP4qY2l5vQ2n/90jbNf6F5IyFo3JxMQ9cj7d62ZryP1TyJX+ct9SkSyVSrYQiSaXsV1wTxmYC+1uOddLaHJaMmu9a9MJ0z9lOBAAQgAAEIQAACEIAABCAAAQgcTABzEIAABCAAAQi8J+DnuZYR+Ruos96/q75mOQofm5Z9Z57f8bx5znYe9UVpUawmD5OmVcwS97ANlmqL4i1HlMoTSXazZbH2+bTdLGRXnK5KduUoPJ5Ac7xJLEIAAgcSwBQEIAABCEAAAhCAAAQgAAEIQAAC9RMgQghAAAIQuCCBuz2V5vF6ecEl2+TyxeIkAfxxdYXoimnVR2j1ROPH+BgAgfwEmu4RmtYkv2o0QuDOBIgdAhCAAAQgAAEIQAACEIAABCAAgfoJECEEILCGQLFpm4d572LVM152Ph8kZ9g+2WbTheASdvkZ1vYCfOXpLgjqUdpaKLZj7DcvCEBgiUDy11a3i0nSsjRpn3Z9hccnzRoj+TSOfghAAALFEMARCEAAAhCAAAQgAAEIQAACEIAABOoncPMIdaisc1uXKY60Pyh3Mx1w8rX8i37JN8nJ/uxtPsZrRry06tkv//ppldl9iXFqXU20R7MbyKvwxglgCz1m6K3Uk7JPu8EWLy9ntEGgKgK6XVp7s9OdIukau7D7Kcl1e5sAABAASURBVD75q/KMaPWGK5mzbT79NcvjvytqEIAABCAAgeIJ4CAEIAABCEAAAhCAAAQgAAEIQKB2AvFsd3J2a8fOY9hz/WNnAZUc/n0bhs6/U/lWz9p5ilWiZLeX41zl3MaLwyqd7ZUoZrEbxIp8r5c486neS9M5K7FXND/ptd3xNF9vNJKnRi4gAAEjoDdQK0KY3jYhzDWFY3/W3LcaIznWM6xBAAIQgAAEIACBrQQYDwEIQAACEIAABCAAAQhA4F4E0nNbqyvx9nQObW1KPEYpkUzp/pXI7HeflLMYxfaL13/XPNWw3/pOLf16TQL4V4LMhwAEXgj4k8AvHTRAAAIQgAAEIAABCEAAAmsJMA4CEIAABCAAAQhAAAIQuBwBpd1cznL+nvYt7xsfUIv/BrCh17UVmV/OVmVm1ZnVle/hrwErzR91fFrqcWAcXeav9V41TROaplk/gZEQ2EBg3Fl13TYbCDAUAhCAAAQgAAEIQAACEIDAngTQDQEIQAACEIAABG5EYDxwvlHMNYeqvIHkwBh9C6l0OdB8kaaqTgBrkf+zJKi9Qng8QvdoTP6zxKikCY1dj6vSpLtRWFzGEVQgcC6BgqzrdnnYLfPoHkGi68b8cwnxazn0VQjWeNTLfAnj137ItmQwLn+Gagh+b6scG6lAAAIQgAAEIAABCEAAAhCAAATKIIAXEIAABCAAgbsQ0LmtZDzXVeB/57Zt14Ve/g2lrhuru+h6vUj7bhLPp/98381Oqlg2JWlbrOtsXBIv8v+STYnO2lVOJb/FjxpjjsJyFh8HfjtAMSreb+efMO/g3XhChG9MNm/6rt71aJogCfxAAAJVECAICEAAAhCAAAQgAAEIQAACEIAABOonQIQQgAAEIHBhAnsmIEvEQrwlrsro04kJYJmWjL4cWtHTi/pEwKFG54zpUwOSuT7aIAABCEAAAiHAAAIQgAAEIAABCEAAAhCAAAQgAIH6CRAhBO5FoNon9JT3csm0pFfMIZ20vsr7uWSiP1EzrO0F1kSeTpyv//KkfVc/2BMi7GwxJSeYxuQCAX3ox2VhCM0QgAAEILCaAAMhAAEIQAACEIAABCAAAQhAAAIQqJ/ATSK08/y/fz5wx68oPgun4otfZ63YJCc4oq/UdjnavOIfbZ8Tv/JFLtnDV3y+voozu4G8Cg9MAMtUKnkD+aRNGX899StR/dP4/P1p7Krnt3BnjbqhW7v5JKrfmcVZsXvSNy3P8gW7EIAABCAAgSoIEAQEIAABCEAAAhCAAAQgAAEIQKAWAjFhdk5S8BCEv8Q3dVBPl6aifr9WfU5kX5L2Wc4kvdy1Hm2ft77KC0WxID1HYdV8r5Pj+yYQMpHfUGNOEQR0E+vtRGXq0PQ67aO+LwGxj2+y9ocllvuaQzsEIAABCEAAAhColgCBQQACEIAABCAAAQhAAAIQqJOATvVdaozQY1N5RnypXavHxOWRfphNf0r2QLMxN2H2Yqn8xFC3IvMrf3yZHRzV/ZAA1lTJqGtjRXMlG6dlGq6ngCWZ1H2hRrFLvpjKlEjA7uEggipjA78gAAEIQAACEIAABCAAAQhcnwARQAACEIAABCAAAQhAAAKXJaCshUuuIKQvl64j9MhfyRG2/mwoVxTFssCx/OvKWFNcLhnV7qBKXu6gtiSVWmb546XqVxP83UKAld5CK/NY4GcGijoIQAACEIAABCAAAQhA4F4EiBYCEIAABCAAAQhAAAIXIeD5AC9PdNtdUOlyojtFmN6QANbQVNz/tO1d3cd76Y9J+/U+ZdM1odF3o4cmMdCGrumlabrwXhrrfyf/Wf8a6XX8OXFM/H/26q7ZMgb9+84S1auKtuRg7D4KktCFvrR9rWuXsPOP2/EyPhOevg/tbB/1EIAABCAAAQhAAAIQgAAEIACBXATQAwEIQAACELgZgbbrwju5FI6Yh9LZdAavh/NuaVPO4xFaO/kepLPS5ak9DDmSx1CaH/JJYtWsr8G/YPbHvMBoQF6PF4dVlBeS7GYwcjwntm9jupa330bJPAhAYGcC3c7676ueyCEAAQhAAAIQgAAEIAABCEAAAhConwARQgACEIBABQQyHpM3wuH6vFQbch6Bi63DDwlgTZWcx/pcy4pdcq4Xd7euT3RI7s6htPi1JlFKcwx/IHAtAngLAQhAAAIQgAAEIAABCEAAAhCAQP0EiBACNySg3IqkwtD1pKgkfB+fnvrV+XqIWeA5RtItmesroU2+SY73Rdxc9rGuuEziGu9jIZdW8/JbVa1NlFjBCwInEejsDVByknnMzhEYPgVjSzPX+3ubf72Eyt+1oQECEIBAoQRwCwIQgAAEIAABCEAAAhCAAAQgAIH6Cdwkwt0OiwvmN5yTb/XwGZXl4HQO/ty4VeUJ481vfT30CZaVL3LJbj6uwxCb1iW7gbwKNySAh6Dioqme15HytQlVKuV7fCcPdUO3dvNJVL9T7GfEKsZirXcCia7lhy1B/FCSSl1nFb2hSrIqRRkEIAABCECgQAK4BAEIQAACEIAABCAAAQhAAAIQuDIBneOmEvNKHpDyLF6/eTmEryd+XfT06tCcFDqF98sC+OnpV4mecvbS3Xta67Fx94pyFFHMknLvEqvme2k/nxTbt0H8sFO04STfmmYeBH4joBtYO1Blqml6nfZRz0NgZKxMryRRO7lMenJVteouuXSiBwIQgAAEIAABCJRBAC8gAAEIQAACEIAABCAAAQhAAAI9gcLPwT1R4GXvtP0+3m+5EMUSFDERrNI8yf/y2FT+pn3v2W8SwOqS7O3CVfWLjeSq/l/fb7t/9fmS+MTp9aOpKwJ9SklSV1REAwEIQAACEIAABCAAgV0JoBwCEIAABCAAAQhAAAI3IaDciuQm4W4MU2frkuVpYidZHkHPXgTE3WUvG3n0yss8mtCyAwFUfkNAieFv5jFnPYGRcfxIzfp5jIQABCAAAQhAAAIQgAAEIACBOQK0QQACEIAABCAAgRsR4Fx5XOzxrH1soQKBPASSBLCqqbiBtG2u7uPKLMdHve0uiv9maVKqL8RnSOfimrZN49Pj3ZJpO9dnENCnYd5/R/4ZXv1os+DpI2/zUXeKrlOxZl4QgAAEIAABCEAAAhCAAAQgAAEIrCHAGAhAAAIQgEBtBPTvwpq0lpSZla4LrUltYW+NRzkNnatP5yl3JfnLX01HKDclmbbf91os9bmC3QjYfu7XYzcL2RUrd5Nd6VUU7roZrgIBPyEAgSIJ4BQEIAABCEAAAhCAAAQgAAEIQAAC9RMgQghAAAIQuCeB5p5hXzvqiyUVLQFsr/gU7JT7Uvt03FWva4/vquuyzW99OkaybRaj9yew5/3lulXuHwkWIHACAUxCAAIQgAAEIAABCEAAAhCAAAQgUD8BIoQABE4jYGfL8YnOcxzQ06p15zWM72ze8Rzeea0OsZ24f9bGI08XxurxcclCN80QKICAvgZBUoArN3eBzyvdfAMQPgQgkI0AiiAAAQhAAAIQgAAEIAABCEAAAhCon8CNI2ws7+RyFoYTn+Ss6iTdg/HyrPU8ym6M0/ZvMNEePsrul3aSBHBSlfNfKixmmuBLYiy2GCG9o9NYi/EYR34goCRwazefRPUfVDF1BQExFmvdWZKuaewOe4yyQsX2IfpEjWT7TGZAAAIQgAAErkEALyEAAQhAAAIQgAAEIAABCEAAArUSUL5GckZ8OldO5WAf9MSvS3zy92D72c1pHSXKv3k5Gqk0//YS5xhwsZU3K6G0jqRY3zc6liaAN05leJEEtKLaoSpTB6fXaR/1PARGxpZ0z6MRLRCAAAQgAAEIQODeBIgeAhCAAAQgAAEIQAACEIDAPQjoVN/lHhETZU0EfO+q/C6uo2Y9wviph6NMFmLH4y7EHdzYTkC5R32CQeX22czYlQD31654UQ4BCEAAAhCAAAQgUBUBgoEABCAAAQhAAAIQgMCNCOhU3+WssM+133QhSAI/FyTge0dl2e7/eVh9Fu1KAZa9aUr3jpXef4VGxvaHan9rWIAABCAAAQhAAAIQgAAEIFArAeKCAAQgAAEIQAACEKiZwHiWXnOQxFYkgUfQ91ZL9F3do4sPq7lY9Yqv8QlEj8NuM29TecWY8HmRgD4tU8136C9GWU6H8w7B769n3zp7T5E8t/54ZTrj+9WParZMfzRNmJPADwQgAAEIQAACEIAABCAAAQhA4FcCzIcABCAAAQjciYDyMpIjY5Y9yYtNfX2v5KUja4NyFjpLnyrtmhAk0/bLXIupJFh+wMvR+f25jqaOrLzEeaTx72zZ6nw3sYZZdo/VEAYxQAACFREgFAhAAAIQgAAEIAABCEAAAhCAAATqJ0CEEIAABCAAgcsT8G8I9fLyAX0I4GJx3jYBrMBJAH/YzBfo1qdnJBdwFRezEdAniFyyKd2oyN5B4id+Nk5jOATeE6AXAhCAAAQgAAEIQAACEIAABCAAgfoJECEE7k1A56ouuUhIXy5d6IHAWwKWGxiffH478PROeXq6E0c70OirZONXXiuJdLR17OUkoK9JkOTUia73BMS7bUKQvB9Zce/FPulT8UoQGgQqIkAoEIAABCAAAQhAAAIQgAAEIAABCNRPgAirJmDn5vGfMVQOSlJ1sBac4rUieKl6zRLjVF7R5ALre5sEsJ4SfYTW8vJtUL3mPXjH2NKkpOp3ZLB3zOKqpG+3t6Ei9dtbpT5F5lKkjzgFAQhAAAKXJYDjEIAABCAAAQhAAAIQgAAEIAABCKwn4Oe0XmpmWtf10RITgu17q7X0KlaJ5dyCl2NsdpY+1iuqvMRZfmyVrsQn8LoJXT6Npb9UAkpEahVVpj5Or9M+6t8TcK4qXb7XdrGZCvhiLuMuBCAAAQhAAALXIICXEIAABCAAAQhAAAIQgAAEIFATAWUtXGqKi1h6Ar62KvuWtb+PHnfTBHCIT6THp7UDP1cloPXTBlZ51Riu67fIS64bwW+eK3bJb1qYDQEIQAACEIAABCBwawIEDwEIQAACEIAABCAAAQhkIVDSWa18cckS3AWV1By/x6ay7KUp38Oy+WX2DnU5CJAQzkERHRCAAAQgAAEIQAACEIAABCCwHwE0QwACEIAABCAAAQhAoFIC+kZNSaXhXSWs6hPA+vd+JdMF0d6TTNu5viYBrfHDFlSi+iWjKNDpzrLprSTYW8Xwbyg0VoqxpECXM7s0xP2iVV/vIHnpoAECEIAABCAAAQhAAAIQgAAEIPCeAL0QgAAEIAABCPQE7Kw5fCP97OR3clab6ktG7F6VXZ2j726oRAPiL1k6Ty/R540+XXB9bTU2BslwCEDgNgQsp36bWGcDPRDArH0aIQABCEAAAhCAAAQgAAEIQAACEKiKAMFAAAIQgEDFBO5+nlx7/BeL78YJYIUuqfjN5gahNXbDSW4QamEh6t6RnOWWbEvOso9dCGQlgDIIQAACEIAABCAAAQhAAAIQgAAE6idAhBCAwC1S49c9AAAQAElEQVQI6NzaJD4xeouAbxakra2e9L7A+srTmy0O4dZEQF9RLKkpprNjEc/4tc/NO0/0dQ6Sd2PogwAEIACBzwQYAQEIQAACEIAABCAAAQhAAAIQgED9BIjwFgTimbrOzU0ak1sEfaMgL7a+9SaAdXNJgm4ySZfswnrDToK8VTVNWqp+q+AzBStuSvzGO0WfXklFn2hxO/G+8oudStmYymiK+3dEQQUCEIAABK5NAO8hAAEIQAACEIAABCAAAQhAAAIQqIOAzrNjPmomHJquT+CC63ujTEpMa11/kxHBSEArOk3tq1PtKpFtBJybSiWDJYsa9GYnWRxABwQgAAEIQAACEIDAOwL0QQACEIAABCAAAQhAAAIQgECNBJS1cKkxvrvH5Gurch2Ls0bdKAE8RazQJdN2rq9CQE/bawVVXsVn/MxEwJ9OzqQONRCAAAQgAAEIQAACEDiQAKYgAAEIQAACEIAABCAAgWoJKGvhUm2Qk8DuFu8k/LMu9ZCeZMG+VmWhq7bmktOEtbE+Nx5W+lz+WIcABCAAAQhAAAIQgAAEIACBJQK0QwACEIAABCAAAQhAAAIQyEhgISlWbwJ4eEKwax6hlya04ZFICF1Gvqg6l0Bji/kYRPVzvdlo/cTh+prn1t4cJO6GXQbdLRJvC3bnjPXh3goqx8bMFel+J5nMPZomvJPADwQgAAEIQAACEIAABCAAAQhAIBcB9EAAAhCAAAQyE2i7Lvwimd25tzqdZ4d6U25Pi6tYJTHem8T8BGDvC3299DuZ2rexehLYZei+9cpYvnDAQAGBexLgHjh/3fEAAhCAAAQgAAEIQAACEIAABCAAgfoJECEEIAABCNyAwN0O3BWv5AZLe8UQb50AvuKC4fMzgcbeXCTPrVz9TECf3pH8rAgFEIDAGwJ0QQACEIAABCAAAQhAAAIQgAAEIFA/ASKEAARuRUBpN5M7na8rVsmt1rmEYFtzQmLFzMt24Uxr7U3+GLTK2mOtPD59hbGk8jCzhide+spnSVbFRynTfetylE3sQAACEMhOAIUQgAAEIAABCEAAAhCAAAQgAAEI1E+ACG9FQP++YvznFC0ppzPs2oOP8dYeZInx2f6K++y9b/dKAOuGk7xnQu8FCaRJTdUvGMLuLouLkr7dnCV9OieVuTFnt+nelZztB/YhAAEIQAACvxJgPgQgAAEIQAACEIAABCAAAQhAAAJ1EYhn10rMJWHVWlWsEiUhVU6l1rhXx6V98IsodTuVwbhYB2XeJ/0z+R2NGGbdqUjB3ynuumJVIlMrqTKNbHqd9t257lxUulyTh1bd5ZoR4DUEIAABCEAAAvclQOQQgAAEIAABCEAAAhCAAAQgUDMBP7tWWXOcb2JTflLyZsgduvaLURmeZH/pcsbYTRPAMyRouhwBvX9oA6u8nPPZHRYJyUrFH6FJl2SlvuqGWez6xEx1cREQBCAAAQhAAAIQgMCJBDANAQhAAAIQgAAEIAABCFRPwM6Wg0v1wS4EqOSkZKGb5kMIaBceYggjcwRo24PAx9zmHkZL0ZkGn9an/i18ImQ67LbX8Lnt0hM4BCAAAQhAAAIQgAAE9iGAVghAAAIQgAAEIAABCEAAAscRIAF8HGss7UigsYTdYxDVdzSVT/UvmvR0qkkbHiGKJXtbiemMpde938pg4yWNlS66jmLznl/6dI6Jvk/+nTxPKu7q0TThnYTxx94KjUtkoXJspwIBCEAAAhCAAAQgAAEIQAACEPiRANMhAAEIQAACCwTargu/yIJams8gEM+V7Zz5DNtH21SskmDxejn6YHmFsX5cRXkRS4scZ/CtJeMiNm/HvOsUw6kM40fesjG0LRSfRyxMrKG5nM1QA01igMCFCXTH+45FCEAAAhCAAAQgAAEIQAACEIAABOonQIQQgAAEIHAjAnc7Z/Z4vbzRUl8h1NsmgB+WJddTkFdYJHxcJtDYG4tkecRNemw/B8lNwg3x0zN7vn1Jt+Q2QAn0WAJYgwAEIAABCEAAAhCAAAQgAAEIQKB+AkQIAQjckoDOlU1udV5/y4UuPmjbhcX7mN3BJrtGFJ5FoLPFlJxlH7u1EvCvV6g1PuKCAATOI4BlCEAAAhCAAAQgAAEIQAACEIAABOonQIS3JGD5ihCGs2X904q1Q4jxWpBeWpXXsP5xH5xLo94EsG4uSYTchqbrwqMLUXjy99xNt4d1JYH1He8S1fewgc4DCejencpoPsfblunQJ7Bc4hPFg4Fod6hTQAACEIAABHISQBcEIAABCEAAAhCAAAQgAAEIQAACdRLQuXLMR4UQ6ozwLyrFKlG8Xo69dvY+1pcqrXXsKab+8JfHc7jhRYNrVmJx8rU6LPt7LYfx9gMBrahuKZXp0Ol12kcdApHAx01iOyv+4Yqj+QUBCEAAAhCAAAR+JoACCEAAAhCAAAQgAAEIQAACELgDATtbVmI0yh3iJcYnAk0bgnILkqeO4y9ulAB+hqungCXPrVxdiUBjzmoDq7QqrzsRGJ/cvVPQxAoBCEAAAhCAAAQgcFECuA0BCEAAAhCAAAQgAAEI3IaAshYutwl6Eui7+JUgnwzPdKlcUdOFMEq4949W4SYEtPSlhIofexJgpfekW4luNkklC0kYEIAABCAAAQhAAAIQKJ0A/kEAAhCAAAQgAAEIQOBmBCwJGyQHhu1H/ipdDjRfpKl6E8DDE4KNlZIQbMmtHgbR3pMEfqog0Nhi/v0bz4WHhHufCQz3aVgqP2v4MKIN4ekrGOw6DD+pzaGJAgIQgAAEIAABCEAAAhCAAAQgsJkAEyAAAQhAAAIQuA8BnSuHelNu7xdS5+sSiz9ymButfon16WxeYtU8r0dQHlAS4ho8Qswt5FH+RovicRmGKX6XoemswiicZRq7EIAABO5HgIghAAEIQAACEIAABCAAAQhAAAIQqJ8AEUIAAhCAwA0JdDeMOQ25lPhL8SNlc0L93gng5gTimMxKoLEbWZJVKcpuQMDe+vQpnBtESohFEcAZCEAAAhCAAAQgAAEIQAACEIAABOonQIQQgMCtCdjZs55C5fx5eReIjWR5xNc9yhcp9Sf5WkklE7UTKwllZRhadT1aLgl6NHvlvIzDOvPBJaPaW6qC4w2XXfeuy7fhd99OZB4EIACBbwkwDwIQgAAEIAABCEAAAhCAAAQgAIH6CRDh7gT8bFjlnDG1T2Vu3B5tlvsJMe9kuSf5sIcNdL4l0OeM2tDdiX/cd69Y7pUAjgtuN94rh0NatPFaWwjlnlwOMXwDI8428jXGNwj5fiHq/pV8Fbm91ekTRS5f6WASBCAAAQhA4EsCTIMABCAAAQhAAAIQgAAEIAABCEDgNwI6G5YsaVGfZK5f7anMjfm1Tfpj8vdXRbXOtzN6PRm9S3h9wldJ387WYMy/VZsrUp5zItp/LgNjER+qdypSMMfFrU0nayqVsIyiBuQrAuKolVSZKphep33UayCgVXdZGQ+bYiUohkEAAhCAAAQgkJsA+iAAAQhAAAIQgAAEIAABCEAgJwGdDQ/6JgmvvlX9U+l7jvmd2j7GYpFWDk6+KgUQxezG3JtKSwYH7ZGDAJVm5qYJ4NKWAX++IWD3b/y8iMpv5jPnzgT01ie5MwNihwAEIAABCEAAAhDYmQDqIQABCEAAAhCAAAQgAIEdCDws0yfZQXUGlTp3dsmg7hIqFK85qmSNEq4SJV+t6fWlsS6vvbTkIyDK+bSh6QMBuo8goPeYI+xgAwIQgAAEIAABCEAAAhCAAAQgME+AVghAAAIQgAAEIACBPQik5/9pfQ9b6NxCgNXYQuuIsdUngMdHvW3v6d+HTUV9R0DGxv4EmuETP/rUj+r7W/zCAlOyE3g0TXgnIdhbXGcSpj/+NRzTdq4hAAEIQAACEIAABCAAAQhAAAI/EmA6BCAAAQisJtB2XShJVjvOwN8I6AnRd+LahzGP0Aad/Uua5LxXuQC1pf0P638VOynuQtD4KKavMQk5f8yuWcmpsVxdilWi8/cocrWxXzp3t+Lwl3IAicg3iXyL5eEO7WwwiVUxShSny2Bdo4bq/Qq73+8XNBFD4E4ECrrJ74SdWCEAAQhAAAIQgAAEIAABCEAAAnclQNwQgAAEIHBjAnc7j1a8klKXvGTfcjJbiPPGCWCFLslJeZ0ufQ4ifsrEFkX1dbMYNUfAOc710VYzAd27kppjJLaKCBAKBCAAAQhAAAIQgAAEIAABCEAAAvUTIEIIQOBLAnqKd8vUsvMCOrc20dOYW4K69FiLd/T/rKeARweoDATSVRmaKPYikCZ7VZfsZesuevU13pKS4pU/Lqf4NXwtRlD5jQOa5/LNfOZAAAIQgEBCgCoEIAABCEAAAhCAAAQgAAEIQAAC9RMgwtUEdPacDPY8iZexS2MkdvHUbtd6nXr+LgeWJDqrBKjJ4P/S0CraY7xbIzE28eu3VW6du3K82EtWDr/8sIV1qDcBrMWVjBupS9bwnLD1qZStn2RJnKb6hoDe8Fvb5BLV3wzdrUt2o32zoN0msepxL+13ybcWNVfy7fyc8+THVEb959y/o3kqEIAABCAAgbUEGAcBCEAAAhCAAAQgAAEIQAACEIBAT8DPe+1KeRIX5U1CeASVatO/zavSRe0SmxZfh5+7R6sffqlb8cV8lC4qF8UqUbxejiE/xtpzRQlfyXNrnivpTWXQ2gxldUUa61DXOrgM8S6txNBdU1Hs20JNkA+NRSuqra0yNTy9Tvv2rLtdlUoGR9nT4KJuURk6Jzf80Pqh0HyXD0PphgAEIAABCEAAAhCYJUAjBCAAAQhAAAIQgAAEIAABCMwR0NnzpF2H6k9NGiN5aowXOnePD2IVm9yT3y7RZX6lBDxnoTJt36Vu63CAnV1cz6D0RgngCS19/7pk0rzm8tMbzKf+NTYY85mA3t+1gVV+Hs2I9QRE1WX9rENH6t6VHGoUYxCAAAQgAAEIQAACEFhFgEEQgAAEIAABCEAAAhCAwAYC35zxv+SMN9jbd6ifravc11K52hW7pFwP7+DZjVbgm7eQ+S3gbyxeTkd5u5chTEdwvSeBfCu9p5fohgAEIAABCEAAAhCAAAQgAIH6CBARBCAAAQhAAAIQgMCeBPz838s9baH7SwJKjkm+nM60PATqTQDr6UCJvju+eYROj+Xq2uULflKhrxZ4nmoIpdPsdCatSdC1i19bOd//rI2r7wg0XQjpvwnwnZadZl1F7bhnC3B48OUR/rM750/C0F6Ah7gAAQhAAAIQgAAEIAABCEAAAhB4JsAVBCAAAQhAAAI9AX3t7lT6Hvv9CK2d+ipfYhfx1WlsrIXQ6AzY+u3EP/iPcjNebzrrMVHpbUWUo99FeHOwE63ZkzxCiBzskteOBIzzeI8MdXF3GSyrZ6hSfCJg7ymvQ7zRSntt73+dQQsEIFARAUKBAAQgAAEIQAACEIAABCAAAQhAoH4CRAgBCEAAAhAIs0miG3G5e/xn5W7tTQAAEABJREFULfUCdxLA3y6IZ9KbVwXpp1HCQv/Cerwqo+UtgcZASt4Oul1nclv7Pt3CwOeo3DLvgLGPpgmjPGZuruA/xqBA/907ytsQIFAIQAACEIAABCAAAQhAAAIQgAAE6idAhBCAwEYCdno7lzrZqKXU4YrOhPPp5QUSG8nyiEw9914Hiz4Tx4rUKIGrr3pWmYY1l27SQ+1x3FynTf7Ub0N4/UBA7CU/qKh7qr46Q1JLlLrPFI8k6O5aCKxbaKcZAhCAwGEEMAQBCEAAAhCAAAQgAAEIQAACEIBA/QQKjFBnpy4luhd90tmuJF4c+kv5BJfshnV+Hc+tLTatQXYDF1IYWZzs713yBAusSQAn+083fUz8Dm3Pe+MRmvYRHvpUgmQYo0Lj7HZWNcr0idS5/oX1iPP5tZ2Ar11cv7vC1b6UzOHTH5stMqfj7Db5H9I7LXXo0f/bAopfknZRhwAEIAABCBxNAHsQgAAEIAABCEAAAhCAAAQgAIGjCej8VJLabf4XwqzYOavGuoTMPzqjTUR5lYclSiRNZ7Yzm1ujTjmEKDbYXMnzbc2ma3yJ5eL59TjqHpWRhdbaZQhd+2Ko5issPxBSyae5TE3ONCnF3GVwWkSGKoVuelHwUvUxoeiNVqb5xfiGkTZoUiKf+pOhVDcSsKWIb6cq06nT67TvfnV/A6gpco9J5RAXiz6AoIAABCAAAQhA4GwC2IcABCAAAQhAAAIQgAAEIHAuAZ2bupzrybL14/3TEfIoltPx+rKP3/Z4bCq/1XHReca14u/2flmU0htIAK9YIb0RpMO0h8PwaQI97StJ+9O6+iRpm+qN/ZJYwetLAuKnDazySxVfTVNSf/xgwFcajpwkQpIjbe5tS/G4LNn61L80j3YIQAACEIAABCAAAQh8TYCJEIAABCAAAQhAAAIQgMAKAjrTl6wYmnWIbEaxpE8ss2p3ZX42rdLb7lIq6S35FK/YSD6N+7JfTxlLvpxey7QdCdeCaIhD7wZDdX3ByDMI7L1U9rchhuVlvOAXBCAAAQhAAAIQgAAEIAABCNyYAKFDAAIQgAAEIAABCMwR2Pu8fs7mXJv7odJlbhxtEKiFwO0TwG14BJegTwSYNCZe91KfWdBTn1Hi6seWWPvmV2eTJFbwykCgMZj69wMkqmdQ+aLCn/xNO9qF/dO0j9BI0sF715++3/23/RmedO3t+Er9ui+N9/NoewuL7c+tIfwY/1Qd1xCAAAQgAAEIQAACEIAABCAAgSUCtEMAAhCAAARyExjOZ/+yF+lJtOohnpQ+9XfWFuURHnZm+l76scHGRcnt/6DPTm9DYz4FydCmQpcS1Y8S+SHZzZ5YxlXZzcKFFH86n//UX2aobdeFVDq7fiefong3V33L83VnTUT7z2WYqBFDlQICEHhHYMsfpMYUSazglZPAdBGm1zlt/aiL6RCAAAQgAAEIQAACEIAABCAAAQjUT4AIIQABCOxF4O35ss5FJXsZz6X3Cj7milV67havYkbOJ7Cw735IAGuq5NfYpCOVX/Ux/04E9IkdyeExTz5Jcbj9jwb9nvo48IIDPDaVF3Qfl+9AgBghAAEIQAACEIAABCAAAQhAAAIQqJ8AEUJgNwIfv+lS2WHJbh7srVhnu5K97bzqVz7B5bU3R4viMlEOIYe6S+m45pO9l0K8wVnbhRtG7zxUSWqXnU2hvhIC+lpmSc5wpE9f9a0y1Xvpv6dpIFeux0XwPyIqrxwMvkMAAnUSICoIQAACEIAABCAAAQhAAAIQgAAE6ieQOcLhK5+DlY3JZ+06G5V8HnnqiHieax54adWzXzr3d8nuS4xT62Kyah2ze4DCOxKI++418MUEsG4AJcFGCU/fJj/+C5tjvxnwuua+mnpu0Zg43ppjafPVNoq184LAWgLaN+k+WjsvHec69CEEtXuperD937T9v50QSv3kjvyS9A7X9zv+wbQ/nGlkTXpBHQIQgAAEIHAyAcxDAAIQgAAEIAABCEAAAhCAAATWENBZZyJ64teleT6YHrSlqZzJGekwoqjCYwvmq+oqRwfTWMbG3Ss6/49iloRYYtXvXnOzXuKcG0QbBHIQsPsq3lNJqf3nMphYvNN+2fxr5o5jSOAMS0GxlYD2kLa3ynTu9Drte1f3eV5qrJLK+qMQvNFKtqzInCm2CKN52wF6UxuvqUAAAhCAAAQgAIFzCGAVAhCAAAQgAAEIQAACEIDA9wTsnPMpofNJk4//NI5+J6BT5VHskN/r3p+v9LVRmU8rmsohcBVPFhPAqwPQE4eS1RMmA5Vd+2X+RB2X9yOgN+o9o57q1yewHrZnJXvaRfcSAfvrvNRFOwQgAAEIQAACEIAABI4ngEUIQAACEIAABCAAAQhkJaAzaElWpSgLOlmOYof+sYQJBComsJgA1uY/Ju7jLB0Tj6wgRxI4ZAcdYuRIatiCAAQgAAEIQAACEIAABCAAgd8JoAECEIAABCAAAQj8RoCj59/4rZ3tnFW6rJ3LOAhckcByArgLQd85HzobIvkUncYk0obpvxn8fP2sV/+2ahuaLvxJ4AcC7wk01m27M35qx6pPr7ax/RYlBH2Nc/thP6o/DPu3GUq/Vtma9qjHjPZla3rVah3T11nX+ipkyVn297ardbF17M3YyuvapW/kNwQgAAEIQAACEIAABCAAAQhA4DgCWIIABCAAAQh8S2A411QOpumkxM4749lnX3Z2Di1RTy/pWXQ/JsTxfW9xv4f4oo+qP/maxnKc5+IsOc7inpbE8J3sabvX3XZx44bOyvPlnyWC/oXWbprOEjjuT+9prt+678R8vT73Y6n8pGlpXqc4TRSvZLzPdK9JBsXyeKieXzTmgotVeUEAAhB4JtD/TQnBy+feIq5wAgIQgAAEIAABCEAAAhCAAAQgAIH6CRAhBCAAAQisIODnuF6umMIQCBRJoOQ9vOBbOQng+NGLbdnzIjcBThVAINnW+rSDpACvjnOh8vvodut53M7B0s8EUAABCEAAAhCAAAQgAAEIQAACEIBA/QSIEAIQuDABpaJcLhwGrkPgI4EkU/Y3tmtCaAf5a927tpCi3tss+iEAAQhAAAIQgMDPBFAAAQhAAAIQgAAEIAABCEAAAhCAQP0EfozQ8i5B/4yfy4/qip+ueOWkl6qfLMp/uZzsyv7m77LP9idZtoWF++spAaxNr8Qvqdiy1xLvFgjoyVDJQndVzf7GnZZjgE+39dhKBQIQgAAEIACBnQigFgIQgAAEIAABCEAAAhCAAAQg8ImAznJD5d/e6AwUq0Txeul9T/8e8Ni4e0X5ryhmSTkwiVW3vbKN1j74RZQDmMrgXOQ91CkqJTCzd7TuLkPU2iFDNQTf8Cpdxk4qEIAABCAAAQhAAAIQgAAEIPBEgAsIQAACEIAABCAAAQhAAALbCKTJm20zGf09Ac95xbLp82Gqf6+x5Jm+x0r28Xq+Xc3jpwTws/Pqkjy3cgWB4gnoKWCX4p3dycG7x78TVtRCAAIQgAAEIAABCEAgIUAVAhCAAAQgAAEIQAACXxBQ3sXli+lM+ZqA5X1DFMv8xvJrTUyEQPkE9C5TvpeX8RBHIQABCEAAAhCAAAQgAAEIQAACEKifABFCAAIQgAAEIAABCFyJgBK+8leli64RCNRK4KF/8zeKvnd9eGqwsbLRJyBMag2cuCCQncCRCu0eDe/kMF/8qyTszcK/Xz4tD/MDQxCAAAQgAAEIQAACEIAABCAAgYMIYAYCEIAABCDwDQGd5yoP883cq81RrBLF6+UYg86Ux4vDKo2OsE32NNh2XUhl2ZaezXyEzsZ/J/9s7lQ6azOxhF/XNVZvRl+W/aDnmgT6/RN0f7noPnMZgtKooUoBAQhAYCOBxsZLws5/Oc1M6S/8gwAEIAABCEAAAhCAAAQgAAEIQKB+AkQIAQhA4CcCdztG9Xi9/AkekyEAgVkCC/fXI0wywn+TlRuW/LVQgwAEIAABCEDghQANEIAABCAAAQhAAAIQgAAEIAABCNRPgAghkImA8i4mys1k0oia9QQaS5a5rJ/FSAhcj4C9yyw5rcfwJUv9tENgnkDXhNCaqJwfsXPr3b+C+O7x77y9UA8BCEDgmQBXEIAABCAAAQhAAAIQgAAEIAABCNRPIFOEdm5up+emzHIvOse1WtWvGK9F6KVVz34pb+Fyji+29sHlIA8K4n9QxPcys7C+SQI4qd7hjedey785Wr0BKok7J+qbU6h2je+GTi+Hy/0L7VvJ/pbKtKDYJWV6h1cQgAAEIACB+ggQEQQgAAEIQAACEIAABCAAAQhAYC2BeHarxN/aCRcep1glSnR6OYaT5KLGtv0ryl9EMVPKXUisuu6VZZTWXpJF2QclsjMRrYPLh9l0l05gsrZ+n03Wd/lOmwwsPVz8y0vg3ZvfUp+3q5TIIyWEVR4r2vyDxVvuY8XvMnCggAAEIAABCEAAAhDISgBlEIAABCAAAQhAAAIQgAAEviPgZ7cqv9PArO0ElLMYpQnB69s1/TjDcxYqf1TF9GMIXNWKJYDtFSRXDQG/SyRg75+DW9pbkuGS4iYEbM35NyxustaECQEIQAACEIAABG5HgIAhAAEIQAACEIAABCDwAwE7O405GZU/qLn0VMUuOTYI5S2iWPY3lseaxxoEDiVw/B12aHhHGcMOBO5JoGma0DSNBS+xwl/2B9SrlBCAAAQgAAEIQAACEIAABOohQCQQgAAEIAABCEAAAj8T0Pmx5GdF6xX4CbZKl/WzGQmB6xGwBLC+ZsBlCEBP7rkMTRTXJNCGR1iSzvq+jUpf7RzFdLj+MOyZZigfKkcD7VgroqKvV3gnW5w8c2waw+iH3da2LiHK2LhrpWnMptbbZVdrKIcABCAAAQhAAAIQgAAEIAABCJxAAJMQgAAEIACBXwjo7PTAM9tfXC1/rvIN26Tp2iAJljHZJz47I5/o7rp/4U86q5tYYqUbZB8/pFW+TET7z0VDkAsTmKyt3ld8bVUOkWnUUKW4G4Fux4CbHXWjuhwCj6YJkrDnZgpl/+AdBCAAAQhAAAIQgAAEIAABCEAAAvUTIEIIQAACWQhwjpoFY5FKSl7bkn0rcjEv5tTC+pIAvtg6FuOuPkUgWXBoTABrjGRh3D7NybaWbck+hs7VOkI+141561oDyXwvrRCohABhQAACEIAABCAAAQhAAAIQgAAEIFA/ASKEQGYCOjc1qfXceg0tnW1L1ozNPKaxZJlLZtWog0BRBOxdpih/cOZgAq29yXYmuc22plBixbmv9CuS0/q5Xn1vXWvlcUy+TuJ7pRlmyq8nNVp9yVMjFxCAAAQqIkAoEIAABCAAAQhAAAIQgAAEIAABCNRPIHOE8RxV56YmOufNrP466iz+k863lQ9xuQ6vHz2N++5HHUwvl8DC+pIALnfJfvNMfzzeSaK9s7oSwalY0/NLn0ZKRBvnYRNHSUbrzTO5PK7q/n1j0ed6+Y2OvedoPQw3TNsAABAASURBVE/6o/g5NPuDLf9G+TyDERCAAAQgAIHLEsBxCEAAAhCAAAQgAAEIQAACEIDAVgI6Oy32fHdrMFvH2/lxjH2hbP4XwhYJ0x9lLIa2yHmoj8UjdM0gwUprt/SG/f7wumz3DGdxcblsXDjeE1i3vsld0U/j970I6E1OsjnqD5OUBJZs1pt9wsyNEP/QZDd0oMI0pgPNbjJlPuqPyaY5DIYABCAAAQhAAALlE8BDCEAAAhCAAAQgAAEIQAACvxGws9N4Rq3yN02Xn60zZMkBgSilEaUJlgwe5AC7mLgugat7TgL46it4mv/aOpLeAb1x9rUCfusp3tEN+SgZGyqoKB6XUsMx/57WoVQ/8QsCEIAABCAAAQhAAAKrCTAQAhCAAAQgAAEIXIOAEmou1/D4WC+djcpjLQ/W7Ow0uAxNFBCAAAQyE9C7TGaVd1JHrJGAPjETK/yCwECgqE8EDD5RQAACEIAABCAAAQhAAAIQ+JoAEyEAAQhAAAIXIWBntRfxFDchAAEIQGBHAiSAd4Rblmp9nYSJnsqUpM7Z/xQoXyfxf9M37Z6rtzZnlGGAvvJZMlyeWyhGyeiFtnoqY0df0ae9torG97OP+R3jUQzHmNtmxfySfy7bJjMaAhCAAAQgAAEIQAACEIAABCBQLgE8gwAEIFAwgbbrwijhn9UlSVvan9Y19p0MYwsOfZVrdmoZ4pm3jX6ENkTpQt+m0tuGsrEyFZuW76WzU/Mgn8KCNSlWyehiXAm7mpQa80Y6S0LMiu3P7kn+hfFac8Y+tc9JF7rWNoB5VOdrwln7LuVcZ9A3imrd+mrUjaAQ6iKBZrGHjpIIlPo3qVS/dlw7VEMAAhCAAAQgAAEIQAACEIAABCBQPwEihAAErksgHnn7uaWXZ4dTih9nc8D+sQTYd8fyPtrawvqSAD56IbAHgV8J+Cd19KmdX3XtNl9vLZLdDKAYAmcSwDYEIAABCEAAAhCAAAQgAAEIQAAC9RO4cITthX3P47pOJmMCeFad+LjMDti5Ud6Z6Jx3Z0uoN85Fn6OzQhDYj4B2/6t2fbWty2svLRAwAmf+gTTz716+d1W+G3f1voVPdZwS1sv/TRW8P04BhFEIQKAeAkQCAQhAAAIQgAAEIAABCEAAAhC4EAGdkUq2uqw5kq3zjhgvv95Io77w/fmk/pnDrglBZfZw4jnq4Fv0M7sFFELglUDcd6/NtFRCYGF9nxPAesORVBIzYWQkoH2RiDZOFEtCqpSlxuoS1U8R9+8U43c3av/T4vxjeXcexA8BCEAAAlUSICgIQAACEIAABCAAAQhAAAJHEYhnbNMztw/Xo29+Yjs2hDDVp6dPpxL8x+x4dSGx4N2Hlh7DjNH47/za+bTKpzPqDf4r4RvF9JuqILFqvpf8j4npfCrRtJaA3RPa73oaOJYf5l2+W/fwRLT/XC4fX+kBTNjH+z5t+9X/VNdQ97VVOai3XT/UngpNGBo0WDJcUkCgJ6A9IrEr+0u44e+oTdj7Jb9c9raF/nkCxp/3jXk0tEIAAhCAAAQgcEkCOA0BCEAAAhCAAAQgAIFrErBzuph8+NZ7m1/cOZ/5FGN6V3q8Nkb+rzjAtmPumPSNpY2PpavJWppPo/9ZFaMMAhDIQKAWFQsJ4FrCI46jCNjfwydT+pSV5KmRi4oJ8FZS8eISGgQgAAEIQAACELg7AeKHAAQgAAEIQAACFyagczvJhUKICVtLkqr80m2dTUu2Ttc5dxTL/sZyq4JV47UeLqsmMAgCEIDAZgJ6l9k8KeeEpmlC0zQ5VR6g694mnlbr6eLeXIgeAhCAAAQgAAEIQAACEIAABGojQDwQgAAEIAABCJROINcRtetR6VJ67PgHAQhAYInA4/HowiiWiH1E+S/0ZfNXpuPSehyfjNt4HYafJjRDjaJEAp05JbGlD/rklP4thNaWrG3a0D5MmjaEQRp9fcVQDwf82JYLnZyL391vfuxtM9XvcS6V6dgL1l/eBwx232bvEeG/EMQ8igWnMjyswgsCEIAABCAAAQhAAAIQgAAEIFABAUKAAATuTWDpvM/b96YznLW1dvD5Tr52w+NIy1FZesZn9ejL2LlfxX1JLDzsrHkUOwPW+fTD/EmlsesQzyXN16HU+bXkT1V6bvw37q8/hMb0S8JeP6OfexkoS6/2rTzqbA9/K5qfR2z9tb9sP4VY5tFarpZ0jw917T+Xch2/iGe2n7SXFmVgvhjNp/mf+l2x27HS11bl0G2tQ+2kok8mNSdZx+y3BOxv4bdTmVcDgaUNsNReQ8xDDBQQgAAEIAABCEAAAhCAAAQgAAEI1E+ACCFQBIESztpO9KHKrMGJPIvY0zhxDgH23Tncj7K6sL5vEsDqkix5aH1JJnlpFO33JNB/Euuesd8zans/eArcrnl/eCLCRRUECAICEIAABCAAAQhAAAIQgAAEIACB+gmUE2GVGdA1eNug8+Vdn8Z944bsurwZ9kOXnZ3qSWXOT39gyFQIQOATAb3TzI/prFlixezrXd/sBBprIvDp/z36r4euKWJieSLwaQPw/vCEiwsIQKAGAsQAAQhAAAIQgAAEIAABCEAAArch8Onsa08Qsq2vqJXErxfd01iZuoXgPM9C0FdHu2T3IwY3fL1rXOPsFlAIgVcCcd+9NtOyF4HhHt9L/VTvwvomCWCr6hMnLlMF/omUxf6XCTRUTECfgNKnsFLxcMn9OYmaS3sD0/+guKT/M6r3iJpDJzYIQAACELgfASKGAAQgAAEIQAACEIAABOoj4Odac2U865qcl+vMK5U9iMiXaHsP5YXpVKyJxH/n1w6Wdd7ciPMJ7nrS19wILlndULx3Wd+s4HIoG+5nz3Mtqaym3c7v415LSu0/l2riPCsQ20/aS08y+BIZD/XdimRdfZ2jXWtXOdiVl31V72h9bf73p/75WbTelIC2i+Sm4RM2BCAAAQhAAAIQgEAlBAgDAhCAAAQgAAEIQAACxxOwQ3w/1D/e+G0t6jx7lCbskwSOdFnfiIFfECiMQD537B5PErH59G7T9JcAXpqnT9tIXvo1VfLSQQMEQrA/kIGfGxPQe4PkxggIHQIQgAAEIAABCEDg6gTwHwIQgAAEIACBWxM48wBf52ou91wEfQOl5OjodawdxTLBsTzaAexBAAIXJGB/Lwr0Wn9FCnSrVJcq9cv+mMWPM+UMTzpz6kMXBCAAAQhAAAIQgAAEIAABCEDgMAIYggAEIAABCEDgbgSU8FXMKl10jUAAAhBYRUBvHKsGHjPoEfR0r2SzPWW0JZsnHj6hs2RkUxj4wyFMDerxcxNhSaW1C8l0X1hzfKhXfUviJnysSm+roqwwiIfdGO8k6Dvs9f7wSV7Y6L1B8tJBAwQgAAEIQAACEIAABCAAAQhAoGwCeAcBCNyDwHDe1dph5yh2kNxG+Rf6snspd4Ujn3Qet6uRQpQr1lSe4j7nXLFRHsGkEELXdsNyD0EyRqE1nZNxwM4Vsx398XJnc6er17OfE3m63053MLMDluq095DmsK/Ot3002lLdwvH9ZdVSXtoBpfiCHxCAQGkE+B+ecUWoQAACEIAABCAAAQhAAAIQgAAEIFA/ASKEwOkEOI87fQlwAALVEeB9pbolXRMQCeA1lBgDgdsRsLcGfSLodnETMARmCdAIAQhAAAIQgAAEIAABCEAAAhCAQP0ECorQzuaCS0Fu3cQVfxJY5U1CJkwIQKBCAvorUmFYH0LSo9guH4beths+t136GDifCIoY+AUBCEAgBBhAAAIQgAAEIAABCEAAAhCAwK0JHH1O2oi2vlLURdfI/gT+LHS2Bi5/rZXWfH9bzJVGSFgiUP362vul9rJiRUYC90oAawNIxvBvXNHTnVMZcdjNMtap3IOAvRWk++EeQRMlBCAAAQhA4D0BeiEAAQhAAAIQgAAEIACBegnonHgqY7R2VjbWh8ri2KE/RyEb8d+VzKGscB2KNZWnuGf4HxCOJ331bIzLAWa/NKEz/F9katZ0Pa3HtP/q17andP6tJ+tjOYmnuktbz3hPJeWh65vYnfqxy7UvoOx6fc/S9pP20ihmK+4rtVt995fsTET2XQb7GjFU71Qkm8A3/Z3CXxWrGElWDWbQ1Qno/2iuHgP+QwACEIAABCAAgYwEUAUBCEAAAhCAAAQgAIGegM5IJf3VMb9lz+UYi1gJQUekozR/13WzYZ/Vvb53ie63fZyNkt5AsinboGjB7k0TwB/AeVJY5Yeh9XZra0jqjZDI3hHQ2kvejaEPAhCAAAQgAAEIQAACVRIgKAhAAAIQgAAEIJAQ0BmZJGnavSp7LrsbK9TAOfFb3jdEsYRKLAulg1sQKJeAkrFneaf3jTNsT+3atZ7GPcOVxKZ5kVxRXSBAMwQgAAEIQAACEIAABCAAAQhAAAL1EyBCCEAAAhCAAATuSkAJX8Wu0kXXCAQgUDgB3bAludiV4QwJ4HQd9MSvJG2rta44pzLGmnFbTG1Mr0ebBVcKdu3RNOEXCcHWevaTKPqUjiTwAwEIQAACEIAABCAAAQhAAAIQuAcBooQABG5OQGdhJjork7zQsL74b1cunae9TNjeEO2a/u0zLz+jtXPjzqQxBlFOiKixpI3kBNMzJn2/LZXaJ5KZqZuapGMQYx9cNum4wmDjaPsr6B6O5RV8fuejxaNYFqWxycO6Kgcg8bVVab35X+6TaRZjiVV3fcmGxDg0Jl2wm1ix7mpUyj3WtFS7yW58TffGl3bAxikMhwAEqiGg98NqgtknELRCAAIQgAAEIAABCEAAAhCAAAQgUD8BIoTAagJ7n6ftrX91oMcP9NCVujre+s0tOvybY6g2/NusL+8e6R4mAaxsvCSlEpS1f2q434WYSO4XORFDAAIQcAKUEIAABCAAAQhAAAIQgAAEIAABCNRPoMAIdWzvUqB7lbvUWLLMpfJQCQ8C+xBQbkmyj/Y3WktJAJfx/i0v3sC6QZceD5cshao+yVI/7RCAAAQgAAEIVEiAkCAAAQhAAAIQgAAEIAABCEAAAicQiPkLPaDkcoIPtzL5Gmxna+Dy2ntEi9Z+sKPchGS4/Cs0RvLX8lPNYv5pPpMLI9CZP8n+YH2NR8WvhfWtNwGsN0VJfJpXG10b3hd4Juw49kO/xqwVV0UJAQhAAAIQgAAEIHAtAngLAQhAAAIQgAAEIAABCEDgDAI6e47n2WcYx6YnfZVJcDmWivIYkhmr2hupzAzZ1iQ7E8mqf5s3+4+2nFB8ItXLweJpxYR9vO+3tFkcYSpDMFrHOX1qdxmG5i3cn7xa0TZHYGav+NqqHKZoRYZq7YXesudidFBzfWr71K8xCAQgAAEIQAACEIAABCBQAwFigAAEIAABCEAAAhC4AYGFp6XKidzPpFWW41XtniiDMIrtEa8fHrcSOC5Lxj/1L82j/WYE9B4iuVnYK8OtfdiNEsBLSykEkm/7l+bRDgEIQAACEIAABCAAAQhAAAIM+hOOAAAQAElEQVQXIoCrEIAABCAAAQjchkDpCRGdV7vcZVEs3viE5rnxWt43RLHsbyzPdQfrVRIo/f3nQtD1njFIY2UTOrt/20QuFMsOrtq76g5ai1Spt+utjjEeAhCAAAQgAAEIQAACEIAABCAAgfoJECEEIAABCNyGwK/HxL/Ovw3o7YE62s6mSqw49OX2Vboc6gDGIAABCGQkUG8C2LL9QTJ+D7q9Zet6KhlhPqnyr2D4VD5NOvOiNeMmzseubv+6AgBfr2/LK8SIjxCAAAQgAAEIQAACEIAABCAAgT0JoBsCEKiaQNt1YZTwz+oStan8l8Suo3ITP89Nevqq9cWzZjtD9TEq+848v3XGF23kUVe0FsVq8hglBDvBD0r8phIO/GnMsORAk2bK9tP477XapV7GJKwVjf9KfD8nZWrzK50lTzLO8X718gxfzXZca7MtXyRW/e7lutJy0KR1HKohvp9ojceGbJVH00RdTdOXIcYmf0Lo7H1XEgcc8MttdV1vX75JDjDdm9BaSuK72D68e0P+WzYmonV3GYZpxFClgAAEIAABJ0AJAQhAAAIQgAAEIAABCEAAAhCAQP0EiBACxRGwJGRxPu3pkOKV7GkD3Z8JsAafGTGifAJ33ccLcZMALn/LVuqhbT19GqHS6AgLAhC4NAGchwAEIAABCEAAAhCAAAQgAAEIQKBqAnpK7GER2hml/S7vJb9cyvNuF490VizZRfk2pY0lU1y2zWQ0BFYS0F6XrBzOsCUCevpY75V9+QhdeHRt4P7teYlMX7vTbz2K7XKnuEuK1f6IluQOvkAAAhCAAAR6AvyGAAQgAAEIQAACEIAABCAAAQicSEB5jPGrVNsTHTnIdIz3IFtPZpYvOvPJZXlUZT0Wc2UREc4tCCjRdIP3yU9ruXD/3isBTNL30zbZsd+2mj7R4rKjJVRDAAIQgAAEIACBrwgwCQIQgAAEIAABCEAAAhC4DgE/691SjtHZWeVYL6iiWGLytyCf9nJFsUoUr8qp7GX3jV5P+iql5PJm+MW7lDSbSLoGF4/u1X2755Wb0L+Jq/J1wAEt5oPsH2ApRDtubygVt8suPgx2dtH9SanuWO1njZMfKmsWxTqRmfv3DiRmVjkFM9NNU34Cuv/ya0UjBCAAAQhAAAIQgAAEshBACQQgAAEIQAACEIAABMohwPl1aGw1JFYc9dIR9ihm2+tH2cfOgQS0uAeaO91UrfF60jNsC/D09TjIgZsmgA+iW5QZLbVkyamkz28alUvDf26XPcnPilAAAQhAAAIQgAAEIAABCEDgFwLMhQAEIAABCEDgjgR2fRLuV6A6N3X5VddV53sS/Fj/Le/b554tn+T1Yz3AWl4Cr/eRr6uXee2hrQwCr+tehl/HeiEKx1o82FrX2jt1Z7LJ7l0H6y3vrrETNwQgAAEIQAACEIAABCAAAQjcjwARQwACEIDAJQlwjHnJZSvdad9WKl1K9xn/fiSghf5RxTg9p65RaaZKyb5lCnF3NQnDLth/F8g7Vp8A1qLbUoSz1uLRNGFOwt4//gk2L6f2vN3L2G87OPdTv0/6o5HhV75PcGltDXMI0fcMWzr8/cytXdr2N5IaBCAAAQhAAAIQgAAEIAABCEAAApcigLMQgEDZBHTWZ9KGf+FFOmtrm9BK7HCwfSOLQZru/jxxccTxHTpLDXnPN48PYqVFxSpRvF6OU3V2PF4cVmm6ECThFj/aZxPROrhUw0B7qZeHvZM8ur7+F55d673gr+GHmunSfl7UoH7J4oDNHZ29983LP9PVWl6sL4PFHhSni/Xmev3Z/xft6XrUbf5ZY9hHFF9nqu3GNYOp3fhgqLXlfWntHr293mTQ357O9lRncb6Kxr/34HVOH4+3v5+d9sqWxO5p3cNDl10NtUqLfgEqDY6wIACB7ARQCAEIQAACEIAABCAAAQhAAAIQgED9BIgQAsUSGBILxfqX2zGP18vc+tG3jsCN+DfriDAKAssEhoTv8oCTeib3cfUJ4GXMCl2yPGLfHrOdZOL3tWXaZUti1dnXU58+KeAyO/oCjcb37adtLhACLkIAAkcTwB4EIAABCEAAAhCAAAQgAAEIQAAC9RO4QIR+tqnyAu5W5qKeAnapLDTCMQJa24clyiR2WfVLMUqODlJJdsnRdo+wp7ii2B5SuYdN6ZX8qpu/IL8S/Ha+bY5vpzIPAhCAAAQgAIHcBNAHAQhAAAIQgAAEIAABCEAAApcisMNXmRYRfzz194dzVBbh1X5OxHhNvZdW3ff1WXtnvrh8Hl3JCIu5kkg+hqG1bS1eycfBDIDAAgHbQgs95TTXmwD2/wFIy5H7GWGbTT1l6zL6QuUrAr6u+u76KGlG3Vh/pZRJEIAABCAAAQjckgBBQwACEIAABCAAAQhAAALlEfBz1LQcvaw0Maozz3jWOQZab0WxShSvl2O055zvKjEYxfzQabPEqpW+dA9NROvgUmHUSvi2lrU7b121ryX54VpYIZUQr2RrkPR9VPWQ90dWGrt5ouRVXYS2yNY2jp6mbrw0z2K7lQ+7lVLRmCjWpzFWvH1pTCpvB2/o1LpsGM7QrwnYpvh6LhNXEADwCkgMgQAEIAABCEAAAhCYEOASAhCAAAQgAAEIQOCqBOzEXcnDq7r/1m+PTeXbgXRmJKAT5lEsG+P1jCZQVQABy1MGX1uVBbh0fRciSLtpFInqLro+RAbbH2zt0m2xynoqu9j5Qul9E8D6lIPkC2h5pgi9JI+2vFrkl0tezYdp09pKdjN4cT67cUExBCAAAQhAAAIQgAAELkMARyEAAQhAAAIQgEChBPzsUWWhLu7ulmKXfGNIiXOXufnep/K5f0ziJEmd5xFcVUFAC31aINrXLjs4ob07yA7aV6kcozM/Vk34apAtYszmy5rV41PPXykqdtL6qMRA8hzKa8tz/82uCPe6BHQrHOi93rgkB5rEFAQgAAEIQAACEIAABCAAAQjkIoAeCEAAAhCAAASKJqCzV8mBTvoJs0qXA81jqiICXdcFSUUhrQjl4Bs2eqQ7NVbsV1q3y9Nex3H4FHG9CWA9/WnyCP+FWWma8JAs9au9sbka80bCx59HCObH6zB9ukjy2pOzJcb4xv+n/pUxP81ZqTtnTFGXmJp0+uL+rglNeNh///3JSr+eYpmZE8afR7+OZjNdz4eYzUgco7HjfCoQgAAEIAABCEAAAhCAAAQgAAEIFEEAJyAAAQiUSiCeJ9o55Ab/9G9S7ikbXPlxqM7KJRZ/5PCNOs2XLM1Vn2S+v7G8jWS+t7ZW42yn6SEVcXc5PVyt0x5igY0xDgx0bc25Xn3it/e97f5ZInhOWmu3MZYotorlHmzzfVFvzGmJFQsvsxFay5/My8KkL5sthvjl2l9OzzJNa5pF0ZOSPrJH5KjfWqpxgOWVRrr2BtKa2ILG7q7tPwjQ2YQ50dpJ4uCZXz5nukdMnY1+hGD5sceb/WsjbByveQJa1fme9a05dKy39vvIq/n7e8TrNMBlHacLj8J1CEAAAhCAAAQgAAEIQAACEIAABOonQIQQKJ7AhnPId4mD4uNccnBD/EsqaP+CwF257xT3mLj7YikuPeW0N6WDDNt+mbVkSeAQpazVIwFc1nqU4Y0+MSCJn/4pw6X9vdh6K2i8ZH/PsAABCOxOAAMQgAAEIAABCEAAAhCAAAQgAAEIXI6AzuYkqx2/0EDF5TLvtp76jQ+azXffu7Vp38f/oV9cXd4rohcC3xEY95clFL/TwKyegNKxqfStR/3W8km22nOPt85bHK98nmQyQH9FJk1cQmAg8M3OHaZWV+iOfApK/xMheWrkAgIQgAAELkcAhyEAAQhAAAIQgAAEIAABCEAAAgURiOeQOnd0efUtDnltrq8lS6DOcQnPa39ndl2WZlXXbjEfF5MzV6kkxJzs7Y1sS/a2M6ff4lUGWF+XfCj33hff2yr7lgy/FYdEqqwUWUmwupr2E2MpjqPsZ+mKms9LAOtTNu/kijTx+UIEbOvrExGjmOuqLz71bG9XT/vVxvOCAAQgAAEIQODaBPAeAhCAAAQgAAEIQAACECiXwNNZ3HA2N3prZ3tjvaKKYg4W60xIeuLXJeaOZsZU1TSyEI+1MhCI57xDfSykY7hY6O/MZhRbA08rDTMqLMRjIhZ/cNklYrc3KFdysPkXwpyE6Y8GD23ycaj+FR/647n/8L6h+T7cyz9FmWqyJeW9NJZt7Wud5UQ7s2HSmFjtqJe5EKKYQVmWWDXLSyvbxcia0EljH6xqO0u0ZjZUSuSJXRb2chxe/u6ex6p4TeKeTsrBgHbhUKWAwI0I6P6YC3ep/WXscDO9tNMAAQhAAAIQgAAEIHAFAvgIAQhAAAIQgAAEIACBcgnY2aMlIUOUcr3czTNlSXIp98TIkr6kX0fDUcx+mihbmkr7lwRG5trna3XYorwd+ql/abL5IH+Wun9ql08upkiby4r+pQuXvuWI39GiuRT3t8qsRk3hoC/aGer7FWZFSfS4flbvU8+z5oprPMhdEsDFrTwOnUOAW+Ec7liFAAQgAAEIQAACEIDA4QQwCAEIQAACEIAABAonoLNKl3lXY95DSYT57gu2Kl5zO+aQLCln1SwvPe0rWVKmPsnQL/PONtaHdoq9CYj23jbO0m83atxUf/b9af4r5Sz/vH9X0zqm8m5szj5jHNXJdqyU+8tc1budZO/1jzbKJXGUZzvaucB+2zF6VEMAAhCAAAQgAAEIQAACEIAABAoigCsQgAAEIACB6xG4zxHzuZG6dZUu19sthXsssLMuTjoml+FjpsyyarN6z2yUTxL3Ia17W02l4pPUFNPaWBS3ib3ezvjU/3by9s7zEsD6VM072R7LPjPe+Wh9j/BfeJHG2pomPEyCvqZDj6BPJez8M7U3vV5r3mIMSxIea7WcN27R98SlWE0+VbY0Z649zuUXBCAAAQhAAAIQgAAEIAABCEAAAsUTwEEIQOBaBN6exSVnedeK6r23inly5qonBZuZpIF/het7hQX3KlZJjNfPmZX187VVKVGfyxBPetY9NP1ePEJj/kiC+2TXv+stVcPDHJuI4nWx3vyvxlRqTa0QY7cVS2tTqXarjnmVWNev5CaI49SWyqf+dGxaNwaz+tIxa+umy/JBTeNxyqc5WavvCuO0nia6J8OJsepNMvoQQtc2oXk0B8LrQmf27be9hzThoTfn8GzfyahVuyQc9HOkrYNCKsCMVrMAN3Z34S5x7g4SA2cSwDYEIAABCEAAAhCAAAQgAAEIQAAC9RMgQghchsDdzlwVr6S0BSrRpz0ZHR3vkr2l9r1iz2kvp6694kXvAQSU5j3AzAoTJIBXQGIIBCAAAQhUSYCgIAABCEAAAhCAAAQgAAEIQAACEKifwAUj1LG9SbYnE6+AwOId3WytpmuJVedeYiOZ6/uxrbFEnlI4kh9VMX01gSltW/ud1ne1SxUPbIxt0z4mz6l+E/AjmWQ3KgdNJgAAEABJREFUznCl1ZQMl5NC41wmXfHS+1TGhvW/LK71g686cj2XdHWuGi1+QwACEIAABCAAgY0EGA4BCEAAAhCAAAQgAAEIQAACXxHQqb6+atPlKyVMWiQgvkEJUBMxXhxYSUeMd89YtuvWN7h2xl6yffZFZxy9Dp/src9xXRT4iW6LrcmnJdjmod6vTGmQLM1U35z4+Lk+tXn/3UuxSEU8jLuKBSEBvADm52Z90uCd/Gzgg4J3ttX3YTrdEIAABCAAAQhAoFoCBAYBCEAAAhCAAAQgAAEIfEfAkmIhJieT6XmzCH+KZWsqY2+lx9qKd8p3jLmyimKVKF4vxxC1vkpsTGUYsMv5dhuU8I1iPnmaJcMjkoPTpRVTtnatdXDZ3d2pPREfjOZc30Hl8YXeGJdkZ2/MbP8hBnu3tnpr0gW7p4xr4/KrC6YnSAY9D1u+puvsdullaE6Kzuqp2OX4Stu9PnZaRW1W3PolBi62oEY6RLF1Df5jda2JZGiylqFGAQEIQAACEIAABCAAAQhAoHIChAcBCEAAAhCAAAQgkINAmyixupJGSQvVXwkYU0tCWvrmV0XM30DA0yuePIul1oH9vYEiQ3sCaZKubwkxYRdO/5Fn2Z2I94jfQaY9qdpV8vIOlWpWKVFdorrL3LXa1su+I+XnnAW1S+b6crSZ7pG39A1pXmvWVSpDT9pEHQIQgAAEIAABCEAAAhCAAAQgUB0BAoIABCAAAQhAoCYCespJUlNMYyw6tncZG29W+RT/p/6b4aou3JrW11Ku/acJklWytpgQVpk0H1SVVcnv5rROEy2WiFSrJFh90pv1sjH9LlGxEqOSeLHHrxiVKTbDMTiVdumv0Rm1m+SB7No3l+7t5ol1TCAKCEAAAhCAAAQgAAEIQAACEIAABOonQIQQgAAEIAABCEAAAhDYkcBTss+Sf2OCUPU5u08T5gZU0KbYJTlCkZ5UXKfavL5/+d5a0huXV9c55Lu4SAB/x41ZTkCfsnsnPq7EEp8gAAEIQAACEIAABCAAAQhAAAIQqJ8AEUIAAj8RaLsuvJOflL+b/O7MUX3v5m7o079d+U42qPp9aIzrrkf26ddep/UlrD5mqX9ru7gnorWQDP926lZtS+On91Jn99c50oSua+ze7iV4nIpZshRA9nZjPmsv9/q2wSK1lKzZU6zZ45DC1n6Z/q4zC13wfxM3mFW7COZACPGXPJGEEC9D5p8u9Oas9Pc2WUslHPJjDuiJWMUfRUYb++Vi1fFlY2Pd+1TGhuGX+uektf6+XaYi86axvf3P2tVnRYaXvJHYLRNaW7Sm0VWwWtdLp3pcaesPwRpDf2UdFrt5ZE1d6MzJNpG4UKEfk46fr5vK+DLb8Z6xvRavl399HrE8lx4IQAAClyWA4xCAAAQgAAEIQAACEIAABCAAAQjUT4AIIfCOgB2jv+s+p0+5gHMsY3WOwF3W46w4j7R7pC3bS8vvL8s9Nu0Gr0/xf+p3RHMLOtfm4/coJ/bkuiV4+wTuHva26SQBvI0XoyEAAQhA4PoEiAACEIAABCAAAQhAAAIQgAAEIACBbATsiDk+jZRNYS5Fb/Xoybh4Tv921FmdxjSYXJDrWcSwC4ESCcR84NSxmDMcemJ9OuCI69aMSKzY5XVMYKJo75T9g7SKI76p7xmXrMmQRHYUp0TXEtVTUdt5knp7nhdYhgAEIAABCEAAAocQwAgEIAABCEAAAhCAAAQgAAEIZCWgs+6sClcoa+zg3WXF8OkQJQ2mbcVcR+csPn2RqGIsxrGrOfKjv2Iv+VHNOdOH/aM9NOvATH/cd7ODafyVgN4jJa4nJinVYHICd32NsYu7lLW0+PxrjrPqnVFmBOMuVzwz3Ts1+f2zk/rNauWPTZrZSySAjQsvCEAAAhCAAAQgAIEbECBECEAAAhCAAAQgAAEIQOCPgJJbW2WcfdKxsvs7+rG+oid+XSw/sX7ikSMVX0xnHGkUWz0BJVFS6VvDTFJl6CmwcP+XXEv7vZ6U2n8uSyqu0n6wn9omel/Re4zKEJ/et9aYmbRSG0nZyqBfJs0gB/opV6KYTbMePbHq7y8LT7uos73TWVyS/iuQZeV39Ws1eGxrx383TpHaTIu1j9Hqh7/EVSJfJO6A1eWXZGg66S/1YJ0CAhCAAAQgAAEIQAACEIDAAQQwAQEIQAACEIAABCCQELAD++TqglU76I6JUpUXdP+jy4rL5eNgBuxKwNYhSajsaiqX8id/zf94ryTKP/UnQ6nuRUAJPJe9bLzqjRbt/d+Tpbp+HfVLizR2QUlgyd5J0hjHEE/q9a71eP/YfWXJ7r3jWxVH9Gd+JAngeS60QgACEIAABCAAAQhAAAIQgEAdBIgCAhCAAAQgAIEXAnZ4/dK2sUFPuEk2TsszXMfaLt9p1Nm95LvZe8/y2FTubQv91yOg+9flV++1xyS/6mF+SuBhSfcm9MnQPklodUtUpmN2q0c7sqc9smAlvnfXuO4x+IWg79dc4wqvWEWGQAACEIAABCAAAQhAAAIQgAAEIFA/ASKEAAQgAIEXAjc8H/8l5F/mvrCnAQKnEbCE4Gm2CzF8+M1szGXTJSaE51jYuNiXs5yzQ9vdCJAAvtuKE28IMIAABCAAAQhAAAIQgAAEIAABCECgfgJECIHaCehrH03a8C/MSteFdioa29n42K5SMjMu9vftixjNdpAsDtihQ0+tSTaoHv9Nzskc/+rQSfPLpZ4Slg4XXafyMuGXhhgbR/a/IJzO7Wwvr5MmdK2JbYxYqm4Sgq1HXJep5m+uTZfdrd/M7OfoiU5Jf9X/1rVL3xJm/VVyMe2XL5KhzePUXIk3V1M+LMX6CE3kL155AmtMjcQKez1G0dZ5/gpk8XexYePL23KX5tXTOppv8drL0YFKKuLXr2tn93DTWPyVRPZLGLbav0xnLgQgAIFrEcBbCEAAAhCAAAQgAAEIQAACEIAABOonQIQQEIFLpgCUx5DzSBkEcq5HTl256ZTsW+5YpW+veGf1zjbKi+OlIFeOD/5+FkkA32/NiRgCEIDAXQkQNwQgAAEIQAACEIAABCAAAQhAAAIjAR0NS8aG61T0JJvLq9exRU/sNpdNdmhdTBRjjIZfEEgIZH3y3vaZnv5N1JdYzflhDr0vSJ/LPvHqzUdPpKp02cfSrNYYpOzP9obG3luizHf/2NqY/l5CaMKxP9rPO1s0dkH3TNeYIYkVZ76iP/MOHEBj3jCtEIAABCAAAQhA4DgCWIIABCAAAQhAAAIQgAAEIHAzAkoSSW4WtsIt4Ehebnwn0XklbkxOWz+z7d7LB4lfF1/mclAMJLn0Fa4n7rvCfSzQvZfU7shRPXLYS9WPlAW7o3+tpWbbHRxyAyolO5goRmX58ZEALmaz4AgEIAABCEAAAhCAwC4EUAoBCEAAAhCAAAQgAIEaCeipn6mMcS4c7Pv4cVw9FT3x66KH3y4ZWUy0LqzdIQHJtuQQY4UZsbidv0rP7Xh5uLfmz/jv1Xp9cEL38VD9vnCdSRnjtmuV3yvOMlPYU5FSv1Z9Ud50+PvDmyGbu5RmTcXohfhg6GZNeSe4T61Bk3RaU5PG9lQUa89m0Ywp0djYvmwseEk23cUpUqRnO6XFk8gXiftjdVuDIBmarGWoUUAAAhCAAAQgAAEIQAACEKiMAOFAAAIQgAAEIACB2xOwQ/8guT2IKwFQGsnlBL/jfjnR/gkhL5s0DpHH8gh6rkVAqbMcHlveM1i+s5ccCg/S0cdf577eHaEWPRrpKcZqKb9G3/4cIgH8x4IaBCAAAQhAAAIQgAAEIAABCNRDgEggAAEIQAACEFgioCeEXJbGXLy9scNwyTXD0LG9yzUjwOu9Cdxrf+jp3VxE9b4gfZJcOtGTELCs+GOQpLWiqt17Fl8fkBLBkv7q2N+WxI8GzZ9Yvv5a7nkdW0ELIUAAAhCAAAQgAAEIQAACEIAABCBQPwEihAAEIACBOxE46/j9ToyJFQIQqINAd0gYvCvvi3lmFWeQkwDedxXQXhIBfIEABCAAAQhAAAIQgAAEIAABCECgfgJECIG7ENDX0k5ljN2Off0JXy/HvknF+78tJ+qOvnzYObie6Jva1QNakml70ddag2BrV7ST+ZxrO1s8U9dZuZeY+pUv4+78VUriWnj7SjV7DfN7PSjLYz7tZWdXvVrvZ98VzZxM3dC/Y+tt6XhvWyxHbnpa0mS8HmZMr4fmqxfOSO+PEn+P1Aq4HBGjbL+TI3yoz4atoC9oDM72tZeT/fx8t8VB/IIABCBQHwEiggAEIAABCEAAAhCAAAQgAAEIQKB+AkQIgcsTsLP9y8dQUwCsR97VhGdent9oU3b4m3nMuRwBEsCXWzIchgAEIACBjQQYDgEIQAACEIAABCAAAQhAAAIQgED9BCqKUMf2JvEp1LPCMvvxCdiz7GO3SgJD8lEPMEqqjJGgjACZfoOw32v8egt/+nfelN7F53tohQAEIAABCEAAApcnQAAQgAAEIAABCEAAAhCAAAQgUB0B/5pLlScEp7N3l+zmY4JMh/omJ8WXPaZDFOY2YvyDJLfeO+ozjs3/Qoj72erh04/GTOXTnA/98b7qxyg1qa+UlvQtuX/Ld1mRXpUS1QuRnO7M6YqZfXVICok5lxtxH9n6xhilVDFKVC9PSACXtyZ4BAEIQAACEIAABCCQgwA6IAABCEAAAhCAAAQgUDMBPR36TmqMXQkkyUmxedJXx/0uWV2JsVlyIavSJWWyM5VhrPbVUL1PYSycv8qY6LHovbRq3pfZiwnmpTKvtVdtSg1NROvu8jphW8uTni40XTtIsDIs/LTWLrHi5aX2GYlr1YYwLV/mh6CErzR0M33ZmuRHVCYrknhx+C9ZlsSYbQ/rvUtOWDW46PpbcR0qtYuUD32ENjy6LkoInamWWFHVqx2iUWyS4fLQQtQlIi9x41Z/uu8C3+HgaCghAAEIQAACEIAABCAAgXoIEAkEIAABCEAAAhCAQM0EdAjvclycOu4fpdkzxeGxqTwuPizNEbA1GJN6c/2VtGlj7xaKKRdDiSUJP5sx5nFcWn6etXaEkqHm0X4pSsUp2c/C2lBnx9lb12x7nsaUrNfzaH6n5dC+uLa2N5X1jmt8qPVlY8I96bWU8KSFSwhAAAIQgAAEIAABCEAAAhCAwHUJ4DkEIAABCEAAArcgoKNtybHBKnkSxQ7bY3ms+eOtTZ4oO94BLF6fgN0p2kdJIA+7fyRJ02FV5e3MoyxPwh7mdGZDkYGtQWa1h6vzOFT2xi0x21du8NtjXf47uNxTFR6CgQAEIAABCEAAAhCAAAQgAAEIQKB+AkQIAQhAAAIQ2I+AkkbSrtJF1wgELk9AG/ryQRDA6QRO3EedJbQ7+9U0Jzpx2AJYsFNbM2GTAJ5C4ro+AkQEAQhAAAIQgAAEIAABCEAAAhCAQP0EiBACEKiLgL5mcypjhOcca+spM8noRtEVPR32TsRQ8vlQBrgAABAASURBVCEIX4MPw67fbSziU6pD6XX9K5qxvnOEI2dlccyHnc2Fl69Ytr3iPqjMYP8RE3GP0DSPXlvkONT7Fvttdkdf7DK+NGYqseP1V2uJsDnp/oUgSWboiWNpTZqqrWoXSR5dazu4DXrfSiVYay/fIehsmkurehNC/PeGra7Siq9enfm7XrrwNzbEGIP2QvxaZnMo1Ppj5LWYY3haAV1YqXtXokuTu+x3C5UXBCBwRwLEDAEIQAACEIAABCAAAQhAAAIQgED9BIjwngRqPuK/54oWGLXlWgr0Cpe2EkjWkfeNrfDejC8IZmdr3Nmvx6Mgp96gO6KLBPARlLEBAQhAAAJnEMAmBCAAAQhAAAIQgAAEIAABCEAAApUSeHSP0JiEEA6PUA9fuRxuHIMQ+ILAWSmxppFlu1fjE6dfOL7DlOiRJQv1RPAO6uP7Uv/+JEuS3FbM+eCSW3cOfYo5lalO913ltG/btb8Pq4wzY+V3vVHX0q/4d+cRQucxLg3csT3alv5WvxbFvFzsowMCEIAABCAAAQhclABuQwACEIAABCAAAQhAAAIQgECtBHTsHoIOviXHR6mzd5fjreeyKHaSXPrO0rOXXbGR7KX/RnqVlJMkIetrgiVJ077V/k0j2lB6ULYlsSHjr2hGBqLOeBVreX5J8Zzk0f6VFrnjE2PdY1Yp8U6VGjAn6pOoz0vde36ttnnx92GV/YjPc/pxOX5P48uhM68OEsB5eaINAhCAAAQgAAEIQOBsAtiHAAQgAAEIQAACEIDAHQjo3/l7J1dnoKesEtETdXpiT9J0Sg4cH6CSDFHMtNIMEque9BKDd6Kj/6kMrmrfDFUKJ2AsI5eh9NyOlz7sIqXcTkVu+7XqIT6RO9kfyf3Wj8nx23iGLrSWAO6Mby859A46NhRK+PbebJi0cWgjhhvnrBuud5tU0llqT6/3rzdmwkW7yJY39O/RjZXqCZMf+ZhK2p22pyuk9nTc+3r63vx+5C+9ivaX+Tnmiq9Evkhcp9W1/yRDk7UMNQoIQAACEIAABCAAAQhAAAIXJ4D7EIAABCAAAQhAAAJ3IaBEgeS4eJWOGMXO371+nAcZLVkyLkgyqqxTle2xO3DSZt5tAaXcxO4ZNxGTdcm1tx9RRttmyDwKEqvu8NorOPNY2dbRc7uOdZU7hJFdpfk5639qyMaMl3b/xfjGhqeK1tIT+08dO100Tb+uXeriTrY2q53xiQTwZopMgAAEIAABCEAAAhCAAAQgAIECCeASBCAAAQhAAAI3ItB0jyA5OmQd/0exw/ZYHu1AtKekSKzwqxICMSe2IRaNl6ydoifn147NP85uliDJr/kbjeLm967Kb3RojuZGXRaa6mpTmHoSNigzGRvUI4kXq39pvSSrJ7wMNKeCvU/MfHhBrqlX8jItS4PidcmhcNnTsUfmXkw9Xlp+a+iNdAIY+nqIpdfDYT+y2Gh9oyybzU1g2dIpPRiFAAQgAAEIQAACEIAABCAAAQhAoH4CRAgBCEAAAjUT0GF3CfG5HypdSvALHy5CQJsmcXVymfQcVy3Bh+OizW9J/CTvNStN+askFqQqufyrqsPlr5VaPgKPpgld15mkOp35XJmOy1SXmRB/fVRIAvgjIgZclgCOQwACEIAABCAAAQhAAAIQgAAEIFA/ASKEwF0JdHa0+06uzkVPrpk8QhsakxDFg3oEPYQl8ZYjSn/a7whb8zZaa5ZYYWyCxKrzL42byjAy2Td9MkMJjXlpLdkhGWZS/ERA62H3renQbyUOXUJ4hMbWpQlK7GicDUpejfokoevvB629xNYnZqMm5XRd/1m/t8XxbWv2zEDbBT1p2tj9NSc24qeX24yl2eq61sxL5vdbl/i5pr7FOcX52DJhw9jGxkqsCPpKYpW9dFZ8FntHs3XQWvQSbJ0lD+PxJ8HGNIno2qWfF8cOc0No4xrrfSvYT2d7TBJsH9nlzi+PWWbSehNCfOO20rrimlh39NvKJkqT+G0NQdLaaBdd2+XTa+iTArtDgsUadojz1bJalsXj+ovTPLPhv1w3xqNr7P7R/S8GXqo+kb32+8QMlxCAAASOJYA1CEAAAhCAAAQgAAEIQAACEIAABOonQIQQgAAEILCCQJOMsQRUcnWPahJziqKY4BP/Pvv0IYJNuj5byz9i2X/1uCzbLT7AZddz91gi+J1KEsDv6NAHAQhAAAJXJIDPEIAABCAAAQhAAAIQgAAEIAABCFRP4GERnnO8rTN3F3Pi+Jee+NLTbZLjrd/Mou2xHThP94+eCNwCVuMl4RK5sFeG0/i3xP7rWCUYxU6SQ5f0/apnOl86JdP29de+MfRk7PpZ+Ue6H99qFgXJt/Nt73079WVeH0vTNMFeL71pg6zm2F+pTq83Vvm7f/7Z1fIayw8bwAsCEIAABCAAAQjUQIAYIAABCEAAAhCAAAQgAAEIQOAeBHToLTk+Wn2Dqcv+1hWjZH9L17JwkLd9zierMSVwpgqfvzZ42vt6rfGSMKfsdbi1KBAXuxxf2luSsSH43lb515qrttrhXAZ31fNCNIZnPGOGzsqgEdtd0CzJ9pklzHDPVbrk9ktsJbn1rtEnuxaXPoiztL7WvUZTvjHzBkkA5yOMJghAAAIQgAAEIACBMwlgGwIQgAAEIAABCEAAAkcS0OHvOznSlxpt6alLyfhvOaZH2TqAPz5oJcSimGkdt0usetAriTlyOcjsZc2I1zdiAe/AV3lB5QT1VKDKuI+sUXtIYlZjKsnr1hVzu15qnsZIfIzq60QzEtH71szEqU+aMTNsY5Pdt6bIfofGuDZmRLJRyevwQlostJBKCK3escy7zmT5JR5aUxets4/eltj3WZ9L2ZB8Hvl5hKJz0V1myxpa21dt01npPZ/1rB8hYj5a+r1+dKloZfPZB3nna6lSI0oQ+VWCH/gAAQhAAAIQgAAEIAABCEDgawJMhAAEIAABCEAAAocSyHWKfqjTFzXm5+xejmHoIF4yNuxekQuj2B7w+q6GLakSJLsaQfkLAS3uS+N+DVvNabzka48sUTe3r6RTybxRvjYwnWg3zLTp4tdPrJ5i0fuSxBrFOaaIrZ6+NDm9ntQ1OyaCJ+3FXabLGusKLJV9PA5iGtnupf+NXr0fu+1YWrz2ejPjgK4I/8UOCeAXJDRAAAIQgAAEIAABCEAAAhCAwIUI4CoEIAABCEDgBAI6nj/BLCYTAjraliRNB1R1zB7FDvxjeYDNeROKXTLfS+uvBMRW8que+fnKG0nme49otQ18hJlowzgqoxzr/S89JSnpr+r57Wuqssb4zlupyd9cvfme58xHy3JP8nHgTwN0D4uL3V/Dc+dTdeqZtlVwTQgQgAAEIAABCEAAAhCAAAQgAAEI1E+ACCEAAQicQGD/U90TgirYpPP28kRX3QWVLie6g2kIrCCgJNGKYQz5jYDeELZo2Dp+i+4jx956e60NXuNyy2SRpX7SpEsSwKKA1EWAaCAAAQhAAAIQgAAEIAABCEAAAhConwARQuAMAvrqx6AnbuaM21Frl8jckJraxOKd/Bqr6xZv1VWOOo3zWD+uoqf6JMdZNEu+p6z6/NI+lDy33udKsbehsX0xL8H6UhnGdk1ojGkTQuwPZ/2YD13bRF8shBClsyxO14bQ/QvdKK3Vu/DP+rpBrMHGaKzJW//V7/J2YKWdnfFtexHg+D5i6MIjGPoowerB1uJXAJ0pkE4rTGOj4q201uvjrRo0X6VETw676DqXyIYkh74YYdvFe6ixfRms/ietbdFePtnqbL+n8n58Z90m0bhVT32ZH7ZqD4v9YaV2VepO36sWr+1RSv8gYjLs76ElFuf8pYym+QUBCEAgPwE0QgACEIAABCAAAQhAAAIQgAAEIFA/gSIj1PlukY7hFAQgUDYBZW/Mw3fvIcMQG8UrJ4F3zHPaqVnXwFBb1GW3cGUgUT65THpuVh3WYBo1CeApEa4hAAEIQOCqBPAbAhCAAAQgAAEIQAACEIAABCBwEAE9v+WmdMQq8WvKnQkM6sVcMlweWDR22O5yoFlMJQSU+JEkTdmq0uvrq3o2xZsUybLLpok22DZofCrRql++zo//S8dXTFNsj+4RJCuGbxoi3Wsm6J1LT/muGcuYBQK2zcVbHCULow5ofnefmpM/3osfA+j+syEmtqet8vTSPntq4AICEIAABCAAAQhcjwAeQwACEIAABCAAAQhAAAIQ2JmAznhnTSgZbLLYPzvp2o0zXzV5fEDGPEiOt9zZWrscb/3uFmuMX0miubhso801L7ZJz1QWBy93SIX1brVuUxZedp8qU5f06uuPJUnTxqqcfCcf1PnUD8N265b93ZQfrHjYKArJZTcPZGA35d8otuBffPIGK7XvXWIi2Npi+c6Wxrzpl76ow8eZD/HLuF/nkAB+ZUILBCAAAQhAAAIQgMCVCOArBCAAAQhAAAIQgAAE9iCgJGcqT8nGuWNVJTkS2cOns3U6j1k/jImeQHKZHbOhcdQz6A1WjtON81g/ruJJXx27uxxn/W6WtMZ/Mv13fvegoacIJXvoftHp95JKT+YojxMTOapIXma9afAdOS3np/goJWEl2tsaKasuuv5dbA1NYWsxdhZrZ8krydd640T3/lMZBw+/2tB0vQwNVqTvKXa540uWtLdcdjS1qNqWIe6uxQEbOiJ5U6iytXkqo6hNYm35X6ZYEcjQjHLbWrbGQSPC/j/yRauq0kVWzblZR9J2q9v9oNF/Ih26sj7Nf9cf+zRO403i30qfb9fJSx4ml1QhAAEIQAACEIAABCAAAQhchwCeQgACEIAABCAAgfMJ6Phbcr4nx3kwE6+dR+9i3/V6ORqRD5KxYfeKXBjFztu9vrthDBxKwJb2UHsxY/Vk1C6+3lw+MS23hWPWt034ONruU0v+9sPkVwhKOEv6tjN/H5Qi68M+M9DstmNIw2aJ9ewWXhUW17IYuDokO3kck8R2X43qh4UYr/vKQbu7N8ZvCEAAAhCAAAQgAAEIQAACEIBAJgKogQAEIAABCBRCQEeskkLc2cmN+iNcB07H7FHsbD+W66YxKjOB/E9SaodLQnyKUDVJOOPH9lbwrHCsh4v/GEk9pbhjFLoX36k3DybdmvGIa63apPPry7VJbdmUfG2ogImPh/FrmtB12qSS451SHtSlt25J0bgIR9M9J/4+5uXfj+WuK/bgMwQgAAEIQAACEIAABCAAAQhAAAL1EyBCCEAAAhA4koAfpXt5pO2SbHn8Kl1K8g9fMhJQPkeSUeWTqpg0e2r58kJOSr6cPjMtr7apAd0507bfr99pfdf3u2U0KAGcbTuvxZls0tf1VYtkrbIfxj2ZMaeern/Qm2kqCeBMIFFTAAFcgAAEIAABCEAAAhCAAAQgAAEIQKB+AkQIgYMJtHayvUUOdu97c/pK1jeig+Ne2tCE1uy08Wk5PXkZgnqsKb6svvPTfdFMAb+enzQrwKGqXbB9ZfuDa9mbAAAQAElEQVSssRglVjy9WmuUPDW+vej1xU2sfT+OHdqfrseLXSp9wuwRujaYWNJoasVisx5rtb5Yt+rsy/pDKhqkCVNR+7P4CN3PEu1tjZhqU9tvIr6uQXW37G3fldIkv12EIdYHdbFuwTSt/TLpJHov10AbEx8SfTRBpY2wlt9eiko2paUNOTRKU16RV5K8Wt9r62yTv5PF2bYhG4k5bEV/2xpXWzH7exTsuuklLP0ME+PfrqUx29s720NxL7W2yt2/0Kbxma0uXneh0zhJvMftbp6W6otjpUfyz+aotLkaO/T/eWjxxIvGfpto49r7o128fek+eTuATghAAAJXIICPEIAABCAAAQhAAAIQgAAEIAABCNRPgAgPJKDzZsknk2vGfNJBPwTuRsASPG9DthxPzHS9HbTU6ZNVLo150/7ltDcarSuz0qX3naV282DX11l2dw3qfOXaNe9k2UPNOmJRjrAxiTImfy2+J9NPF+MEEsAjCioQgAAEIHBRArgNAQhAAAIQgAAEIAABCEAAAhCAwI8E/Om1UY2dL6cJKD2F5X3q0niJtx1QTkzoaFsyaT7gUixcDjB3SxPH8427uhDWSua4FOLSL27EbwgQ3z8ludf3WXtix6rqk1h1fOWwL52uR3Upj7k5VYoSvU9KinJqnTMjYN0Pn6bYGI3XH64jF0I2Jal7si9J27LXh3j1jQayL5nYuOiqT6LgEgIQgAAEIACBmxIgbAhAAAIQgAAEIAABCEAAAhB4IRAPhNsQVIbPP5688LKfYfODpL96+m3nzk/Xe164U17uaWulbp3ru6ycwrBNBGzfae9Kxnl7VcxW3Ofa1KrvZcf1mg3FJQlm82lf27XaVovrzFzKjZwqPdZNOuXEkpiiJ252vfBKNYTIdeDv9YV5a5vlhmQ6Xu8P776i3P2azlt/7RpmyjQRKPYasl7xppH6Sub4d0Z2Ns18Mzj1/82wpy7NkTw13uEiXdy03sdOArjnwG8IQAACEIAABCAAgasRwF8IQAACEIAABCAAAQhA4JmADuElaWvzvxBmRE/vuvTn5o+gUm3BEmJKXrgomSEJw89cwmPoylcoDon5ErwctT/G2pEVMYhiRnXULrEqrwwEtPcaW+teMij8WoUlCL+e+2niRLeCHqdoN83JPxvxTjTHhmx8aZYkvcelQve2i65/F4vZDD0s4RrXtutCY/Jeb2fdE7H5IRHTGtx3lRptk+Krfw+L1b9fYm2i2PrGdEbf8stv6ZVIh94jzFSQHy7ep375q4dUVf9OzHcZWJKR07P2yP+56esrxRPNm62/GFsLq7P1DVaG7T9RYWfzJFakL0FNxcd6aX6kww+vp76pfrgD8wbP+Us57wutEIAABCAAAQhAAAIQgAAEVhFgEAQgAAEIQAACEIDAOwKtdbpYdc3r5cz9b/5L1xp9FY4Rh1EsA+L1CkM9OSTfeyp3dkUfLpAE2ZIcYG+0NbeDvM3Lnf2ZUW9be6b1h6aRr3QoLpXHiJKtUUZzWmOTmDi0Mq7F2JmlogiVA5TdJYXRcnbQU2vyRJam7Tmv3UYbk76NJWJ/C0v6XP78fF/z8a0NU90KXpEACeCIgV8QgAAEIAABCEAAAhCAAAQgcBECuAkBCEAAAhCAwBcEHvHf4Vye+O2hveZJljXX1aNYo1ieIZZ1hVdMNP5UYTEOZXHE0jFP96ESVmsVa7etHfv7uJgftT3+u6Z5DUetb7QzcUGx9U8ThyFpGSr/sb3ztO8qD5fwRgL2jjPWL1zBdQhAAAIQgAAEIAABCEAAAhCAAATqJ0CEEIAABC5EwM7cS/HWXfHyk1/TcdPrT/Nr7XcOKl1qjZW4ILAvAWWXl2TOso+d6/vQpqkfhuzTfZrhGE6nr9o2Fx4NacAIpLJfcX0/xMTKfwBE9wUI4CIEIAABCEAAAhCAAAQgAAEIQAAC9RMgQggcTSA+MfXL8WkbQvzq03DcT/TZ7JpFPfHr0sT2EFSqLdhPa751JlaNr7Tu4zRWT9D1T8zFYS+/LL8QJC8dvzbIZ0mwNfBy1NnHOF7uUpGNZ2m61hi2Zk1iBS8IfEXA9vR47+nukfhHClSXUr+eK9X/m7jWh+3pR2htX4cnCbrvooSdfhRnFx6WpJwX88CG6P3nYe8wo3SNzZEk/TYufPgx4uMIU/FXt9qK6Tbq/Us6JBoln5shrs74dsa3VTlIaNtgTVFi/9C+vt4Fm9KL2ekm0sbr1qhJzKvGvDJR3HZlFwW89EdlKtEtc3TuuezZsXHCIb/ETRLdmLMYO2yElz7Gr5dKH7dQdrbQU2mHtn6KePW1ud/pvp/rpw0CEIBA0QRwDgIQgAAEIAABCEAAAhCAAAQgAIH6CZwWoZ3nnmYbwz0BXwMv+1Z+Q6ASAu82tpI7LgpXdZU3k3eI1qLIoWOlrc4SsO+GahVd3o37ta9TorDtQtPI2q/ajpx/NX+PZPNnq7N91urDBH9NLzUSwC9IaIAABCAAgYsQwE0IQAACEIAABCAAAQhAAAIQgMC+BCo6h27iU7Q9LoWlp3vTtr6nyN/FOZU+zFWcczhUMAGlYySDi+NTwMP120J3bTpA1y5pO3UI3IlAV2aw/kfiZO+Sd5uTPcE8BCAAAQhAAAIQWE2AgRCAAAQgAAEIQAACEIAABHYiEHMqbQgxOWNl4OdUAloPOeCl6idL/CpV80flya5Ua741vpIQqg1xRWBKbkmWhhqkpa4f2rWvZVXyg5pbT9XelSwz1N8WyReYPLmo8ovpe01RrC572ej1yopqKl10/SzqeW653xUJ4PutORFDAAIQgAAEIACBaxPAewhAAAIQgAAEIAABCOxFoKKkr/6NXxf9+74Sx3aJJ3+1FhL9Y5leegC7/tukbkRH58/SNY8QxewruSDx0ZS/EUiTjqr/pq2G2dpdLkoUqq64lPR10XU+EfcoptJLq371cg+Vo+z/TdwQVMY7ykNZo/kiYxrzU2JFaL2iC5MYrkCkYu2bXz4/SKPLei1x+vrhb0dG6xan9onilaj+1261aHChjIMHBWvr0SPTN8YfG+Iv09TvL+uWWal0n+KAm/7S/XbT0AkbAhCAAAQgAAEIQAACELgaAfyFAAQgAAEIQAACxxBQwsXlGIt7WrEz8T3V30a3OEaxbIMSDFFuE/2xgUa2xvlYq2da0856Zz/t3w+MrET25oqXVs33koF82orXpHBdnpxVllLy1LjmwrWl5Zp5+4yRF/to7rUu/5ZlyfII9WiERPU7CgngO646MUMAAhCAAAQgAAEIQAACELgeATyGAAQgAAEI5COgJ0pd8mktTJOOfiXzbjXdI0jme2mFAASOIaD0VCprrSoJLFk3/qtc4zrVjHpHYP0SvdNyuz5hk9wu8MwBPzLrO1gd5iAAAQhAAAIQgAAEIAABCEAAAhConwARQgACEMhIYHqq7NdeZjRViqqKQysFcbV+sHf2XlpP/sqO6irzSzHruOiIYpd8G7vmSr6dv9O8Al3KGenicr4YEQjJS8d8g4ZK5ntpXUmABPBKUAwrkAAuQQACEIAABCAAAQhAAAIQgAAEIFA/ASKEwI8E2q4Lo4R/VpckbZ1dv7Q3Nq6XH83vN92fYJ6WQUe+kt70Y+FJ387mSfpRBf42v4NE8Xg5uqmv5x4vvqxIxy/ypdkP08a9OuzbD8NDZ+N+kWX9PZvGkjAPE7sbwpwszz+7p/c/hKXyWP8MYZBEnkZSa7bOA6XYXNIZ0iZJ2/7qWrNU1OPXqr9KG5quNR/tvSPeb68jtrTIM+1lfY30P9Mqzf9sr0bRtWylYutk78q2n8MgNmPs76xtKmm/1V/m+3jrMz3yRf6v567R60XxSjTDOav0lVOpvhfRhlgrcbI0TSV2fPyltXAfPw7+MCB6YMrkuuKUqD62P823gbbmtrL2shFyJA629qFsrD8Vn5629UMb26d/4uNUNk0TbBuEptEstVxA+qCCBbVNjFecE97/2N38fgC9EIAABEokgE8QgAAEIAABCEAAAhCAAAQgAAEI1E+ACH8jYMfhvykoYbblCKIbXsYLfkHgugS235fbZ5RAZ7xlrWKv812yBLRlks0P8fw/e2eipaqSbdHAev//xTfhrblhY4iAqGB3VpbL6HczCcwaxDUPUvXgF17Qvm6wmNrX8jPWMiLKZ+zcXosHdHvmb8+4fVf5APi3d4CzMwETMAETMAETMAETMAET2ELAc0zABEzABEzABP4xAu3P57v0zd+fT9wJ/gSB/GLc25LhfAm9LAAOc9BjDuG1tnJpnBSXxtbsbRk7nU79tzHHg9ctq46bw7d/UaOk0XGebPlZArpEBT1rZ3H9PzJw+kfydJomYAImYAImYAImYAImYAImYAImMEvAnSZgAiZgAj9GgKfGjQ54p/qxNNfSAUH8LUz+HubaxG8Y65Mp950G6PpH7pTFP3cTqLlRR2cj/AXX1Ln3l2rkm/qOvPI2+bRoiasr/O/9kXG8jpqGqNBxMbUyj/B3nJfPskyuqeci035pej1nx6t9ADy/B9xrAiZgAiZgAiZgAiZgAiZgAiZgAibw+wScoQmYwK8R4NA3Dv5mEoux7P+Bx6L8O52V+MYv/w4j4t/yzEy/tuR6Ia5nlmMyS9dv5tCu+a+UWWkudpdUpj/4rDUd/4W2mMB7IZU89M1DHsqFqXd367wnzvh1brbln7aU/Yx1qdSUR17sh0fWPb0mMpcVShU3XtzntZiebeocPtbi2tGPmKczWaqHiSzymuIPjX3aONQPc/4Gw+SDcA13ypTSzepby7weewRBTuwpRL6I+th/w0mjyY0WjVK7X5IHv2Gp7/L7wwT4jfXwYi80gd8k4KxMwARMwARMwARMwARMwARMwARMwAR+n4Az/G0Cc4dCv53xdXbJ4Hrk53sa5Z76+WQPSBB2cRAsjhPzcSyjky7Oa0KT8Z9oRv5DJtTR0Dy2ENhjHbzVOtml3hpIOCeSqBz6FveLPFCq+LnXw3lNFk6vRtfUB8E/h+1lCfkA+GWo7cgETOArCDhIEzABEzABEzABEzABEzABEzABEzCBHyHAo080kw5d+e1Z6j8oHqijH0xtIaXrw8qLiVzvi45/uQGr1Gdy4Buj6OjodM4U3zj+9nuFPO5hxSdjz5d9kCvpzfqnlsSLluJjrNZ0nsb4Lxfi++bTsQPa376xbiIhQTGN/2Bkcqp7c+3vTuB+RO/O8Bvu6Hczsn8TMAETMIF/hIDTNAETMAETMAETMAETMAETMAET+GICPIf+4vCfCf0fTv0hbF5kAp9JYM8DNGwtKbNnPOuvLv+RT613In7BJb28irTQ/Y5/HNP9QHZa4QPgnUDajAmYgAmYgAmYwFcTcPAmYAImYAImYAImYAImYALfRoA/yyq15a+EOpVdV9pQM5Q8VuYRKJokqLUFTbq/rXlS9spWYfMtLBXxOpWu9IrmN77xjV2kPEqWYx6talOpi+uJVI014NSodgAAEABJREFUrEvVfdRTOT4tcxz/obHjwAr7lLzOLjrt5zWdZ26pYRvVc2mnhn5YRM7EM/R9XEFs6O7AhgWTnNXL0VXDR4bqr3/hOHXbe6tgUc6ML7UOjZP2zFRFnwhntaXVfdI2f8MKCn1eyKZeNF4gPFXXjwRQGa4LF6LWrYhi7TBpaV09J6biKypPv9VXjm9Wp8gy9bSTJw2QPnE+aSaWR04yBmquImrkoFcplEXtEj9NtOlrSleQdps+YbqigVDXqF74qebG+obOjxfh18qA675H6mnn0ZLr8uharzMBEzABEzABEzABEzCBHyDgFEzABEzABEzABEzABEzABD6WQJ4LZPmxge4Q2L+Q4w6YbMIEHifAytcdKuIJ4fU3dc6OWuo61+WR5bmsuR51z3YCPgDezsozTcAETMAETMAETMAETMAEfo2A8zEBEzABEzABE/hdAnyLEf1uhs7sLgKTR+HsDXSXjR+Z3OzwzUfYoS9Hkt/UpHxLKnwtsHDyj+oIOPxK1f19nXhR31p7xy5amlPtBa7n2tQlE4f2ExAanMALDc2rYm0sJmMLrpPPgxjb4w3b2KFM0a5FDKm6P+s5Rpl9dUl/qu7P+tpYztmpjG/pvtDfs2G/aD3bEL3IXXyRes7XUbt8zpf7TMAETMAETMAETMAETMAETMAETOBjCDgQEzABEzCBHyfAIRf6tTTjTEGHNuSGfi2/aT7kS1+W1F8qsY4/S/tSp/+8M/68MZoHkdeEcn7G1l58pLau2X8eB2hzVu/d9NhJYU91TqFSedBMO+rMKeXUNH3l4HdFE167uJ+4dmjGacRH/3nF+c9XD33MQUxbE3Nqrc3dbSz/xHYf9dnsEPtAoR+lL2dQn9MD4+QcfnLtQeW4dbrwxp9yRnEiGTHM+33/PTcf1729Y/qThZyLo0n3y5s+AL5E7pYJmIAJmIAJmIAJmIAJmIAJmIAJmMDvE3CGJmACv0Agvq2mx5t1Oea1cLAwjn9pJQ58fzS36SUhV8RhUZbjHF33MpUGcy+oWlhTCzv0I+ZR3iW417pr8Rsm17FmfQjjofzFO9ZlOdjaqeCwZDz6WjpViWtILjs5nZgJ/4u+J5N3b+J4qrMTvu1b6zyStYhejarEnHr6l/o5kEP9UV1p27Z0HTyZiPqZe7zLW8lrmod9ne7HTv6z/8qPxgoqsXoynH11OZ2iHDB+0V3Pp34xuFtDngsidPKtDfdeea81nVGPUX92fGqjBNqIsTz/g3VQU5Iv6tscBHfylSqq9yrDD/OG6lcWMETcj2zXVCZzdH74DnWlZAz4jjioVNKnddVy1QT+aQJO3gRMwARMwARMwARMwARMwARMwARM4PcJOMN/hwAHG+gXMyav1C/m90E56dCqoA8K6a2h6NBhf/8YZT/LciPpxSEKUnXmxdzUzPAdXfgI3bHmuKkkn1rzAq/UdJ764yRIJaeR0+FsxxwOgEtpTvgsh/wQxYVh/BIXJboYpMGKWvStCBtodkptJ+v1xKPyPu/N/jiU9/SbcVDSR4moI+qpuk0d5Rhl3aaO6E8RB33HCU8X1rkWiGtcaUo67rlp54Wh72pMUzk6vzl/c8R8ADxHxX0mYAL/HgFnbAImYAImYAImYAImYAImYAImYAIm8PsEfiZDHuumfiapJxOBxz0mmI/uWfNLc8kd3ZcTBw+c74y6b/nC7OEYKQ7ajz+0WgjiS7ph1ZVGh2uo/zPCXxL6q8Lk9C18xW5VjVJFvNjzUnybve6PwR3eZDut4CNvFF2v7P63yk7pplT16xACbDO2PaRrB9VurLtdNwETMAETMIF/h4AzNQETMAETMAETMAETMAETMAETMAET+H0CznAfAhybpfaxqGOLOPzdx9r3WhGHOCiknMvi3v45Gzf6uLA3ptwzfGVuKYV7jH7t3Gny0/a2xFiV2rbiuFlX13fBFfH2/7ECtS1aMOTukUDNfu7wl4k+AIaCZQImYAImYAIm8K8ScN4mYAImYAImYAImYAImYAIm8D0E+EZZ/Nu33xPyfpHyzdBaaXmmD05T5fSxzHVjx2yla7sS6lROpbHZRR/RyaN/tBTMtvzPq9vSlF67/ElsXZ9T+V+Yb5qMkz9JjDggiqHSdX+V8hroKElTdDk0ln03y9m5vZdPeFdC4+Fv1ks5qYqUsYJUI+acW+caY5pSGnWd1bVqTtSObc1jSagrja5JF/Xn37DMtxIpiR9lmz4UXqJTXin7Dr0zukWami/W14p+2S2p6DjsrfbCbk6NIY1xMJMwKFPZpqzzLromKebqWur6dk1TetEuw08/XjR+FlGU8aeT6Zw1dj5Ykak+Nq3n2qIxVzkJX0zSOK+OwaIBqdGNm+oz6Puv66z8DJEKIi/dPrNBkSKZzA4+2InNWyIm/KZqV5c7oB5x3QRMwARMwARMwARMwAR+moCTMwETMAETMAETMAETMIEvJMBT3i8M2yGbwDIBNvXSscrcKo5iUnPjv9IHl7lclvpzbrKhzL73l0STWo8mZ62V6xauR9/Tkxnc551Vayu2jN+as2b/jrFqK+IxdYcFT92BQFyGGfg+AN4Brk2YgAmYgAmYgAmYgAmYgAl8GQGHawImYAImYAIm8A8Q4NEn+sVUyUvqpF9Mb1NOHBiiTZP3nQR39MPfxs5vnc2Bi7H8NvDchEf74s9Ac5TR9d8u7B419P3rTqUrpw4AqcxJbS6AxrPH5T0EdEqW926U96x93VwuMZp6VPTjvcE47aU58a3c6eBXtbXX94p3Tzvj59SeRh+3xT5gNbRStNG//P8QyN8yARMwARMwARMwARMwARMwARP4xwg4XRMwARMwARP4agLxxL9VClI8iFbVr3+MgK69DmBLKB/5L5X7o4k/Oap9SLmrdVLwwWaPNFhQpYKof7fIIvW+TBRBfG7qHopy50jCZltalUjednZQLv7Ic1n40e25MPIJ3beoML5F78iFuLR3CqL+jhi2+/QBcM/K7yZgAiZgAiZgAiZgAiZgAiZgAiZgAr9PwBmagAn8EgE9YC9Tjfn96GNP8o0Hz2OirrycwDv3FocOaEiaU57mr5Q1lW0/YUpTs1T16sWBb0gjHH0gVZ98wbMpTXcaRP1Jk1+4/KSY+cZmSs3hBeUUXU0pXIQ4BqT9mYqICVXhtSoRYUe/+ihV/MxLKY5XhFzrxPpccwZlPdrX+RZnrb738j3HL3v7Vo5dlAz1zmPL8MkxNBl5sTJvRUCQReVFBHPjmrP22cbYlZ0Lo8c0+D2MjrF+l1U+N1gAPUS9Vo7Xfa6bwD9GwOmagAmYgAmYgAmYgAmYgAmYgAmYgAn8PgFnaAK/RIBH+alfysu5bCLA4QN6w38MoCOZEgd5Om2IclPAWybJ4JZpvzoHsFe5qZPDMlRUH8f3ZrW3vTHQi6ij9zhXYX79DYbD52bcP7TXV9w/is3Bh+7PuEeUM71lPCIu7/lRHO9x/IBX9jx6YOnxS/L6LnniaqeW5uzbz384cn2zlR/+Rwr25WdrJmACv0rAeZmACZiACZiACZiACZiACZiACZiACfw+gZ/LkO/1pH4uuQ9L6JpzE99WLYXziaa86+c6riMieU2O5HIZPQca6LLXrTMBdh4699xf45CKwyzs6BrEoej9Vt6xIvYl4T/hvMPIE+vnl06DEltOgSeHv+qd9Fxa09VYPLwj7NTlqnMr1isUyuxVM6rpmzI6Dn3DCzrGSXLI8hgvU6vcM2jaTxvKU9F/rKbfOk9v9fXPPpcmYAImYAIm8E8QcJImYAImYAImYAImYAImYAImYAImYAK/T+AnM8wzhp9MzkmZwG8ROO4I9Lc4fXc2fCi/MYOZTeYD4DdeD7s2ARMwARMwARN4GwE7NgETMAETMAETMAETMAET+HYCnR5tTjXmtPTtnHHCd1bId/F7Yd+Z0rNRd11XjtQ5vlM5iX98K/Ul35RkD081RKM4hlop1Nc0TpyvcGaA5kdlXoNHH2tw/YqcRDkEQh0NzWeKlbVdabq2V2lLGa5rp3uMb9ShonowLvv+6NNL+0nWu15NZb73S0dTFF6v2Odt6dTR6091VPdd17FyU4qhFPkqRe/lI38axVgrg6z75urjPFW4d+HOPL6U26pPZvX+/As7CEv4wFdpu9LoupXur5QWyaP62Gq6jAUxp7TX1+1Pg6i/1tfj2c9alO0sWatVhb3UNU2RZ0ILdXpPqfrEq//sbRVrqzx7taWNdl92yv2stnSap+G+VKUblXtZNhWsussWlWrHdrKtVEuU5dU/ilsbq+GD7IWuhWr0xjUdG0OFvThUXZiACZiACZiACZiACZjAv0DAOZqACZiACZiACZiACZjAFxOYe8r7xel8Y+j1Yd03xu+Y7yBw1P12lN07Upud+qlxzQa7pfPGnCNu5oEhptGNCDy8E4HPYT1sgJ3yesaMD4Cfoee1JmACJmACJmACJmACJmAC30XA0ZqACZiACZiACfwjBH79sSf5SXzz8x+5ou9Lk2MFsa4CaPR8/1TagqruF1eJCz3mlpXosdVaxd5Dqv7aK66vcuMb37+W23U+nbrYCRKJq1DHy1+4vscp89H8GnJC86N1L7NQ3bdXfc0usaO9fG2xw7eBt8z7pjlsVz6dEXV0Ef/uDTzVwkF9pamnGEPZnisZP05Eepx1WzYBEzABEzABEzABEzABEzABEzCBDyHgMEzABEzABEzgJwjEE27+8KM0/Mnan8jrY5Pgob1YV/F1ugYcpqCq+8VV4kIvdnuIO/iis3HYonPPi2ugRUe51R46ynThZDE154Qx/lRtluOc/RO+SnNwcdU/xrCtwj2ILmdjfKrLGS9pKTn2bsan5pVbxtDVgDvuIsDV5pMDUe9iX6sVvxvpucvcA5PxgZaWMraHluyv9//rB8DrdDxqAiZgAiZgAiZgAiZgAiZgAiZgAibwCwScgwmYwL9CoNPjTvSr+cZDbT3c/tX8PjqvtrTij7ryimugvVymGgApjuqfvhw61wsOoWqtz54bVSxxb2U5N+eRPrFUYP2BWVs6HUq+52Cs1blpr3MWyvXc2LXWyho5pzgiUle84t+Pjdqdb2KnJLSotqZmvi7GmYNycN9SlzRCoSQfFO7lBqpRl/ss1d3PV19dz3FK+tH8/mDhnFhxvMgT4YlrS7xjzgqLNmNoPn5GrGcIwBWNNmroY+cRlfoCswtS+NJYWVHzV8qcZteUqx/upezEa9azrMezz6UJ/CMEnKYJmIAJmIAJmIAJmIAJmIAJmIAJmMDvE3CGJvCLBDhiSP1ifp+U0zVnDhnqR/rviVZxcRD8auckvrtP5TI5VA/Gcycau/gmCbTF2LcdoZBXSvlxCIZU7V/DWPRR73tf8c7lRI/4mq5b3h/KidxScZD2iMfH17BjIj6ZoFRRsqSOOPif9tFv3UcAhqMK1z4/SyjVvs/c/bP5DGav4XtcnbtV/hlb07hmWtHaadet9swS9kJ17MwAABAASURBVOKtZR43ARMwgd8j4IxMwARMwARMwARMwARMwARMwARMwAR+lwDfVEToJ7PksW7qJxP8/KTyGf/LIuVAYz9nfDsR7WfxWyxxSlKrj5u7qa/lOxf41H8rNbteWOIdzbqsD5RmJ3xfJyl9X9SPRczuY2WW1K0vIRD/n+KkYCVOnlVbfukOZg5annToiKI81L6Nm4AJmIAJmMDHEXBAJmACJmACJmACJmACJmACJmACJmACv0/gJzPUmcJb83q3/6eSnz9ye3VK81E8ldgPLobSWV18w/LcPiecfeeeT6/lfsvypfG+xelLM3yjM/bi1P2ewLFfa+JrxpUPgCeM3DQBEzABEzABE/hpAk7OBEzABEzABEzABEzABEzABHYlwLcoa/FNtlq7Ohu/fbSr1Y811nY87C6lU7mkjw3+6cD4xm8tGeTPjU7+VLJ6V1+cCaDpJP4ELZrl2uq4rcN3z75fq3b6j7Lv/eD3SWjspVQpHIzEfatZjZSv/LIepTIulKzK8UdLfCDstSUtykP7J8jqEe+uki5BQRf+8oOl7sw+yujHSyo6+rfpOIEU5jGsUiExRQUdhwv3KB3V9Ub3u6BoiGh6dQQX3LrCeOpynpaQE8ZStOmWmkZ5CmqjvnChvr1enQzpKuqzShHJBxevUV9pdY0pK5EKe4+y6p5Ue4sl7nds1GJsMn212c/HHzW0On2XQbwo5visUHmRB2O7OCmt7plUp4uK9rE8bwX7na4vZYs/Xd9Oarv+PtaQYtJVU4rUO8XXxbxSVL1SyX06LbVHLyOQwXItyOY8RrOeJZ9zWXdpAiZgAiZgAiZgAiZgAj9MwKmZgAmYgAmYgAmYgAmYwL4E4gH/viZvW5t7ynt7lWeYgAmMBHQT6TU2X1zhQKh22cTBTt3zbP3WJxPj6Fk/n7qe3FKfGuOtuLRBM4Vp+eB+wcwtr/uNK/40huNaD8af5j637C4zqxAsx1yDqevLK+4Z8QHwPbQ81wRMwARMwARMwARMwARM4DsJOGoTMAETMAETMAET2JnA7W9w7ezwwhyPdaX4RvDFgBuvIAB3FN8jfYXD+33kUcL9Kzeu4Jt9aOP0e6fxbUV077rb83UqE4ZVajLVlJrjiz7dYWPblWcI8D1FtGaD65Fam/eZY3G/Ef5nhvfvRJWfy/HZzFX5d1Kfy9SfYXNU3GcCJmACJmACJmACJmACJmACJvAzBJyICZiACZjAiwnwzJWDodSL3b/CHSmu+an/muPavIfGwjmHKRKMHzLy7CL5ThPEgLLt0gQ+ggCncbWqoOgemofeq4OPxwruMfTY6o9axecDuvh+JBdhTWsZ1OvW5n3zmD7o6zSpZzoaKvEnlevOHHxxOV5X9ipK/xFk3yBM1LdK/9eNmVt3lv1/Dja/f8D7W/xXD4D3J2mLJmACJmACJmACJmACJmACJmACJmACn0bA8ZiACbyaQDwM5sFu5bh6Dlz1fl2Vb/ym+HbgXALjYZIGefaMVN3vNcd3P+sbLHFt0YapPzvlVY/U8VNLQMdvt6k+eXGb1ZoMf3yTTCN+3TRL99f2JGQkDhvP5Unt/v5tyokbtT+FKtOf531PLW5s47jW3DLiRnNjH93Hdag/N2jf0jQhdgd9WgcnXc8Sou9zxD7eFo3yiENcuEzFGPlirRLdYVwVhuHQ/JXS/LcgjZVX/CieKzcEqNjHzyzqOUnzGf7A65cRfkspqmOogXRs9ZV6vO/xuwn8PAEnaAImYAImYAImYAImYAImYAImYAIm8PsEnOF7CfBAOyNQPQ4us/27pR5rxyPtKPU0NspD0hXT8fDgEAfrRuN6ZgzrUz26MwE21c4m/wlzF9x0cw5J043YzUPXZxRxuEdkR4SDXXSE7Tmb0F3zp7HMN8v4JJ2zNfRtnTdMf1mhVLb50kS24Zxu5R7jMEWys+hwbWxx0Z0DiiGuhcr4nXTHcnKPNXvFGQarAKbtaugXqzMYfQD8ixfaOZmACSwT8IgJmIAJmIAJmIAJmIAJmIAJmIAJmMDvE3hBhvHMe+aBK4+cQxqL8pBYeKybOsSBjY4Erjk33ank9ecaj1M/qHLS/kMfFNJyKOJZUDWD2FHVtXOVK9fE94CbyjL1Ruyyizp92X6+xJocYDi8P2CRbwGn7l4u30UK/yrvXn/vgtOwAF/UKdHQfXBBmrUOdvcPmtc1jb2oMv7dXa5tHgZTv4GE24H9eGPa9mHFwWcJevT+2u7s42eKxsfH6ABNwARMwARMYBcCNmICJmACJmACJmACJmACJmACJnAggXiQe6D9N5remlrOo0y9Mex/1vVPJ87G+ukEtybH4dKSttp4wzxC3vXA654cwvk9C56fu+iSAfS8i60Wuu4F/jbfn5r4cDhauynprfM2Gds4qU6qrm9c/tXTmvceOTfX8HwAfM3EPSZgAiZgAiZgAr9HwBmZgAmYgAmYgAmYgAmYgAnsTYA/Ayy15a+EOpV6wN6GmtK2vQrfxEF7+99qD99rumGHbyE2M8+x40tPkweuzEM3TD4+TB7xLavHTdy/Mr/NRTmsHuP4lx4vn8pJebMfivb9QOLAAt615Cr80qd6vjq1dc9xuFXrT32o7purp5ktJXt75lbYsnRlTrWHxLdMjlDgfa1O12JRw1ijEhWVZeaHTLoCI5Rs+PzKyU3TZPWgEvupBRdAX9PCsuvuPt/y0sNnfJYSGOOtDD/09+q0fzvtVRXlQvSpoxv1V/p6V9R11tW8tvTzrsvBuQh0fUzZsWPZbrbFddfe72YWMKTfqmWq6Gc+Fa2N3wVrJfOY/0aNn1kiM4YzVvrAoqnxab632rVt5uo+0f/r0LXVHqGtK907eMG7Pru60uh/5NFtdri0V7f24y2dzXlld+S4SxMwARMwARMwARMwARP4QQJOyQRMwARMwARMwARMwAQeI9A8tuzYVXNPeY/1aOsTAh+5LyYx6iSihIp/PpvAO3bTL3+ILF/tTofF76C9HNHKCIFOtTL9vUMEuhIBw2hlSnxWMeceXdnLfT0tryYe3JH+D3azwbwPgDdA8hQTMAETMAETMAETMAETMIEvJeCwTcAETMAETMAETOBBAnzrsHnwOS7rUg+6v7GMx7pSJ92Y6eFnCXAiccmZa3sqbUHPWvd6CMAXUb9XnRYgFV/xIk/ibUvhzwi8PGZ8p17hnHwHjflyT6WOjYF7ddSxribWyXnS9YvN+B3EtSRfyjcn+UnuPwAHV+WTkDgWEzABEzABEzABEzABEzABEzABE9iFgI2YgAmYgAm8mQB/nhG9OYxH3D/73JZzjtQj/lfXRHA6PNIB5HF/iniwj4/VYKrBiKtq/0yVwzJ4nBPi2rbKF517v61GXkt6dS7wRbf81vEyV+3xdE/1MifmbRXrFUd8bg31rUvvmoftuxY8MBkftR4wscsS8YzPEZVcq9GmbqD42ufYcUiFe3XUIR5mjF7kOTP+S10X9wr77ZeSm8uFfSyxp7nObOO5aYyHZgdf1vmvHQC/DKwdmYAJmIAJmIAJmIAJmIAJmIAJmIAJvI2AHZuACbyCAN/8mWr0ywPSobH4gHQY/5CCb/ymeK77SFj1QQOPwtEjdhbXxMP2iu3ixEcHsI22rGfeRMSX2mLiq+a0pVVuqCvkfXTwPLqvJX/cb4U+1Z96sTNXpDyfMn/X4opl+CWuOQP0T3Tx2aIxbtxacSA8Z2uub1g/Dqk91r+tQuxzIg+gpWgfLFwd7OIe80f/RxsnfgnE5wOJ6xrEnmaPL4hp9yTwkXOV50fGdUBQF9eryjuvc5RV/wEh1Cbr3wYXoQ2T6vGhy4UJ/CoB52UCJmACJmACJmACJmACJmACJmACJvD7BJzh5xHQg+94KPp5ke0dEY99R+lpbNb39lPigEFco9zfenyzmGuGDjD/XSavOXPGk9eW8qX5vNzhC7Jjn6FNrgQgD3lXD3iHeatz5hz+lSbtExOam/bVffpweln8un+CocqjPq9WcuFe5dAXUV+ZuuOQctX2Gw2Ce0njpG+tKNe4X1S+4fqCNcnV9ezbv8w8KeuLXHuif228nrtjHbcTcz4AngBx0wRM4EcJOC0TMAETMAETMAETMAETMAETMAETMIHfJ7A1Qw4kUgtr4pn2zAPVheljNw+hQ1ob5TiyZ4XHuqk97drWZgJc3M2T95jI9a7tqB3fCD4okLgBOMSofX5CXflykoeK6k+GdNJ9GpKdrutKK2G6ed60LH7yiwTR0THmPlW5y7fX74tXl/e+BbvMhiv57mLsOSMCwK18bDRyMkaJp1rjwCGVJI1H6oc4WTRa5z03SeP8/4y7/yOUOVuP9cHlsZVeZQImYAImYAJfQsBhmoAJmIAJmIAJmIAJmIAJmIAJmMAagb0eHKcdytSaX4/tS+CfsqazhX8q34tkh7trTwaDLQ6Bm2awf+Hz0xoEvKQNsbJ0w7Snp7zKz9OB2sDXE/jYvfaiwPjYmlxEHwBPgLhpAiZgAiZgAibwUwScjAmYgAmYgAmYgAmYgAmYgAmcCfBtHHTuKXz7j29IVV1R5VuAKBob37CDNk6/f1p84/NTHukSx0TEl7o/uw9f0ZamtKWLbzGS99HhtnIwlbp4wZjyYXFSkFowwuZ/2s+CbXWnd+6XvAcpIUupKZPXuKLqV1/EGWUpM3UOdLtO1+2G4pu/8e3fpnBcE6bkKeoqn32lHUUaO+g5e2ltrbzHg+woMHJWcc/Cm3M7MU22ra7BVDcNLE5QzLofy6wYm1mog332W6M7WWHNTHi+iz81/byVnSwIA/dTWmuy8qOl0o3MKHWpo/4RbwF++lm+1iaDbZFjJWfOraqvf85zaQImYAImYAImYAImYAI/QMApmIAJmIAJmIAJmIAJmMA6gXguuz7l80bnnvJ+QpSfGteebH4qxw/d/auM52Kmb03bNgAWLmde91yOu3U/gT2ZaqNgbpSiyXoc4avtVxAAS1SELMpfeiOnlPIac1X9o14EtlU77l8fAH/ULnAwJmACJmACJmACJmACJmACuxCwERMwARMwARMwgQ8ioEeQB36T8NFE+ZYh3wZ7dP3aOuym1uY9PiamfI/wSK7YRo8H6ZWHEsjThDkneSJCOTe+oS82cP39sg1rXjIl887yOadppS+bEt8c1L5vOtVVPmf9M1c3CgvFZ6Dqx77whAd9ZokpNeu1BBp9DKBjvOq6Fl3jd9wr5KWk5L00lGqrOPyFv9GJfF60x4HPqHB1PiMSR2ECJmACJmACJmACJmACJmACJmACOxCwCRMwARMwgQ8joAekL4+IP/OcmnF+9ANbzjlSM+6f64rgOZiTyPE5a/utjrj2M2dLtwhwY6F6Hu17VK+d1rEz7XtBe9xH+F8ScYwTaTys2kNvJHvUeuv9lXHMlYrtyddID/ODLX2i7Pjdw8FoFIOT3U4hZW9MIByUi8BjTNns5m/w8aXF+LsouByVRB41ivvFn+U+yp8D5+wMAAAQAElEQVTsKh/thLj0Uaqt3uNfOJOXdEcTcQ6u7vlXTJgfit56PAzDse6MWcMb/RrfsL/zqgwLf7ZwYiZgAiZgAiZgAiZgAiZgAiZgAiZgAr9PwBmagAm8kgCHI1ON/t/02DHjGeM4V4jo1J7KqTuVDc9NzwvvqOWDdh7Ppu5Yfnsq+cXD9dtTS8zTQ+K7ysGuGA21lWLGNvGlVlZ+xtBM/BesPiPKMYrkOpbjyFDJHTct/zS+JuZryotfeA3psIN/N5V7hzKuivrK+VhHkcXMmVJdT75qy0UnOE3X6b28+aeT/1vSlDtefObNKU3A/5jEdUXZs+FA9XT4UAkT2SCRej3d8RcRslMd4x7KvteUfKv6NZ42eBED0Yo7idmiQrGvxut6kl2k4pUv5Rj7llJ+yVfF7i/YIQzjiuv8f3JGnT5iYFxd0bx4Y2C6P+sJc+NhOAaqmbTlgf3PuD6rauJ0VZOjWo9Hh99M4PcIOCMTMAETMAETMAETMAETMAETMAETMIHfJ+AMTaAmoIek2eTwAfHslL4sqe8sTI/S09is7+xG5sgvpaZf/yABXX/29Xi8kwhy12WZ/S6nBIIQ9+mgfpzevtYfQmf990syj/O83VPVXg2beIjKg29ar2t133XBt9Y96PHrl4kX1xQKx+QyHDHiBAdxOClvfDZRp+9AcWVrHejqwrSwjm1SzxjGzotKPftiYL0Ry8Ry/IyXl+hTyX+sFHypD2aq6tDDsXNWXZqACZjADxJwSiZgAiZgAiZgAiZgAiZgAiZgAiZgAu8hwLdI0Su83+tDcTWD7l16az7PZ0N6GBvlrQUfO86DffSxAf5oYBVzDlF+NMtPTovPhhJHJx1f7AvtFW9XGeJKN1V7rRpnPWsT7hzjG4yhah2xoaprp2pazXIns5vN4JeDNLR5kSfeIgDWmJMV+GadAerTPvr3E/dPrf0sz1vKw94cJcP0n30Xpf5/RnnmEwTjBS+l+sl2ltXQpMpnzKTLTRMwARMwARP4DQLOwgRMwARMwARMwARMwARMwARM4CAC8VDyINsHmI1w4+0A45XJdEGZqoZdPYjAT5vdtJFuHwT8NKM4IIHBnH478+/IjuvyHZH+XJRdV7r23fzf7X+fqzo9/J1a5aN62nezPUWTbUo0ayA9ZTlMmjTp9QEwFCwTMAETMAETMIFfI+B8TMAETMAETMAETMAETMAEbhHg24VSW/7K3eq0pm1KKxW+4TKnW/6fHVfsZarR5vmxJ99ya+JBalvq+XShsuMPftCOJp8wBQP0qAnx0s5YXo3tiep9sLzwQ0Yy9qVwbuW/tG6Pfj3J197udHhTdA063W/U51QuDj/xrbXxjbN7StZ9mvr4u64t8/pTv1T+REBz4DSjwg25phelzWcNH5ch+cyQVJ15NQo7VVQv8TO7ptU+3aApwz997v/Biz2GwsMnvgU5BaY8GxXxGivRiu2uXPqSrmq8hqY8+0O8rjTVFFbsoabR78QD7M7H1qlbTMj7Sozpk0GFUta8T3gtxfpIvxIbUuJwu1bh80IH3tG3Y/J4RIPbsYjLPQxQ57fKOKhK/9n9V/qyKxGXUu7LrrCmV3uua5P2fRiQaHCNo1Q7ZuJJ+y3q9Ol698XFO7MuOtwwARMwARMwARMwARMwge8m4OhNwARMwARMwARMwARMoCcwPi/tm34/kkB3pHHbvo8AO3+r7rP8utnE/zpvn+fpFfnrQOrzEp9EpA8WUKDJSN8c3hfGm6L1oWHezxTktZRMPaZrvONB6IXHBeYXcw5p1PlNHKwMTWbu0hwRVH6zL8s1R8xZ0sU6Jl10bGv4AHgbJ88yARMwARMwARMwARMwARP4BgKO0QRMwARMwARMYBuBBx8mbjP+GbPO3/xdiAcGaGH4me780hnlM3a89h8kwLeox7TbsTatsLfQtP932tWJykFJcfvDMHWQmzCbvqJRveGbZpbU++/yXebP+n6sf2c+6lvf9M6eTl3meEQWMOJ3wam0pT8MPsLL3BUr8lc+4oe9A4djgmllVmrQ8ddTzs4vuWvUivyqUtWXveDKISsx5H9nQH3sW4iEOWhhOE0tDW/uJ47Nkz3RBEzABEzABEzABEzABEzABEzABD6VgOMyARMwARPYSCCeOuph7cbp3zgtUrwZOAzQzYl3T+gUQOruxbssIK/ULgZvG1HOtyd9yoxkQ/kpMTmOIMCJShx/6HQnyug97I1ti0YHanDvZnvPKGRaZrXnyJEDMx1KqmP8E8/nY8T0SsmMX9VSfvSLE3x6aF8HYD3szI/ykdTqddTR1M7Ab9p9aHsujlsOWYNuzavHL+nSQvWMV9dH/3ekMq6pgmU5V44SPftfEfz6AXCFzlUTMAETMAETMAETMAETMAETMAETMIEfJeC0TMAEthKoDh2ulvDNw3t0ZeDFHZNYT2rHN7301LTpeIQ6jad+FDo3Pp1/f5uDo5CWKowXHF/J0cWLvNBF50EN/EzE/kod5PU5sxnvc1besTrODLWpsnxHDHv65PAjpJy4b8nrpPv21HXlFHeOBqLc0+ttW0d5Jdez9y4y47Oi7muUO+IguBOQXmppMXHlXA1l9cdKsmxLnIgr52cPv8rMz1HsCBd3eU3xg+JCMxAa8hs7acfAxjfmi8+4nmX0IfpTtBkrgTKnZ4zlLT/1799zfNrdioZ2xk5JW90XL9anXp8JHtFFSJMG0cWcmfDpn2qynP/cob9U9cTppLotP/jMLpZlPct6PPtcmsCPEHAaJmACJmACJmACJmACJmACJmACJmACv0/AGT5GQE8OH1v4Q6t40Iz2Swmqo/Q0Nuv7edhoKQ9hKTcu+aemwSX1TyX+DckOdw2nZ+hFIet2HT1xiEcUbVP3jsNPVZrIqdPZJp89qJvYoz3VZMrPNpV3IFd5Pg7bNdswv6vFZWPXvsiL+VlSn9sD9M8p11GyDi3NYwxV4yyrmrtUr5MczZ6HzrV+kECIDfU9l++MX/Z8Qotbl0zQUjzjGCmgaiJjqTjprcbHqiZQT1XLb1dZNJnlA+AJEDdNwAR+hIDTMAETMAETMAETMAETMAETMAETMAETWCGgp4wro18ztBJoPKydeSC6smSXIciG5DvKXazayH0EOFhI3bfyW2bzrVl0fLxwTC+vOk7QzZMuDy4bncSc1ZamU44ovofMyH4BxOdBR27o0i6fV3VPzK07JnVFqQgnnT/TTD5ZPpiYlsM1deT9IlczQXY66O/Uj1Qsvm6NTxfeO3+6fr92HQl8a8G9xC5t9nN4ZalVTy01D3yRE58K/V8cmc+Le5MRNBuKoDGG5sbpT82N39NHLPfM91wTMAETMAET+HgCDtAETMAETMAETMAETMAETMAETODfIsDD0k/IOOOgTH1CXL8aw0/nFQeFmaFODMqScs53ltwnHbmiD0iBeC7CuOq4GN2pwbXdydRPmEnoWT6XFFbQc1Zur66vInu61Z7msDD+zHE9OGeK8Vsa1z2YzYPLRrczFULGLJoZ7ruYhPqW3ldna3zmxfqpZqa9pkuB6LXmiwzR2px6bJw7tUt7SbUB6qMRGr18ANxz8LsJmIAJmIAJmMBvEHAWJmACJmACJmACJmACJmACawSGb7bNTsk/ibu1nDXy+k4ecPKtnDgfq9x3ygOdu/iWULZYlcq+50viQM9buscCeaWGdVzn1NC1f5H8qjJ9Uu7vcIPFCYdYkX2U0aHzGMVMjGjo+qhCD/xjH7Vd6bo/haaO2ODnstUEpGQ0fsQLXxWz0v/LvI3KsttPU5pGR2Ry1eqwjEOzqVZcHTbUyHLLm0qFFuRVffrV56YrplxbWf0L/ZW29Oo69WpMHUXVUNEeKC39l/rTBLQcFJFz/ebE2PVKUuYbnNcjB/boc7qQMCKAcEVF92ihjI6H3zrxTPV7DI6d2Eoae9jwZCFE+dPhk+6C78I15D6mDGlWlFqVJeMX0hjx1X05Ny6p2LBJb0jZlsQoi2WvH2whbWHlqIAUG7lOVVp9fmUOmhMsNL2MccvK2F/XtY61OZY2JqUo7JXSRjvsS8UZUEVX8XQrakqrmb3O+1zrtO/5/yf12iI76LJPvmIfzJdtFbVmVK2+SrR9ze8mYAImYAImYAImYAIm8NUEHLwJmIAJmIAJmIAJmMAmAnNPCTct/NBJv5bPh2K+GZavw01E90zgIOX1hxsbItz7OivJToeZHCRt8H7oFIUS9rOMxgve9kbahyyrJDKnT4DdB9m/Z4x9a+P7jWlK/8aMg4Yb0eVwWYd8HNzJS6b36lKuP+J1ZN4fkeBKEJn7ypRxiLljo6rQP6dqymLVB8CLaDxgAiZgAiZgAiZgAiZgAibwNQQcqAmYgAmYgAmYwJ0E/oXHguSI7kSzw/RGhw+pHczZxL0Emvp7Ufcu/qz5/T7Kx/+vik0bWMdY4e2C5Xvup4jjBW9N11z+G8DN+/JtdAnQC9L+PRewU1ZcvUbl615NaZqmtPGN7dd5XfMEg7yV1+Y9OsYXeXMt+/VKObh3+TZ72lwBNMjuHkUjixcM1V573Yri1viabY+ZgAmYgAmYgAmYgAmYgAmYgAmYwNsJOAATMAETMIF/nABPTEGQJfU3S+dIJfXmUF7n/oP4vy7pozxxgM1BA+VRPubs4rPWC/1r/9Se56Ib++oTkrFzjwoRkHOtPeyu21DqVxOe//yQVdKplV40FH+OFo7Z9+1lnafy0jGsMuI6qnjRC6w6/y1l+ObvNrfEiKaz6UPT/jvbcLlzyTPTg4EMZKnqzIu8UjPDH9oFypD2Fwff6IhQkx3ls/Z/9QD4WS5ebwImYAImYAImYAImYAImYAImYAIm8PkEHKEJmMAaAb65t6TCw1c9Guye0JrvV4xlbuRCnXL0q7zG+usqeWgTD4nlllLFj77YQxNxHVKHZz3xXV9/9vXh/vd1wMN+dFIelDpFkgNqc9LQ7i9260S43t1PbzA8yT4lBylczen908+s3nXwUlBhVaoa/6IqafDv7SLqKMOHQ9aXS/KH2pwYE9zC52AlusOgKgxH/QfehnQa7YtG98/prgPYffIHJ1q2xnXIUa5Z1rOkr1b271eux7efn2VLmd/yjE8d0RYr3JdRfmiQc9e33nUfGrbDMoF7CXi+CZiACZiACZiACZiACZiACZiACZjA7xNwhk8T4Enm00ZsoCYA0lF6Gpv1eo7rP0Dg8AurgxIO0guOal7aVHXz4Tp2U1Mj6uc0EukwrT+Ins7Zr92Ve3Pq5Hwqde31gjt6Qe5rIXMozoHT8hwxAN2crvbN1IrWRn7aZzfnTtd+brtRLuDo9+yn50Z8aIknY2hp/IF+LvsDy3Zfwv2V2t34sQa5J0NyE2W/4dT6gNfM9fUB8AdcF4dgAiawIwGbMgETMAETMAETMAETMAETMAETMAET+H0CH5whz4NDehgb5QfH+tuh8egb7ZdlXs9puZ+Hs6X4Zmg0tZF0sFWuDkrrGqNKuwAAEABJREFUKModP2mvLu9YvvtU8lAsHAhd5bi7s9sG+fY4im/PEtvtJXvPEI0wmWU0/HYHgS52EgfCdyw6eOqtw9x9P6sOTuaDzMOt1mtC6+QGqfjoF2Q+OkAHZwImYAImYAJbCXieCZiACZiACZiACZiACZiACZjAHQTec7ZxR4DfNzWRUqa+L4vPj/jfinDtmIFddg+NJVtL/TO273U5Y6Lu6s0N/oeiHnd9iYDIPcxLa5fMflv/wOAyo2xl+bqk3vDXp7cn93oc22PzzOcJzFxfHwA/j9UWTMAETMAETMAE3k/AEZiACZiACZiACZiACZiACUwJ8C02qW2bMqvur7TlrxS+efeIypt/lFtBfFMvyzGkW9+2GifuWml0GIF2NXqwsU4nFo+pKV3XlHZQyevAtUAHxx3+8Lnohz2AFidsGxjuja7rbXW6b1h4av4n7/+j+iJpc4WnRu8pVTe/WJ86LzqVrvBvpvYqqjehoutadB0blU3pfxq1O31q9K3n3rHZKBzEt51RU/S/8KcyzTMhFX2N3puJ1Pzwl1ItpWlK08G7zP6QptIfxljRlsL+C+aqjyVjTSnagYWqahevhlY9f6hHP2NUTqog6qq++kWys7kNsQ65cr/Nqu1KJxXuR6mfoz7x1Wv4XLpMSvijoymNsM2Bi+GH3rDWyur64syNWbCvVfdRT+WaR8u00/9h7HPrVbU67sGnPkdKauhaLur1G+qNrgT7KqT6suG7RzptLCxGqd8HlHcbuXvBrZyJqDd6rvVt3tlhlJYJmIAJmIAJmIAJmIAJfCkBh20CJmACJmACJmACJvBPE8innln+0zDemPy/xv+t+TZPXugq+Ko6Go1TyMrH3Jxx8n4VPDY6nGtummRG6ubkGxNIDt2Y9qLhcyTnmpCUC908aCzlYv5eqMqeP1V+d5m9nkx6173v6tkvr3dl8N1+X8OfPYc+nZUPgD/9Cjk+EzABEzABEzABEzABEzCBZQIeMQETMAETMAETMIEPJBBfQtJzaMoPDM8h3UNg/KZa/7ifb6oiWugeU5vn4pNvd44LtJmuDv3wjsZJGyuypY3Zf/N345JDp+mIQvEUvvEZB8+HOhuMi0HwnJbwPJVG/E8S5bDAhQk8SKD+BueaidPaoMeSwJvL+OzXxwafFHxsoTeHJPdEo2Lm5V01A8VdJmACJmACJmACJmACJmACJmACn0/AEZqACZiACZhAEMhnn1lG53vfOMdKvTeSF3p/Kf+thypH5p8xHOljalsnD2Wq6Zxsr8zLoZz6IWWGRXk7JGatac7C3Px6HuO6rvz5WA6kQ/X4K+vVDUVYKN3HkOIkvqjnwBeUnJgF34yVxFC2p+WQ57QbG2ja/7Vt8vza4KvAyaNWNXRItfZF/RAn10bXtuz17Bf0kPv1h8GvHQC/AKRdmIAJmIAJmIAJmIAJmIAJmIAJmIAJvJmA3ZuACWwhwMPxNXV6NDjVaJeHiWOjryzO7Ydf/p65xSEI8aKMQrll9YVlHvrybDj1QvcvdgXvifKaUB4STfo7xPgNozxcz31FHDemPzycPqYGckdNy+k82tM5Xclv/J60SVGJvxFc3vYTEQqpwuEOLu1Qj35FRali4cXoFtXL6/n0y2EwqMsiTox9ghoFob3A525ERV1d8VIuDKNof9ObYr8IlzZq1ZuirebFK8eyvBh8e4NLwdn29kAyjyxZWddp7yti3Nfiv2MNdroDPzBh7hUia0vDh+kkQkYmXW6awLcScNwmYAImYAImYAImYAImYAImYAImYAK/T8AZmsDnEuBR7Cg9Mc7650b8pZFxwJx6dwp7x8GmiZy0gaJcemNiamlO1c/UsXnL9jjx8MpFWId7wwEeW1UokapxEEyJGJO4rvFta/o+TcStGD82vjVeGTvxo7m59Zy5cfpYi6j/gl6QC1iPRsV9U+vX/B2dz6P2m/mL6wPgR4F6nQmYwGcRcDQmYAImYAImYAImYAImYAImYAImYAK/T+ALMuRoLaTnsVF+QcwO8ZrAe6+dHtvzba749ieRXMf3bE8j++hZO9+7XjfoQvAnDTVSecUBazgKZwvRrHU/um7N5tFjSzFrz1eu2fXo3HU5fu7/jBpZ6Zb6jGCGKOCHIMeeHrpdPEpAF5nbFZYwpV4KB/foUaM7rIuNp+BmTBHnTLe7TMAETMAETOB7CDhSEzABEzABEzABEzABEzABEzABE/gEAjxsJw7KFG1rHwJhBbBR8duZAA//a51H/p1a5l9nnH2UdT/1eiPNjTPnFcI36n3VUfU9c+85K8u5Od/Ul3lkWQqHa6h86A9XDI3hnUMfu1z5bQLfcMl9APzbe9DZmYAJmIAJmMCvE3B+JmACJmACJmACJmACJmACSwTi24Mrj//qP9OY9dFWtQ47aBz7kAoxIf59zCzH0N7zjRwOLNAYxgGVtutKrU7tZ/R4iOyRibgOqccNr6zkkfu+1zbZFXGslf1ZltJp+G+I7aQ6sSj/Q/Md3K0WHEPNqV+kCAvfWOtb5/dOGxWde27XOn1ONNxv5S0/K07r/LkuqO7LOiYYgwplo+vYVuri3sprTsmKl0hse77sb+IdvOo6lfyWISFHN5XMITo+9g2GveDciXVK7FupQwq/Vc6krj5dBM2jv9FB8GlQGUra1AeV7T/c4sxWBEWWqT4kRVoUdi9ZiLbKR171Z/lc/RGbXgMBXeGmoXKo2Nv9dfvTtq3VqX1bewbHnpzaO0073DYBEzABEzABEzABEzCB7yDgKE3ABEzABEzABEzABG4S4Mn0zUlfPiFzzPLL0/na8P81/t+S795x7m3v7RuehNDbA6kCqONRnXMsVM34+uqQVp0HKaayP9tNKTq0vVbxjwlcEGDHXHT80w0fAP/Tl9/Jm4AJmIAJmIAJmIAJmMCXEnDYJmACJmACJmAC2wj4Weg2TjvP4kt7qZ1N29yLCXALoSu3s51Xs3bqwBnabo4H/3Pf/N1u4bdnXt+f8fXTSFpnk1H6bR8C7EP2I9aiLsC0L3c0PczodX19Lsf7WY+843UvW4/4/7U1upivSGmrj64pTTmVpvlfaaSy509zaezDMr8MbmidhtKFCZiACZiACZiACZiACZiACZiACXwFAQdpAiZgAiZwgwAPKRsdZqD406E35n/7MPmSQ5bU3yw9g+7/POgHxXQ4kh/NlYf86Jqf7rEj7q/gKNtxAqby2vG2nvmgt629mNWV0ymCuujdq9HAcPysaiuzJLCkatoB1bh/D7B7n0lYoPtWfdrsvzyB0qVc20WxD4bgNXXm8/NZFqxHcoKD2HOq7/7ChxyEfeq7O9hsUFEURBT8Ze2ydgE2W51OlAc+q7iPQ9PxB9qwSz2w/Mgl/Jn29tSWVjlTX/YV1BeGc4xyYcrmbtlQLGW80pcL8/a77P2+liM2ARMwARMwARMwARMwARMwARMwARP4fQLO0ARM4BYBHpoWPRC8Ne8XxskVkW+WY17veewZB0d6yK5H4vE4lnIM6ecq7LOJuA6pD89XlynOQ8aSi4UU91CoVr9yJn3kTXmE0raiYENdRimHxKFi8mLHj9+u1NLJ8EPNtm0L/8ZlGWMou/2QBecWlBG3LFPv1cljp541afiOV/iSuSyXlmrK0tCx/R1XcHBBkEP18YJM2EtzYuxxy1tW4gHhnTKuK5VhcdO1JXWKOgPab/o8Z9t3lFIZ1Y/3beq31GpCLTUJIuxRIZiKuYa3vljNJQppUbRVxis6/1RN36q++0WAioGMVRzw2snyB//uIEOuaFGMHPym4mA9iNZ7KWZG7+Ub/eiy9/kW0XX6zLy2VEd1PeoeE/gKAg7SBEzABEzABEzABEzABEzABEzABEzg9wk4w/sI8JAxdd9Kz36cQKelo/TQPevq9uuTCehC6XJdRKiuOMS/6Jxr6ECAQ4G5oUf6mkaRyCYHYIXDpAsjGrtoVw0Crpp7VTvZbZoVv087ys+pVgcYqFP5tNGnDHAAycEOesrQw4u7UrQHytX1L3f8yMbi7LWxxUV3D+AFlizkkJ+yFrsKRR/5RqV/Y12ob+q9lZ54hf3aRl2/3y5xo3ElyUYDu5L8nbZ9gsSqw94UJKHBUtX93SjPQp6UaBcP4pd2sImyfbMkS3Rz4v0TZJZv/raKB3EIfNsIuaB6Zt2mjurx7XV+T/R/oIGrfG3HB8DbWXqmCZjAJxJwTCZgAiZgAiZgAiZgAiZgAiZgAiZgAjMEeOyXmhn+tq4vilfPiOMAi7ObrH9R+A51kQAP2NHihB0G2DE6TmnlR6/eIBXUt7a+Ywltnb88D998luxj7cpPfPMV+6ltfuL+IrQwyBoUDb2NA6rPvziQRHOjt1fPrXqyT4dK1xbeEsl1GE/2cGW5XpihDNGQuGq0VX3hi4j2dUce7KdGJ62N9jQq8ZugvPmnK/1BJYeDR+2no+w+go4rgXSNdS0esbC4RmmeZPMU17cplOWNP2TZ/XXlxP8UV1E5DUcUpl1um4AJmIAJmMB3EHCUJmACJmACJmACJmACJmACJmACJvBJBJohGMrU0OXiCQKvWKpn+xM39KBJ98HN04nvDerQpqTvLHFc12m/QumTHf0Kf3v5IG60l70PtUOKc7p1+MgapfSSqzr4krt4vcRneDrujZRQesh6M3Bv1IFy/B1lI6cNX+FXLKo+94VyDFgjgSav89jzpoqubdMsH/Muj7wpXrs1ARMwARMwARMwgQ0EPMUETMAETMAETMAETMAETGCOQMfjPjQ3+GN95Ir41kuWY4rtWHtlhQf+6DifXNv35HadE7FMxHVIXS84pKfr2vh3ajsddMxJg2VOOTeCajSFisq+6EqjA9izitpl+JE/zePPA8eXrsb9Nww/WRDXvIlO3SlVh1dcAbqHdhZ0hYKPYr6jbMe5WKgtau/NflM15xxShlHuq1olrggXopSisArfmo7yT21VlENBrepSp3qtv9L/T6s/50WCkcyWkLg2yq1TvnPSUGGTBhfNnZZa00hF+zy9aVYsyfYrSnxyH1HiT1c0DipBEaJzVZGoZkxLdfFivyLqtZqmNE1T92yuE2vErOVR10ra4O5U4ZuhTX4OTrlnG/bSqbT6BFlW0ZxZpZ2Vsuk62VZw1UshF1R1PVXt5KOVurjHOt2GU/2pb6tybaM1fX0Mjms4p3HCsRWY8VlbdF25to2uc4l6+m2zopKZKTXjNR2PzuqN8fvU6TOtaZpCWVRWxsYqUYwNV0zABEzABEzABEzABEzg8wk4QhMwARMwARMwARMwgVUC3ero7w1mvln+XobnjD45x0+O7UxwucYT/sXRleRWhhbN7TnwMv+rgPbM6A5bdUx1XSbgglT9ntc9AZ/nkvkj+lQudS6lfGqU83EReynn975W3vbTnLdJHAbX7b2CWs2RwTml83os+yiJG1H/NEVcBP4BgUUY8TYbjA+AZ7G40wRMwARMwARMwARMwARM4CMJOCjEwuoAABAASURBVCgTMAETMAETMIGNBHjsl9q4xNN2I8BD9tRuRm3oLgI8Ekd3LZqdzNP+VD+Ba3tSF2Xfs9e7jMpU0zSlaRrV9Aon9CO1X/rCJ99KUyx84+0Q33xOYV9lJ230ARZ0ni4bY4O4aaOx80MripVvNhY4bwyRJVLswY1LtkyDVtqEbWjLwltzMHxrzgvHCadpmvM9tqPv/HZoE/dLU3/BekcvD5rSnnlw5eqyRnaV6fZcNZ87HRXVr4yrjzFUrgbf29HoM4pveJ90fRupxH17x727Y/jawqUonhJxiBb1iX31TnrcNAETMAETMAETMAETMAETMAETMIEPJOCQTMAETMAENhKIJ7E8kExtXPet0yJfBZ+lqu9+8Tw29e5YXub/g/g/nrNOHkrqcSv7rySm/a0uWmzwJ0W5OGunAT6n8KUyDkK3me3vL63bNn3DLNnC/8v3sfxuiG7clkzXdbkdpnjG4dQW45M58oF9NBl5oDnEoZjLo/E84PVdSzrtoU65osJFm4OoOU/Hhw2Ej0X1Xvp7RfW5WNT91GvYK6ehXLSl8QxzNoxb44uGpwNpSPtO12E6+lQb05WB2TzGcfk/eL8TTqc90EqUReXofqh8+wHwkIYLEzABEzABEzABEzABEzABEzABEzCBHybg1EzABLYSiAeAPHjcuuCJefh6Rk+4jqXpm4es1CljgLf3PPbMB+3xYFZhUKr40Rf7bCKuQ+rFWfMwvtb97rlata4thP2Zb1ldz/zSHg5MUJ7UvDENwrhQFQv3WRyuRZz1HsxJXKmsL5Vc62otzpamvrtfoZJRo3wbfc6dOnVcxVR/5pHX1YSbHfi4OenhCXMxP2zsrQvhxHYJKZJscwjaqbNt/kqnz8E4mNP4+FLf3CFdjPebOqpF13ionIulcfkqi/qv8O8Sp5HHdkWuni/JnbyVdqFe5i6z+tidqZhXm7s1Xs+9WZex2SBuLnxyAnRrPWnugeVkPl0G82mf2ybwJQQcpgmYgAmYgAmYgAmYgAmYgAmYgAmYwO8TcIaPEXjvg8jHYv7+VTyADekJN8/rQ9+f1ndmEBfikdBzIWW9notat3+1Tt4SJzqFz5GD8+RQLPzgC8n3jEvRv+iNe2vaeTHjVkN+WJ+KQyP1RXlr7XvGG8VGuEXl7QhgiW7PHGeQvhq9D1X2eI3XV8ajvofR99uAEcpIss7BL+Lwd/GwN/Z7rswyLWR7Wk7HubZoOu+y3elYlkNgFPfM5fAuLT4qOATGWETZqZZSde3FfLQ2564xguH+iL12m89dttcmk0StuMbH+2+V79p+8wHw2kXzmAmYwOcScGQmYAImYAImYAImYAImYAImYAImYAIrBHjsl1qZduAQD4TRUy682AQeIaDDh3H3q/6Iias1nJ7oMGXan8/8p/1HtyO/vXI7Oti32A9Cd3gGJrpjyRun6tynoL1DwGbuacqn7cc35rkWshb1py1+tIHkFxl/wHZq9LnV/5u1J+2XZuYT7HGcpMfBclqg3ahxqsRZrJqLL+ajpQmNjKKl8et+Lbjl9HrRtp4IVIe6cbg8+Im+meVL/TNTn+k66fo2uq+4xkXl1BbXYtrntgmYgAmYgAl8NAEHZwImYAImYAImYAImYAImYAIm8NkEbj37jEenmkT52Zk4uncSeI1vdiF6jbfdvHxhyM/kfpkurdQzVj9zrT4aI7Aso+G3jyIw3X20OV2NaxaNe8O9tejW+L3+XjMfHug13l7p5Tuuhw+AX7kn7MsETMAETMAETOBZAl5vAiZgAiZgAiZgAiZgAiawRiC+AfKeR34nPQ9NNaqXojgUD99OSRW1O/X3KqVrpLV81sZkC3tF9sZynN+OteMq+FjTcZ7/FcunpolUm6Yv+92ifRW9/RsjqG8N7+rIK8OhzNA7U7BRazFFi2MRJe1BTaf9imS5aVVXNJrCn99Ew6zDCrLO+4syHXWdYllRzlsslVdJxSQlRf7cnJT5p0yVc8zL+228/2LRg2/i2XWlVfxtlNR7/XVF/WKsy6Ohod7nWlpdg+6vRLnoWXMidhmIMttDSZqxNsejcdgb7lCnvZzfmiRnHHZK8EJtVxqpSJ3y7MpfiXKcp9SLOEms70Vefa1wjUZl34+VsR+V81I5pNuKYStuCMaUiDoapt1VdJrdNaWEqCO1FY2uU1ca+Svao9hXt0bnXsxGwxj34FAtce3GRl+5Go9PhH7sg98bxYZUPPSCISq6jnOqr6/ga4ruC/HvND/WPeR1ZRH7LT5PulKiXpZ/InGu8YqwsaZl61cj4W7Syy6ZdLlpAiZgAiZgAiZgAiZgAp9IwDGZgAmYgAmYgAmYgAlsIqDnkpvmHT1pKY6l/kfjSXtZPmrH676DwNbrzNNw9FBWcwsvHV+2HnJy36KXOiR/NA3xhUHI/bI3jeg1jW6+rYmyFWfZdTlO1vhYZ8LYcGVXAvey3dX5aOyVUbzS15jgpDLGENt8bE1muXk/gQB6exnI13TbwlMzfAD8FD4vNgETMAETMAETMAETMAETeAkBOzEBEzABEzABE7iTAI/9Uncu3Wl6PvOcmot+PTvlC02h6QS3TaAi0DTsmKpjl6o2YEGPGXt85WP+5lZBBc2N/X4fmfP5RrlXtmlvT5uPxVZHEJ+R2nB132NWN6w6xAlcJb4uG6fwG+I4cErwrOyTMqq6nqo23ak0raR88fWUsR0Wk1vEJFsnxaTi0Bc513rYmRduIsC1PbHnpIImq06TtpsmYAImYAImYAImYAImYAImYAIm8FEEHIwJmIAJmMCdBHjiW+o/OXjn+p2m68yioDlzhJiaG7+rD0MsyJL64YLv4U4+2AH5pz44zKvQ2JFTXU262YGFm5P2njDZ38SAHnLTaGXqDgNcca28Y8W7phIl0UoTbn1EjKfomZ3EwP7iz73GJ6Nii8/p2y6OjS45EE9XOCPMHsrb0d2agV2J/Vb2sXjLY4zDORStizf+BDd5RufOIWE31Tb/yQW5D1Lr1a+u+RN1rmur3Xb8cWDmnuUx+YqnsimhYzzctnrsXXnbfz+j0x5vJcqisu89vx9/xc++9qzZlgmYgAmYgAmYgAmYgAmYgAmYgAmYwO8TcIYmYAL3EogHgDwcvXfh8/N5qJ7i4e/cl714ZIqe9yYL5Ip4CJyluvvXUY89YYt6L5fv+Kx1OfobLXJHZMOVrPNVnW8gpZjyUeKkZ04fFeRiMFDP+4ty7v5aXJwDHMIhHQmVUTl4Lrmy6CRclIws3dOMHSOcR9Yyn6Wq8cqoolG9aU18HqhkCqpG+5yxpfEAyATt26hfTDy4gf9y5ZVLg8ouP+S5psrJ4LQby55UH2U176nqndb4TF9Tfs7U5RgfeY+N3SvsGlCFZD3b3C+lnAr3ZxzKndqSTDVNL+JCqt58MW9NNw3EhK7IRhNVvbHXVXztS7mQTx3/mFvdeWCd/aZrXLh7o14+5mfuDvv2K/4xcB3IKwnYlwmYgAmYgAmYgAmYgAmYgAmYgAmYwO8TcIbPEcgHpZTPWXpkNQ8i8RyHRo8Y+PQ1HEx8eoyHx8dVxglXui6pf7KIe6pPjnc+Nqhz0EQm8zOWelkx1fXc8VyFqcMw1dfd03gbHG8utCYCVxkHRZT14mxTQpCyHn9FXX45OVR8jVR7jNDrjpfUFU+BQ19yfWlFqYCoPxVGfFb2tue+ofiU7dXF+ET1pD6bzK0eubcuNBwBjsto02jV26Ho6NTVVlL1xa9O/CMC7bmOuA7038n2VOo64EVGaZY6Untkrnq8oiNqL39LEAc7brmuXGNp7v7yAfDBF8DmTcAEdiZgcyZgAiZgAiZgAiZgAiZgAiZgAiZgAhsI8NgvtWH6A1P4thNaW8oz0LXxxTEPfCCB4SH7RWRzfRcT3DiIQNzdusEeP+JgZWpbkHIXR4XbZh85i0jW7Od4ltO55E3f0jhjx+nUdfEdwjkPRKYznTJqbtJOfeFLkXQ6GGybk3w2UlFL6gaVvX5kUKZO0ityk5vJq1VenXTublRFKnZ7xb/HKi+Z426GHzTU6I49oY78iyIrO/+cCTY6hKRVa2dnG8x1moMURSep9fKX3LPPkdAf7F7OVjxEDCvjHjIBEzABEzCBjyHgQEzABEzABEzABEzABEzABEzABD6DQP1Yta5Po1sbm8512wSSwL4lD8jRHlZl51M2tUJ5PqNPSWYuk2diy7VZpv1b7Zx3fNm1XRy2znkiytTc+K59Xf/nnnubeFVNfdSQWvu+ZHtfgw9aIw600/ILU2ocwu6hWBVMrquq2fV8SaboeUv7WKiTfGFcuB1Ue4360B+HwdP6PkkvWvEB8CIaD5iACZiACZiACXwQAYdiAiZgAiZgAiZgAiZgAiawhUD8m3Q7P/Jr2lKkU2lLqlG9DD9804lvAl9Jc+p5TO/0hlQ8/yJXpKhKlqNVxTzWn61gKzXYCn9DXWzgU5TvpYbxry0y5yyVSOaaZXyfTPsNHkhT9n51XVcu1V601/2x22oxm0fyU9F/S52y7XSVG/lvyqnBRtn9J3LV4SAHhGNdDEqr61Cp6+CgvqUImq6UqQo/xJ2i/XEaAiJG7a2h1RfKSVegxEkKuU/EkphIhbWU0TG80c7+LLGJhikHFXhAaZ5IGl3nkAZo59i2cpJ7cKn7yE+f2No77az+Stv9aS+zjzqVvYgDbYvh9qxOvmdV8P2nS7mgP0WBxEiBlisp9jLVOFdrh/pJ90mvErfDqWtUnkKnciqP/OhyFZnpJQPZ5k+yqxlWufWoE/ds/iOXnkOnXC7VX4/ltblufV7EcOSbQDTKuP84ZP9Bo+iH+jOSiXjVNqJDb/V1o45K7GG9a/zAF7/74l5TnkOdbz7rThOFNtTEeB93o1CIbkmt9mmrvbCsP22heXVxD3Ua7+Rl/oXf+RH3moAJmIAJmIAJmIAJmMBHEHAQJmACJmACJmACJmACdxFYfhZ4l5kjJ+8aYhrL8sjAbftHCPBYPvU9KWXElM9F/byF5/xvXH11T6uD0Je00ezlNNks6LL3qBah67yncMCPDw4K6aP+HuEd9d6Jp6+96/1gv/WlrusHuD1TPcD4RpPHx5AeDoa5lO/UbWxgOonryONPfCwFtWM/aSxpg5sjCWxw7ykmYAImYAImYAImYAImYAImsELAQyZgAiZgAiZgAg8S4LFf6kETN5bxnBXdmHY1zGPTTg80Ka8Gv7GDb76ib4z94Zi1tyJnXUi+7cQ3odDD9vZeyO5Ce9v9HHuQRw9HFDfhfRaYfRJWSu790MMBbFiIow3T7p8yZ5hv7Cm5Iw+D5bZpdO+0bWk4Bb4/8N1XNNoHXdMo65NiakojD7XUfOrV6HOiEVY07h1ZpI1UfdGrlR+J5FQ76kVOo45ycofdOpbTHeu2T62BdtpD5ULl3p9759fuY21XIoDYyeW4H8Dyu08eoqqyftGH6r4j6vU1nfNXjx/h3zZNwARMwARMwAQ6ICNFAAAQAElEQVRMwARMwARMwARM4CECXmQCJmACJvAggXggqgfd8XCS8kE71bIwWbWpdupE1N8qxRH+s4zGs29wSz1r6wfX6xn7Z2ZFYFN9ZqSboiKVYWK9velODcOvLeSceND+jvO+y7L2II/yXffsWz/UeISq81B9Mndl/bMzc6eMZQ+8sRbdWBqnRuTNXMWl6bRSaj73wpAs6MrpvS00Q+pYZcB/UIK06v4XueQq6ijbeFcb2yi7dyrJKSUvO1l93EzGMmT9uKFNK7V/tJ86cU2/m5bNToIemh2sOplTi0yRpnCzqTjspTyXbD+f/5Llql9pCnfVcV39tgPg6wzcYwImYAImYAImYAImYAImYAImYAIm8GsEnI8J/AYBHg6u6Ygs8afjhT1M822tFA8ZUdrVc8esLpY8AOXfRGRuisl67h9f0KGk/bDIFZFvlqOxRx975oPk0dAdFXzWumPpW6ZmrktlnQt1BckDdaTq571yl03Lz4t0S0TcHynuQ+qsi+zU6HRDov5mUq/aF3Um7yy53dniveaIQHtR6d678t3zCRllHPHZqHT4nMy+wmdZ6NxTmv/KrMr0R1yyKz4Ps3GrJCrEPA7wyvmQlq6nRVxIPiIulbM2p59Ds5NudKaNehq+a9Vjj9V12c63mkxkm/tUzbiC89eX0ddqpB1BvsL36HHijACyi+uU9Sxvjee8LLGBqnbsL9q1Ldo7avz9h+829gHW+filRJf3ND3HKfccHoiBzBFtxM6ntEzgCwg4RBMwARMwARMwARMwARMwARMwARMwgd8n4Az3IdDKTErVnV884MwH3Eumlx4DM79+QEn748SD5NTHBeeA1gmw86ZaX/Gpo9wnaC6+OsO58UP6cHqI4dooTvKzi3o9lnVRYQhl1xeUhDt+dipe2iquX/nZQ3k9uq2HtWhltihqlCikmKsDYHo0QJwhtfd5YVtK2zIqr3pfeuUeWBpf68+1lNN59NWajm9rK42LPzJMm5X5exF2tN8t/iORVpG2CkT043Bf1cNerU4hW+2l5HB2lITOPZe16TgRo8tZ1y3mSPLZ/6cLzMDW+u5i1t0Kk/WRKh3o0hI9XH90ObJ/S7jDKBkTWbajU2/0qfDLBEzABD6cgMMzARMwARMwARMwARMwARMwARMwARO4gwCP/VJ3LLtzKg8671wyTueBJRo7qOyq4/PfNdyXGtMD87v9wfPuRV7wpQQ4SECvD7/+VFH94mAno+GTg/0oaUr2fkMJU761FxlE7NyLaBI93zREk+69mhFD+OcN9ZaJixhH9d1PvGOxX97o+LG2ex7px3/hPblmnu/KKf03OoU8hU46Bm6k/SJqZOqkrdMg1WmrGF/qHuuvqeCxvpdOO7slQ2yiZdPMCiaEszxtl5HwhSX5wifVWuuR1jNdNwETMAETMIE3EbBbEzABEzABEzABEzABEzABE/hJAjy5+9DEboWW41nOpbE2NjfffSbwOAE9/X588ceu5Bt7rwkOfnOaeH/bTU1sk1i+sAm+7gNSIY4lfBwiMZ5amvev93MZUXKo6/TBj/L9qiOr6wdEtmp+dVDB3BrXlK2v+A8n6oPgrQtfPy/2Cak/oFh7I2QfAN8A5GETMAETMAETMIG3ErBzEzABEzABEzABEzABE/heAvEQ8lRaPfGvdU5IDyjj223nnqdrg89H7PBNnlQcAuiBJGXa6qqnjfQzlzLHpyVjMUcDLJ1K3c+9yBUVPeKkrEVf/y8xVj7Ee+xbqg/TL2wNfTeLqc2bC94wIWOUa/YeUnX+lXPrsp4p7tGcltH5wjdt1JLC7XSn0ab/WcX3F7WzutJoc3NPP2uxXt+pgWS6EDGHv/z5Vkr+oUnqlPjuIykxj7nlkZ9whEeubyfTl+r/nGqnfM/Gu3N191rTNMs2I8lW46ktkTAn509LxmRu5dU0TTlJZaefSGFiiz+Te+4ixqHF589QLdTnlONjOVmfa4ZxPotTze30h1XPF6fmVJrmnH3TNBft2x7Ia6vS2kmVlKrDS66H2nMF+Ph9GJKpbOf1xHMyzlLTDn3hp1bvTJFdfMbDsR85/h1fKD0plqwWCI2NobI0jo05DcteWMT+0f+fq12yB2hnSZ3rQLlFjSZB4xGxVstXX9hdneBBEzABEzABEzABEzABE3gPAXs1ARMwARMwARMwgR8gUD/TfFU67/D5qtzm/MzlO9c3t9Z9+xH4KOY8Gk/tl2IpsvkBeSoKIgmVp37Wk8HPU+b3XEwwqTjwv2V8LTeN6bVkBje3rD8y3h8M4bhffZSf3vq3vf9evJ9wfZv4j56SLQepWT+mrHOu68d4m7EaTvV2cfA9M+8Xus4fJYvZ+AB4EY0HTMAETMAETMAETMAETMAE3kbAjk3ABEzABEzgVwjoOeRbUhm//fWPPv57F/e3XOwHnY575MH1b17GYRp6bRh64j7urTxM0T0Gy9cGcrg30kSHO3qTA3JDc+7ZV6G5wSf7wi7bKLVoT/tq9puSiwvuGiB3NF1EX63p+LNtbJNZcnjW3qetz7yi3DE47N02p00V/1VDV04dKoV1jT6fmq45cDeV/kcXVy/5LqGGcPqR2+/PzlCO8iortdNG7fe8yB291HswuPTIvXbZ45YJmIAJmIAJmIAJmIAJmIAJmIAJvJGAXZuACZjA1xPgmSPfPkEX3755Q2b1s9AV94Q8Hdbz4oKm/Xu0CSu1h70LG5FMW3VRR1WXq/sTCO77m+0t6vo1f6WE2DnlPT/xRF+x1N7fGE4dxt510kJ7233YXh1M7DWugxT1OauLAzG5/2ak1kdr4a32uTDlnm4+T6+0aIDY0OKEzQNzJEgNTY3QV2s6/mybP2Xe6ndjcijxO3KfPJ+NbY/1mRfl81nVV+JWHW/nOa0+q1px3iOnJRt4489ekyt1VOKtXkFcqO47us6x51UgRzu9sB9M4sYjd3QxvE9D9jtdY64BwufUMCSmfZ/YdkwmYAImYAImYAImYAImYAImYAImYAK/T8AZmsD3E9DDuP6B9uenkv8eJKWeFcc3hTLqox6dYneq9LlL+Vb+PGqttUtGOxvJ+PYwy0PtieCfetYF32ZCg51T+dMe7QYNnS8tOnlDKuK1J8sw+NY3Dg9qEQxtypTOG7L62jKwi3eUuFaFYBDNWTGoNXzvUfuoCRXtn1L4dmRZ+OGzcGHoqW5FXFBt5LJNrMMo99BQXSyYsyIOuNFJB6yUqAzzOTRasss1J67U0rxP6e+6rqzpiDgbGWWfhKgjAeN3qaoirv8XoEnBUiV994rr1WjHpMpCPcbF4KRx5hQF1UmU/d+Iz32lQHQP3BvHrfnkyOFjSl7CbZbn9ZPfFT0lDS/1E/dUms6LfTx6oQNp7gH5YXlNoGY8S+owobzUUp6P9qd1bbxgqfz5rMvuoaR3qLowgU8l4LhMwARMwARMwARMwARMwARMwARMwAR+n8CvZVg/1Pu+3HiAyQNdyr2j53Eldkft5YAnzqOt7+Y/puFKTyAe+OuaRhk7qO9/6Xv6VRzpl66sf1VJ4Gg56Lg/NczngIr+NSy5uNX6kYPfpx4JhOtAueCaIVQNYwXFQZkOTTg8q4ZfUoUrTCehXftmr6Prkad78B0x9DB6e3TqUI2CGEf1ow+/9y6w2pvolBPi26mUfe/3vZMXysipkyXcsu9cxoia01Jdsy/mzQ4sdDJfilPIvuxURyUCIjqW7n8cGHehzOMG4UVN7SRqkq53Qaru+1KeBeFt/7yeiZWoYIGKPmd6PWNxaW1X+vuoFHxxLaYzP4vMNDq3TcAETMAETMAETMAETMAETMAETMAETMAETMAE3kaAB5lHOeexrZ5R9w+Kd3Ey9/hzF8NfaAQWa/qylOKbXfkou9+VfNsOvSYTfKLXeDvWC3nUus9b3rNx/9639LHZce3xNrecPOb7m9Lqs0Xjes3N6Pu6wh4ip77dv9Omv2/t+562yaj3wb5G+/rZYq1Hw3v6z3LL6ttzIsemKd1/ra5FKeReqh88V82vrpILh3AkEXnTUXhr1UV5KVERE8Y0fPVibtWpZlwZlVXvtmpAz4VL/raZmpt14j7r2sil6TpdY9TPhAPuUd9zxHsno630Oa/X5H3OFwJ9K3ZJXx3er3uGARcmYAImYAIm8G4C9m8CJmACJmACJmACJmACJmACX0WAp35fEvCtUHM8y0PS0lPLXexjBB0SpI3eIrAH+ls+Lsdf5VEbNA5wKPsI+FOzLYccCkGvvvOr3s+5bA6bJcp58/yXTEz6WcppxDmUum6McMimnnjRjkq8ZSvL6Bzf5nvH4d0rhL670RWDmV+W/VS14rC9b+32rgPg2hb3D6r7vrHONUNj7MKXdQ72tx96XliRiWxTInV9yau+3zLkCkt2/UTZ6tAbfXoyPgD+9Cvk+EzABEzABEzg3yTgrE3ABEzABEzABEzABEzgawi05a+EOpU6KGlDTWm7Xp+SCA+lUzycTmV8CjerhTHmUo6dd1awF39mVOt4jI1ULTwQxi4l7YfFn5VEol9CWOKbQIj6q4XfWq/2j7/0T32bONRcU9F+nhPdhX9zUBf5xMHRVNvcb5hVPcLGR7+DNqzbNqXTg/xl/Sn1VKtjRfFV4k3TlKZptjl486y413Tznb+d18X9fe4vy+2iH+XbqSilKc3pJKlszirP/6xbqO/xJqdSOanRlK7tQkVxFn0Gh+hTu5Oirf4upLnq00vTG31GF316d/r06NTuJaOHvIgY1cZ168Se6pRjpyjGMe3zvD6t4p6VFrchrVRC7UR/Qztt8nmcdeKIb27KZ5T40yBEo63+ZpQGnnidhr0S10kxpalO9T2U9raUcrll2s053A/wDGl2tFWuvWBeK+ZqYV7nKIN5pzut03AlLdQnT9FA4UdNirPEuI1BRhrdz2edJx1U0/6Me6z9K5R5TVvdg/2eVLdSyf7tZX7u1mXX36ctNoe6LmpvU/7Fj/2GmkYMpD2zlqtSZBN/unEjFn4r0M6SOh8slL0azUPTePt2efhHEAjixnru6RtTPGwCJmACJmACJmACJmACryRgXyZgAiZgAiZgAiZgAr9AQM98F9NoFkc8YAJLBF69a2Z2sE4AeKhfCrGg8qU/M7nNZcI05awTjLnR1/WBGt3wyJRUTp22s/8dJYd8tV9iq9uLdSbWWpz45AAnmjJxpKsu/oMLNpYcxev33viPpy4P3sh3IpoXqatDr4uuusFFqdvTug4my/i5xGRUXvKDJzTvjBE0P/pYb20PaLV6i/WMvmefdw6XsfQt+/hyHxK5ZQImYAImYAImYAImYAImYALvImC/JmACJmACJvBtBI56yrgXhw+Oj9DQXqmWwjdi9rP21ZaaigX1NS18i4hrgz6Dgx5jD4dTnxHP50fBYSO6jlSHJTGg8nrwR3raQoro0xJq+Lat9jKxhRRglqru89Kl1R0Tx4G3DWoyMykKq26veGZGHI7KV5aPwEETmQAAEABJREFU25KRxxcfupLPTfILJ3FxifVSp9It0M55WEmFpQff2lL4/Of3Y5Rltx+iI89MMcp7rT81P1kNpQJouq6oCD1lemZxnLGrv235vq8qK6+jYlhxOTt0/B0969adJmACJmACJmACJmACJmACJmACJnBJwC0TMAET+BoCPPXkQSrioeqnBb4xPp1BFHRU+ISxZLvTQEpVv0zgBgEOMdgx52mtNhg69+xZu/S1p+XX2SKHWvt4Dotiz2cH2sfqvVaIQnuCz18+hyWFNBphlNjQ2PkhlTrOorgJ66IvOsiNSiWSymYsYI4UdQ0wPii71Lvw0jrYhTRlBLXvcRHhcI+mRjdy+fgrrGp5XVJfkqa+9NWWputVSsZ0HUCrLtTP6WvqmrxuX8nJgpUmsawM7zQU1xpbQ+h4RXQdJnyhwx2V0jQ6utchc7nxw15HN6YdPrzvHb1/uLZoAiZgAiZgAiZgAiZgAiZgAiZgAibw+wScoQl8D4F4YL/0sPYD0liJLx7M6iEp5SseTPINmPh2kLDIbUGq9o/E1SCGFzyvxeWLxKPWWke7ZR9ONfjsiCPr/9MZw4qGK6NLErUsh9UrBVev8s/eq7Wy8r4h+VBQfOcq/q1UbaxOus/G1tmZE+Xcmorr3PAb+0ByFvHPiQAFk5svrjbt7cIisykR9dcKr9oP+hQ551pKfM7o0I1YmNFxSKMGdRWf9Yp7s1FM5CG1w78FqrKM/55q39flQVMkojVRaikHt2qOl1D97MwUQ8y6lvyx9mJAi0dDFwO7NLDOdkOtAquvG/X7nBB/WNSyoWz+SpmT9og++EqJfFmn6k4vpaFD3tKrlKBHLvQX/M58DnaaVavwdVIWxMKu9OtUlOhUhVLFx79y1/VlZKLQo3xl7HIot+ExPg9Ui7LqV9fuLy4fRrOkzj6n/ARxVT4hDsdgAjME3GUCJmACJmACJmACJmACJmACJmACJvD7BL41Qx4opz4xh4yN8jo+PRMtPKTkofz16Gt6iAH/lK/x+K964bH4mha4cGHQwvBru7WPOVQJp31QsXdIK/r2euttx2HMXiY/0s7j4IK7coKUrgrHXWq96oVXfFG2OirrVUpL54UiTqXJzIuBj2gosIiDuOcipD8mVG+5JruYg7J9T8m61D3r7p/L75nUXKbbLeZqlZy2pRYNaN7VmPrGzxEGHz8e42ogrCDqhFTCvvzEnoQxo6mYpUYT942O+VVnrhSL1YyX5qkrJkX7e97yWmf5yshF7ewOfmpd9Kn9qtcr81/L8fEd/ipS9mMCJvBvEnDWJmACJmACJmACJmACJmACJmACJvDxBHi0hh4NVGvj22CPrl9bJ9vxLwxS9vP4NkxfO78Pz0jPHa+u2d+BBLj26AEX2hisRN94CPFAxhuWBI3JvLm+yZSdmhfnQxtsEhlansqxAVqeMR3Rtjh+O5Aoh2ghPE6joL3Uz9ggPlvR0JwryD7cyVzTtSUUEyHXRm3/N7xWVhVAw2Eh+Vbdz1XbPhfl9Jyd51eT20lxnJQj9bSYB/RKX7Fm75FlK+O60HrvHU6uA/17iMQKttlDaN4oM5qY12hCSlVeEebQF3U6v0P8/4xa3xH1/lEmg/4/TmHv7e8Di+ywvIfwSV8txuu26yZgAiZgAibwdgIOwARMwARMwARMwARMwARMwAQ+kgDPY/cM7IUPdjP0LPdMw7ZM4FECXnebwPI9ywfIkm7b/dwZ5JTR1fXsoxQVvag9K8ykLmzRedHxnsY5jIHFUIzRqH2eM/Z+TGWMTXEuB8XgLS2vXh7BZjXKSZkOokv+Zww3/gOBauVVFcsoB6jH2W8c6g69dA7VvqBjKgihfsbVewxN12xtX1l7YcetGPcPBY+j1eA2Xumx+5gKnpeUHuvx7Du+9AHw8YztwQRMwARMwARMYDsBzzQBEzABEzABEzABEzCBzyHAN7KktvzpkbHUoa60HWqGkod6G0PmYXOtjcvumob9+OZviS858bybb4VQFv1Q0lb1n3nx72i+Rn+l0x45qysd/67nq0hrrxYUBxA89uVbR2vqA+M5Oepbw7s6cmWYG7o/sei6tjyj/ohgzHZIUQCG2rlgDi3YpmjvL7wj7lXuWYQXStTHzGdPVxp9HqG6j3qrC4eW2eR+XedX4t8qJRrt52BNeRZxPaiLZZ3yuOgYGuf7iXjTb9Hnb6NP5kZHef216A/fSiFSGDX61O5VFn5a9bey8zeot11atTXU+8Wapu366m2C9dqsHCvuvr+vM3vIMD7Zo67P+VNKk5mjQq9+jSoFHqiEvXM/Y2Ww1GlCF9f0r5xkOGKS3VKrX/DweyP7/XVodW3aKq7eZKfPrK7p1NgiTZOV0YjiX6xjU+q0S1I9C2w8p4i0Kb1rmRrbqpeITzBhSL30P03p1DpLqzXQDVJRv2Q7xhV/ieuX8x4pi/yGwXLMTyuzZ+GpzlUfUGVW4lH2/JHjoNP1V7sdytgie/qZ2Mq9m2VRXif5puyVCyI6NSjhpapenebO60+/19bE59XZjkzNvrQTZ/vdaQImYAImYAImYAImYAIvJmB3JmACJmACJmACJmACuxDg+eJGQ3pmunGmp/1zBNgc6OcTv+OG+XkWv5Eg2zb1Gxm9Kotj7wWuyTkTao/6w9KasL2kPDTL9UvzHu2v7VJ/0E4sfZRP+nx2fdq5s3yTW5103xnoHtMfTXZt3dpYxrxlTon/1CNXuDQBEzABEzABEzABEzABEzCB9xCwVxMwARMwARP4RgJ8wwc9HDvfzUAPG1heGHFhG/XT4stEfTWek+a3C4eulxeNPBITpap+mcAKAe3j2NPnKbF3tj0DPy/aq0YsfLUs7Cm2KI99I99jPXyXdXiEngybz8Fapf90LJff3lPzsBcHkqm9nKQ9yr1s3m+Hz3bujuTL9eqtcOOivnXEO75Q4T5FF07kO/qI8GJghwY2zyIGNDWcTIpCmY71e2924Hrq23vYY1IjKRly5ZpnWLRT2Rfl6hu5p+YmLo9xWVHLJZhb+qI+3KN1d8t5rK8rV1+qZj/N+auvRfGPCZiACZiACZiACZiACZiACZiACbyagP2ZgAmYwEcSmHuStnugPDBFOxsm9ngYi200Y5/njjPdL+1SDIT6Up92VhFgb6Cq6yuqe+wabb7406qP5J9rMo5sHwuPQ43zwRDxr/ljPLU2b2mMtcqLk5ulKbv1px+VcU22G84rsH1FzsRXX+egqFbf++nvxJ/68FjZShchZtxZXgwe34jfjRnU4ztoKdBO9lGre6eTlublnov/3mCcRFxTjYNfUOkKn1Nc2QyWNsr2ejnkDrdUoS9XUZdyjDKHhlKjFyuG7pcX63HkaJYQyzrllnD7vQtbxH6aW/mpB8BbMvQcEzABEzABEzABEzABEzABEzABEzCB7ybg6E3gvQT0oLYs6c6DiNlE4luCevyWZf3H+MLv7KrnOrE7xM5DQRQPBvWskHoaVzOrh5X4C9/ywINJpGo87+a57StiwN/rNFxrrjPX/HWOFzwpHmK50DCVffL0BcBA5YOcaw2uni/kQ5tH76WR/UYbCz1mV4bi/qB8zMIrVhEdivtHmJWy3HK40qs/CFbXxUsTo62VjVRS0bnxjTU6jGB9mtu48rlp+F23ECFp2liuT18YVW5x/ReG1d2zVuUjX7fj/7ywuXMHcf+KfxPq9LugU7gpVZ94sV3POteKvIS4sKg8/xPWFXbsRZkb26pz8Nvq87WTKNUVL76hGRW9zYchg+M9W9e14IteETlAhpiDEZ1q13U1Jy9NGieofjFKW7oYVzt4XUx8eSNTzZIA+NymvFTOUNzkEbGrvlgy/6xGm+Ys7qdL60ut7TOXLLjfBHYnYIMmYAImYAImYAImYAImYAImYAImYAK/T8AZFj0EL3pIfAyJPCigLPGI8Rg/y1Z5tLk0ymPNpTH3v4qA9kbsv7Ur9apYtvjZY9dkrpSpLb5zTq6hpE8MKXaX7Da9j/5d9/CYPj2pFcesRytTrodkN/yo5PMpRP165n49ypVPKPYiqgxHKJM2fajqvr86+CEznauUC91v7Q0rYJZuqaNsf3IZxBVglqqyR1GhT+3dXuwSlAbrevY9XmINpYWoKwUOfhGHv5SMxxiVSrnn+i4t7Ct6pz6Vur/ipaN9JcsBaJ8feawFPjdOX0pr2RtI1f6VY3XZj3zSOwzQYkzkVGt2/wtm/gcMF+XZKnd+sFbXnD8fAAuMXyZgAh9EwKGYgAmYgAmYgAmYgAmYgAmYgAmYgAnsQIDHfql5c/nscX704F6b/wAC2h+dFA+WPyCc1RAUJ0+5qzl8ow5VXXdW8+H6nctiuuI5jBsHG+Hk4o379aLj0MZ8DEe47JqBpfbiKVQK1xWt5cwYmo+JY5HU/Az3voNAo2vbqwz3D9cQlYN+GtlFKl7yarouMotd3ZVCbqgs/mhSHP5RLk764AEylXTvFmV+Km05KZ+ma5V7V4rqetN1570SUNAwXo18dJVfQ8o28iE7gl3fX4yygpn7ic/HkEyCMbxkQOrL1/6e07JLEzABEzABE7iTgKebgAmYgAmYgAmYgAmYgAmYgAkcQ4CHg8dYXra65nPmOeWyIY8cQ+CNF+GYhH7IanxDtVVCnY5UVCy+usWR5wbW7t7nLE9XkwHe0HTsl9s6J9w5PUjubHIHc9d5cqWbG/t6i2Py3aK0xdysP19iDaWlqDfZ0rFn25buOvlhArNTQ1cU9EVl8kb/kiZTJ81OB7Fo0n1wk1hrF7Snmo7X7TvrmL5zyWunPxog69Z0OwsfAN9m5BkmYAImYAImYALHE7AHEzABEzABEzABEzABE3g9Ab6xIrVtU0bpgW0b+itt12sxMA5pUE6QrVKr8OgN5QQOdIb6xbyhb48Cu+H3bIxviTQ8Qzx3RY1vsqBoHPCGz/At2zwXR6rG933wOxMSw3eJa8WCTtdsSYy/Rrq+sR+yfI3XZS+Ko3AI8aeDiFSnuqSh5LW8/tYIV1CG5KMgcq91a/mG8fr6Us+YOx1qtIOWzUziI8Zxcu7GsePtFSJCcW+Ioz6V4ltm3EeIACkR9dLfSbqeXGPENaYcrq8ujRD1U1ffK04EEHOp8NmFmjis0y0WJfd0THn8LVbiFSmB0rWqSZSdHNUi31CsOr/1nM7tvqakL64zvdlHSVuKz0mV8aIfRePwt8itxZ+uk3K95bDT76Gz+jWdkg87XbYph2sffdodUdLPvpiTmMceuhXBE+NNIw9daZrmykijHE5SQaUZ/ldUbpFslksp4zInEdDMrpRmUHn+R5YKYYdkbmyrjpuTOiiLrnOrSX9qo/6a6dqrv7R/hfFON2kX14rrh7hWlCnaS8o5yjJsXJcK6dBX0/yvNFKnPDvlSV5NVEo5xXWnsyttAOnrjPdSaMpfHwAl1GpceIoU3YMdzSpx/Qo/jd7OOpWmnIp+tFTvh75woTQjlEhH3qJvKFXEi91fg5wAABAASURBVOuf4g44qyjaRutnFCOMpzr1nCVApRY8Ud+noYVXsFkYc7cJmIAJmIAJmIAJmIAJvICAXZiACZiACZiACZiACexKoNvVmo39JIHmJ7O6TOpbbwSujU5AOAW5TOigljjhEh3k4bbZdefro7etf+KM+mzrPfHpur/C8VWitVOubKruP6qeOePzGB+Nju2w3OkEsxtzb+iqlHEsldXU1WquX55EDGh5xo4jnI6GOeJC0Vh5W5oz5TU1wXjqcozey55PbBHlVDfinE7P9o1lPgC+AcjDJmACJmACJmACJmACJmACBxKwaRMwARMwARMwgYMI8NhPuvim20GubPYrCTR6WI/K0jP4q6yYWOtqwpd16P7ovzt2d9yNMITuXrllAU/2cx4xUu8K/qilmrx+2fGlZRvXgJxPyrGRyqXKAz8NB+i31zWaclYrv4qmU+fwalQPDe1fKiIv5XdoTjoA7V1AOT1RR7T7UWqXon+qyxmbW+wFFP9BBTZZif8Tld3VxH1ZtJeawr9pXeIn/UZj8taqnVL12178f4yUDr/5tiv/BjBqLpgPiY0FTFJj58MVruZJ+y2+WTxaaXUdiqIqu/20stQobPy1bCO1576FyxCK4aPeFAexIL5xPOePOI9yb7smYAImYAImYAImYAImYAImYAImsEjAAyZgAibw+wR4VIhenGk8BcSvFA++X+zf7n6EgJ4ux+nwWkmq2mcUh0o+Yi8TS+9I5ywF9a1XvOMbvcJX7QOfqO7Letzs2bijxJ6YckDzqIk7vK1OHa+r4tFJBuHUml+rucR+ofmZN3tBMZnEvkJ0EwvlbiJfNMb+jGWCn9MzNo9dy5+trRUndKPLuVzm+sYFCxXWMESZoo3YO5SIMcq9JR9xjWWXUvu6z/Mof/LzrlfkN+SrPLvSFQ5GU0+F9QguxdMqhv7+fcTAnREr5/O1xV/qTjuPTNeHE3kieON5aubTDoCn8bltAiZgAiZgAiZgAiZgAiZgAiZgAibwewSckQn8BoH81kuW8U22ITU9hBxqry3Crx7GvtbrrLf6oSQPJhET9cwynpdS0v4d6VEre4F9EOVnZQbvWuvRcbWWxMrakvKmK6Q6uaNo7/HW72ei6Q+OeLyP3ehRhfE5aWj1lWuws0F60F9nvWr66cFT6ZpTIULuo06+UW+20f3TqIpU3PUiT1mVvfha3CMm7vK3cTLxbJqq2IPK3GTGhv4n9l8igdRgbeeCOCU+q1F51JNsxFrWz+kybPKqdTn6ylbGWvvMvnvKOpusY7O2QbvWMBb7Q59Vi3upXnNdD28yxbaNuqZEXX2Fz38aYbvRCC8GUlw3+n5F5HNWq5QzUz67Hs1SZvqPKBkDJ0pb6tJnYAmV4YfxXvr9oMUxR9dA1WHGUQWeOsV6qblvBR8VwZpddvnauMdM4IUE7MoETMAETMAETMAETMAETMAETMAETOD3CfxDGfJwH70l5fMD2be4l9NOWnod/1B2ybP7g8DaxYkJ0zcWpNhbqsfeVhlTh8fM2Yy+Hd/whQaTHCxwGEw5dD1XsCGnSovRT2JoyD3Hjio5oELy3ekQoz9MwH861EBW7yplI5aqHO3eZeCAycQixfWF7wYXzJ1qw7LFKXLPWWqg0SSi2G1vyd7lS844qQr+eLoc3daSjW0T52c9uXze6JbervAfMpzFGoJB1BH1JTFeiyuWqvuppw3qldg32azr2bexnHq9bOu6xjXGmOrjtSYm+n5Jyi846uBVeXLfcAisE9FIkjaKxk5vUMQmAjMaTSsW/KOieMb+QyoRiSxnqerFi/6LjqFBf2roerAQfd1TJdTnfGlo+M182emWCZiACbycgB2agAmYgAmYgAmYgAmYgAmYgAmYwMcR4NEZ+rjANgRE3KkN0181xX4+hsCpdAU9FhAPr+uVbd14WX0axW6OZXg80FF9apex7KOOsr1LqUOMglaN4RWtTqoGlcg4XfUYyTIab3ojBpTu83Mry+y/t9y2PmdRgqc+TKLvXq+358sLJ1e6+0ro9orrGTWv69EtPfyboWjL3N+boyvLf2BxSGLNYJVrJD9Dy8V+BNao9nuaGU2eQe/nGEt8LseHBL/zutLoXkblyltXdCw7SMX4qvuzPg4+VMHK0kJILI253wRMwARMwAReQsBOTMAETMAETMAETMAETMAETMAEfo9As5LS2gPLlWUe2o3AQVdg7aKXUh4Nv+u6otdk+c7OQJK68ETnRUf/XH/SdVRzvyxn8jgqaNu9QeCZq5rXkRLdcPXRw8/Gz/rUaxOdep22Ixo6o3L0G47mdLTfZftt25auJablOecR5j2qs5XL2jP32KWl6xax1r1TX9PxnLvUn+P7lz4A3p+pLZqACZiACZiACWwn4JkmYAImYAImYAImYAImcDiBVidHsyp/pZVKfKOjLVGW/Nnw2CzX5RJZG6t8uyg1dr6ggs+Hv1W2b3yNnnXybRwejabwoO7SqYOS9u8o91CW786MPXwqjWCjM3SRbzrtVqQYdS30PnnRmWIo61Upu4wUWepL3ofcuTdoPqnTSfE3+JwzRP9pbuD+PpBoFRZrlcKARKnxV7w4NEGFw5OQvAor7a7ToYrUinnX/RWk0YUXccdCjaskschDdfW84XWnS+JEuayq8zk3VU4bS+aL1NLn/9A/Tn9ZhT2rizHE3ymONV2GRU5cV0n3sG5uDauu96WXPF19N5EO/oQ6ij2+tHiP/mGfslf5xOm0f3uxf1vtYdRVpSJSSsKivmmdeSnWTcXYdE09h/FLPZKiwit8/IVk4KKte7ZT8E3TlObUaPS5F79D53S2yp641kmc0Xne62qdfOONshOLTu0lFX2WrSn2zbCHSvunqeybVKvVkny0qHT6mGxK16ISJXHsK1hzxVXq91wnv0iBFMquUzxqUHaMsR9CrcZTneq99o3t2hqfNte97jEBEzABEzABEzABEzCBwwnYgQmYgAmYgAmYgAmYwCEEeDZ5iGEb/U4CHEKgSfR0oUn3uTkdpJ06z3pFjQfpemJ+6Ur7nDOwy87nWpkd5XOWnli9m3MAKQ7sIVV1JBLvfns3gfGCKJC6rubiS9dzceyBAdyiB5bev4TYWZUl9TUR2FRr86djuXba7/arCPCZzaHssf6q/cQlv3B21XEx+lyj8jsYus/b9frBzEPFmm8fAD+E1ItMwARMwARMwARMwARMwASeIuDFJmACJmACJvANBIZvaH1DqNcx8thPIofrQfeYwA0CPKBGN6a9a1ihaXfzRcZDI2jkoen0PqjEt+ubou5y3I+Sa9rBfJZD08X3E9BeKig2Ebt4KSXtg9kh9TfS7Ni5U7s0PJx73lRjL0e87OWuNPqddNajUXZKJqXqygvXtQrLVuZ/ylB+6/dT4tkSR1xN8YV3zqeOSnbsUNb2qDdxUeUY29pfJT+no6TzGDUy28jfKe5nNRZfQ2wxTj0VHXrL9lyp4ZUXnyDBQEtP0nQq49M+t03ABEzABEzABEzABEzABEzABEzgMAI2bAImYAJfQyAeXPPQ+msi7gPlqWQhbokc+l6//7MEeCqMtgBg3lRb1r12ThP7Wvs79vkjvusc+/Vx2/TVwuhQ1SFaEyp6L8NPPU4dDUM7FFhDmCJHykfU9F/4xRQKE+qL8pPfyBlljNRRtjeU7I9U7BHWL2mDvT2nxGkNsXBRKKfGsz/L6fg3tsmljpt9mKr7b9Wxk4Jd1pfKW/Y8vjeB+qpS39v+tT32Qa3rGfv39JnFrtPnDH9Knfqsn7jfF0e1hLFnJBMrr085AF4J0UMmYAImYAImYAImYAImYAImYAImYAI/QsBpmMBrCejBXFlTp0djU40R8kBxbHxPhXzjwOP9IfOlmFbPSetHm0SlrhLPRGn8lIb9xLeO2Fdvz409LAE7jjR1JYAfB5lUUB2kxnPeRVnPyTprkXIm3+ymTu5o7Nun0ntr5aGL/fOY1U7LevGtsV5FNstosx/tz07LzE+Ozwzt1CWmuo87XafxHmoUj5QO4pLGNdL1jft9WnaaygLZiuxU0iWbJdoa/sWXuBVU59aosSQNvf41XCviRHEdMwrGuFAo++p69l2X0xSvZ3xGT6PPhpM2dmp7VHBAyYiVtP9U+e9Kp/Kfdvqf+vvXSVNR33ruPVjLHvdh1GUu6upT9aEXsdW6ZaSeO1e/tf6o8eRBTDA5zk+nT7NuNN/ocxCNHYdV9Fkqz0W7q2gv92660jUZS1Ma7e8Sc4p+6JcaSa0S/U0pURb90L8m9vCyMAtrhFUZvHgR7UWHGybwegL2aAImYAImYAImYAImYAImYAImYAIm8PsEvjFDHjSjb479ffHzSHOJ3NyDyqW57t+BAMDRaEoNLhAa+7JC51Q5dqNk2Y0pzw/jpNadFnlijkqnR/C97rRQeL4funfhlvkdk/K+jUbp3+mvpV5dRiVRrjS7gsnlC37IvdYjIdfrV+pxAPuI/WfWKJ7Yfyp1aHW2pOsZDZUxrjLbF/Oi8/Yby9HtmS+dEbuQm+chr5kQ5SBYYbTWaJs5Y2PXSrpLo9N29v+T5XHYzzg7nKS4l7J+nvKKWqfPkI49ePGZy27Ae8aUJX1oaTzn1SXzl5WWlmb4AHiJjPtNwAReQ8BeTMAETMAETMAETMAETMAETMAETOBdBPTgrqB3+T/UL4/9Uoc62mZ8ZhYPLtHMkLt2IABbNGuK58t5ahj12VkbOnnwzjT2GuXrRG5oq8d4Rr918kfM25upaG2+1kzk2iLql0BkqcAzdDnk1g0CnH02Orzi6lK/Mf2xYV0y7KOLc6nHrO26qt8zCjAC68pJEND9TmIXljCzsvgkV2hlyluGiAktOR+yWxr+2H6uL/vuJfHr2pb4PVZ5jP9P15Z+Y1CqetirG7ZfBHLhhWt70t4uEd8SjeynLJMf+tCk+84mZO5c4ukmYAImYAImsA8BWzEBEzABEzABEzABEzABEzABE/hdAs8/uvxdNg9ndgTUsHn9APt2jDNrwtb1yo/qqcKuqoshMgctTnjBwP5Y02KW0yRuZKxhVqLpym9qvyv+8CuGt1ltmrRghrVrWlj2Md3T2JcCE83FqRpbWvZkf7pMM9N29v+r5XHkB6KNPKChWeKgtVQ/XJGqeVBVUVSW8TkVM1A1bccq3tbM+QB4jY7HTMAETMAETMAEjiJguyZgAiZgAiZgAiZgAiZwPAH+fbapRq/VN0P4xkhqHOexWWrsnK/k2kfLeauP9ZIv/zbdY6t3XRXfBNLTSf5dvjmV+LOm1XXY1fs7jCkX9gB5RXlEDPJRXd+uE2C5iZIh1Omt+ytRqDp8RUmzqlc8j9ZaLhLxxiS1YwqDU8VA9aa5sTa7cERdJbkjms9qyO8RM4QXUm4NUqPPSu9d9NAbwr66KOIYQTOiVJalFUjURck3vuiNqbu+YRWFb1UUbsRw0vVp5LtRGfeM2HZSDC5FgJGcX5fRzyIqfL5CR7CWAAAQAElEQVQ12ifKqR3EvgmpHewViKbzzlkLq1Lq3vpandfJTytRdsqTei1dAKWtCBTjbF3xltQ4R1G2vU76TFxSo7HV4HYeVBblT7lGHlWunfqupOvWaY6uUFzqc9mURpt1lEabaZxNV9pBmqxRPM9JQy9/6TOidBGWQpT3LnRScVZXTmJyUv6XKupHzVBm/aT2pVp9TrZiM2wD8dA2asouP52s6BKUEHUk27RVnX2dcyuK9Twl+889fS18qNqJw5o05WNfjSLL/B4tZWL21enaohyk3uma6yqrqy39BlNZ9v7BZiejKrWB9QpXl/u0VXSo07VGReWcutJpj/cqqt8rfSo0ZdzbRKXALl58yl90uGECJmACJmACJmACJmACxxKwdRMwARMwARMwARMwgUMJzD0FPNShjX8GAT0J1mPniGXLHmB6WZrIYCosfuVbZkBJAlmW4EQLlauf+d6ySOvKwCd0kMRUD8SFiXEZ2wWNHcdWLnwf6+p11jOpWxxXxzGSel3oj3maW0Vyqblx+hintL6WwFsv4XHOdewal4Q7MCpzb7jX4f3c0GVfTBy6sJgaui5+V+VYljlnufQB8DIbj5iACZiACZiACZiACZiACexNwPZMwARMwARM4GMI/PpjMfKTXvwNt/sur+KLb+zct+rzZrcKCan4oFd+M2k+pPqh8/yMm73j192Oz73RQ/AmAyJ0tQv+UfbfKOFRT8Fequ6v6zlOWff/fr2Nb7VNmWXe8Ehl315l/U3BJf97+XqHHbYv7Pj0oz4bgwaYg2bHd+uUo91sbTXUamIK/yl13/WCINq2iI8KxEfHthXHzuLaomO9fID1w0NgD6SOJxp/kaG02kZS1y5nRyhoecb6CJsVrc9SJGX8Vci33afTITPtc9sETMAETMAETMAETMAETMAETMAEdidggyZgAiZgAi8iEA8deTAp8adiX+S2xKNI+bwqrwPgueajj/2vrb2jp87zHf7nfCZRlTo56wbpSXU1WWNlqmr4K6qxwW9EqhyH/FVbnLvFUr24/+ZXde3lox4/rH5voEcFojjqe3eN7VEhhF0+11LRce9bdQ2vlmoM2+Pn2NWED+mA/pJuhVivuzX3yHHiEO+HPpNYh67jqw/CYr9q317PemOPPjc67bFO5WwU9Gu8oHEfkuuMmLMo+M56eG/nmN8e8dVManvvvehEgu4DzYpBwYj6bQtrs959AHw7es8wARMwARMwARMwARMwARMwARMwARP4dgKO3wQ+hwDfiEWfE9G+kfAgOB4Y72t23lr94JX6/Kxz70mP+WsVtc+j31EjT/T+aHmwy7cleczNwWQTf26SR8GduKq8eoCsPo301Ov6I7n0Xkt8g5tI0obq3F8ou3YrG1mS/csTbfXVryEv5d5T4L3EHcFBEDOxkqJ9j1g3zo8G/saeXSvEi3V2GyXtTD1c3/TGKlbfEJ8ZUiNKwlZ6ndLVhRcs0kEs1BHtZ5X5sJ9XbSnOglYnrQ0mi5U5YZ95f5pEqeIFr557KVGWWz+QvyWoToXdeh3tTxAxwbrWJK4Ao3GuD/XJME0OfhH1IxVUFTJhRF3Ooq4+VWdfxNX/u8yt7rScmOWwJIwox/iczj6Vo5PreqfP/SW1a99QlamXv67ym+R/R0CNGKFc0ogqKvk7KT6kTjm8S9nICinwOYVoqyte/fXV7xp1Uo/Ou9647im4pO4ycjV5XwJX5t1hAmsEPGYCJmACJmACJmACJmACJmACJmACJvD7BJzhewjkg0TKF0UQD+blL8vRrfr0cDab+Vgzns/qYSntHPuaMnOk/ISgBVEoz5GowbfLUNGD8vMANU2Ovrqkfwdhcgcziya22OcJPflRpmSwXio86nn0pf0c110lfh41c8e6Ovbty+5fBZfUnB8scrhBudv92536Q0+MbuYJ+9RcpLf6WJtzqKNJO/ZO3Z/jR5SR/AGG82pSTs3j81X5TX1X7eBMLFXfbLWeozr3IGtn5o57cy7tmfmPdGEa5VrqKNvzJXFrRHFDHpWLPDSu4f4zm9FnhC0UBg97a07KWofQ2xxkPFlq1UX+am99hU/sJKOspwHFldWjSlwu2OZzEi0M3+jGMHlRohvTV4ZPK2MeMgETMIHjCNiyCZiACZiACZiACZiACZiACZiACbyTgA4dSuqdcRzmm8d+qSOc8HByg92VKY34h1bmfPaQ+CqHz47x6OhyH4jF0a4u7OMvdTGgBg/+p1L35NXouTqadP9IU8k9mQn35in2NyyfNHZzueLl1O7mvCMnsJfRsK+IJ/I/0mcpp64t52/vb/ElVgVtmfsNc8gFPRLr/Dru6yW9Gl0jh/F3L6ahNnW+08Fpu567tY4DtHX+Y/Oa5lT+2nZ+Me7jgFfjlPOz1Ptgvlo23K26jzoJU9mDc+rqO/DFN4FT+7tRgk8aPZ7AkwF6uQmYgAmYwO8RcEYmYAImYAImYAImYAImYAImYAImAAEe0VJ+pZ5/NvtU2vzZz9GAQK6Hsz462rmrMmNTcdQm3lInrDi8UzBRviWKXZ0qkzvtAeHOJW+bfirkd8L/6iERE/ZXpwPYeatENT9yXO+t61aPU0dr0TCeWpv3D43tdFmnVKftM9HJCM3z4ELt2SCfXb8Q1kx308hXfBt3ZvDXu5T68ymuGVkb2+Y5Ple3TfUsEzABEzABEzABE3iagA2YgAmYgAmYgAmYgAmYwOsIcJiwptdF8jpP8Y21Ix/5tcoFqUi2qsYL35U4e+NPIHbNqYRiUonDnvh2Vnn+58TDZ5lpmqY0TS81d3qR51SDafIcqueiLU1pS5f/BuF5YP8aD9x1kNCpbCVVC7zTUfBVJ2X/50TVKIgZjd6mUtddL9nqjQ+r2nM53RfDyBFFZDGEQjiNIITkLMYmpZrjS1MLanUAuKZxgSpypffXvBo5IwfuZkraRX14HwqqEzGS14J6V9gja8JuaGpJ17GV+v0zGdzW3DSLe/h/unNQ05DpZBkxpMYhqPRay60f+xODVPJQVl3fp9o4XnT/FjaF7uGmUUTS6HKnStM0pWka+SxSXqtS1KM3XTNdDL2X/OlaxRzSZ4v2ajcrzeFz4EJz85mH31STbj627DInGGT9ouyvY1f+lFSvbri2cyV7utN+Qq1YP5I414dtEpKBuq3mxWuMP+LTTGLXZe9aXXEZaGmHyIPrg5SKxjrpwthqo78fivZu0W4qL/oZ8+uI+6xW1wtdjrfa8+RZl7mG/omCWX9Ni67ppQaWXdrqCiyPTFse4+NBl66gaFcO7/8mcFNOusb8pYV55biuqpydJtqyfdkVxT8mYAImYAImYAImYAImcDwBezABEzABEzABEzABE3gJAT0kfImfG07WwmhurP3a4bWkd06qK8844wqkdg7sxeYyi1vli8Pa193mS7154kV8sLvoeGnjVDjIQDr2kufHctDCh14cUF0ufAeN7oVHdmRLjoj6UXqRXdJAcjcUqq2/unH4XBu7jqjgRlqNb3XwgaDkr7x4V5WbPxFUNatqk/9Umjntmrb7zwxNfNOLeJ5zjYU13bbO6qVZp6UB95uACZiACZiACZiACZiACZjAbgRsyARMwARMwAT+QQL5bY33pM5jP2n2m6o7RNTwFabn7HPgg3aI5k0mlH982+pN7ge3jQ6C1x4AD9P2L7r0qr2AdfYa+gAmhdhSxPaUOKQgx1bHKZ0OK3XdhzzVesrycYs7meb6IFVnXtx7oZmxpS6s8blGGWvlhvrS/M39GHvbviEDlNGqPlzf8oKYmtLKSyfnSMXsqx6jjhrNTKl64xWIxzmsR2PHz1SSyFL56kSbrus/N3Dc8daL6xHqm/u+hx8+p6Cwr+lra7WPqj5ObFVLqfpjLzJOLacWF2R5OEaYM6cYnLz18/Crq6zfSSXEZ3OZ/DA+6XLTBEzABEzABEzABEzABEzABEzABPYjYEsmYAIm8LEEOMREBwTIg7kDzG4zGc6HB64H5bclkAhjYWI8vtQEzugWprh7E4EgqZmUKg5/4Qdpf7G30NQnw9O+vdraM70p+dfBWQn1PfEEPE5UFEBdDsP3FbIRtvFDPVfX9VJovWQPj3lnHPuUD5tV4qxFz0QiM2J4tsKf5e2vo7izt9BmB1ozXrO6Pmfg7LMfnbb73le8s3/yz8nO+su9PD842zvX2WfYE+93bjKam/1JfcSsWPsENgXG1DltWrzzpE7XD12Z1d7m8P+qPzqU77iXo+O+N5JnvXzft/DB2fhRPv3qIXbaqO983Xv4HGKAwcGe2Z2peVfEkjNulcytlfPTcrYpc16OzZfvOgCej8a9JmACJmACJmACJmACJmACJmACJmACv0TAuZjAewnwLa6pxoh4eDY2dqnw7YsUz0N3MXqvkfHh570L5+bDaKphHlyH6lIBA3hQhoaJPLrk0CPKoe89xTS3afs9US155Zl+I+78W4GUMQ+wUXnFW16xLJMX7fQ/PG5WnNmzX4kffFLK6v+z925LzupKtGbKM/piR7//o/bVXoV6fAmJBQYb24Bd9aeDQeqQysOQoFZIk3+Ru0Ntvu5pX4J0N1+Mlz1D3g7CHa3MBVqmApqA9j0Rzwh+sE8df/iQWwla6W2hZr96DS8ON2KfYGh/RtxafWb0si5ZOEbj1JZ1p61t3pTpZWwL2tbAWgXhmDJY0z+iPXzrSPZajGkeHA75MHnegmLAGxZvvHtbyINdahU66WNTYmWd03M6eIZHRHxEoTLpUvwSEA7T4VBMbV3Vm0sZWB1y49C3h9QYKHG90GR+ri3bS4xr4Laxt93CS5r+rg+/PD9RDvmS1TcGDX4Hvt8wdDMUSpnzeK6ot0r8hxygbevLzMMQlx9KL5XR6bWv92hDBhhLGa2q59lGFJpmYEZmTVlNBpKBZCAZSAaSgWTgdzKQUScDyUAykAwkA8lAMpAMJAPPMdBJHUgceC1tyh3objBNXoGh6csEB1qOL4vr68OJvV+jwBwjz4xa/tgFx79vsqt+pvvw7T7xvQWuvOGGLdSQt9wWHc0VdQMJMRAlameDGJ/zSbSB50ZOtbExbXm9xjuAQxPY7sa59ZqMIiUWrtsmdOGkBW23mvdbYry0/HBLcvcLHz2LREht2QU9LUKrHxu17RJbaCPve0brELSht+WJM8Xn7xbFuKozGXB6hbBAOKYMoh6S9e2IBsleT7npDaJqcylvr9EX8IYXbowPey8Mf2oIvoAG8QwDFfuLdtDXjr/LF2vHuVX5SIei199dmlDkoiu4AIudTSM6xO2Q4bGLHKI+yFF3qI+6t4U8AL7lJFuSgWQgGUgGkoFkIBlIBn4fAxlxMpAMJAPJQDKQDCQDX8sAe3V8MXJugGz7BY7yfLT9o+L+G3b5mo+1dVY26776TWjtgQ+hsC6G4q8VfU79V5N2/cJKzYVDQWDkWXbPkMOiMIr1RS8eh/m/lmyrP0aCZQXmEyz3tq1yNn61Vt0ncQVaLfXLiQAAEABJREFUzVfKxMD7EXvIbTY4FGk1a1uZle/1zVTHqsa0EzG271GYzgk1cl+3rFgMzDSID8ya16rwfO2TPXcqeW08oYQ/zZ0fckn6unrJ7a8ZBO+OxYjhY7Fjp8aj7ROmLyQKel1G+Qy/vcvrnSdpgL+fiYX6VeOIEu+swLJ9uADLvdfWVqcto7FWn7ejO8XxDEz9ZS0ZSAaSgWQgGUgGkoFkIBlIBpKBnRlIc8lAMpAMJAPJwOcZYKvxURRbdB7ZyP5k4HwG2GSu9qn1e+O37swA9sDEbO+1fCzrSTB9hRgDaikDJJavRndZ4TtayYNIQlJ+HvdG3+tb8OSHk9F+1PEJh59bbRM/iJiWZEz2PdmOkz1Uv2l9t+H9gjL0gQiVMoh6K8V2W106zp/0Z+URA20/7IK27aTyJrcogUcxtTpteWlc9Idc0unbtr5leu28JwPJQDKQDCQDyUAykAwkA8lAMpAMJAPfxEDGkgwkA8nAFzDA1x984fMoFHRCl3Lg0bin+v3Ll722/LAD1iLgEAOs9X97O7mBV+Mkd/Dq+O8ex1rlK+OA6djC2zg0qsUK6C6SlRZPplRTeR9Oipls9biY9WW3P5SNX6u1XC7EybhFVLuQl3V2qcAkQZG8KLdiZ/2qHPHPiHaSClm+TTFUq/XHYZItaqVPo7oVDPpF3Q7ZbS/+P0mBKfdltNrHlAtmZ/H/KJ4fzUkg8uylWpVXW8ZEj4sEFlvQpubFC6Y7KwV9FDrnuXadqeDtpUQf/UdAvgazzNFQVPZRKloDLUz1AdLytevrtlP7FCYeW/Rzbf67aIFd9LcC6Q0H3qrmt5+vfr1WxRtr2ss3/aHXy/XQqrrgbwn0qfugC+ui0Bzy0dZVXbxifkfdUauNPxpZt4Fo+6uyzX9rGRaDj6ICkDj4wmun9fujd6/eRNZJgioJ1KBHrl+31IG/TpQW5SWMIfti0pzrufSFNXZEQUaiOOoW878ZSh9JfKESUhaj+HdkZpIMJAPJQDKQDCQDyUAykAwkA8lAMpAMJAN/n4HMMBn4Bga07/YNYUxjWNoFnGpkLRl4nQFfX6x8MJjxtqF8oMBj4OomWtbkVXO5dFLwy86fam0zjIFt271y6H+jJO7n4lqbMyy1WLPajqcMBt04qfPqQccn+OCgx330N6LuS/M7PWDeTp24AeXfgjbetvxs/PfG3ut71s/v1V9bNcdndLTnhfm9aTo6hlsWz/d4G8O85aA32NxN1pOB0xhIR8lAMpAMJAPJQDKQDCQDyUAykAwkA8lAMvD3GdgpQ7bGwGvmLtpwZB//tdFHjyIvYXbIcLTXZ+zDneOZQal7EgNa3Aau7uab21pdBtAopbNSOzNJ+4pftVJ7LIdT1QwkvvDiuYj3C2XHF8a5R0isK4fP11aLzB2jYgVuHbekhy2BtQt83WstH/buJO5rHMwtc31tObnkOeNTHHjulBMvMzCdXr2HzGEn/1hX4GS3Zv51aksCzyg4OhL58GdWkr9MHgflY/3CceBYT7fWeWL1phop5yvgudbxDMw9Zj0ZSAaSgcMYSMPJQDKQDCQDyUAykAwkA8lAMpAMJAO/ggH2Btl0DvyKoKdBksK05YtqHhzbggIcvxSaxlrgJQObBnmomzRbpT3KkRtyD3sn2nDSFDe7zu6WbWDglTdv2Bng9ik/NokW++2PNd/TcD8ygZRYuOhZQqje6wudR1Lcj88G9h7pv97PVAdet7LvSOaZrAPvWuefJh6xeBIafOOx9QYzbX2pzJglzHXRibbOCqcmL787w86aHHwN4cMnBzdD69qgA9u7q+3Dcr66MBsSN35tmXqAmALR9qxk/CdYxWf47sbDuWej/zX6/J1g3QRODxyuhQ/55/kdcXruvUNWXF+6vfMqu23NlmQgGUgGkoFk4LcxkPEmA8lAMpAMJAPJQDKQDCQDycDvYIBNOj88acJd2wNuVF4q4muO0dDz22KcTQTY8xxNfVOBfOf8PhWfNlLfGn91xqaoH2xofinHJqWq/kUU8qp9Vmm//M6K+NYPOdAKo4DyHsDWFTq6sE4LnTkE9IQXnh6iAD63w2SiA0LvHYmdgPuRMfeFHCAxXvHFb8ixwwthaUm6wsYb41vVeb3te64MhaJ7HER5C8YBNwVYu4ebAQ8b4B8lJJkD6q+C8f0a67TWOh2WdRbv2JBX2/Va5Au/prZcJHfGrGFpVLWf7v9aGScDG0t6b7bV/2TgR+BJktAFpxJ+4d4Lp9yCH5wdlC+mR5AdeQPKY4cKxDKP4X9qX4KaJxf2oiFsYC/a9pNEPT6bMjvWVTaTb/4OA8pqI4qY36muOne6xnjkjPJOZjeYUb6eJ1LO/dlkLgIbTLykgj8QgymDqO8vfe5k1jNTqsGziuaQQsyz1L7iItavCCSDSAaSgWQgGUgGkoFk4FUGclwykAwkA8lAMpAMJAPJwG9koN2oU9k3S39jHt8aszgdN2VfiJH5CLwwnCFsiCKXoH3Spebz2iI35Hle9/PkcWuOfQf6HtOvuJQ97AZ8a/u+nVKKHbXxrWjMWDDA9Aup4vKlEcRukq6ABF7RTWX6A2p56oL7EbL11OD7yqQWuK/5mV6yjf8YgPl2vBkKX/924rNqPlze2NM693dZ37HtTqTbNG+1qvkXwPhUXLf977aQDzYqN7yMK9Ubzr5NcozYzg4i/PWc+CGqM7NHPNgA4WMfOX9Ove7h42uAuPVnRJ3eNbhWdSj9BTHkutt8PcvJZ/2P8/vBSb3nOg+An11PqZ8MJAPJQDKQDCQDyUAy8E0MZCzJQDKQDCQDyUAykAx8jAGdV/iXrB8L4Nc7jo3bX5/I30wgdrb99HWaIjPHpnPXqSQU6RT0p2r71ApHJ/Lz5DEZG99gnyCwojg8FsrHocg0boj99itYdW664GuT4l2lPhYd7ttFxzsXu2iOabs76MnOIptu1+VFK6k1IM7Halum8aIbkNjtIjvZ9P8vUZUV026mR0OyP5ZNzNosZ/PfRekCrxx+IyZwgCMdghrPbsj3XLwxmmcCvGFiYWhRWwtVh0sTqFKRcKh8vTrNeY9rW1vqVAmoeHNFH/KmUw2d1lXnPlQ5+GLdtDjY3S8x73NeTXOgG+vf9v+x7ngzF72vAOW5F2Zm3pb1ZCAZSAaSgWQgGUgGkoFkIBlIBn4BAxliMpAMJAPJQDJwHgNstJ3n7W94uscZW6J/I8tZFveSnql+vsostFiK6HFCWCjlsd6S9X3aiADsY23dCj7AusauPSe62jXup42xdgLzwbRHW1uOtpCQ1SLat0jGLenhDyz1vdvWyUB7NEMMr0Bmdr2Oypfcdg30643VWg0Q6FGsYvvfwu/Ktp931j44OPYVF+1b5uAI0nwykAwkA8lAMpAMJAPJQDKQDCQDyUAysBMDaSYZSAaSgS0MVG19zTGOYwN+rNwt8BUWX3PMlfg4DMzbf18dLgJD9C1vQ9OzAs6CO8rF5KN0VgPPGnxZX37x7RiM7JDfYKkRF6t2Mc+z9dVofE+R3eIlEKG2rX1hS1LtOjOhVs3dAOqdl6t1mJFqZZKVP0N2g9aKidXeHo4Ui9cp01rt+v/5W2kQPBjNQD8T17h/dCBDDtUU+ggNWLmwh78BMruieGiz/5PL8s2ULGHqfIiVRrgDlO+g00HVMn40tz9W1S/GRgs+zWPtvYLSsv+0Zi66F5L7MSPfFqb+HnNffa61EiPzOoeiVuxKQkY1lyzUGwxjDCl99Vc5Z1iVeeTc6751OZFvBWgXOWxB2yYU5cY8r6DnB45u0ZkI510Ixy7LvumNz+qQJzEO+VaVgUle8wz3FxUeQSqTCx/RcPH3MG+ATusjABdkeCnFykUoJQbsLGv/3LCetIg6oV+H4rsD6qdP6Ns1h16mD0R9LukD83bZk4+qXHtU+1G9E3ZObMEcHF7UDigzDw08r9t4I29fvupekzL8NZfC9BXt2SlVXlmxdllrE8S6lp4Wo3LwUTeyjnN2+3yu93X9+mJ+9beZx7h3p7UhD+3FrLT1X13O4JOBZCAZSAaSgWQgGUgGkoFkIBlIBpKBZODvM5AZJgPJwB9ggE3RP5DG3RTYLb6r8M2d0wma1j4d9xZi94hYfjAT+HTaf9Z/8fOR8lJ+mqOXxj0aRDSBR7ov9HPa5QeuL4y9GfKAg0hjSd7YOqKhja8tH+HrCZsHh1J18Fk5oFNIUC/xR682u7Zs/lzbyb9pBOc6x3fAT4pb99Gxh2yMF5Ux2bpqy3kA3LKR5d/MQMaeDCQDyUAykAwkA8lAMpAMJAPJQDKQDCQDf5+BHTPMbbEdyUxTMwY432FTNjDrfr/qh0daw/4JEl7eNzm3cJFtcIz1ubdHdb6e4sSGaAD61JF/FKQJXkmPz8FYI+CV8c0Y1rKWggHKhORS9LtsdF8pFhnucbHyVLwKYNVhla0eqyqrHZ6heiUVmwr7XvW/xl5RnGaX2jSdXryYOe+SfAl8tH/WJhi+BD7a3Wgfn0JRQxHfyGN4F48Nn+5L/uT2eimOa2WhdHT/gsuXm3hGyNdRfAUFt+RuJ/7wi0+gWfBYTnR/daX59li8RRUDXtn95gfA4r4Au/UDD7s7TYPJQDKQDJzLQHpLBpKBZCAZSAaSgWQgGUgGkoFkIBlIBn4XA75nqh1C5Gci50At8IEIbvcpNwTxjErkhnxm3G/T1SI6JGQmKHCIg81Gy+Q7sqJxiosdft/sVlktx1zyhfnAMU4mVsMV7wVWLpgonFbBc2DqFOrFjM8Kctr7fI1/BrjKaKdDryo8tgBLxIYE7QjqA2TTT1d9nbQ6j8rDeMZtiueRvaX+/5kTaP/Cb49V8ixPrI8Yo/IB89isElbKeJxdio7k6Az3Y8/YMCsoPteZNY/VPfoVkHOArdHwPgV/zmQX+wCrcof4FHzFfSAGXDoUgEsn4Fry6s2NfvF30z5rQC3QvDw6fDWYjfrcIfg8kKwnA8lAMpAMJAMvMZCDkoFkIBlIBpKBZCAZSAaSgWQgGXiGgXoZvnZ6ZtB+uhzsOGRy3MtT+byLjUZwvEfynGxOshUp/kvgiBB8A/qc/JbC54sysNS3X5vW8NvGtGPsm8hXedGEXbQo+/8nYxXY2DfJt329ZsAj87VSWDlWFEpRjKVWnesJHlu113+MZa0sgT4igOsBNL3u7OFIzCu9J7JaintwI96G0pNisEnq4MnRz6qTc1eqdXpuOfztLp1/DevrsJqXpzaJTx0jS5R7DV8Xatfxm1b2tb3vndf71sW7YjGTn/Kj7ifGSXvzFT42D/itikWBg3iGkGrSRatDFGsJ6Jm296F5Kw5b/fnaUi8Svyo+fSlk82dVCcxlKRfrUOjfWo1tramoLT6fB/Wz1oB48XUdMewmiTtQrXQXPbcXEzWO3mf038paf6zFVf+1AH1eNdT9VxV2vNym7F2AbLfrR1WbQMqsDakO1zz3odlHUW77sUTbAK+6VzUgZVbdh7EAABAASURBVFwlmgH/OwtQVvPkQnvSkJVkIBlIBpKBZCAZSAZ+CwMZZzKQDCQDyUAykAwkA8lAMvDbGGCDboT28KJ8eh5sCAcOck5ua6aV+lrXPu2RG3Ifi09ZOTS/kdh3vTC+xZDiaF+Fdod76F4W2Fnuebu1OSzBSw/F5hvnIV/xorG9MfOTirbstm32C4VZ885VDg3m2NnFfXOkacNhxAnPjx/8yg+yar1pVhQfd6DicNk4J2qXngXG9lBUv7ch1baqp775hS65Kx5DOuZKe9QHfn3h7WHv220wF+Q8i5PmWdNb1dEeBfyBBYt0LzS/0oQph54bntty0ZFbpWWwxloCQ/VG0AduOoYG+sBQvRH0gZuOaICDH+ufF8q28w+bLXrzoqMvPHt/eWDjqKG/aT21SAiBZcfB2VIvI5fab9s4+AWMQM41tBrnTVlPBpKBZCAZSAaSgWQgGUgGvp6BDDAZSAaSgWQgGUgGkoFfywD7mw7t2Ln8tZm8F/hfzp1zJL5EAu+xtDZa27qcNnj3MUySA3AXqzcWsTayicUPalVe1X2nQ3bHQw7l7gdnkTfyHdtbx8oPeW5Vf1NPzPox5usHkfAE3gxkNlwsTNifdT9dLeL0orVTHEW2NdcW2VN+1mTRgGIXt2sv/vDP0JCU9wLxha22HG1nSPKC20H6s0Ud7Oxf82qaVTPWIrBXfk+OIa+FIWouQF3IPaIp2ALYFVR87oIfsDaKPvBqf/Cu58Hu2Vmz/6C9yGaLUGclQUfwE+2PZO2qVR2gBx7p/+v9F5EMnGeV53zsscbnNrOeDCQDyUAykAwkA8lAMpAMJAPJwIEMpOlkIBlIBpKBX8sAO1S/LPi9Qw57yMAvo2RzuOS3WXlPxY853jOJZ22x8/sunvX5SX0mObAWR/Cx1q/xqKx1/6vtDSdi6HAWih8O9m5KL3QnCKCiIQHlrbhamo7ATmDa82/V4ICMQ1I+EvjhSPBIH63ttfmXjkLhkPGOhpSeuGTPl+gTQ05VJT5/xnbLeBI+VgGNISnviyetfU0gT8b9pvpS2nkA/CapOTwZSAaSgWQgGUgGkoFkIBlIBpKBZOBEBtJVMpAM/EoGOvsxR5Ws1TpHGSS7k9qiqsIZ2fGlE2h88fXEGgrhNbrvFrEH3rXz3Hg23gPDSPgODE2vivhSZy41wVY6EThAM65t6G7Eq/7ujiMnrba7Ok92zvOa1580d4C6OPYTiBdl92MmVD2ftXb911edmmSOqdsccFnaft48elWx+vuielydlzstrSuqx9ypfwnKzdeDEppIJaeVaHwdR3HuvdAwH6M6Dy9rbIQronwC5H+SA+9M/v9Gq/hYAu/bx5AFsdANMElB+cVXuUcmVmS81GJF/hydoinKZUSn3LpmbqvKZpryEcXHyxDzqbIBVfnnUIGK/VWqydEVprqd/6tawz3Ii3zWQP+PVX8u55K+YZwe0t7eUB/t9/VphuTMOmpa/e+h2lzS3/TtUPTY7H+aR3Ko1hFvwGOlfS9U43C3Xx9F5WKXi6B30wVc1NbMeyk8Q/b0r2jEuJwoA1FHe8xXkYJcqme44PdMDG6NJ9qfiaKW1/LVwNWryHbh+eVh0zLq9L/3foQYIFoMRH27lDHed/rbxN+nNXRaQxMoTfw5VN7u77Gm25SaRybb/JP19mhOpf/ahRc8arR8GVzMUPCtZ6kIFyt2mSw489/F77/8luEnA8lAMpAMJAPJQDKQDCQDyUAykAwkA8nA32cgM/zDDAx7XJ/I0PfVPuE4fSYDX8TA73oOtkarFwuqS9hyJLE47rxJC/e7eAxjrZRhqhJPXM+PeGy86OjCHBa/ogKQsMW5ojPgSsONtqH4lgg7Id8y9uLgN9fvolfZXGyPxkf9ofes1GEWh1Ua9klG5d6XE4fSXn7jRh4gTFAuN/TdNIT6idIjkz+kxO7XUXZfD/QbWH89+nZkkwk0z9Go0tVUx2IeAI9UZOGXMpBhJwPJQDKQDCQDyUAykAwkA8lAMpAMJAPJwDczsLYr9VzMB2h3xle/txu2B7haMInfwEJ3Nv0CBlja4BeEenCIVfbFRBVY1Kode8mPsa0dONbb2dahcIIjAtCUwR5MPmWeOX5qwGPlIps9LoZ8PKLXKMoB9LX2rqxks23ZXPZxFx0SyoavMeTm0ZsUibnFpkG7K+lAdrRJeQCBje37FIo45W8tKFWTto/Zr7HCCmlh8ZWmH3gfl2+RabBKBP6B/6cVilDzYL6mV0e81FFkN/61gFIvxlexnfyCKvmS0T0GlT2MfLkNrQG9rfoZpizMI6Z/3pb1ZCAZSAZ+CQMZZjKQDCQDyUAykAwkA8lAMpAMJAPJwFcywMYbG3/AN0O/L0pC/GRU2jPVRqk5PhnHp3x7/nK+sF+p1vmV9QkDvnh1YFPEnj9jkhOFEyr4NvkNObpU21g+qoAP5e/vFuSaHxGFaotQVZfFeC9HxyMpY3A+QvVHQ57tx7Zzq9zgd9WF+j2HjQ6wM+CplEO58M9pb/T1hBqHRFV59gdGBKjBCKDi+oXCGtZH9T0aJ586ce6rN/cx6Zuedxuw3KKPQfHcGJYWzS1CR13312+sjVbG4HsSZ/f6n+8rFx0Ksp59re5v/9mI+JeK+fuDhJ1nx3+Lvi+BLwjm+ux2VvXuqqY5JjhBpeUIpWeBZY37rTEWeaPZmf/TyL7eupveP9UgjskQnn09qz7PLw+A54xkPRlIBpKBZOB3MJBRJgPJQDKQDCQDyUAykAwkA8nAdzLgG3JsSX1BeMTS4KINQb5CAqV+ZluMjWeH6GHTDqj4j1wXq9bCVP89qbO32uJzkXeD6w+snvHQDN+BIZyjxI1d/N40LjQwWzznDcahKtANFkZub5Kd7cp3NQkF9EphNySt5IEUeK9JbL5khtGBq59HFhj4/0mJNQdU3PGSdeu0pjrlw+FRd+nsohdki2LFPUrNrqjWVJbLsmNzGD+NtRa0NfC/DfIZsul6tyir17BljHz8LegF+A0QH9oxY4OkWeP6MSqgInG9UMDGteVaatuxd+05svSf/Wf1p2oWf/T2b2M40uuy7apmlgSHZUigpl9xsUQCFxL5kqj9udXzyzMMNNHrkUnPwLrG/R7GgjtaF+us1AEq31F9uovHDVw0kjmI+bgrpXvUxTJgDTvkhLrE5CLWSUNWkoFkIBlIBpKBZCAZ+HYGMr5kIBlIBpKBZCAZSAaSgd/AQKcgAyrm5QywQTdCO4lR9s5/5BY5+6blwME/kvp+afomOM+XTLL77AdaKp9yDTO46FcTengM+Cd3QPkVh4x7dTzjAth5xf/yGCgtOrQoPp/4kP01SlkDYNnUjq2Kwa0Rjxd2vcUBErJCgFsn6R5effkWNpBzI+Sj3NynpHMeOuiDqB8gcelmKQi4C0xicaXZTfpaJ34QPOmhnQZym4P281HKfx4mqZnHfH4MrUdnRcFwCAzaviPKcrWbWWyBMNiWo20ua612uRx3DMihb9V7qMew/hDCenzdNUyNNXBt2VBqxrOmJuPVR13PdaFvg7XnVG6zomUNz9l+Xps13GJu4biZn3vKejKQDCQDyUAykAwkA8lAMvA+A2khGUgGkoFkIBlIBr6FAd9gGzbaviWmJ+Mo9WLgyWFvq48bhcMGKfW3jf5CA+StPVpD/sLwx5CJH4wNv6RwUZz+FZPkpovJWlSUJT1LZsiyqLFvox6c0WBbHhtVoF3vJ0Oquno96m8HoguUJ7k69s8XmoviZm6ABbdtKDuUi1IBz5k6It86Mkk8RfmWWvRu7rEWH9yAtf777UreFZCdSgP4u6aaVR1aGijUdgUWiZtVVHBv3EDjBiU/vBriirK3N3o+tq0/UyYC8MyYV3Tf8vGKw7tjiMb5F+XIu8obOmXGZyEkNpkm5ha5wcRbKu4P5ytWuu5/VjwYlFhPK4pvNmPdxASunGPZOyN/uekvf3Y7vTfM4OSig29i6Tv3u1/83VSt6Jm88K6SNMd+Pp6xdKnW52zKW5hfzMW8LevJQDKQDCQDyUAykAwkA8lAMpAMfCEDGVIykAwkA8nA1zBQZpFEPeSs+xuq3xJaxIEMfAM/p8ZA4jhk4xKZ+AwD4v95xy8Net7N2yMUp68zyUVb3qmekCo+vJZsPTP+oYPDFL45So8NagUvOwuUgFd0U6cOl2yEmjZd7bh2QGu7bUefOv2A8oeA+zk+FMpbbjmIUx7B7Fu2vmgw+YAIqS3TppQRu+GevXt9/H/ylsIx4DzC3UKbGLoXy0RxU+Udpe+J5J0stoz1TJleMBvAzM+aspoMJAPJQDKQDCQDyUAykAwkA8lAMpAMfBkDGU4ykAx8lIFOG7gj7Me6CqpkQPWb9qL+Hh8LvmrrS/CvNLq+bKoH2CsDZ8ZX5BCc6fNTvtp/lpAy/0Sklc60KgZ8KrKp36r1fQ9sroLpqKhpQv3rnz4vo6wcyZWcATk7YsiLEk+A9XMRg5S3mKq1M2Bdp/CuoA2s2sBRi/HwbavnVcsHdhCbcowJc6k68wK8jnsKFxWQEovXYItxDrMi9VJ0s2N+VRw7fE0yb6pp/sb3r9q93FVzqbomVcE0OXqs1/pallVpOGSj3oGMH3YpBIUvnpWjFqnK15yr/s5UtffvC+m0a1Hlzvqe1eCkY0LV36YRslc9V5O76uhU79GJ085Mz69uUiA61e2sH74CynfRLe3otJ3UA9HOrM8RfSHnY6J9X8k7sOqZ6bS2Kd9Yh+8D0TXPCnOvJWEjboLZ1sAsVC0Ph4ZEnfzU7F+g4oOvM9V990LvHrQoDRD7PaCzCPFu8Iv0d8PdcN7unOfivvEPRuuszbHSF+h/hF5T92Y8Y5q8qial00QUHXoX/vlxae968b8h3SezfhHldYD+d7DeWd2Ivv193/Gc3sqiOR35liPWnsTkapiatP+KSgaZDCQDyUAykAwkA8lAMpAMJAPJQDKQDCQDf5+BzDAZeJsB9uneNpIG9mRgaaNyT/t/3dar/DEu8Dc50sNOgm1y1ANt+8OybD3U+QKFyG0uFRpNEjte+1skOA4xdJZBcYbj5+CaUTUOVGYBfKhaV/yuta+oP2i+5h6Kty3R87IkZB0Avzz+zYGeETEMqLWzy8VbbXnNvenwyeFEsgWPzC7ZuI6pKgKJgy78h2nKgWj7e/JYPrfxdY0BvpfG5AHwEivZ9hsYyBiTgWQgGUgGkoFkIBlIBpKBZCAZSAaSgWTgowzwNcLhARzvYG3X7GDPHHgEDnb1teahHnxrgMQGXomPcXz9BV4Zf8YYYgRv+6pYYZs58LbFLzegfPkKzKHygdFet/efdKKBzMYu0ZGnjkbNdrM4SaaoBty64lb11Iv3MM8poGz+NWFE9Mm/c/ieYz9qyBWYzyvsC/4s7+cDS10xw2yAtjMh922GZj9V9TLAdv/FOoJbsOaAPnTX+ndrH79WlUUvS+54Fb0fHLJJTgFV/ZrXvfGQW2cRewDOAAAQAElEQVT+tbEd/WNFydfwnmAOA/c8w8M7/Wtj9dT62xn7xDHXo3/elvVkIBlIBr6cgQwvGUgGkoFkIBlIBpKBZCAZSAaSgWQgGXiDAfbv2AgFvon3hq0Xh8ZmOPJFE796GOc8gfVEsmdvBoLzVr7tg51nf45iU/xti28Y0MNNcm9Y6IfeM6I+3h0OlfsBu92x6EySinM7ttz3gdoADb2v+3Tv/hbXQ/DszQ9zPH9b+ClR+sBCb98kHQN97fY+zynq+GecJHN8O/CtFv/n4S+ddYq9Sr5l7OXBQ243+QUHLxt+OJD8+7kdYng4Yl8FeC+Xi/G3VxHsa1zWth14dzq069BuoOKhF0eB+88vFoGHXn56XtXAE+SgLHj/Cbdt/L8eCOuHNVx5fmfPz4lpjgmwiuCZvMHYMRSY9aGYIhlIBpKBZCAZ+AUMZIjJQDKQDCQDyUAykAwkA8lAMnAeA2xuzTF6/6XbSuRjbJmNiZxaYNPZIa9s2gEV/+TF1ygtStWaEapp8x1ot/Sb8lc42pS3EfbCz218U1JNDr7uFOBVVmMT27SRvYirYv8J38iMjDR2Dyu+ZJjYWGcvDdYgJq8bpMTDC/2HSpsUsIRnp3l1BBoCabY6Gqys9VSZo7R9q2XZ8XfhmlwdeGwH72gQXtp16G1K1lp44+wW/Wu5VS35IsBaP7TIT9H7qa9pXBtD3/j2vcrC9QCJQ2D5UdsZV5Hzovnu0Xj0nMWDy9J0HFUk5xbv+alV77E5OiUbGMx7/jSrzkEZ0JSr9vwFS2HPyzJBnb93cmFhG6kuv+gvtdOa6ww9b5zcOtX2hMz5hU1FWf8z6/5fb9nzxjNDbhfldrHO4LTFnr622KpSgneyBqrudmG76r3g9pU0z/LV+EVze9HcSuot7HyIk/55I5JOr/Yemgjp2gSmn0x6m4qbrj4e6znXCOoSk+syqWUlGUgGkoFkIBlIBpKBL2YgQ0sGkoFkIBlIBpKBZCAZOJEB7Ree6O0Drjr5DKh40sUG3QhxHOWT3H+HG5JWJAjfKFb5Ky8PcC2yu51rg76qPTJAbg9Mi/ZGWc+RNsVNm/9P7V7f2NmzQXGSGHjKbAwIuTRY+ZKr457e0tjHbVj350IpoM2Bg3OLP9oAHX8WzoCZDdyunorM9G74GMbftNPwoC/WM5yjviOYz072AeUdTT82NaZN4RF/j829osGBmE14JQ7wirVmDCk11XkxHhueLQ7wQs71ttaxB0I/ym5bjWQ0DwkdYJr/G2jMcRdeBZLe3YnsjjZ1AKwyeQdUPfVy/hVSyL2d89yCqvdS1TyS594+nrFHni3mY/MAeM5I1pOBZCAZSAaSgWQgGUgGvpGBjCkZSAaSgWQgGUgGTmeA7csHTvliCDxQ+95utsbAuRFqb9Ic2jl0ea779LaFAc0NKwPEOdR1mDq9MeS1Z6mkfWIDS32/qm3T4QGcnJyVNuHN56P1y5PF7Am7hSRbBlo/+5fxwHoBWPfwSQfQsBGMBxvVP6ZGfoC/ONclRsu9kKI/5D3d7+ortfr7oGjN7jk/z9mqxleoxHI0O70f63Ouph8rvIWabq/nWmTXHw/JdiBt+AfwA9r+I8ruS4bxDVRcvIgFLHbu2tjJGpA4wqH/b0DmU/Z1kXMLNZ16Of9aB0R0RLrYdR/D83tR/sXRpjnwHU2KB05MMprm8tVYPRbZ9bjmRlWnXSKvZCAZSAaSgWQgGUgGkoFkIBlIBr6VgYwrGUgGkoFk4HQGfKfqdK/HOYx8Qh7n6aHlCAEZeDjorymQ+K/NSTutXxD7d0TxBUSMIfwhRppUOBTwx4W2O3CdkYvfV/CD38UkSHopn1AOeU9nqe9zbUTsUGrIz0QSnkMeG8U5XpocTnCo6Zuc51FvIvD/yKutf0d5HuV3RHUbxQ4t/0Cqscxdki+YUZcHwDNCspoMJAPJQDKQDCQDyUAykAwkA8lAMvBFDGQoyUAycD4D/jVdfL2ABCthoAtWuj/eTGyAf24y5BjUZ7bF/EBnYZNuDOsDhcX/D8W68P+ruNK2PWStpZgHl9tHrml2iom+aw4/VuXmWiePzqZ12q5g8xRgZ4QaZIaVY9edfCYuYIs/79VYOjnU4p9mRALa3gFmAbYAZezVLnIhz1vEmruVxYoMFYwsoSibOVyPEYLG2pUc++hP4ZjPVsyaYt8YUK1aMyOCS1tYM6FXrFPuVei2u3kYDSnwVgrJl10MGuuq0L8EdNQ9ufyfJ9VzNs0vckAW5bg0MszA5Y4JhtlGYt2fEbVFWcXh6v1XPdAOI2bWN3PE/BA/kjrtLWijbz2/WmRPGJxZ1Vqv4ksPRTTtLonGoWRDPnLS1ar1dgvrfqxF1RqOeqdyN4yLtqq2qjZ/X4jan2H9Vuf3R0/Pj9aDOh4F9GR/5Ml6BuZf0bOKwxBlEPWprMS8gMirKP6i6EWG3kadpq+TASCh63Z8rJP6cr6aPq0X64EPUMxYyxLD19XmsucdbgE+BSnWORZyJHaZfvGCA4E1bZIOIn/R3MowZcWTOcI6+eLFOGCav7R9HW6XYlWeZdPjX5Lqbq6iMuvMpcp7Xti0Ia9eai2pUY+Sr4WIVa8SM3gX/HnT3HYC80mdsXXGQweDQ1usbSRr+y40pfhTGFr/dvNbf7JuVL+nISNJBpKBZCAZSAaSgWQgGUgGkoFkIBlIBpKBv89AZpgMJAPJwEcZWNtR9aC06+py/fZYY33s3j2RypJ8zVdYem30IaMiJKQdy767IAl2/pEHAT9s7h9kfoPZY3ncEMCBKuQGwkVbjrYD5AluWDdEHpLyYxAYeKz5jMZzMdyxvBAatue4Y2HatWBvqpC1VxmIOXl1/FvjdNB6uVx0GEoUb1laHYxlsKrwgY61eC4fiCVdJgPvMJBjk4FkIBlIBpKBZCAZSAaSgWQgGUgGkoFk4BQG+NKCrSNwisPWyUllcgMnuWvccKgTaJr/qeL1q5bPpM2GKVj2zunAHKHZtkfbVKIxbTm/FutrPcd9YvKvrY5MuPAuarFP3O9YgVvy3v3tIR6xi33wTozvj1Uw7xt5wQKsBo5evYQ3rC0I97VG23EgI89O9OJyqyfWxT1d7Lb96G+y7znDwZMBtc7ulImB2AJWlX2LO2PHLkKjIolYQlnpox3EGMrOjRqQErtel+5iRfnhp+gwspemA0n7+z/NQeQbyc7r0X6UrD9m/f8vb/F52NuP5yOjyIvk4sUzpTVgYFFhp0bxTQxF5gplQcXJRf+kISvJQDKQDHwvAxlZMpAMJAPJQDKQDCQDyUAykAwkA8nAoQywi3Sog28zzqY3OD8uPhwMnO/9CzwOG5XLS+6T8RHYGrbHhYXt2sdprvLLbnFg1T1Z3IPdHGq49qpTO/aH8/DgMfBsC16OjpAoq8//WdFo+wKpWDvhnHfDWv7BDTJw5SZaQl579iyJBF9dyK12iShyauUz47fqvqlHqHdNtPF3YqKTdjeTauLisAlQnqBTDUjML/QDYx9BgbFhl4KvZ1nCMrDwG9KfwZU4Ne7ehT2wrIPNBfDeM0bRh1we/Wqr56tl68/wRaeRypP/2Km1h1fvl17bvl+Z3AT53s/mBkvKp4rfTn7rMK/H5nkbE//Mcrno2BPHt90HtIhnz/UA049Mim+8s55Yd2A+REzMm7KeDCQDyUAykAx8IQMZUjKQDCQDyUAykAwkA8lAMpAM7M+ANukmm7GTTaw/sG3E1xfAlEvIkUW2zcbKaQX2JB3yyKYdUPFPXmxGtiBvEtWepQ4yzGEn/lq/lG9dMxuPwChGB6h/B7TvbhMshRUKfgASuS4pRt+yLBp/AXqMMMmXdDDSai9Z3dT2ihKO/TmPwWogIBBNLtXu7zmkNzx9I9+nB20YQESi03hOkPHsUF8e7lrqWpN678HJBFL3izF49Epzi3b6Ak23itEaUk0vX0xPrJ0oG+9qkg6sWicC4g1QX1W+6cAfiI6i4cAko+0Y2Xqde4hczN+PaDo/Q0zER930i/XBCLpr8/e8+BqX0vwKnXn7gfU+NrOIVyV5I+qAqn5FvZeldnqfDbBOGp04EdSOjVr0BhrQaY1Tl5J0rB9n/S+WUUjzCa59p5eH4hOCeWEuHBoXdeaGODq1MR8chKroVz8nndE+YsjLXpJudnbDs+ABDV08T+LHHGVo3E+QcwA+xty01ijv52mrJb33ImeXW8e9qyfew8SJfmNds6JBhBBSbEQxZTKQDCQDyUAykAwkA9/JQEaVDCQDyUAykAwkA8lAMpAMvMVA7IqFHI2xYQfGhsMLhDBCe7FRPtzxlzlQ6p+PaJX86FiSEfZXZBDBjJKoAmPjTeFeXjfKv6SBrNtQyZFnGzlvp077Uj99n4VHpXTY2D8mEnLHMhJvlAH1QXKSE6DJoaB0vEZcE3jfezdc2eC+t4SvvrR+nwyQGnXyaUGbujZcRbmVDXrvqhQOLcOIDsmiOJFOyJAHOjP415Vjm02pC0PRH/WJHGz7weOkY/dKJ1JBrBkjLvfbxkD51rWG2hw3WgtTzBhb8uG+NSD4dXljcVMDPkAoR7lTxOTa59ypW3C/KjaXojD0gIbYU7A7Pw9EPsf8W13vbBt2L3PozcEveYHrPOzu6jsMMrfgQ9H8WLV6KcZ6A/Mw8gB4zkjWk4FkIBlIBpKBZCAZSAa+iYGMJRlIBpKBZCAZSAY+ygBbR+CjQRzonNzAgS4WTLMF69AOsMsFnd/ftLYB/SWZiXtmHmj/9MWgPjh7VQk8iPqs6JxDxdJv9qtw9lWJgGyXHK/xFO0hb8cWdYFrT6zparSDa99+Jc+m2gMfxGI7/eTsriVFxOQCP6W6q/x0JzMH5MVz7g0oJggGfcOGu8bcaC21odS34xf0vov8U6L/OBQdAHc/+C+DE+YyMDQtvJSeokJm0AcqPriI5YHKG918HUocATdF6i3USL+ZqbR8LfYrdMwwa/N+2oFbowBUQa/o/bk0Rt1vXxe9j4rDtJ6usH/gB8XOq3LteVbh5IvXVIuT3Z/v7qezi94p8A7mASy1zXWyngwkA8lAMpAMJAPJQDKQDCQDycAHGEiXyUAykAwkAx9noCoCIPGrL3YlSSAk5Q8hQkAGPhTKR91+17IiGvBRSp5yzv/PYR9xf39q8JHKLOoj7T+yvdl/KIZ8ZHja/9qoqY3V2mlT2jpqy0uRHZrxksOh7V5c85jmdUwstdF+tctBlV2rdB6KYhzJRFyvOfbRDB3gdXv1997oLV4XPQyxv8w947c4n+kUD+bFwY0tLIBoasu04QZQPhXzQCbO73ZOND9Ted5ry3Fb/nuZLnNT9QBd+kVtKt4o8ba5acyGZCAZSAaSgWQgGUgGkoFkIBlIBpKBZOCjDKTzZCAZOJWBrla7h7eDqdqCuoe3HawY4J/lA9aZhbT4KaYonig5bABHupzPpR8Wao7X5L6xiGv4llG+hOrR2aV2FnlX9QVUfOuKjc9Srlu/PbdNbwAAEABJREFUfGFXSlOXh2tNFS41dJIdO6YeWBuROm0NGjRe/Zgrr7IGzx3tvVLE19f2uBOX+fPa++0Uae1BHg2qysCJV9mlh4CNObyjuV37Sy0augwGdNwG1EGeKuLZdkkERHSVtf7YFVVlYJJFuEZaNGQCX8fYClx1KZUiTgTKe6DICG+lkP7lpNqISWK42lj6cr8OyGmOPm+7yYNENRbDI2dq41lwL4pAc24OIvLGw25j/N3w/JjiBj5vinP0TIzUAWXF6YepoRB1Yg4UrV27wqqelU5Qm+lXTX0Xh8XfKO+1Y3/FtPZ+5EMB6D5eRXWfE/WjI0Qf0xFlmi+qBKirOrnQB4a9wKgRIy+KQz7VXkqxUopKO19695vmtui9WCSrJJBjJSnfemdSrppz05wDntdO9R9BGh6Q56ISEULTf7ILSrO+aQemdVEHaMjkKlZwN2l7tkJMxOPQ4Kj7P8Gr/IpgA1ynKNVhDorinUIGnr1kz2THMXAGb54YfBLIALgExYkh0med3dcf3FhI3DisE9PAJAHlBSgk11+RweM9Cd/AdeTX1zzSYef8hvl135QHr6zrexj1GbMAnpV74O9EwJfF4DcET3qUv15mgMlAMpAMJAPJQDKQDCQDyUAykAwkA8lAMvD3GcgMk4Fk4B9gYGmn8uy0iQEs+qVjjkXF0xtLKdrn1245G/2DdyIdihsFIwJrQ6J/Ta6N+0A7Ibpb8TKRXtl8w0xg86Bfo7jGTbS3iXwDC8QFIq61cvSvy8im6JmJ8rr2sT1VJ4KlEAV+2pyW6rQdi04HqaVEPAf4mqfYuMDrCOlRbrpXi1v1Fg0o1ypfi30nNRJ/4CSXp7qJ3B5KzcNDHUW+pqOuO5eM3+n9V7ryAPhfmenfn2dmkAwkA8lAMpAMJAPJQDKQDCQDyUAykAwkA7+NgfGLqs2Bn6zI1hg42a3ctV+8qPr3Lr5ksUcbsOKeNfKR7IkNfMT5+05PCD3W6HKwBAD6Xr7+utb6ts/eOTLQ+vJvz96L5D4P79m+GS0S+ZorfCJvdLyh0538gIqvXDqINLCJIwWGDwlimoD2dxDvAB3MmcdCbsCGH2UwVDeKMcZFfSVy0w6XrJubjv0bxDsRVB2+8nUgX7s6dDLZgeHr0f6Lxv3dtxb5uhDaC7e2Y6cyrLZretGsyCh0SCIA9QD1Ndyf56VRYZXIKC/pvN4W8UTO65bwD9Y1VnvEE5GDVZ3o8L/FUXn+OYqRW2XkH9IU69axe+hV5dsJVQEg97D5kg3F4F/3vjT48SDmfoQ4VrrGmpuPfHGFzc1kPRlIBpKBIxlI28lAMpAMJAPJQDKQDCQDyUAykAwkA8nAEQywGQqOsH3fpvb/LXBf84/2asPSwCS9Myo4neMMv3/Fx4w7dp2H1OgZir9SsJkegdfmnw499TlVEH6YLnn1yzsKvMIwYwKRXSvlqK0uluU7DjM034xosTjkiUby7WS3k4/qh8BbByuuZp6mo5Sz7JU7LxlpWFUiVXp18N9JTu0cUIsDb1MErT9VaQIK6wDHyyY7HUKXcuQxkRITx34Y1uarcNRDumYrCc/U7frT3I82+zK2rv2PSuEw5CP97f1lFtf2kQ80STDwQPXazQDx07NsPge29w/7Pcrq87i3z3V7ZNz3Xkt9/W/dY+VWrbd66azq9LdTeZ7lkU/23FfWk4FkIBlIBpKB5xnIEclAMpAMJAPJQDKQDCQDyUAy8HsYYGO7xacjj1hMW2CUkWNMbFiOldMK/YGD+XYs25PgNOe7O4LDOcLJxTod5nTapQxU+Nc8lEConiZhewmnBfDVjoqoaXEbrBRsjlutl1ueHejBdhrVQlW/tPBcrt98uNJBau/ckGbaSAcarq71wQf04I9MeEcgx+dGsfTu0OhLxrMUxVWJFca0QLmY4WTt1A2VERrrhwrY6qHRPjLkqPpCQdatyhqHGBxedCqvm9F7fOysYykKzF9xa1ipg6Ua3RNZpYfPHtChFuVJfVgIE/3DKwqT7AJwe7jPRQdHeO7kqYWqupSyZkHcq0xvLEkiCKhrdqEpSKEdT9mG+fM51DM8G3it6u+PsTqQ7tSe/sm9+XqTYy/LAnXeI+a+FeMopaR+82c2ZhjZ6iyVfVB/k4miUgtVn7jk78VcHznRX3pl1jmKcibGR2Oy/3kG4DWg2RwN+HtTax/Zr/069lFodaknkoFkIBlIBpKBZCAZ+BoGMpBkIBlIBpKBZCAZSAaSgWRgFwZiPyzkaDQ2XceGwwuE4NBOHvuxjsO9fsABSd5xq/Tv9B7dRXBzHO3zt9lv+ZnHrj5OO4A2/Oe959UVx5vOWIfg1owOgtXB8znvU/O8adc6byX8gt4wLaCvbbs/4mZ7FiWO6Q6a7+r/oUhnHF5UhfUo8j5/tOAE2bdwL7VytCdU87Bp9DWqupdvb71f5rvHrcZfb4EboDyZAIldLx1O9ZPBfIFl60ME3qll0A/x2uzmnbKD3QY+nj4wG3JbDaWQtxqPWhgJQu9aJhLF5+sOGRqfksSDbyKMMvW9gE3yDFDfy/Y7dsj3nfHfN5aMgEc20Fy1zuIdxiGw9zW3PABuyMhiMpAMJAPJQDKQDCQDycDXMJCBJAPJQDKQDCQDycCfYICtJ/AnkskkXmaANQCmBtjIBNPWrH2eAXaWq110ggbWT2I+H2kbgZ9Ptg3KwBx9421/3/7ozrgWj/Tf7edJ2eYPTfCqx6KBQOLOVXQoCC6SIFT7VWI6bO1hL/562zZ8UXlxe7b46xZaiWKhWU1kBlQ0N66DkiXjRSYcZkvd9qmfx6TYjvePEwBbYGePWjfmzF7MXNrSb9qmcIgETDvu1DYrKw6PSXJrPHfc3nYp+NvGhRb8g76L+e5L2+4XuQF6TW8YgB8I0qAN2s+pYBf7AerPWdhXW3HwdbfPrcr7Gv8Oa5pGWGbNFP2NK8q3aE1fJG32+6MMzLLMajKQDCQDyUAykAwkA8lAMpAM/CIGMtRkIBlIBpKBZCAZSAb2ZkA7pnub/JP21nhaa/8kCcW3+O9G8CDsB92j6aISkDj+2hrUYiQMBouddxoZswSGFPFchv8OQJKmA3Cc5SHYwx0Mfr5M1FptEV3f3k8scw9BYO8EsAmwG5LyiyDUpaG0B+b90S5JBGCu8mxdpgzEuLYcbXfl1gGP9PZI5m6gZ3T+YR/M3z1sTH1tmgu23cayRh4AOzl5SwaSgWQgGUgGkoFkIBlIBpKBZCAZ+AoGMohkIBk4lwH/WuDO9lD884qPosIOuNHjiy0h7KzJm3F/pUG589XZKo7Ik/nE7xG25zbxBebtfZ2vk3p0dqmdDpGm6LX2uU8PODo/8LharioGVFQkdgPb96dDl0tZ3pB9z1Ec2rxnpR3NBjK4HgTBlY2rttYf8RnoudV02gjlaqA1ekL5UosV3js6yDKBNYAEffnHTLEXBQpMGSEB5fhnM6vao07YRTfswokj3lu0g54elfa98MvTFPIiP5TBsqdOzUDCL8oaZAFvvHPr9appbsUBPNxA3KkLegRFIhf9qKvZef3a87gki5pDG0HONv6WLNOmIEYd05Pc9fB5suE3/sPVWg7KSuujA1oPnVBZr6qrU2Oth0wz306ffc+vKk7ivYXmzXO5L1nvi1CKnq/ksZfPslzE6laxvZQf80CePkeqd5qfHwFpyvEKTZLaLf4PsltJ+wT9838d+6N1Blgv1f8m9f/CQRvMtrKiML1+emhI1AlHVb+YLwpI8uiURwuPq/vRc6XRyrkSuyRctPr+blUf/S1+9NwCGZCbbgFqOuH6EREtiL2Nk/o4r8pvUlZe3YyXeX09P+XMM2+SE5yQdOOiKodVKN9Y/atS089zuArldhEmPCjv+PtV7KK1DIrW9+0zRot9+y/jSwaSgWQgGUgGkoFkIBlIBpKBZCAZSAaSgb/PQGb4IQa0+fQhz+n2CAZyPjeyWqQXUDGvGQO/ZCENYcZMIttEqM/R9q+V2zFrOt/VPhDxdFB3xj3oohs87XI2gP9QotqSJdpAO2Be7/uYr77U3GkETdO9Iqrgns5v7Fs9nPKDKx2e6TDpmtcRx0WwCvASkvInEeso5CdjWff9LWytR3hCDySs4a57Bt1VeL1zy7JpdIjkHdwNFD8OPNxqHvFE33rJlmTgdQZyZDKQDCQDyUAykAwkA8lAMpAMJAPJQDKQDBzJwPKe0ZEel2x/qI2tMfAh9/+8Wx0++JctxxARX9QcY33NqnZieabAmJvWGF+qrg15ob0Ud/DCyOuQdX7IQVg8lLuOP78kHhunxE9LMEG96b4phl50oO+IhhXpOqKjaD7Bito+zfLDV7CjT9U/Mg3yC1+A/1/JovUb4CvHqo4Rb2bOAbD9dOZzWZeMxXsCee1XCP2Xu9em+6XJQedVteWa8rXnS0ok+kIo5AI2DUWRCd2k/KxSsYJt4SIUDW+h6uLl62Gx581GnGMiJOUdMS5h7AsXNQTuuSnSi34NM8a0bdH3fVLRal6tf4K/IDxWDiiKBSmx64VNcMeo5hLvgTuaL3fJhY8t4r1/N6tU/7P570Gkc/WsJwPJQDJwJgPpKxlIBpKBZCAZSAaSgWQgGUgGkoFk4BAGfFdKm+m+IS55iJMvMkq+hBOS8uH467ySX+B5MtkvDpg9P/52hGIpP2aO2Bq183++Y69YWs8fDKcN47ZMYC1uNb6nhTiHaMRxfxDbWdWhLD3ADyYHlRC0g6jP5ZZXQqzTkHMbu9YVkOchOfpT+b4P1tu9LO+PHnsxERgb+394NGJBNl27FItOKJhH9+R/k7abfUgNprAJKC/B++BQ8PKS0tltikVr2zlZlY9jus8PPphwJLakrYN+Snui6nklj44TTT2xVFss+VIkS81NGzEHmuaxGH3IsVHeFYnmmJg6yY5Art27lHhGAJ5hF4Thx3mFZiuxtIRWZ6kcY5b69mxThs4j/qp57kqU9xjY09M2W8TRYtuo17T0vznG5/PWgmi4bXyzRWwbvMIzMFMMWsu92VuPer32XXlPBpKBZCAZSAa+ioEMJhlIBpKBZCAZSAaSgWQgGUgGjmHAN4rYHDvG/FdZJVdgyjfkGOBR22Lyhb/RT1vAZ4u277eU7+X3OAc2LB1SZSMTqPjaxWEFGEZftBFaarUeQ+OposobkPAr5torH7+xR38FcS6BMLWJzCT595XUD8Yj84ql6Pm9SF70bF2YY41R1Q8bQqpprLdl+n3DnEZB2WmN2ObsbljCgO3/ww9Pl8cr88QMaFdVF70t1LTXJSek1SJMRzwuUYiO3WSbE+Vlw7ieY6qpJLQ+dMSn5nU76hwudICqbpgyNlT/2EUM4PkAit6F1+e7W1jfJBl2u6FwfL5Vc1KEqme4L5vHRjTAhl+8LZFt+9A9COIGQ/VG0AfaDqxhtUe/jqshdW8VN5exOHKtUVG/iE7s+nOrRqS6x4sx6NBAX4AxgHaAHvI5yOE4YM7B2KcoayoAABAASURBVLF7oX8nd3qnCj7PZqJhxO4OHxrszLTWTLH0sH1/PlFDhu6nN19qZyPku52NXuP9O+vF3bemxhi0vm86zdTaamc5GUgGkoFkIBlIBpKBzzOQESQDyUAykAwkA8lAMpAMnMFAJycBFfPal4FxU25fs19jjfwCTwblW6fFjL1Kx5PjF9WJRZuu5tI9LKod2xh+ea4GTzQNxd8lNEHfErCH0nBqkEodUO4DZS31peX7VdP8AMo2/BgzB8NoQx4Bz0o5Vz8ForbmhT6w1r9Pe9UzBbd4qh7TPnbDivHcAvnpy9eeeUm0+NwhfRlMJmJS0VAiBirevRiH3iDd+N0Bu3feulQ88AHgZhG3YWAncNs7b5EPJ3Hevm+9KociP51k/36e2t8ebzuO2KNOGUQd2daHeaVZ4NC30zruFE8nqaaXrnnc1DEUh3QhaXsEIlzXIZclrI/oexgjyxGYN04q3vL+TX7EJf+RDs+v/7sMuAEyzrsDqHjOpViIw5hbL+/tliNVkhO3k+fSxncTvbbzD29hknLAc/U46CU25BW3Lde+LCUDyUAykAwkA8lAMpAMJANnM5D+koFkIBlIBpKBZOA0BtgWCrzotGo8eHE4X8KAF4fnsGTgyoCvQ61Hb2Fr1Pz/Q/HI9YVt4C51wGGOvuZ7zwqj9NUvuyswxQpbYD04ogfrGmf0EK37YY694rdhs70ve/+TNzID94bRfwO55EBDws8Y7o1/pY856ddPVY46XHnFyA5jWNvEUSe2prVJ18sVMhaYX/9eDR/KG+dgya5UYl60lJc0nmjDkvyLbQOybaf9qt5Tnbx28ggkVi9iXO1Ux3Q81AF1DNepiQ0+e1Fq75uv9/uW/m1ZzZS7OWzy6/Rs9Zg071DhMJo4WN+PGH3FHZwD7CNfsWE60CsDto/vOb7R57kC/myx1m803mogxwA5wynwtrcsvzt4hY93zTqPZHjfUBm+CL6v9XovMwmqiO7/HrFibuO6bXndZ45MBpKBZCAZSAaSgWQgGUgGkoFk4A0GcmgykAwkA8nAv8QAG1f/Ur6Z65kMnLW62GAORH7Uo/yNso2PMtgvzn2t9XGt2dS+tw6Jep0j76ymFkf6wnYpF6s6PKj1R/KHphcBc/cwmEVlKC6Lrml+qNzovloMH0jwqp1nx8UsPzvuGP3viuaYHPe1euZaMf/vDlqPUWbeIq+2HG1Lcqve0tivbAsyHga3QQFbK1jibaltg5ftKsSyXfstTVwFHhpaSTwPgB8ylwrJQDKQDCQDyUAykAwkA8lAMpAMJAOHM5AOkoFk4DwGxi9BXnDJ2BZPmvCvQ7SbheTw5snhz6tHrHyxQRk5WmkPNcbGFwvYCgwm3N9Q5p8hBBY6IYf+rxcRL3IIlvwCQ9PnRLPFSUzGTijYNyLW7RVayOMRwLVc1La/5z6P8EK2z/jgWQPXI4veEv/8KegPGzsdNs4RB5DoM/cL6A33AerOl0jEBlR968Kro1brBOJUkKaKo3pb1SFw9wCmfsGmv6oqwPZddL1/11EZ/1WSOjGQK5C5ty5s/Ke1e9Ea5usxcsW++WFwNcpLWHaqzJgboeq9s4jBLn7B3E7/T9gOdsbObiztV2BFN1DM5u/L3gOxBfoW3dWgyPS0aSnYj6YEKEutCealB20coBPzEnqfzGUPM1Ei48deVU6q4nRoHblUXUkoAMWrg39TvWoCQPH1cDGnJcoKsWhep1Cj2gzAjzisgtdpo9slXHjllFutvFeqUuqUYnX8KL9+jpjFNgxiA2a8S4CNMfftvfalF5N7a6vtpwx65Z5HG/i0l354IjaHLERdU+Z2+TsRftr4mY9uMiedha7M6CJHYFZVAxIrF3qdeP0Z0Jar2nqY/+8e5a+1Y2DF2l7NRUGXxpjX1dY09UV4uIdeS0RosNaLErot6/nRgrI5Stsedo6W5LK4Vvt5UpCK4LZc9bzP0anth/eawJoJhA2e+yi7RRGOZD3KyeTSzE/qX1XJYJKBZCAZSAaSgWQgGUgGkoFkIBlIBpKBZODvM5AZfoAB7ad9wOvnXEa+IT8XSXo+lAHtgh5qf6Pxo9fZ0fZv0pRDqF3Cja4apK77YVeEEQ6i/kiG/kuSnITwoXPa0QwHHGNlh0IpRWcdHN70Bzs7mOxNKP6+8Oydo4VhjB9yDOUjhMfot4l1eJ80UKERUP4jYC2REjJS8roqEymK5nWp9BcdlJCAskODXH729ukooAQczcKSj3nuSzpHx/Wb7P86fggYfBHJeQD8RZORoUwYyEoykAwkA8lAMpAMJAPJQDKQDCQDyUAykAwcyQBfggD/OuRVR2wtgVfHmw9kvwx45S/e4Bn8xdzu5MQhBlhVgROwqvBMh9bh0ucvz5h4UVee2/NAt9LmzdoG3nHijRjArUsdQ9ABX+BW4ataPhUiX+Y5xAZzDJhHwJEocdGv7l2v/gvg4l8SFv+ibAfzTDlmJBGPgSIIzaICMF/rLJ8R9uYPIh3B8Jv2nh6O3xZPG3hrwHYeiXHFlU+NVqXLFR3/pnSt79valcsBIUGP861VzHN2Yd3t7Mft69FxX7KNC74MBqqO1wUdYWxoCy/9hxarxmSZtRNQ9cCLvFq86opo4fDV8YeN2xoUcwgOCiTW2SPz8PhIJ/uTgWQgGTiZgXSXDCQDyUAykAwkA8lAMpAMJAPJQDJwGgNre4abAmCTFiwos/EVUPe9PTNCAFI75grnIXfxQt6BXQx+mZHIDXlUaHvaVZzsiDYm2XAHTdOTRVblGq6m5Hl6tKJ1xqZ/aISFqJ8nw3PIJc8Kdqn5H2/zg9fm/QUd91ikfy+wZjsdULGG8Llul941NKNQaar9YlWjPy+SbZ930gY69QAJxcMdMIxVE6DtLbhB+XO+JRtfU7vEsoSpVl9Dry+Z223qQ3P8E6pj1Q/bl/SuGruUyDd8EZuMwqVEf0FBX5rdH8Q2MTIb+kXVNsy2vG+ILVc/Mg06re7OusuP8U/q+nNW9o9gtMg8AnmfX6OOdxArWFF2nXdu2MV+4B1bO40txLJuq+cHnRbr+uf2DDF5DpSv3mHaoQRcXrt2L8nFJpt5ALyJplRKBpKBZCAZOI2BdJQMJAPJQDKQDCQDyUAykAwkA9/DAF9ntmi/FvbNr4VQaQfqar8CYc8bqNkvNse8cOSNOACb7SFHf69ui7HhB0ZDTxTw2eKJoaepkht43iEbki1uLSh31hPryOWtxmstileOO6vGxn7VQgOv2YpRVVEK9YpirNoenXyYH1TJcSOrytU+8yOkK4hiCcSmmDldVKzUPoYvc+zvK70rLoIY8tnuFGMAymBUTYdc2OZQqrLydDDVS/M4bh1K+zrZZgvlooBbGHUzzbrGWgsbftHWqU5ZIi6NNcVlGl3MdL/C3v7hrwG+Ju+H6Nvi6I4ufwPm0Fxb+Z/10Fj67ejf4Md9qexzET71jnSeqdPXomljEqj+QhB6n2WnddQpgxaq+oWGF568hS2GcegrlAEmKVTx7s+ZAqmKAM1noaHXR06Do847RNXFi75AqUsqTeNk/S/pbm8rrHGgvA1sH7q/Jv7BguWLnvuLKAClMo9zJdpazPvPqjcxeC4KWq65T6BFoZTU8/ylocYaAdbJ6gKq/rcJ4EmBM6Trz9zRPmvKajKQDCQDyUAykAwkA59hIL0mA8lAMpAMJAPJQDKQDPwyBtj8AothN5tkC/1sjLEJCxa6v7+JvAPfH+3zEUZuyOdH3x+h/cz7Cq/0ar2NsfYOWGPgFWs+pjfjxaUba7fTQZ1NDhHYutWhnQS+H5iwz/0U4Oec/wLPw3qKNSW6mEvmVLOr+KlJTOae+vvo5KuT3U5rq46Hga/albHVoZ35KcPkADLyQkZ/Y6MnwPb4jTacY3wJHFSNHfNC9M/lXE91bAZUvX/N7DXp3h/3am/jb+nEJswSRwu4iXropFxmwOdea7jll7LQHwB3sCm8fjw2nwrqy8E8aPVYWRMP9F7qrrxJzOSjKtv+P1yyL/gt5TtnEJ0WW8NmzFbdV/SqwaeJzx62+JOWv1mRiwoPGmHjHm6Grzh6fYXfeMiGZCAZSAaSgWQgGUgGkoFk4GUGcmAykAwkA8lAMpAMJAPJwB9lQHvuBm7TY2sS3Pb8vpbYqp1H/rn88AzmEV3razFfNb6jxIY+YIcbeU5UrNn4sgrpbBHCuK3vLbsHg6+LfJRa7bL4JZyCILhNngdd6RfZvA5Ru1dCeqW5qZ30fIzKY0/1Z5kYowk1EPXXZH1t2K8cBVs8mcIzB+oM+5X5ToMuWtOldn4wWfwQbdq/XuvUtQQ1T677a0mPgp4rEy6OydATK0W+ij9fKvg1j1vr4+3/AMQN+zPbl+Y++tZvvPf8vBiZDrz7kXDYl/a7KzL/QhvbF61jG2Ff+Lt8YUwZUjKQDCQDyUAykAwkA8lAMpAM/FMMZLLJQDKQDCQDf5EBbZHdTetR/93B2ZkMfA0DbKgHPhlUxBDyk7Ec5ZvcjrG95X3EwZHrjQVi8RYKu2PZcssBZfCM69AP6yGjPWypfd7kXYuN3vNVN8LcAGX5gbBbr32ZUG8CoRHcdPz+BrLmMTomE6wfY7m1ytSAaGvLtFUd7vJP9FI2lZfR9/b3/ePGYsszMYLe3zl3Yrj1NG3pdfaKjP9IYLC/l8nBXC/6aPtyf79t6dtPva8EkQfAp85COksGkoFkIBlIBpKBZCAZSAaSgWQgGZgwkJVkIBn4Dgb4mmEJN9G1G2vaVooxfG0hXKwzvgwDRX2BMNN+7MSmJHog+neXisEAX9GEHJ00uYxtRxfw2eJof1vtL8QEX4EHZth3BGtqzDtY6/90O2vwFmQU6COsvfB7r1+13tXa/ZgNKKrqMbBY+173EfveIjLs91+R4XiKTi5BrZ0t40ftit0Yh+YKcCZbv/Za+P9PbP9/FXlvFZ808o8s9X7jveHo26ABmPPVt+15xzbrilhKrYbUQpK0AbQNoH+AdYr7Jkfm/H+a3/9ZxFtZLB57h1nhIuC1SqcbIOEX7RcNvcjGj9jprKipqMm7j7wRp/6ehIta5d9RrVPOc/CV9BWmZxL0X3de9A4j5DWUcHKqlFfFZcCK8W50eAyd7sDU06PT3L4D+/Cvas6muM5nVW5Vc7sNVWtxCT9qDwz9olCvPXPM/It9rXvrYa/9eGJ8zmTMyzJDvVNdxf6iQ6WqIBx6imog2pAR6yzO4ESL3u6hyM9dKAYu4vNFRWVHVI+b9001yp3X+zJ10/yWgOa7OMx6Wf15JX4zJWLx03tH7171qiGeXhUnV6daZxe9NANFZYcMlvKfXQQp7XopPeuhZ1cTrik0nk/Wsik3QN6BXZ0vGHMWtO6QPsczncus/hXVDCIZSAaSgWQgGUgGkoFkIBlIBpKBZCAZSAb+PgOZYTJwGgN18BRyqKZIBu4zoF3V+wreixbwStxOWms3fsP/U1LBYmgNT9n6F5TFV6QW9YYMAAAQAElEQVTph3hR2U/qaGEw1vgaWrYLxgJGrMm2j/IaGB9Y03mnncUX4/ET5fuyHXVf85t626jb8hDjQtPQ84cEcxx4lFborcml8ZAIbvt0NmjLPbe677ToCFQHhRHzI0vHRdTmyyHho0jO6T8q3618v5ul4sfVu2ZOGJ8HwCeQnC6eYiCVk4FkIBlIBpKBZCAZSAaSgWQgGUgGkoFk4O8z8Dcy5PAH/I1sns5CW6CnbKRvC0zbnLO58I3v1U3aapfaY9k+A8Fy73Otiu25Aak9YaBTTWBCTVK1Ldde6xO3LXrfimO23vr29++X2mltdvafy6qybGqt6j5cVRJEhkg1rV6degIqbrwuckHe5l/jRkVy4/jNas5j5FCtKO8Wa3bG+NYUvrXdP9PjnSB4uSpSzQ88Bw1qOfqS98+8vz1P5cziApMvP+dZN3roLuHu+Kk96I11gwRTjf1r7vNps1XPQY/loVXNARUfXND2QOUPdcOL0vH3yn8q7Hy53ZjViz9DF7kAEuMF546x5ejCkPfMzTyuWXdWk4FkIBk4k4H0lQwkA8lAMpAMJAPJQDKQDCQDycA/wgB7R74JOmz6/sa0Z/GT0jwN9rbBvP30egQX8vQAvtGh1p4fpiGPiE92Y43MzZdokI7HEPW95L2JZpN0CeH7Xl/o3JMaX/hnlQcdODgkx8H+PyXE7dZ8R95ZYwuD6A8sdE+bOm3yX2GT+dx/e73T8tU1hFCtepxruV81+wHoBfqW9XunLiDx8Lra5J1OjDHk2hMtb0g9O2TUYska/TftzpPymcsbxQ83cCrka2iItQknuITjKDfd24tzDmb1Qj1i2G71T2jG2mEN/0TljMyY0PAjv1RBNPWSlgGsE2DU+17zsuq0B7wt+m+lXI2NrKuxcnhBcXpsj2QEoudhXJNtOfq3yjbjtrx1/AM9f3aUk8tuzPDBqFn3O/nNTLEO4G2IZ9Zr+/+FmnvIejKQDCQDyUAysIWB1EkGkoFkIBlIBpKBZCAZSAb+FQaWNmkO2KM6jE7iB3LA1zMB9qCAmv3S9pjLj96IEyxujm3ZFms36aI8ZORfgQzlzQKfLTYP3FFxlscTllmmLZaH3rOvvsl8LFt4vlWcasHpbkXzUrTLDeZ2LrXaCNOAiQL1NUwUN1Q604mh9T+V+0Leg4GDZL82O1EvMJVLflh/wPs63bdAalyMA5QPhJavcjCtVTMOqfpUuAMcF90CKo4X/YCckGPHUOAJGYo369/cX7zPkaE5kaWPCQ+BSf9LlYirtygXnn/IMElMgUJ6zEWLUPx6qTwjblN5mAtSmkAEsBaeSme0ezsquEM6f7cq/0QLuY8rThy/kjTDsOOQgajDraq3lyYWnWGqfdbHRT5oF/194p9+DwzNg5ABBrvDoTz09IK2vvQdd+LZCp4BQOQxhvIrgGVmF2j80w+Qxjy8iHUAz5vmhahpiaFMU5SnEi2BMMG086XapXY65BUkS7+yJnYGJiZtWUkGkoFkIBlIBpKBZOBUBtJZMpAMJAPJQDKQDCQD/yYD2gQaE1fZN5LGhl9QUMy+2YS8DZd9Nz+82GmT69ZDtrzFAOst8Jahe4OHtYEfVxvqXtaNdqDiuVeVu4CK2sA1B2WgPnZwA5M++h9B40eVtjw2/qlC+4ivHoDslHHr677JZq2xxsBkQNN/5z3mQxgLJnpsq+8/t1gE7lc33qPmfmkFavRrjYnQCenKCzf64QC50D00Xb1QAuZPA3GNGHS3ils97AL18MxJuBOkQA9Q8cFFPkt4MOz07ibGyHchBmYGLHRtaGp8+Pq5V99g7g+qvLt+WZMgqIky/7uHNuoB6nPEjMzbhydMzcPss0aAWvqL9oBa6APtQ6Pm77iIc2MkvGPJwwE7MY4yiPojCevoIAHlPaGciHV4rmIdbfbgIQ35jOWhvtlIKDaxwJvHFH295C9VX8p7MpAMJAPJQDKQDCQDyUAycD4D6TEZSAaSgWQgGUgG/jgD2p764gzZGgOvhshY8Or4s8e9usm4HCeHfWC59/OtxAbWImHvFaz1P93OBizg066qdQEoP23o0QDZ9o1enq5dM3jkeLH/6AiwT8ZQS3kxiIVG5h4sdD3XxDwCIwrBN//DxDMRxZhHslj/NaCeV/e7pl/UASReuJSJMmINLQwW2XxNBsxjkJ/hpEMlxWdX2Ju/sD+YKQqJ2OI8izoYunuhOaAN9A15f5YB5hGekc+OfUP/s0O1tnzNSB4ZCI8KfkbMnMF7YNY1Vnl3gbHh1xQgV9Az6i+JeJDvxi/9m/6lthul2waGje+UI1a3Oxj9xhyPDUPh0fwOavb2/0RgselNbiFt+iOOaUvWkoFkIBlIBpKBZCAZSAaSgWQgGTiFgXSSDCQDycA/yMCjvahH/b+Iskgl5C8K/e+H+s9NynTDdr8JXrJL234evt6S0mUDPOJsy9H2PVLB7hUMm+0ccOxl7207z+YWL4GQ8wDm9tDrwRz3JXv77MLydwoDzNcpjl52wnpbggwuNbdtUpl+NXvT6Rp738JL2KVOmVcDEizyHooojFhsHHu3F7DTYvvI/TTDf2uRNuonYJH0E/w2Ls4NIbyFbAJRMQ+ARUJeyUAykAwkA8lAMpAMJAPJQDKQDCQDJzOQ7pKBf4UBDgiEzn7MUSVrtc5RBhl1pPqlaxrj+BaeIh7kGNPFunKxKkRTbfafOCTg6xVk9H+f7BQSkPCLcgtvvHML3Tsqk67QDznpPKASfkLKhc8hdZU3XkwrmKt3agTTdrYbB9T/tC+vsn+Ng9bFWA/7bwU3+Xh+eAD4rHbR8wYUDA2CAtdirTq+qqpdr6j1/VrcGlKsanytneQMprrgSZHY1dAhJUWliM3gHISTTrGBxRjVF3pHSI8paJMDr0seeeFjYr9TAEIFPldVc1X1Jv1xjLqTObqoeQ41LVxVNjsg0rvOrOid16NYUdl2/ykuX8dyZnrHslaVokLwvIinR6c6Oi0imBKFUV60Fngn91A/z6Vs6w+RFlXPWZVO1d+pKmed8GNyrBgMPdMYob+bSj3szR++xrkTwdTxjaR9Yh5egDe2eVP2xptb9XyUyaqM3Ac5W0c3BndtEL+Ky+7gYp1mYB1FY0co9uIwg6YetZnfIUfNbSf8COq1I3+lFCtlAI7w6eusX796w9p9mPrvoap/HVZt9x8meSQcsh51vSJUW7+KusAYkwZG7ja+n9Ao1omzjqLG+DXrN2Vt7Y/+BfAM+bPkvMthO+aIcsQQtsf6su82tknZtD70Bq++VhjLM36LTus/UFV2+Lgfvdp+IordZLkUK+Vidcan3tp6Ts1RGm+dYrqiWqfns9PE9nKoy9ZVp497S72KGzL80UJEdpKNay8Slxe+4ZYxJAPJQDKQDCQDyUAykAwkA8lAMpAMJAPJwN9nIDNMBpKBf4WBdhv0zJzZLH7k71Fs9Ace2brXj417/b+/LzaYyZTDxUMzYmrBoU7uGSdL+pEcRlA+A/hb8gMZYKlvWxuWQa8tW1EJqY5ixe/m0vL39QzEfH19oH8uwPatwNnnaoJ61Fb7Hj5nzO/66M/2kFiLY6P5Bia+IQZYhnVki/j73LZlORn4BAPpMxlIBpKBZCAZSAaSgWQgGUgGkoFkIBlIBn4ZAxz23N3gvM0nW5KBExlY2g492j1bwWy5tnJvn9jnmEHgK869zT9r72CaL8qR94y/b4bYqAeGpgUBT2Ch66mmmEtsURbvMX7hi6voelkqXzN8QCz+tlmCj22avRaWQV+b3/Hdt/X8F7soV4AfYMMPG2ConiTgh/kAJ7n8VW6YP/Crgv4bweph6ARdzTHudC6iD7mcNPqBJY3oQy71f6qNeJZwLx707/Xf7+NddJGJwH3t/XuZQ7C/5Y0W/e+F3oMhZ8PUM2vJajKQDCQDpzOQDpOBZCAZSAaSgWQgGUgGkoFkIBlIBr6Ogf7fjjRD2u3voxtet+G82cJhAnjTTA5/wMCZ3doR9n9nE3m2X9YSfkPu7V92eS4Dm81HTBrvB4yDfPdh1ngOPMDmUJ5Q/JH9UK/kHJW35JC78/DI0Jw39BUUJw8UDwN+txtXRI0yY8kR2TQ3RXpA07RSDDtod6ZzYEco0wqinvKTDDATc3wynn/PN+xH1v0rgpYlhFYrl/RoCx3KS4j+b5dt7MSqOiQBqn8Eysr/svDmPDOl6d+A3nMeAPc85D0ZSAaSgWTgUwyk32QgGUgGkoFkIBlIBpKBZOAvM8B/kT/HmO/C1tCq7jjo+AIHLGDBU3xhgfyd+3Vw3mIhyUOb2IprcagzGW99UVYTa8z/X+pUfvtquVwqsw36tpMNBobc0OR0yhenfIek/Qjgq8WiD8Wx2P5uY/B9zw6+Q08SPtghnuOeiQ19sjxq3T0EHrW2F8ig+nrVHCt+DoAJ3y3wnprDO7hJH3GDTi1A4uGFHuij8K9y8fdw3DkKvIdb4PViVWx1KlZJEyQVPnpFrXH5PInP/j/w6dQ8YFTqC9yLjjIuAhLInGrOhksNPuaC6zlGT2vzOyr8gwVmZgn/IBWPUmZhP9K5089wf3xEt5el63XJ20tKei5tEa32XO9eH7rz/rb+hWUnSHGHdD62x1lrNRAjgve1erSfKZWdvxORZ/nlTQil/o5fcEz/WbGkn2QgGUgGkoFkIBlIBiYMZCUZSAaSgWQgGUgGkoFk4JsZGA4EfDvrm+N8J7bI8R0bv3DswibhL8zifsjsiLLBHPK+9s69WldxcEUMO1s3fyblY5RrDjTRsUuO9FjacZSlszZ8Qzuj2zNwL28Y94yKH1b6AB0A7Daf5B5w4+s3fDrQJ+N11c/3DPERbwTja3FojzbJTuvBM2JtBNR+e6EVqMZ8+DxrjMvbAYst2XgWA5pr5j+geT7L89f6ESUtDVT5jxneiVfLv/knnq0vY9jMoL4vcm9hG35z/ajH0KgjaUMGqJ8L3gHhkbzhJep3pSsT912tFzobm/h4wcKrQ8IznARetbV5XDhdGZAHwCvEZHMykAwkA8lAMpAMJAPJwKEMpPFkIBlIBpKBZODvM+Cb7to0R/7abNk6AssJsLcGlnuz9bczwEYuWM5Da3u549rK4jh7/ePzGsGHSnpm+NIa9McCO8ch+9aCHWDwyM2SzlLbIztNv/PNWqg6X+ll07tLsf//oDU/VMHdtoiJxd76sfZBb2Sb1173M/drrPLP6YPE9XonftYa1gNXq8eUmLsWy15IEdj4LCzrPW5tfVF+PCI1nmGAtddpABKoeOJV5OuKqtXSDS0SB1z9muwN49f0ZuzRt/21e7XOql7MHKgXO35++QoYwCP8toBn+O/0d7dqpusJ8RDHHKJj/Hs179u97v8bqzNDApv+eHtPW7KWDCQDyUAykAwkA8lAMpAMJAPJwKEMpPFkIBlIBv4BBtiR+mNp/sGU/tgMPZFOTuZGstjMBhvVP6ZGjGAegCZ60qz6XEUb5TdNEH+wngAAEABJREFULzVMHL1k4RsHLTH2mTjhdwnzaI6KGLuBuc/963ja3+rvs7iNh1gX354fcS7FSPs5CD51XGal4nMpnm1tjAah7eXBAf8cLweR0bcuGRWYaw3G5s1362GrlXcHvN1JnnHQunoAXOWmDemZsoZysLsNKDO7SIGTWImzrldm7OjY8gD4aIbTfjKQDCQDyUAykAwkA8lAMpAMJAPJwJWBLCUDf5SBThuJI+zHugqqZA/jv8oPjBwsbMuEzlyOY3YuzP1QH11c47vUzoowdg2F6l9YXPWG5n9OVM3/PVwJ6VRsoeqhV+uLspz5HA9lVduLzcsWbd+1zFhAC7KzqrVRlzigu17Uz24v+kcBR6/brh5/5NFIvmwStPhtE+zDv3Fu4QPOmU09nxQ9tKGu59ZGFO9ZvjEQPn40hwvo1K9reex+rZ3PT1UMM3Q6bhCmnsgd0Iqcg3YgXgYO6rB29cK2K5S38uvUh/YnwbuXd/AcClZhKU7FSA7EKqqswsnQRnug09+lCvQ3yiRNOuC6ApjM4Iuy+fdzVTx1Jq4HyOnBVyf7nXGI5uc33Y/ZAI9fsXfKIcpXWZXOLbCxCD3bRZCz/uL5AX3tsHut1zmrWmPWdVaU3xLI+5rfwjMoLmyYpV4StmbUT+V6WTXP1X3i9xaMOBRwCsR11bxZKbouA4rmrBOWc3uU+73+4DN0qMNnJ85EiVj7Meh/JfeqQSPFlEG5zoCq41Xl7ApyDfws5E0fa1i25ERDpUMbQB8Z/UjqAfrniD6tMeddQY6R7VXoZEjBan4V9VCWGC5/9lTG82uoplVyg6o13Ql8fQy8rLpc+VUuxUopXt7zxjOL76rJ6XHlnPdq8fWlNq31qjJ1cBE/S3g3tk7PVhVCzu1d5g2fqKfPZCAZSAaSgWQgGUgGkoFkIBlIBpKBZCAZ+PsMZIa/k4H9t89+Jw8ZdTLwGgMnP0G4AzreeC3edlRtKw/L7vah1vMKR9ndFMlzFGwyeYZS4XRq7ggigdoRAVWHq022LdMd2kjq5wBvgXc8ho2JnKf4joO3xh4RSJvp/eDQvK9xdO8R+d+PuepgsDSHhfe1n++F08rt+aE7jzieW8+z4KcaB7U7J/CkuSp9DqSDfMpq+sRFKCf7XXKZB8AnT0K6u2EgG5KBZCAZSAaSgWQgGUgGkoFkIBlIBpKBP8rABzeedmJ0/ALL2EICM8PssYFZ80I1m34hA8w/WA+dNQFWFgGbwuWk58D94AtoG7TflTYLuZ7Ezj1wEZyE3NmFttktnknPb2/7z9krUvepFu0uVd/zcpuyzVqkvKfte7aYPWDyfU/vO/s0K2/H3T9LndZb1YFZN4A5mGBPAhS28Sy3WLCP/4XmSRM6jklrVuYMwBHPlrfDvxeOvLEwA0f66W2TGyBPcOGBrscl2vVu8WL4G6p/VsRMkusSzkqcODpNKzC9s4x/fUR1+8CPvxuBD7ifuCSOSUNWkoFkIBk4j4H0lAwkA8lAMpAMJAPJQDKQDCQDyUAy8K0MbNs3Y6sTfGsWGdc7DLCRCl63wZYso8/GsHp9k38oPxtCeRT7Wj/tPBOtfNb5I/2wLT9rcXra6jfBy49szvvxEW2ygZ2ohuSQbqk9+neSTCNgLVbydSgm/IO3/ZDrHOaZyYtxlmBf9oOLAJEvh6eJp7PFoiIKnulCr/rEd/XjLJXFiqw6JSEXBn1NEzE+HYyvKfgIPG3hSwYwX2BbODxjPyJs+4htdidasm++loJb5ETj8Ar5kethX6vqeSl6Tvpn5p38GAsOp+RlB8GlDW+EIlnsQ7/BMdxz4N9HQYR96V+4DxRMUs0D4AkdWUkGkoFkIBk4jYF0lAwkA8lAMpAMJAPJQDKQDPwGBtgIfhZjXr9v24VNs4D2MJWJcqgN/KtDNfv13RuTHuLX3cSlcxjy6ADDT0j5Yz49BvOvk5hnNg0Bc2/Db33btLE16H5KELNDwRI7uVyU30W7++CluDAC/JBiZkF2+xY59H5k37J+36KzPvqpHuXuYfkg+XVyvPLETeN0eNEf0syH8cy3UD8+JO5eb3YS0dTEbcu1f/v65KCgR9WzUPVUVJkRNP/9QbOqJ+QnL5uvOPTtByhW5kp/oypyAvoIPvgYJM0+eCyo1pZVvbk6M/mwwT5WW9hJP/epUDU9ix5pn2CIN+K+leKEZyasUQYxjpwxGP2/Sg5Eefyav8hplOof8hELXqJlfMV5y043OAV6wsxlGw9ed/Jzopl2LXpZvotSoTyuM18/5KrOTZcMLMzPpqEfVWIFkbmkFlARLkolcGZoRX7/z//M8I3fjgYKfxj8b56i5yrkPFXNyrwp68lAMpAMJAPJQDKQDBzLQFpPBpKBZCAZSAaSgWTgVzBQfkWUxwapzbSJg3l93KycaGXl2xm4mcflgFEDy71f3Pp20BgIvJKnNv3HzX/svGLjzhhsj8+efBkvK9COwS99yLb9UTn0kYwHa2PoA/TP/dO2D4gkwAGoGTX8Bl73cy9qvIDXrR83UmcsZhxuKAFipA6uS4FWu/OjfyN/Wm8clJtkz/0dswtdm5qUxxa9R2r0B0Z70dDKsXOpIF48V0lfa0s6n25j/gKvxMLYfhzLqC+Zv1WifJiEW5wyH+7kZJ5rtXIZnXsEr9ywAGKsl2W7Z5GcftRVha1Xq0sZG8it4z+kpxCZTgkF4CxIXq/blmvfISUFQjyH2P6FRvMA+BdOWoacDCQDyUAykAwkA8nAL2YgQ08GkoFkIBlIBn4RA2y+vRlu1dYLeNPMp4azcQc+5T/9JgOvM8DKDbxu5amRnMDNnneanrLxkvK9PLUb/pLNx+PYZPcvrTxJYtD7zk8gX3K4OgjLAfd3o8m7GrQdxBJo26M814/23yIfz881E3TJV4DIa8edknT9OLCz/suyItnDhl+VBJgEqr54XX31h2f3zeCLtRdY1u58JaL7+Aw31skgOaD0QarPnudlX2e3ivVIHumxtjEM/W3TShl+/pP6f53xfa5jRfXVZrdJmECMmsX7wrktg10FMZS2CfQVtCEfjUBHusyr8PPT2aX8PxpENEDF3S7yEeTHSNiKnhszvCy/u+zBrz7o/3y3T+cQRhkkgnYADa/ljpXXAN9tLK9Z+Ruj4OJvZJJZJAPJQDKQDCQDyUAykAwkA8nAlzOQ4SUDyUAy8IsY+Ad3jjalvEnpF81zhvo3GRjX6Vg4Oc9P+d0zzb+Qw30+tmf4jYcwz8QkXZIF9ylZ7tVw00GWcZqDtM//SAUcH8m3HZ/4ZNxJu+2nDO6o07VBBbVXwTxV/zJWFtyXWnwtqe6X6k+vKzek0SFVXL2mOp1iuezwBTBWQbj1MqlEQysn+bYdf6NM2n2KzoInRamaF1duobEmV4ZtbcbsVt0P6sHdke6/7Q12ZK5pOxlIBpKBZCAZSAaSgWQgGUgGkoFk4FMMpN9k4MsZYENwhP1YV0EdZJSpL2M1Pf8KpFvt/ngHX+AIfJ3BVxrzeKriBybp8C/CQottpUC0/U1ZtWF8D4+yvo79saq1dUW12h25S8nau4KNRv4pV4fcMu+gdp0R40+TpxosQF8P9CIHxT7oP8q/7WeTmDjatlfLSkHPqOKQQUWl1VmNHBxW1dcphSog12Es/oAHI4N+IIH0hv6GjpdoD3iD34r6L/J7UZIXPVfVLoqpqMW7P3jr5Hsd1/UoFoc5lRBvil25aLBfSm9CFQx4x9fc5jn2gfVrV6uFZ03Pnzmk2/2YAZJVMmoxn3YzF2qS1DifQdZRgLVEu53ykzf9VaqOWjvNC3ETC+VOMdoIix/Ba/UpQfNOix9xd1Fx2Sn/K3703IAqWeWravjFWNNFawFUjQISflEGXnnhVslMczJKxVMDzNkdm6RZ5NzheuQmqIO/XcBzk52uhex3+GzgXDlnGCpWyn9WSqHyJYhEJZuIqnKpvi46zRf4sf6dTllcNLrTIn1VbylBJp1DyanO+zXOWoueM8Czp3CtR7++zOAY2IYfAXYTvYualmD+3HaNdSnSpneztZhY21ZxSwpZjwQWe1DX8KrGGuvK/816/neSOtUXcarYXFjrmvq8SN8aqp5NW0XB9NzczvWi9JjjPudOT3OPWJNajfq73K/FaLtK9QZXE7mmv9Cu57rWav2aPyHhnfnjmSjKfQ2P3HX63+f+nhvkXF/TM286r56ekoFkIBlIBpKBZCAZSAaSgWQgGUgGkoFk4O8zkBkmA8nAL2GgPBPnd2y0tlG05WcyWdZ9RMZa/xCFhK7e9Jpq3/ur7qQSiMCpR/kIuZ99zYgujzGkV4bbfo4Gg0eIpcDND7ls/iMfMGlfHj9RmVd8CIYC/dEazWCu/nT9TSPXqAbPNAzFt4TH9a3HJx7cQnpr7Quq3nTV34s2N9vcOEOvOqC+Nr3j6Rrv1d5aaa5LHazpf6r9nZjeGbtXvlXvHx3A+mlzXTa6OOUrum7hXp8r5G2BgSXWvvUNthB+Nv0xBjKdZCAZSAaSgWQgGUgGkoFkIBlIBpKBZOAXMMDWCfhUqPLNlyqfcv++37TwJxlgmzHweoLsFzteN/ErRr7P1HemyZ4+83d0dPgAfD2HfN+fZsQNeQYyh5T4TZfiL7WY42HcnTQCKq5c8HvtQr+vXfDTFXOpsoomcYW99ysaXoYpuUiqusNF/Pr7aeC+ufDtcbgqYylo7AF/f8MfucoDjoRnEkc3oKFLF05ikpb61eb5ygyqNkgvq2+/q/rhYNEBcLFOsyFuiUslG/GCNwUKd+D50UVDGIkEqu55eX7KU/masleoek5VqrbrjwzArkZfMOZp+c08T/uW3wFTu57aQMC6wkE9+NVaK4KvN+TU1TeskWlEWUsGkoF/gIFMMRlIBpKBZCAZSAaSgWQgGUgGkoFkYBMD7O1sUnxSiY0xNowCTw5P9d/DAFO9Fi0HOUB71CsqLMAWK2qrzXc6MKvue/Gp++HVjm/LjwcqgNiZf6j87QrKhc1ff56Pi7XlF4+OtvEg11XzVJVb/09duteNntgMB8tj6OlY/CfksDHgFbXl+FFeD71Td0DFB1fYCdmqdzqprEI3zEPbt0cZn2APW5ttaD3ZDBxQGs/RxMgxxyeTfMWrAU5h72ISWFNhnlkjTdOjovvTOEk/r1RA/C3w8qOxT/ZjMyCPZvDuPFMDtvAjH/oC1BfUaHJ7S/1Kiv4R1ItV5dxpTC+Xxo0DDizgN3J7041yMcPem3ZeHl70FhWvupvDZr/Icy5najdV9Nfyon3o13y2Q1lrQ49RRrPt37+Mhy140TPzCzYMLws6x7zBFhxlUzKQDCQDyUAy4AzkLRlIBpKBZCAZSAaSgWQgGfh2BvjiB3wiTvy2OCIG30hie+wI42nzPgPaimN++fLJ5X3td3v5/6Et8hPQGY5MKgb5Z2NUlTvX2oYmQ9hmDFBfRljgYAGEzxiJXB65rZXx7P0CckO2bZRvLLlSRBbyRuuXNUrqk4QAABAASURBVJBHhEx5n+c7qEI6v4MLPDCXSJpCUp5gp8rEPsGs2m1nvNNRRIPaseqHkcNhBf82bTtk6P0+URVSHfIxSUETsBx6NfPDNYkHV5EeuIgbvtBkHPQy1ya2YnjV3ww/MLt0Rjna95JleEfF+2q73U6qMxQ1+cV7zgvTm3LpDyDNyBOEArk7aFBM0qC0O4jM/WiqkGYqACqP4NEU3QMq+oUNuPCKTNI/lAdBS5GfwrxX9OmoqpnF+1nLisZdgSfsg94+cQbobd1Rpw85bb9Y56sS/i69oauC88a4QFUfGaOtol/Ulb3WQNVa9jWtsnc9eXNLcuFuNXasq3z/YhAxSt5XvOklkxYTBQ8Eu4Hn7U/sPVUh+4uvLNPb6SLXLWzzj+xCWUa8GNIrulEnR6Sq8srdRmnGOhvRdx58J5YtIO4WT4bFWm0xDIc1pj/k0DwK2sdKFpKBZCAZSAaSgWQgGTiSgbSdDCQDyUAykAwkA8lAMvBNDLyxEfVNaWQsLzPAHjp4zQCbvq+NZNR7o7GwDOwGljVoXdqspf1dYPddGy+MZ/cX+Cb4vjHc45K1w0b7CxE/NYRDx4COIJ8aS/wGLyM/MbzQ6oiW52Rv+bkxL2oTO9BwvAZUXbhi/vd7v8dBGZKvgRecLjZtboyQQ24eKMUgI6Saxgt7YGxoC1d+inU6turUGVDxtIsAW2x1TMLoaixrA1B9COm7DpJ8q/EcA2rAu3e88Y7A/miSWIE3XOPwqlFXif72sIu6mifXoOrP9zhOGk7N2KmG6cW7pNOcI8G0d3sNNyBGeHnd7aA2KJCP5zfUh96nxDiUAtBoggDBh5pOuQb3y77oZGW1oG1Z+7aVcaE/l2jTBihrNSh/1lugbz3w7nOJf7C3H2ySP1ixjQpdISk3yAPghowsJgPJQDKQDCQDyUAykAwcxkAaTgaSgWQgGUgGfh8DfAEU+Fj0bN2AIwLAbuAI+2nz+xhgvtuoVGeN6/ijbdUWqqoru4nquV7aab0Ze+39t0rwFTg583Gnm/k42fcJ7sjK99jlSytW97UL/tf6ltrd8lLHnTZ8CM65oiGwO9p7dJVazbGHsdHG7YECbIzdXlB+dvEvZfF/URx82edd336rBNjHT2kZfT9TCPrasub3tmrWfC1K3gR5L6OqmTW9vXUArMPCqhI141DSdvlNjNShBs/Lf19CY1BUTKw10LfM+lUl496el3q1DfeCbWVfxFvRQfCGIe+pFILtbMqt2oxfSMpPQMM8a8llPp+wtbOqp+tx9Yb5NpiV2Nfi3ihE0925WNIfB04K4T/kpPPPVVgFsNtimiQ905asJQPJQDKQDCQDyUAykAwkA8lAMrArA2ksGUgGkoFkIBlIBs5mgG3Bhz4X91TbRsrgoaWnFfa0Sq5Vh1N72tyWEB4D20YcrwUbx3s50wMb+a/6Y3a2jUVzji0jGbNF7z2d+awe7XXu773oH4wOZyEfqG/vhiWwfcTnNYl3hllV55f9md+18ELYQTYSB0jwgqkNQ7DMYa4fRuHu4RhGtErzetO3ZO+O+kCeDNxVUv/9C7cgtLy8aNJ7Qm0fOfFDBTSmZ9Wm55jijb/GzQHpN9YXi/fCWRzw0UYIWoP5f5phb/z8mXtjfA5NBpKBZCAZSAaSgWQgGUgGkoFkIBlIBtYZyJ5k4NsZ4GuXezgrfr7CBDf+OrUAib0u95NbQi2dfnjIAeIKWt33yppL1htfurh8z9p8NJuefNHU/39pmjYO5a/+qNBZlfwRIldCUKP2wtl4tOFHeQ2DykSE7qRxrPTxmH9ByOZ/HOTFKOSo/GKhXC5WSlkZjQdxEL0RgKE/RyjdSobdohpfRQKRqEFV+IaLvC6TQGLO1+RtbqbcBJv+IkM8xBjmdaq1b819ySQZ4Qu/VY38s7KA8jSvHy1rUK3T8wxsmO8OqbGmH6LYj1rQBTwjM3Sqd1X2epRSrJSi+o+ZHBe7qG67/2qVX8VegfyHg6J204NbgYiI+TCj1EkNSPh10X0ANkYo9g5Uz6PqnSBFv7DiBd1kXs9t5+jL1q+Javv/mFiBf2K6/Sd5O8XciYNOMS6jmuugNwfj7H9i6n9mvGsDFj+4iXIv8VU1LtC37n//kQ+tOMWm+FWumtcealWudQLNqfptCVqfprkssnSLate2vmzSu2ZDL99mFq0erTfcVDPiuOrsU+qUo2l+aiMpVz1/DrVTJxf0HFqiVQ84sJ9i5vVqFTtAY7ALGDu20xew/6vcBOm6zsArX7IX/e+gC8+w+l7JUlSZhveQgbGu8vzqfSt2+SLfjjiIkbqk57skpWcNqsotOo0HlblzyIfsjFwM+vN49q+TvQIwJNjqgTGBGIekrZVhj/Yoa00Mxci/8L8FLmoXB3D6n97V/5Xb53wYdoJQLHoKw1HVfE3RP+966qRCvitQ2v3rq+pV1kDzy/r40ULshHr5z6wINv19hIFpCFlLBpKBZCAZSAaSgWQgGUgGkoFkIBlIBpKBv8hA5vTFDNQvji1DO4aB6V6kfKiBdQBUO/2S+918yhYbq6YN1qnNe8lpkG/OIqejfl/t/RywMMc9HkL3ns5Rfe2sXsuUwJLXIVrE2L2mOyp8eaGNvy3vH/aEtv3N9xZPcdK7+vS9lKJX1TBnD/Me9BaD3tp3T29u+Bnd+djleljkPyQAy1p9K3QE+hY75i0dQdkHf00MkfM9+cFIH7gmkap5qtIDEk9fMS5kGJjXo31dwqH3Pj/Uhz26lUvz/D5S3q1/zOqOxWWdPAC+Q1l2HcJAGk0GkoFkIBlIBpKBZCAZSAaSgWQgGUgGkoFgoGprBkT9VCnfJhzj/9RMvt9ZpxCBxLdcvjnKhqHg5XlgateWro2wf+7HYQX43sT1/HpwzJXKPMuLc+lKNzdyc9z0fFeDx6i8Qt5Gx7NVtVLrbdcRLQTCuxPwadYRPhqbuANN01AkbzBUZ4IxYNbcV5+IGxu+wkQv5d7AfvdORjvFw9e/yP6LuP3sP7JU9NyUSoaPNPfprzpA+uGzRZlbnz2zchDfdvMjCt4fcCCnN/1vNmB2MHFx8/hqMPTNBcPAvP35OvldUayzi+abeb+o/Ly9Z0dcfbcjyS3Qtu9dxgc2L5X73qh6C/Yo1ssbDxHATce8oZs3PFlXgrp4bsgVt5SRTxq6q15KMf7lgbtKp3bGs0SmKs9837bMFLKaDCQDycB+DKSlZCAZSAaSgWQgGUgGkoFkIBlIBn4ZA9qUNvDLwn4YLvtEvvGpDbe/mN9DAv4NBe1xa0t2yFUbo9eK2tgZ9QZ1+HpQ281FB7jpeNCwoVtuN2g9rYLZHlrbMZpcQdT/gpzkQ8bKl2f5yelaV5e9eEd8mC9fxwo0pIpjRG15bLxbgKvAPUXpwDG4UWu5oXyj8GaDfMO9z2dnkfdzRhUX47Hz3MBem7EDfuDgoqMykU0svcKed/Ld095jW0plVOLguSpHohBrhhw7Dyjo/Ndq/TEdIwmvemvHUQbzYMkGzNvndXQEcWCvrpe5yaFOVKBrCR/65qJVqVp7gbme19Xv/9usld6x9dZ62zrmNT3yX3tuVqMgr9fcLY7iX9EmjsXOtxtl2f/1DUk9PeQKwqxW1s6rKiwPEq4AXlwO7QeJS7no+SXXJQe0z7Gkt2ebGCZvAAcz03kAPCMkq8lAMpAMJAMHMZBmk4FkIBlIBpKBZCAZSAaSgW9koGprZI4xTm2qjOWdCqu+drK/xczKJtGWoanz3Qz4tqN2lNls9w1Y1psNa1xHDQZQ0iatATb8gcVPg9FxRNvrEleAeIDHJHN7ecE2NpHYB/2hQbVol7vNF1S0uD+wzSLK90fs1ktyvtGLX95TMBDWKdMW9atsc/PytaspMRY0Tc8Wd9QnG9Ilon5+zYidL7z+U+NFgAVg+iGBiguXW1N7SBXbC0dej/6Q3tjc1M57FDStuxXdrhLzOUb60+prGh/kBwdI6oG+rdPTC6L1SYlv0Az76XQIrVNL6AFN12eLxHkPs+gutbNAUZlcQKjF+or6UZKvnDn8JZb/87/rXPn8VfP1TdkWf1LwdYEMBcqgU8NWoC/1uOARu/NFFf1vyJZXyjb8XSqSPUzzYlq3ZqY4/B1uw5qXnFzqR2fSFpXoCxntB8gim0UUOigD6pI3l5TVZbHWVPVckbe6mj/iv+lQg/iyFmraeuFb/0tgjGHruC16RcmRC+9kysxxiy02XtORYwMxWtyxhqN6tiT5Fh5bG98xAV2UM+8z3ie8V+ZemPd5W9aTgWQgGUgGkoFkIBnYlYE0lgwkA8lAMpAMJAPJwO9l4MMbSocSF7khD3WUxj/AQLvtyOZvLWzRzgNBKxB9S3rRt5/c0wsZTCJjE5bNVySYdO5ZIYtA2NXhs4pFB2YSB17Dc+vuxYAfGtCm8h2vrq5+pMT6hb3AutYpPZ6VAiYzyq1TNV9PilBoO1fLKAZWldSBtyU92ugLSHXXS3bh3tewDl+VZAWND1WbWlMkNK+qoMuLOiAwR1/bdlcMPqbTvRrrOQ51Ho3/Pf2dGBZEJrk5xyofG3+V+U4HgJ3L5+eF8RqqyPux2KF+B7wDwUQl7KhRa60/OMIWaPrU/d5VFGnRGlK0ioHDXSU/moRuMDZEQTH5fKjejyEuVcaL+hxj5ykF4gbhzMsL1BElzWCiG5VFyajFjpca8S36Xxr77CB8+dyJEOSz47fruyepw5XgCUabmg+8cMU7Y3Sx5BYloCdg1Nu9gGNyB0N55iMPgGeEZDUZSAaSgWQgGUgGkoFkYFcG0lgykAwkA8lAMpAM3GWArRlwV+mgTvwGDnKRZr+IAW0OshmpTdnHQaHU4vGI+xranBwVWHN9xcNRWH3t++580QQeRRZ5IK3TAbD/c5hmBQrtyJ+4dP789rQj4gVPD5wPcCPEwDwj5wrv1aERF0hlbF6WG+pYpi2wvteuAeudmDE3bPFDn3JIyoGltujbU/Z+5vmGh2iP+lyOnIwdzM9Y2VToI7AJc/Aevl1usrSuxDMGsEXM65pNjw4Im5oXseGFjTf3pwRbSXnj8JfUqhWrejEUHYk6/IvOZVPkA0y6V4RujcIGiS5YVr0ohiJcatEjwAyUZcVtrTdaRTnj46IQCr2SiNuc+ta/dg9GPfcmOdYaaJp2L+Lzv9ppBqq5HP427e6oMYhP8go0XccWtX5Nmfaww37uZrBOjrGuydvGtT0oHC6KP7M8X0WBIecuWX/ztqwnA8lAMpAMJAPJQDKQDCQDyUAysAMDaSIZSAaSgWQgGUgGPsVAkeO6uNm7tkNJewsZOOLCxc52yXVicjcfGNqKPgK02QS+6JCnbznw7s4OtL/ZNIGAzQOeUiwLpm/m/K7F1kBbZhD1OWj/LjyX776xT5ayqGI+iCewr7fXrBELI0NSbrHW/qxOq/96uejQxnhNvG7iqZFF2kDi7lX8+OyuyiudOpiKYRx6t060nKJrVZbVns8pKYFJAAAQAElEQVR2EDuIKLy8FKw6lppj3OFS/q+rzSsHujzT9JRV/vcOiAiq/8dYXVR3lRyqrjK52vFOCBhdw2C3ec6GFhfE6oW8JQPJQDKQDCQDyUAykAwkA8lAMpAMJAO7MZCGkoF/jYGqLZYtuOGFzSmBr5nu4WbcGw3EaYr3DRO/aWg3HIKyMbiG8/LptPfdaeMf/sG+ntkO5XCGL1L4EtU32+uP9n5/5He+edj6nvfN663u9nJRpsU6//93JKaitdfHePEDkO2WljV7W1W5WePDvF7MXNqGH5yBqWq1To1ABKqrrqKK4x6a264zE3yt+QY04zR0x8tta10jOyR+AOUFKA3nG07aMNgvBgpYzYrbgIpcmisLUF+B3BlxtFhRfamZmDlM/49TSOUY3JJ3J94dskzkICadcT2q4tO81BY/QxvyZxgd84R0S2qfXlXJAlpl1Rxqo34k8Em+5vkrvkFW5Q+sUw4CZXT94EMp/Cg2MIkt/s60jdGGHNsvKg0Q99i1gdye175G2d78YaMorciP+DtyXLJLjEB9/H9egqLnjbEeo8YVgXKPzoq4MaGva9bEy1LZNM4h20depVxMl9YP6+9ZT07Uc4N4yMHNqE4t1Yqec74cRAI17nopW/kwAV+mH371PGriCauqhcv/qWcV1CxdjVLHhbok64O/JS69fhl0Wmlqu8X1/Wa7/RSCeewK1suy7HXJ9mKdmf73Vse/F+yQtq8z5r6HsZ4D4+DLWBoLofOkhLeL1rxLk//R4D6FTraBstFfkKp0qii/Ag7egywP77o6kab3eFEScNVCTR+6iAa0NPe5a71P/gZd649DFZducE0qdz3DZnhW2aa/25Zp/661NJYMJAPJQDKQDCQDyUAykAwkA8lAMpAMJAN/n4HM8BcwwD7SLwjzT4Z4JvfamP2THN5Jii3QwB21P9dFzveSetR/b+y39E1zGB4kGls8DHYYd6MX7SFvFJoGHFINSflYnOdpmgd+ix8s2HC3/X8D5WVPy4NNPzd50u6ucaz4Lno3R4grKivNr41aMabm2s9rVfGoi5NRt40TDn+9cvfGHIC7Sr+o85O59L7h/hjCyuUyPmbhBZ/gGI/LVjs9U+1/ONIfvEZEy2NebeU/RBiX9atGdh+3zHgeAO9OdBpcYSCbk4FkIBlIBpKBZCAZSAaSgWQgGUgGkoFfyABbJ2AldP6re7DS/d3N5CXsG/93p/xPR8dGKDiLBHwB+eOLJQm/DlpvpWjzU5f7OPnGZvCIE33HBrSe4v4QZ+b7EzHNQtilOuah5UR5u1EN2K4szeXDKb5eb2GwzTr2CYB9O/RHzuBtJ+1z+IQxfPe42EU59+WrAR47cG15rgSDF03V3O7cCnrXttu5YvzYrwpfPU7HjL2TAoexgTGOica+lWpERcKd+Lywmkzh3nFS1dcNkNjpushOn+9F/mNu35lJGVy4yO2idXNRH9YvtVPODViXQP3txTjQtv3GMjmDs2OHO4cc4/+iZURd1X2vS7GfrjM+cJYLrSVzmH74xSdQ9diLd7JW1rFOptYvOnQmN7gF096zajxZALaRU7+3LdP+rCUDyUAysAMDaSIZSAaSgWQgGUgGkoFkIBlIBpKBZOCrGGCfyDqFJCxsvKrj3IsYHOe6PdabuA2Oj3W0bF1zHBuyywpHtGKTLeAW8ED7FDoPsMC0571a6/k1S1stoNd7iDxc9k2H3fGKn60OtAxWVJmXwIrKr2t2dhT1XKppvNYZGVU2FbADNil/Vsnfrcz1M2GgP6D8TwMpS+iAhfUHqIFgm/Ir4D0VaO22tnqmO3lvW5fKEU0rl/RoG3Q4wXF0ZnBl+tEl8SPHQ1G1fS5yxZK8WZSpr2PvCOSJfE0RSPJPL9cLB3hV7+T9fdVysa4UwUb7otXnEqlo/vglni2wNdXQb+XWsVM9ZrSK7U5krz1f0xHP1YoOgLVyroN4hsCQs9xe+w4pVVkV3Kekasdenf1XY16UuZ4huAXH+l22zvPbKfeQc608AJ4zkvVkIBlIBpKBfRlIa8lAMpAMJAPJQDKQDCQDycA3M6BNE9/wbeUY78K2CV8YtBh1f1GBXH1j7htj1qYa8QW+McSHMSmHD/FbFRsbvGxEUlb15AuvM8x2f4lvpvFyjK0dWPe6/LmUVaTEExcjWsyHyrg3SUebvjrO8Nr8FjnO29+ty6uBsEMI7VuK+gShOJEwBSaNy5V4DtfkfNRH6zAzB/Ml+IRI6hDEHC1rtvrjiy4QCsGt+RecRc2yw98Dlb7ims/TxqDin0rt5Y/VCnSwUXtY96M/k50gfrt+1Uv4Ww650c2qmqxaTFFrT8eGYrpz6PjQxxcdvFwEKrznRqihMkFWKdlFsfeRUlfTzaX2Rv+q28mf+SqpplamWXLvy+Nm+TSGWWstmq5dinKn3KrQDfxgthqHR6Bq/SBp3RPk6vMro1XzA6VQH1CzX1EPadap/R1o+EHXJAf5GOsq378inzWte/3RF3JqI3gLGb1d0ZOkA/jqM0+k0XOU7GRY0HrSS0Ploy758DVS5QCojk/Vjrx4B/E+Eqt6T8hn44wogDqa1mOLPLPx7CLn3nju521ZTwaSgWQgGUgGkoFkYBcG0kgykAwkA8lAMpAMJAPJwDczwMZV4NNxfkscO/LARmRgR7PPm2LL3bTt/vzI10doC3TchWZuVW+MUavahx7R9L1SxN5knGxP6k9XZJH4N7JGHhxyAMpPu9s4QFEZ9mF0bQipB9Z0vD3WJtIbXr+Vcbf7XmSv218dWeiBFeQS6ANtnw9qGzaWsQNC/VU7Mf4EydyCl1wxlwOw4c8DhnTsodRZhyNoNrNXBc8NCHvrdohnvffao3nyeCUtcO2dlCZ62O/Mm6TESOJScdcLu56rrB5hX2bvXHinG9mpUO32AIk+de10YQ1P5Ap2MvtxM3oMxjcfwVD35UZlAs9eLUiJLZc/c9Jv5ZZxCzrwX3UADPfIBZW3msqEBUwpbgOUhchBxWMuZYgP94lf1Y9xJKuyLV+X2uk90ZmprBafdqRTUezUH4e+/TPcP8tz53kAPGck68lAMpAMJAPJQDKQDCQDezCQNpKBZCAZSAaSgb/BAF93gdVs2FoBqwpPdfD1z1MD3lIm7sBbhl4crM2zccPuRRM57DEDfprhW5OPdVPjJQbOZpenlmkNSdkxi97bTgiu6GThovdkES71v1kUB1SL3h0k5+8PEgSP/GhXvgqP1Bb6+dqLr77M/cm38jTf6WcGgH3gpzgO9gpbgd7VxUrZf375uweYUvyZF8gv0Hv3vr74+K4lgT64VaZTuOlAWzmqi9JN904N2CZFcm4xNa8gWG+s9WnHTrVqHodVM63nahfZpSWkqs9dq9phlVyL3CFBDKANRD0kkYCo/xZJzI4h10/FDcfw6nPLu0/zbMjdAypWOyU72vXsfV0ZPsf2owqtb7nVgtOfJE+VHrCfZxlXTl25yD7lMjxH5tL2dWZbfkU+YbxImTmXmFz0TRqykgwkA8lAMpAMJAPJQDKQDCQDycB7DOToZCAZSAaSgVcYYPOGcSEpJ5KB38GAdiCf2fn8ukX+ZPzfMikKGyoDHwuLAHDOTjTyFCj5p/zM9SPop4xYv8tv+TuIga1L6Hb25vO7FuCghwiMqo1V+sb2DxQgogln/wjC+CA9X5Vd7uytsSkPOxt/bK7/p82bIB4P2aSBRRDKXo4EVXnLr8b7n9RWhqMvk0U5VyPQDwY2uFcoThuRDE0UD0H1PwZ4xHzVbQlqfngtjWvbHhroFRjSlyb3PACe0JGVZCAZSAaSgWQgGUgGkoFkIBlIBpKBtxjIwcnAb2OgamvkHiKf0In6KDuVBL7SeQEX68xRzT96Mv1831d1FY+5yEVejzG+xar4Ut69pvj3WBpJfIFe6RfcIyfkEG7kgByajhZsRRb5uwi9NF9Xxaq2Kqsd88NuC7wokjrA51dlmoWi2Oo4/2r4+NXGTpmAFC/xizVqtXbWg/9vVMrV1GT/P3t/u+W4riNhg6B396w1c/93Omt+Taf4xgMKMi1LtmxLtjMLeRQGCYL4CFLK2lS5Tq2SNIx5AGug+YidgVeeD73bvk+7ByUAc77Zm2CcrXUoI0bNqhhU5xWGauiq6q/l/ysufpytUshy1dVOA3ANmjvPgTyUZ11AuwlkDzk+hRxBPHdcaXx7qkfM00yDx6pB/rnNZv2+z5M4LaVYKaBKCie1lX5RTha/e1ZSWuKk18X+4FvOUNRwsqL9YSqcb9Oxc5B1JcYr6qLJLaYZ7cjH40lRK/fdz7jfqvaastD+KyNOWvOTVeUL5EM5F+E0gnap6Kv8B9Q3U18B9Emr4WRH/5yq+V7znK6CaZD17PWq33ZA47HxJ8rEZ7EfhaviCSgrK2X/b3iXqiCDdpDWS0G1fu0ZWoYfM9XV8vqR/hI/ygv0VCy1+7182W7+Yk4ba7Grnhcnv59KDD8kVZEpvQbNnPpqT+uqemlX6pd+9YKHCfKkecbmv0KMhRR/07xWa8/lj/3YIKzG3WlgUH3UeIb+xCFyiA3OYbQH2NuBcQCOXoE2jvZRnf6kESvq63uK3hhsB1H59q+iVWrUHqrdHmY/m9ak1xWtwm1UK9agQkwPMhtESMB1tv7D80TmysiYavOf459o84jZTwaSgWQgGUgG/i4DWVkykAwkA8lAMpAMJAPJQDLwOxioX5rmt+b1pXStpnXF45Videp+Axy8Cp8IvUsRyn2zH4oEmyc8bRhZhXzaERNJGdDeAxzs7+Hnrg+S7nF3woIBDIKFoUkVMUJBn+N4vWwop1C+X05pt3z2TADXgT393vQ1lkHcsx3KqtciZ81jLbwFlmbiP/Rhhwzd8ZJo4DJSn1cbwWYPNG+3Polya/yAsetydw8SLyZ3d7zqsPH4/rirCR060KrtQjyxpvh4Bh61j9e3ffC4jxaKrG/FaFa3LI4eyxfARzOc/pOBZCAZSAaSgWTgH2Egy0wGkoFkIBlIBpKBZOA+A/xN/VtW/C3+W+P7jnEsJPAtr30db/P2tpdF29L5u1aDSuMQEqi524U/cN8h+/reMel9L3tbVCsV7OlXXKvQIuzpde4r+Iww3q9zq+P7PM88h8onUMx3/H8A+2tBCu6h2EddPKuE+EbWMAxWyljvUTHv+qX2u0YvGbxrX+m30PkbsV7WoLxpgGhL9dDF3DnCQa+Xjv3bQ6r71/MWzqums4Noq3m+UHqPHKkduOKwjxO1W9EaEBzYbj94o8aTymGd6eNcXb+LFZbun0IRn9SLLBT6p6q7LoYaqRfQNhaVP1eOWKRASmwdtuOPNtggaAkMecjdQ13+fVvtaAWiBmoHfSXoQa87ol2UT/tXX4ruYeVklz/Xmsvx7CUDyUAykAwkA8lAMpAMJAPJwD0GcjwZSAaSgWQgGdjAgM6k3Cqkd2YfOkuaaQ7qehIcjQl6sXFMFPm2Oe5E8rzu2HzN+cG9HQAAEABJREFUcF/b1yTVEoFHresg7L+ndHJrc7SwNz+ZctPg+UHKvZh9MxaDc1zM3tjBh/aAOL6cgP5Ss2cP76ypy84xuq5r5nkpP78HbfkH4sDy6LU2gkr6tDFG1ctQDtultkHt64mvaaqCgWGU272R0S1s83RmsfmqNljxU/VBDoDEkdfIsyku71ZaKHJprec+yTvQPIje1tAn3uEcqPvGi8gKRzJAzccu5gt68zKMMEnHoqNm6+PwjO2i3c5KhfXHqLulo7Ugvvf5QIc8CorHfhoBV+YJHRGXWPhFDhb3MXsL7XqFzX5xHK4Ciwa9cvTj9rcj9rNutm8Nnor92P+Z1/fUHr7l/MvHVG/VPTQ41+JdEsaBZ04D0NFYESyAbidEiJ3cXbohXxv0KB6M3Fln39P24R8SWUjBf1Ut6FOVDCQDyUAykAwkA8lAMpAMJAPJQDKwgYE0SQaSgRcZ4CDlFbwY/ujpfCMgoDMxD4dER4dDo0Cc3SAB44cAvnV4dYhvd6pDsVX/jLmRWeVYiv4M5BcYTb9LRL7flRXZcOgJOHxFmq9DazH+OvC1hOaZFWVvO5rq0E+dNesQ1hzE9r7Sc2nmeut+2jd+q4U0qxoFEpsv7LUHiiSBbs0rxUoptyweGlNEi2cDbZPr6fkhT4xV3TsO9e9fqoM9ojm2hN6BAp5kGyhqx3AlEf9GlBLydoy8LqtcUBd10kZKteHCGow1er59u5r/f8fKxPerJNmH46s4/SC+4EuveZy3mHSkJD4wJUr8p2MNmgnMfAvLHRIOkKYfqQzOkeqKJ/PVdRsUXwLy7XEyZTwqKu05GPPciz6B7Oc2L3Ert09dyoN0fK7ah+bA2gMP1j7EC78zuKd5djTljp/cK4C6JNlb3F+A9hRJY9ZjGugaMd6pVpthC7eq0YjvWJ2xeSBc4tbbmhnt03//2f/V/1OkYofwqVjfdPX184xgL1E3OxlYe3pY0Z/5ihJvGK5/U0zrNZjRtu/8KXWw4qs76NlYpyT7vcxemAYOb+hPP+LWnFG17fLnWnM5nr1kIBlIBpKBZCAZSAaSgWQgGUgGkoFkIBlYZiC1rzLAKdCrPv7QfI6R/ED0bTXpkE2HWO1Q9ICgHODNcUCYj7nsa/tYEjcCR36mVyE6jewPJ2/M2jik3SqfFlAMnyi1Sz76Nv03gcdKYD2kkovckZH/+oRuhLl0JX1e9WNXNO8Cdy7r6VJBaTvUnq5Yf+Sk3LtBBoNYKIKeJOUk2dp7RiJKlcOrGqW7fTFrzeLWWJtDXHBeYHYWY2gF3zuSqA4FuRIH0N4jmHxpbxT9Doiq5l6dbw3uFXHu/7i+Mtba1BGmXXnGUlTZu404ER9LFvvqRCoOXSim8jSPq7bnweDB0NpbQLGr2uwF1x2Sw/9NBfVVwrz/uce5mExaQzm1fFr38hMvo+amHTbYeiR1aEvscJEyCFfeJox/A/jHqp6HgyvD4t+Q7CVeAlM7aGvYeIeOwHnPMwZ+Az9aYPab7hnPX+14Tn4+e5i9ziJfAF9z8qImpycDyUAykAwkA8lAMpAMJAPJQDKQDCQDycA2Bn7Lgc9SNc/p/Jz3uakHzOJYKHCA+00uPx1/U5I3jJS/f/PihskfHuLbPmCtRMbE0Nrwx/UnndwCO7/hs8d+OHAtPps6A4/5eNyaODxLXGq6fyOpDp6HuueLvQnOml1b5FDksYjHojgnzsZpS7fnda7Trmu0o34oRr4pUKJddMiGnsYN0D4az8QZlFRAzYevmPtM7IeDfWACaxkgPHUC2keDuLGPiPWuuMS6RFFo7luy+a9Wo39psUNPz4ZLL9pbenHmL9D8RZrtcifB6mWc6FEdo0gQ+mNkizQ4l0WcLkah/sCSQYwhl8Yf0g3Wkhml7fmjan19q5zKv57Q7CFY9n0lNX1Zmf9zz7KKy/Uaj/7vkMX4/9sNFH7fqYYi2Own6p+pN3WdP1kiJW5eSsF40R5ybrzFx3xO9pOBZGCNgdQnA8lAMpAMJAPJQDKQDCQDyUAykAxsY4DToG2Wv9bqXon3xn9t4f9C4lHjwqFfDP0tSaGgq2rW7Ua+qEmSPZZSu3UnxtyleV+gU3pkH+gz0pC/VEH2+qfackKMtbm3xtbmPKtfj6Ukp4ppPxsh5smHrguX9GM45fEMiO/zeqtztRhz3ZaU+jlb7I+wOVdlu7zgey3H6eUV1LzmamW26vUgehXlLwtXzA5VK4ed/UMXCLfenoWZdcP0A9KzU9yQar7x+h4edi6at647u/TH3JVP1m0JvSHjfb+1dde1Rn4mA8lAMpAMvMZAzk4GkoFkIBlIBpKBZCAZSAaSgXUGhlptgv2oDdAhAe11nD3rKIMDxMD4/y12Hv9sK/7GP5LzzkBk1Z8VMYbdEhjrEfN3kXDnvO3ibXTCNz8Co4o4c4xD10Lr6jlJ9nOuDd+siZp6OaZAnmPzWwSHrIA9xf5xqeRoAzWfuDhUbOAf+MXnSRsZmCSgfcJk5p1vpcBcr+afhyy+1nbwDwk18C0scP6emVhS7oP5P3pqtQ438KM8hzOKmTq65EOfV5dC+ojk1diLCvzO17Hvt2palVUcq0SWRxjMXzTxsqlDjE/P5v45He2hypOmGz+6PxEOcSZfVQkcUKpH4IOa9QtD6SuKcrFBcWfrZTbIdAlS37jaP1M6GPXXsd6Kb/2O0oawQBVREwhzw+cRQ5FfrVUpXUNLYGcowUF71rlqnBXVdIaNtifJk5mvroQulanPwfimXlErgH5Qn/tZHtXa96rKtdU2nOuTrqheKUyJmhbDitULuP5cuA20ZWmyKko6UFV/w4/c3QLcUqkd/AOzLZbXrlqral3Dq8kM9Ud7PFDVFrSYA4AnBSjVfCcsPcc1/OLFPutcEMx6nmmDzqZrVt2PEyaeiqkQB+7Iu8jnSUCank2di7FJHmDsviBEl4m6BvmZ+mqb338/9p8SOwmoJpAXmBSzBmNgpn6p6/7IEI6RL3m7mlxLEQ+DoH2lXaSVMcou41ogtVBNp3uxOHo3rAnodWqT9xbI9J0X903VvePo6GQP9tiaU63iboRJgjpIN8J0/97CII6qMIh05DzuArNzk+wnA8lAMpAMJAPJwB0GcjgZSAaSgWQgGUgGkoFk4F0MdIct7wr5J+N8K4/fmtef3ARPFHWxPn7MKydIiUeuCz+PTNzTdkveShSzHn0KGrY5GEeHPACkgtuQtD+No3M58YJBL37eU2dbPGoCppeJdvFTLnrv6LQ81iMx/gzWPZpXjU+b/ywq50Y799uSPOiURMGWacsBts7eEuHCpuIZKK5e3FyMfahDNoeF9r8sxctHoiy/jmLkmfjMAzfnimZ/Tt80+uuDkHB0jS3G3fU4Og35/4YclMYbrsZ5C9S3m4bP5TuOkUQykAwkA8lAMpAMJAPJwAYG0iQZSAaSgWQgGUgGnmeAA8HnZ3/DTA5WwDfk8ngOZC744ezjs3MGDHDMCGh/GXxdWV/yA4/mx2EiWJ+HV7Bu8e0jZA+eyNOpEb/xjSe5wFNA3cOuoth9HL5hBVYDshfAqsGzA6pfL7OK3q54TsqLb+A9621tHi+AbRjEtPm3yGynn/i2Flxeu6xmcKb6zmOq11+NnjV7t8ilKLTnJue0JRYvxrBbHLRXf7+e5ysdgwYkWuJeYDmB7VqKljU+qQeWgVRaA3PGRxN7x4/noIKL1p/2Zcy9erprarUq7OXxnp+1WuC9xz0/j4/H6jVZ6qA1Hcx4+S2w1m3Ebv6Q4y2D+Th9YIpmPD20nqZ1tYN/iAnXyLIaS/WvjjFwbxybLwG88ryhYPGMoP4AfWDYHJ2yHlLEJR6SvbV/SFa1WFHdJ4cZsfaMU+QsoOadS3tF95GZil/g+BgO7qSUw8lAMpAMJAPJQDKQDCQDycCfYCCLSAaSgWQgGVhnwE8uxkMJP5hYN31oBL8XExRj4cDjwuSgjqfCeQtYicFZI1gZ/pzakx+5e3p9xvl78u95fY6WxyOz+ODxmYfPEJesUC1qPBSMeuZYdhBWy6O9ttrp9Gge/fwj2pE9cs2/cma4R5hqyHzvD37s2ptUHwvDfaXHkX+X+7p+2hv/7CQ1A/4ZyqcdrUws5aQXZSuDb1EH24Oi0ZZ406WlXok0WBn3X+zDFcMV9SD9HFKtXH3V5NRjZcpm9Y9+Bw2C3qhojiLpmm4qad5+kUsE7duh20VS5C6OOifz9Yy+aa+Y/7Bu3ug+2n1rhgTd0MtNqsTnUH5s0Fs52n0OffuZYO5/NjF8hlRlshAXrKVyUOf5a8NMahwUHEl+ZmNsa70rF56XbO6Nh91cXjmUordR16YdYAf+qD5dWwI4NyNHW+y/yWbQ297KPoJj1vZucjfW9u7cZQNoDixbnLX5AvjMRbaSgWQgGUgGkoFkIBlIBpKBZCAZ2MxAGiYDycANBjYfitzwsTqkgxT8T1g13GdgitPinnTYE2iH75dhOPQLcMB1OfolPWpSHc9nIy5emt9HDl+dJL9Ab/qRNkdnc4yJeI5j+0tEHAgOdlo7Sr6TadX4GXhxSKUzz4sjZPb5hUIzl65h0AtS/5abTnu3TFhy8pQu4s0lzlQQB7jOktqoFsHc2fpP5mowvACN2BGl4jeeK7Tt8B/dl+xzv9/VdhlB4aW164Ueu6b/tk/2cA9/4Tivj/X0xNVgDEz7hNqAGxz2AbNsz0AEav1BaQ8r3zgbwlQSLxJXFzaCyvM92kvWkb7PWZtv19PstR9eDJrzPMg3qJI2oZr5CkhcXLGWF8odOv4NVf9mXzHaO7i8dKGXoa5QDKv/eXP5Y5D6Eci8u4qIA/CEZAhJn3aAZznPFSQI/V5y0NrWk34PSNIuckwOgHzUXbwYC7itrFyqLjWtyl8Av7SNPSycasdbOJG+jTP7NVBDuPW23HlfsvIXVoSB38P9X8DCQOPtWri/7o23ibc/xYmB3orF9buJmGTbD77exqOjmiq+7Y9UHDKTuQE1d72g0feJvNIukntd5Ot7bdxLS/8dsBzLZ2qo25ejj7Yn53rsZT670PZg2GuV0ldXEl0P9H0/28lAMpAMJAPJQDKQDCQDyUAykAwkA8lAMnCbgRzdzAAHGqMxB1Jg7O4nFOMQv49luHTAxDnMoAEOux7z9i5rcTcdQD0RE94DT0z/G1PEIRw8UwwbBDwzd/McbUDZsgeBmhsvJcbJqR/Pqu3yeqqqN/b49cilhve/pbRcLkeO7hGzxyweNYKZelsXXmCgOju0AtvmP29FHNYT7sHznvaZyYuXyMfb+7h9gxfWUGFubBGNmrFHHGL+2fvd9vmJVI085tgaAiemWuZw/bKTG0PLEzZrdf/o5SAvQdg7J+V0XKytSY37wl+aRXvr3C12+IR/bHestt8P4nHaI4S5AXgnm6p6q7/C2zEnxa26d3hpNkhWcpRu60UmYIt9XTBqcxkBgyyAxA4XvkG48rbC6IJ9o1Zq9nVwTSqWGkkAABAASURBVFjOJTmBuT76jC1hHIdTMHabONsX8W5GVox4ljT2Rbjf4BVTfl9M2DDnKRMCPTXx1iSctr/MYL6m9G/ZM4YNoL0V6/aMTNxtWM58AbyV87t2aZAMJAPJQDKQDCQDyUAykAwkA8lAMpAMJAPvZ0BHG3yL5ojAVwdqBFkG52v8LfylUQ5rlvSf14k7P+xFfj6b78vgfIC6Z26c1y1hzxjNF+tKJHpIQPsvgruM9ULuVR++tvjUC6y9Qm704yur9HjmAKb5gTCN3UDt95yRyclfGxW95T8JfCPqW3Ya3IDFKvTQ1mVgejeyYEgtReQ2WLO3Y39Kt7a024uGhfXgdx9YTeekESDx8HWO1zgwrbNdfPNYaTp1xczH7Imfqpl1/D1UxPNpODnH/bq94v9WSsQAyzYnqYkssfuFX/zjuPKxiKIhsDj4hJKoq9P8zzs3LVan3htozwbTulbBfA9RV8A2/mC/0fTCjHlAkaUP3tU86Cq6J/n/hkVS+/0w5ATWLBkDa+O39dReuLeUF/K29fGjRSFKNd8LLm3pZ5AyoOaXXayG12Eq5G5u2IC7hpsMPK7cOXdIzeI5Rp+81L24lnQXBtlJBpKBDQykSTKQDCQDyUAykAwkA8lAMpAMJAPJQGOAk4nWes+nDj/eE8h0TG3XP9QLxpGuOWpseZ7lz69kIJP+pQzwoACPpC97v6ElF6f5oEZCqvkF11q2N1NjUo/OeFt1TO4m/YrmhpwxEeCgxyfLUzqbXjl8MsdnYvPyouq3JTzH/L4duktZ1b0FDX/l1VdG/jsliavAHZd9Bu0vGMSE/V8XlXKyUoqVCCFJO6Du4sX40sCj+iUfe+jmVNO/KNIGdV27R7gNPtZiDZobY2vsyeSV60G3mAdeCXtzLgFuGjw+iEtetsbMYDX6y5JZYHn0GS3ewJa5py1GaZMMJAPJQDKwzkCOJAPJQDKQDCQDyUAykAwkA8kAx4c/OuoSKqg2VFBG2R2R+LdMgjGOJQKhuydlXzvcM39mnByBz+XgbJi+seKqi482HioOsTkc6oEuxr9Cwp9/4+qRbKJO5DgPP4FR9bjQWnounQyfyMcd7jCDGkHvin5g1JNfYFStCvYTmAzwpc7W+TLdcnEgCGCTfcc+RAa2+Oht+OeFQehqNCTxHah1sDmGSadZujTloAsuIwAy+rQJWcfcfiQBuUonM6VoAKszmKdBiETpUn0bjCedTvTRCgw402pfXowc8ZYOv6xlH61KCdDxT44GPFc9lZHVfvQsBlVyhqHO7sBBzztgLss1QYQaMUgCiS+4Yj+GnFJSjSrcqn4vVdVT9Xuqqj2IH3Be02mGsX5FXeAd2cI9kPrQi9x6RLC2tspGSWmFQm1VN6lDNTFvGlDONofmtnH2bsOg+Q3sDfYJaG24cj41Ccn0qjaQ8Is28M4zH2xgnoW+EOREFPNvCBKzDoPVeg1lqZ39o7ElhH3VeAN7oEcVX4OA7DGIs0Eb4Edjg9q2+w/1iTH/nVAV4Udp/WipLhE5aVBjsh/38XpffrWWNmKaTxyB/WOSQH860/1tjt3Lmzn0FVX65F1UQ+QV8qS15TnTA52KlieeLw2ev7U249yLAL8g/J2lPCiuQjKsfWAjxDlrK2CrIA9fcmu+bYt8avbUV7towPmlLRCj4UfxX0HV/B7hK3RDN17UVm7sBdUJ7zb8WPlRQjtfXrt8qmxfHTUvrqq7NGB69oJBknsPkFeDPCnHc5u+cOHtfsfziHUZ5f1Zj1mQFWiz2p40r37errrHygiTvIat/gwaOUdRx5+QhcYD4P57wDxNk4FkIBlIBpKBZKBjIJvJQDKQDCQDyUAykAwkA+9m4PIs5C3RHz1seUtSrwb5AI+bUv7WvDYlv93o8D31j/C4zvicgHl/faaZbOcLRD9wa+obxkiDMCFpX4HBQAzSj3bIhVJj6BG55PqR+Ufbkh9ocZ4pWnPM2vQv+nwoKwgAO+VP7MDrLov/JYRaHk2QDGzlZ3mMCIGViTwBpqFlL9Pwc43aZVDqUy91ngu8NKtKyYsmCS7PjcZ+KKXY6UTNtvrDaI9Vw26gt6fdDXVNRkZ4bbS74UOb8AoODSLnrKHEvDSv17S/lAMv/u17fiLVkC9nBgXgZUf3HZAzwNIpprOGi6cJMx7F60XlC+BHOU/7ZCAZSAaSgWQgGUgGnIH8SAaSgWQgGUgGkoGJAQ4+ps67GxxtgCPiDhb/P25HeP+8T3gT/JtXn8/m6zLY88AUjsFYpM78tbfMX3poBUbtFwpON4GOkF/PjkrL625WPeiQ2w9biQEwrHw8iVfmPhly4zT2DxU6SBNsnDuZac7tFYFPLMA0a7Hh+cgfkm9sLhp9QOn8rMZVwr6vsVo18gHq6uHKt32QJ2sB5kFZGzDX79vva2d9/UuFoo1Hg+PFcFUvCI3nYy1WhBfdPTS9yLqIYqDmjWvvISLjs6pmc9jsBwswUx/UZX+xl/aNiDf2DPyGPKiAG27rOKZs3rC/+lpP/q3QMfxMYAdm6qnLGJgUjzRUsqr1P2OUytoy+aR9dqJxHAi6wTtm5/3gvctZG//8xcw5WGLAcyoqv3T+eu/pdXk9tHuImueruVTv3MYd5EcykAwkA8lAMpAMJAPJQDKQDNxgIIeSgWQgGUgGrJ2b66jBD2kk7U0/nHpchCI2uFDu0rkKtYvX7U44wApsn7XR0ouDN8HXcGmexvzwErk0foDO8zrA79e6hFuwc4LwqHUddErJHvJvtfrL0XkcnRK7PuR8nD7OkC9AubTZO/hqjmafvV/aUU/Imfkv7npF4rP62g5W1fbncV8TRn0/2uhHwFKon5PsW0Hx2WMBDt2f83drluJMzyIKuGV7HsMSnDUPtFSXjTGjtpAPeHnKlDjwCGivOSljfsvjHWeLi92NLzu40i66ubJ6RjFoC7OXWa1qfFI7zy+gwWecas4wQkJXn38duUPCMZCJX6VlYKY90Np2wI9XKb/kKLFwYQEWhvZVqc6zw56ls/b3tsSgnpWs5YRninlmDnF9nymHZ+Y/OocwgW5urVKejtvJXaixqT3NngqM2nWh/G7yJH8+vuyhaKwH3sCy9etaX9bRDc+psfmQYF7goYk3jAe96e2fY2EqdTRTJgPJQDKQDCQDyUAykAwkA8lAMpAM3GMgx5OBZEAMcKijAxe1PnDpIIj4E15MYfLT/PJtDb6VAArfSHrR/TPTOcBxaDKHWEDN/S5qvrl+4uLm+H6pxAuWC0l+gT1DLfqKWns5Gh6y/hzFAWIQE7kf2CtgEH9IMz7BUgz0S8BWLwHYhM+/ecHJAoinupXfwuCTKvhUvtNs2sTpMQ3OGtgoH9/vo2S6W00N733DB9n6siiZ6mtrxmE0MP2QcWAclna8NBmmAthZX/fUHu39u2PR7uXIU6eS6653QJP9AsjR5XKMOFAP2ciJfEfZCpeDqaF2f1ENtmZw7dCwazUF3+oeehGduEiPp7gE7F9y8LsK3TV8lvmtyzxg/c843qv6Ns890OsOb4td1hVojQdt6NrBpFvGPDH5mWxr+1cWpJIrbyPxU2UDvxqaO/D+xHMdROPgul0/xjoN6f+nrC2TfqnI725Mn6/81uRdB3/dAF6X8HrdrBX7ySF3875UV5fbKp1JziwmfdjMxm92mSMDz6OTatr/DT9W/+c/++Gb9qvPdSyfwxRTOZx42Uwhuse41xpGvzxXeozqs5CD6GAX7Ulqr3d++WYziOHpvg3FjnIvVzzPwV7+8HMSbTwvYOdHv+DVRT1BqqmdjWQgGUgGkoFkIBlIBpKBZCAZSAaSgWQgGVhnIEeuGOC4IXA1+CaF4nP4+aZo7wjD4c0EnaxFe//Y4m46TFvwDq+BheFU7cjAETxPPqteZIFH89Xme3TKoj07mL2GXDR4Xclh8VW6xAushdA483r0pho20OsW2kwPdd8O3d5y0NryggwJev/viO/xlIO/wNIzhMNnwME2dAG32eUDb+wfgZiKt9XtoMXTLCM3vckzh937IR42zGwemN+D0aNAdGI5l1pM+n0sqc5lwAfoDWhj5Dy1GlBdg7FRiw8wdtfEPJc1u8f0VfWQSwP7mdrphR/4ANFfl7UbUttrqvLfqaem1lbjVZhUY6PWH81RBj4maXUc2UvI5+R72ScRqRksW+yt5TWR8trbbfijoGi/XRIcUB+g/XoS3GYgPNEG0V+SjAeeGV+a0+vCNzL0dVC9p5MN/mI2tDtLhTC/T+A3EDGi70ahPEvuBXDWzFoxf6aeujEesg0cWW6L8Pwn93XgeS/nmTA7f27GKHd2tFM+xUBOSgaSgWQgGUgGkoFkIBlIBpKBZCAZSAaSgfcx8N6jDA6QgNn7KiQSh3cOneq4RJnYmQEOC++5ZL+Be3bbxj+xl7Zltma11+7TRo4QNw96w+gZqfWcfLNmkTtyyZ9yWhvCXMPm35aSL2+jXEaRWlZuTdvPwaU76iJWqdW/1UibOOwtQHsbBsMerNvjHTSLNVv0gG8iUT9oM/b4xBs5CLzod5aX/ZLD8sjzWqLjt8fz3u7PvIp3Y0rkdMPksSHun0A3M15UIHnJ0A3t1qSW9gLJpn2NDmwNUhYNb9y8TAAxb6x9GH7sv//939AeJG/kpYikRe1A3euLXK+1T2r6XHSfPenl1jT/Z4hvGczHqC8wH3ug3/MIl/QfmL6LqT8XRfFSbHSe14bxR5OZ/CqI3Bv3r5k6duAPQT0G+yhwJx7PdbBqdtsPFQHz3w0n/73Wal11+PEBaArcT2aQCSsosXDhhz12WhhDtaZnLJEMJAP3GMjxZCAZSAaSgWQgGUgGkoFkIBlIBv41BsrfLfhbSos8kIG/y/ovqezXp/npnbR+eHkctVEzcinKQTkd5HZewVpVF3ZvyuUi5gc7mzh5Ij/89njCxcNTIt7DE9cmfOle8Dq73KYXN51uraS5Hl9znb+LulKOCmKAsWu0haHqw/+53Bj4FyTsqe4DSi2liNpjfD+SLhUqkUem3LSlIhBGtEH0e+mxOwV2AcZAN3zRvDV2Ngxv11L0m+9p40XiecauLZLkhf2RMR5MmBefpPXgtH3Nd0uAdb2T2ooJPNyZmcPJQDKQDCQDSwykLhlIBpKBZCAZSAaSgWQgGfiXGBjsR8c6QgXVD5MGndQGDuOCbwVcQJHo+9/0V/vVC1/CSSgDxyQgnPJPRJqpzFC8RfK3+cFbgk1BOBgMjEpxYoFR9azg2z/L0MGwCD7vI/EfMZHPBrw5r6uTA0uwat/Zrtpoj+iFwVJ9Jj3gDBCYYhUbxncSqtX3sSS1ghsxXhtSdPFsY2RlbA0SNy9OFLnfdS/Uddx08YZBuOeAO+SgXHtcpkBNgzUqaAO7/hFlprUCzfbaJDR1qDZBa04ePcLuVUlKfNNHD2ClpbwH1kSxu5gDuYx9k3RcBFbtXpfp2ab52pN9rn3bhh9z6LlvQhXcn/yKYgP6933FAAAQAElEQVRycuH9kA73BuB+cdmiwAXwRJRb1e8p8gTkGrWYiSuvOWpHomt+LsdDd7KiWGBQvSB4D78hY8ZeknUuSg9Jfb63lEPEc9mvc18bkzyRk3/6B+sofnwtNa/VIcOxXSTXgC3f+oUxpNJyl3t+eD2q78eqwimC2iZUbTDgXEg9jwk3QJMMwBMSVM3/GSGvmjpY/HPPqrytrbTeFn/xXKZfKVQFn+w/K+W/0UriqMsLHPPT/WgC+SAdfVyNnXVKUrn3w4ttrS+cXIE9AZi0wC/qd4C1OkO7QDmxlhO0jufxqq0RaLZafKUZXJyl09rXJT9FkLFfJ70ZLYUV9+5DH7jlV6pDM/s+z4qWr9bU4zE6mK+p1qsCrSP70aH59y6yjHquZZXvBrMqVw1VhkCD4gwPGvJx5H6oClCpRy65dUzPTeNZrX67eBYJpZrvXdk+JFf2b+NYbGoRBiH6pt+Lg/aQ6blX62BH//jv3KHatF9nba9Va448SQKTbKjtXzwQNTzLlnDOf1AzoAnqcTmt6hZ1xLI+L68l3aVF9pKBZCAZSAaSgWRgzkD2k4FkIBlIBpKBZCAZSAY+zYAOO3ZNIfyF3NV5OtvMwL/Cf9SJBJsJSsNtDHAUumYpwm8N99OwA73u29oq525Ksnm+DE3WdR0Dj8B0/G8f/eGljmeiPF1eZaOBm7ql8WmC17fs92yzZ+upWEwCLyUCD0t4yendybz0CCOiP/qOirIBPkLSvgXs1nBr3m8du1+rXhPxYu63Fngj76j9hsmvGIo61uRaEbzjrryI5k3hmtFLejKSA98/vKBU+40XzwxwDtl6Y1Zn9SGtjVFWzVquj6d2nodrsOZDd/baUOqTgWQgGUgGkoFkIBlIBq4ZSE0ykAwkA8lAMvAPMnDrZOHtdMyPMtT3bxsckYh8H+F2o0/O6gIbp6TZowywd8Cj85607190uAvuLeCdnT+oC9jJfB/t7P673UHqSSkG1Ly6OEDFDlwNblfIDR56bJ/8nCX7iDVFUiHtuSfycZ3ycxvv9B8c1DMCev1Ke/RzfjlX9WIUmPbXaQL/moLt/nOSx8BUmXTdVU35mJ3zM+9jDWzxBw7A4uCkPMkEwDOYBg5qEOMCikMNQM1tF3yMuD9Bhk7cmrzv4XkLqiq+Vs1H0RPLLr4VZxt/ysxu4nCmX+8OYkGQoyrwbcZa1q2PHon8l+NoUzamloelZT7PCJWi3tLFepu4x5f5T/HfGd787Ie/TNwnBep3qFw42cfrdi8ee7v57pb+5NSGLnXQc7povfcOUTqHg9rqs48cakvzjmvQ/VAFIqrcA+qkCnmnLpqAQMgH4WuiOUiJ569qXif72u/1sW/dz8sxOl/ZTAaSgWQgGUgGkoFkIBlIBv42A1ldMpAMJAP/EgM64zAO4ID/U2VfWrwOO740s5fT4lwp8LKz3+KAffdbcn0iT14o+LSpzkFdIHH4xc0SODzYhwNQJ7wGjkhnjDE+I/nnPYF9+HnpW4vU9iwZp8B94lzgxNkkhXhOIWHczQ79IIoA9wJx/RR8IeaU9sLYZpVisLbAfy+q5s1znzD0f05VMZuEY2vltabxQ810QRuUlk5A3e3XU5O2u79j6VvJ75v28vWO+dVwHedeDUixy/rLzycuX2MK0F54fN8N2haD0gYSFxfrjT6kWS3a3b4Q6C6Mv6BDrku4k9rIGxU5xGUV7sy6HH6iRwx+17t8Yn6b0tfbNK9+Hl+6IrCHHMrf+Yf5VzPfPr+PRhrbZz5qOdb36LS5fZ/wfOxunxzuO8gXwHeJTINkIBlIBpKBZCAZSAaSgWQgGUgGzJKDZOCfYoBDGz9Q/YKqyaVHn1f/t/D3TNX9fu7IhENDh2riaAeo+UcvHWD5mnbyYr2PKJu1BUf4vvTJ2vUw7a1qJ0NnXvel/as9Hb/q0N+Mb2GWydmgFhHnkPrVq8jnLbzq/+n5ysvnIlU/e8r5pu0D+jgzpM4D1+hzXMUHJr7FlKp8d5MmNfe105+ycKupt9Tw55Ac4goMsdaqvfBPikqawNg0X/ZT+6iG5zHYoNoGtYmvlTXy5QYghcAjKciV9TDDK5AXd0gbqH/gNaiueor6xngqkhRMUhfC2gtixhv0Ck/lDxOuUxyk6qHuhotvlrFbkJ7DhjmPmeBVeUG+no/rc6lcdr4ueu2radOLNrUZZa6abR3Fo90Cxl8EL3/MJ2qhyz/f2zBYk1WyCMgRg2Y4xv/fbrXD1kxjOHLA37kfXIWWNXazt3wQdY4xsH5Xjq0HBNWM5lp3quwRkUaLlwSRWC+HPE19tXkOEZd4tKV64GIWeGDKHVPPUXwWJcOfDe6YPzxc3HfVrfY/+rMHTJB/j4ddfs2E5URUo/aX+XNI7WWjA7Q8hcNtHRshx+6C6GctDKcqGUgGkoFkIBlIBpKBZCAZSAaSgWQgGfjnGfiHCfjLBzh3lvX+mcodB88PE3qCzpai/bzHnPktDOj8dTkVDhPB8ujjWjbNxSwUgYuBzR1mbza+MtRGvtIdqSBbnl9I4kgWQLuDVAY61f1mTEAGiNXjvpejLYLxkPvGi7qbbJ/tODza+8bDW/AbbSLRluTe0fqqhcLhdaMArnnlQy/edNhfhVblK75uz63akLzY9ZfAqov22gyeJ441g7v6ntO7xgcasFpjLjfXqx+kPc4ZM0MzNvUSPFqPSTLRVjJ4fWzm/tbUA9qeU60k14dhEEy66nVjVnyvxkBVQ/MNqaZf9EH1OdQLfOjbPnQf6O2iXcHu/Gge90/VglJb4M6szcON57M5fSiG1f4vJpwtHmgp97O1ezx3H27pFWBlkmdIY1/oBbA7rP+5mPbr2LvuTwO/uPEz5n4Qp6P3s5jHYUHZF8iz1VJLq7+kTt19BtIiGUgGkoFkIBlIBpKBZCAZSAaSgWQgGfjrDHBsEPjWWg/Mj0OteqD/G5Ry1OPQ2Y7LG7Y59L0MfHTttHfYveTwKkNxcC6XT7oiC2Uz3VNPutk8bZ4pfdA58K5y4huH3u7GNjepC2ye8DZDsuLbfHr3cSPmWP+KBXPB9TDei3/b66TNgRc0IWnboT9EAEQEBJstorpYAEafAZ6BSrQez/jaOod84dyhSVNf7bhcp47bjHWqe3WdNAauBr5OQUWRFG0l7i8wJSkyhh6ReoHGVPDItLDl1Uq0j5asEejjwELgrBcf0fEmu1PwdgycJbWDs2bJsOo+NsMOkAdx7Qt+yAMYvzd4Tt/Naam+u5N2N9CKTHyW70hJNZKVhPPorNJ5GXjCM/+uCWj/MkTTmMei/XKYL3MQL7pJq/BxMOBwLQ5/Zcj891P8pYP5lmP2wQmm+2TgDzKQJSUDyUAykAwkA8lAMpAMJAPJQDKQDPwtBtbOVqhyfpqC7kBEKsjAgeHS9S0GfusYG+eg3LkdAgeFOMAthIADXP8Zl7Gqc7lWIHyC2TjTZ6pdunqhZ/5SEG/EBbSPA6WA4yKse6a6wJWVkoox5NX4r1eoQGrwt2djm/6bAKe88H9TuCkMcafOUoOkoANcjS8qr6wWFd3UuzksOniDsstxiraW7Jp+mrhPg5RAePP2GHsU/u3qGP/bkurB365yqs5/H+3wajU2yuR4ayMmFn/5e4v5HbLcmlTaJQPJQDLwNxjIKpKBZCAZSAaSgWQgGUgGkoE/z8Dmb1vsyAQxt+Aq5CANkHjm4hAH8GIBOcczPl+cw5k3eNHNL5nO0dQM/T44pAr2C9jfOUdyPa4jEFeIfXZtsJNGMTpP7f8LcrBan0O48vcPKnCS0QiDK6ljyWkza6LG+ZRWrXdeRAVdTO/Ck+DtbmxsmpGpxnk+TIjB1Ul2KsVKOSNm7CVLKR6j1mqDYKs/7d7Cbhk/2hP8U5bUWE1HyRdo9aM36U0/pYNG6Upj4uakvVUE096e1D72+keV31qVqwmqV11rqJLKr5qxzYryIBeH8qgjbPWHuoVBHAgegzgjFI2I02y2O9+ymhRHNQYV1KFS8wiTBIPGByUDtAlUsrjQWG8b+Z/rurbB/l4ZCtOY1cIqs3vmO4writZucqS1MYf0qjvqDelrryGlZ8Y8YGb3119GfmkPeIXe8Q/WGn/4dsWOH3A+QfVUbeY6rl3UVF2v9ZIs+p3oUA6e0yQH3ZeBqnbVSFwnowZgXtswDiDB2JXAJ9/8BUfWO4w1Dqq3oarcM9jXPYKTQfMGn3O2HVz3o8o6YKM7dtD928ar3PWcqNidLrzCrUM+p77acOicju1Bef0oXzBIVkGFa1k0S+tbPV/V4bJqSNASDbK7RNg8JuM+qEqMf1p+uke4T4DyfOWqyruBP1/8mMq1KmKoE5i130NPxyDHW3ja8R4TtYZ33Pi9zDqvwNdDO1kbQp608BftavxuPUNsKuRJ/J78uVBMXVPXkIM8zC/Yn+uynwwkA8lAMpAMJAPLDKQ2GUgGkoFkIBlIBpKBf4cBThL+nWqz0m9hIPfdt6zEv5FHUZlAYvn6FzbkozWeCVuaeR5dZvR5LUfbAA/zKEUvv9DvCj9Q72vs2+YRi33qJyKHfFse7wioF1V9PYTcgn7OK23C89L7FR/PzqXOaW634dAvoz6wE+vk+hMN8n8m7rPznom165yR7lE86Hr/qqs/0R5M4yHzrlKagYd8/AZj1obikDvli6sl7LBm+QJ4pzVKN8lAMpAMJAPJQDLw1xnI+pKBZCAZSAaSgX+QgapjA+B/e/+g+vEPDnL/sts4kHnZ0eMOOIQOPD47Z3wPA1UH9IPjIqd+39MGFwbZ2cwA3w66+NbM5pk7GepZ6c/JkDu5XXXzhjjVpoquz6CLMhP42pGs/DklDVnRVvPgS7EV9xxk3j+PHNNSpdQOLvLYI1qx9s2uk52GkxU9F6jOZj/oTtIhJQ64tAEM2PjZQgxNHPxJXCIB2s+EYy4Mgdvz2bM9sK7G52fAms5xzgQ+epxH7reYt2AltdevIaTE7hd+wbJjJeC7bC6bNd9xvL+Ksl0JgPoKMudCj9wT+DypFNbwnLcUewZ5wBePKf5CA9LxwNxtptxrqo/C/XcxVQdgYZuX32PVaioiM9b5m3NnJb45v8wtGUgGkoFkIBlIBpKBZCAZ+DwDmUEykAwkA/86AzrX+Xcp4GALvJ8BnS1Z4P3RPxSxnat9KPhxYf/mOurBUEYcR92HPf+GDfl/Kxzx3AqsmNxSq/RpttpnU625jWD99eLd97cMsKet5v7XGGs/x2R721tRbSCsLmgweiBG3yurXrTwz7kilyNTX2DZYlnbrS2cKw52732JQA5EBX2b/gjymmMc2iaCG+TlDF7qHLaPL0Ot9thZDdQfINdo93LJDbaBpfFOp0DU6x7V7kZebuKTl4/hljim+6qBUUH7rLCW8VyZyarxQXg5mdEBuZBTy2VUzsWu/VajzeraNcTHnalGr49E2Hc/agD0al5d2ASuBh9UhJ+QD05/0Jy92PbOWBt7FzzoZ5M5Vow7zAAAEABJREFUm3WT4brRe5/d63nkSDKQDCQDyUAykAwkA8lAMpAMJANfyUAmlQwkAzszUHUU0WNn9w+7i1z4Fhdt5OSEw6Sp87YGB0sOReR4Caj5Ry84noGDtMAhVWsPXqzz80E4m7sAiwXkchRqLVy+1xb0u6mocTdnkyPO4IsOeXu0Q+3J5I81WF247BEl3lzhMDpGxv7xBeH+6XOhDx4PjZce1+84+9HW9hcpup+Gwv/nqKA2I49HvzdjL69wA5bisc6jXs8gVh+MGoNuXg6a88+I4O2w2EuSx4iqGJ3bqrwGIdgIeTahNoDmehTtOmRfRug+596m+//+PzOvWxNn6Ujz5ku1G1gKe6GHvyUjuAFm1AZs/GEGGLtfIMhT6zGuxbaEmAO2WWPFmnIfB9DtCSoocggqhDsGPSlG1EFrUR3sOeB244viqrnPXOxZEHNZW0B4fFKv98PgAUkt+HFoXt9Xd3YRTXDjTvq6zkz/QveizmFWEX0wUz/VxQ8YJ3P/g7H7ilibq9Wzgfrqf2aKVbh5bPxRH92EUf2soDKHNhd7dQ78asifzUWJeRvlDOzxmSq7yUAykAwkA8lAMpAMJAPJQDKQDCQDyUAyYGZJwr/EgA5PvNyQ3uHDj19ovA2kMEEnOtF+WwIZ6DkGtFBarm4u/497oFO9qVlKy6Qqp71D4jleAHNQf8bekdLfOgMc6bISLDBYsoxnF3Jp/L4Oz+DaEu0Z0SJStK/nfJmGE/PNKVEZ2DxhJ0PFnOUJvzivvGwwjQu8GOjfQzDeXkLI2u0kXbn1A/sRmk8KYOvsR+2I5H/ZQBPZ1RIbrla7qf4zNkybTDRftTlPk+6bGs7KLCHlfFFv9GdmdKM2JP0bIBL7xyE7+hK7XfjlXSdrS8asF79DDKVjDOWbjOj83qzGizbQ7EabJwRxp3i4lw+/ZyRfuZrfs4d5fxrp6pp0f7rBKoMokjaIPrLv0wboH4d/e9z3+aDHyPC4g4dnsDeZNG4mIyZA9xn4PabQkZGa08WfFqZONrYwkDbJQDKQDCQDyUAykAwkA8lAMpAMJAPJQDKwHwMcTYBlj4yA5dEjtZ/1HQeJnBtG+7MZZfTHGNAxnC/eKBcns7MDiwZPKtkxOjL3t7+K/6SXftpUSq/8822441AX+WXF+mlvW2ettJIjR3IF6l5djF8pd1OQCWA3I8FuzhcdUY9qjY25aHOtxPxa22vks++Obeb1GNUHCjHpayzpUcgr4IqrDxg5Ky97Z/1zLU9lnNq3R9XrQhuGjOH4dWedB76dDTrVdzapnvX9bHZkcVQG7GTWV0t98Y1F+kfFDL+8/HXod2LRyzrymMaOLDqCpNzEQL8umyaMRszjm94n3etFGNUHiuJ7mJjv2L925ydygIdo91O49/p+tpOBZOAWAzmWDCQDyUAykAwkA8lAMpAMJAPJQDLwNgaWDjLeFvyDgaJuZOCD6fyboZ+sup0lt89NLjAFm4y3G51KsarDbl3bJ92xZC/eMfljw7EwIb+5vKNzxD9Y5uBib6ybLU9+ShtBkOApJw9Nokbw0KSXjXkpCO47usztsnd/NhwCWY5Creka6uDPExQLw6hfQlRI1rxUCWftGXZExIjQZMQZ9MCsw/HxWtSlT2IHlsb/mO5GqeyF16udB6iGX/C67/NfvQlfVQ0g8cDFjDU84OZXmFLnr0h0NUn2TntG8dTi//Jg1fStA8FsyD54vgDu2ch2MpAMJAM3GMihZCAZSAaSgWQgGUgGkoFk4J9mgL9VvweuSOQQReCfbxNONkz/v3BFbZtwNfHPKvxv8ddjy+Ogu0ccgB8l16vhaGqGfp+tT9w8wstQjEspVorgp3facyg3InjRWxDrUfSyABjrVTREgwWURAQ2htnNbBhf2HjeyvFlx1EI0p2pWJvDB258QBIcmc+0L/rhpc+E+mO1/miZawf6gdCrFl4YCfbh5xTfygSNUvY2MOeZVbKXfqiXF4AB+iZuGrx0fZy054rAP6n7esw7CbMP9fvibEW94Kyh5WZsO+4BgfvBJMEwDMr6R80fI2eH6Qe/QM3Vy8dxLHh71fK5AV9M+R5n88/VBkxZA2obh5W6ahh+tCaA9RFEB8sBzHeCrfxUjfYwK4p/hn4ra4//yFE105NNHztfpRQrRb/xiaFYfi9KTmHgODApZ7839CeHaSgaMUfc2ARV4XugWBWpIMw1YlJF921yUK0N2pO1R9X+JKt7qWixLTDa7vx7dPS6iyjyUlQWUs3pkmpqM86vajApVxpVnG3FoGc7XFdxHlhxe1NNrrpNzCHLvq+uX+zjQbl5Z+mDIm/B8Gq+s5d2e+iWXPe6Qfu9Ko9STlZK6YcObrc9WSeuBzu3lYfy0ga3QNXaxH1KOyAD5dl89e2iPQ5sZIg23wKW8VsuXx3Wb4o25qi8DMTzZ02O89gnSwhe9ARWhcMVDL9W9b/maO1eObXh/EwGkoFkIBlIBpKBGwzkUDKQDCQDyUAykAwkA8lAMpAMvIOB+o4gO8VYyrX0vpcM+vEj2++ITbGBI2tJ39/JwPLaoz0+39f3t+cpNy4vE97Y0+Tp6H3jlIfM5N8P+HmpsD5xPX9GAuvz10fOc6eXNuvGT4+oSqv+UqpYkZeCQpJr0IsjQPtITPUpHu0jYy37pmiwPPouLfy/JZZKfU8sBTIQVdEG0f9+uQdPe/g4iilym+ORWMwN+74duiNk4UmlB1WVrEcEGH0WSSCxfnkeei0+Gi79BZZ8AbxOX44kA8lAMpAMJAPJQDJgZklCMpAMJAPJQDKQDHwDA5xtgPfnwtEJeH9knetY4P3RM+JrDHAsGLjhiU0Nbpg8PcTLIwceyAX5LdA9xTdkAl+S1uVS3H7xRspxf57nMQcw+k6wvsQFj8Rl3po9Y2BtvOmpvdigo/DBv6Hk3wJuQwd+DvLdQ11drIfE6jUf1y5U3p0590vXXW8qNs6Aal+322HEc1I8j4M8++QbX57CWfVAq+r3C1ibUjUAJA6/ivESuFR2037BitIH9zwSlhcnoBZZexrsDrW1q/k8FkrUAsdGWvJOufDkkAF9icMu/AMCIAP0tyP4Qt6exTMJaMObw37HDztQd4aSpUag5hOX86vp8byg/4Sbl6ewv245mY/Tn2Np/tnmpOU9LZnsq9MDw2Ne/vbYN8ZWb6yrbJXSajZvYEQZ5JUMJAPJQDKQDCQDyUAykAz8RgYy52QgGUgGkoFjGeBgO3Anks44/Hj0jtnzw3EiFvJ5T7vN5EAnsJvTb3f0RfzfpUq5DtqVQKeOMmeXSmy+eJkT2DzpjYbUE3glLD7GOv1+p/+Kvx3nkgp4waW2wQuzPzWVolkTJOjzoC/4Cfco++FZWxa6C8x4Vk0v0GY2R3c3rwH7b7dkovLdHC44Yo3A9dDmmq+mRt6SscYXNtJbj3P852NeBLjqEC2Uxf4vmnckeW3Fgiv2wog+fmvjV3PKjz7efZFBgNi0yQfQ3x986/l0aq+JDlljeOYvMCC15/xZoTKojLZL9fsLPc8T0OvtYm/OZkY35DgRXw7Nbf9gLgbj4Fzs0metBOpVzGdcXr74Jd9n0CLzzwufyoHr28I89RlVrU1mP/aY2/l8GbC+7BX6c5u9+21t2InVXorJ/gB7Jzjz11Z+psxuMpAMJAPJQDKQDCQDyUAykAwkA/86A1l/MpAMHMgABx5gIQSHKQEOdBZM9lWRB7A4rJOcInzm2IS6HcqDwyyg5h+94HsG1iNwRNV863Tjt7p0rujfqpgkiwGUV+VgV4fZ55e/DAANXsyiPwP1zVTf06UG4aK2PbOT7z3dPetLaXCQW3TvB4w2esEW9khQMslnY390HvcbBfaIhKSL4tjfE2L8Wsaziud2tOXl2vAADalO32obg6IDhKu6z8AwSjdR24SCwa+BZ27UGogaHymh1Kon0xl2tb5V7uYwI5bDTPPtgB9+12pFtC4e7GYE9i+4NvIclX7IawtpPMbyfI2eLzazngeNo7P62JaSn9Yk2jciRi3PytF1/b8f+x+9IGRvwd2o3lHA9xlVnqHXoXZ/ofNnSa+c2j5TvZBqxiUVu6gHfkCY0AZ7bGLtVt+q8OVtBfG28rBYD98/1I1SBvOLYjuc1D7J9MR9KrS9J8XVnpjpIvBc+jx5GQb9NiteNibzNI7qFzkmXkBd69sq1wKsC2230YfbSc4v+GEMPfaANqj6wI/E09e2iYpU/5Mpa0uVai5d/FlzjsmOuVPnpQZ8kAUSfubOuCfmuuwnA8lAMpAMJAPJQDKQDCQDyUAykAwkA/8yA1n72xjgACRwHVRHLMZhDrge/bsa6p6gU51o/92Kf0llWggtx0WyHD6CC+XUmVtPA63BIXFrmdEG9iU/nCSaCgZT+4Xc3Efc6/h9wdeuU2s7FJdPViug7uoVNshVo4MHyulkz/1/o9YxM0nWJMA6jyNNaNx1vWwjS5/cA1iywtFesttb98gakJ/fZ3sn8Sv9wcYcfSExxoqC89gjnJ9n3W4VXpKMJryw95ty7K8Knpc9THn2/b696ET2k542CAX189qk18XYOyV5gGNj8g3gohfAx0URjzxrtEZVGNTmz3WA50UfN6pFH+jHWxurAJrwT/saxAHr/q7nbNFwL4CwpQ30ylUqcmpoOqkevqLGXj7sxFjf0+n5LB6POM5Q2kSdYxy9EjKfdMyZOncazBPTFmt8x/zl4ar9i5Ni1f9SziO5Mu8K8ay6GtiuGFOykP1MnmR9P9urDORAMpAMJAPJQDKQDCQDyUAykAwkA8lAMpAMPMRAHGogH5r4SePviM2BkkMnWy6/I63M4mEG2upxKOd4eP5nJ3jO4x58KRNO3o1jSL24NI5NX/J22GTqvXDOiylwoYzOoEoaQvMuWYo4HIZ3hbsbB97Y6axwtO9OesGAGHzTiZggXKGPNpIxQHsJ2IOlsd+gozbwbK5wCJbnx42P1F7z3+OSBpZnvKJt64Bv8Iqn81xqA2fNvRaxAXbBLLua/s4QrTt7/GJ34rD7HWB6ctr4s0YD+yEwmt4R155Y+x6P+bsT7ubwZS5Fv0NOqr/B/KXhSSYnq/qtqMaUmNqd36I2kHjhwuegd9LjGvh9jO4Fl09OpcxHpmJ/gZXJlZqAnk38BYMVsx3V+v2rhdG1o8/XXGl7uYOQ3hk/tPJjK0UykAysM5AjyUAykAwkA8lAMpAMJAPJQDKQDCQDycCbGIhDJWTgTaEzzB0GPnNseiepu8NPZN1NYQ/eDfFbDKgroJx/a22le4GiMjZeFL7R9EGzgj3uAe2D4fEixgsxL/yEvz8pIQncKm4+LnZcJdlNc1XXf7WJd3/Jo5dh+HrK/1OTiBbAQSB0x8o61ksUOEB+CrUOBj4Vv4+7zgXr01t+vk1GIDKhvfQCro3PK8O6jVx+rukvrfre3PP62C3LftZObYV7vJr7seX2wqjv9+0Lox07rSa9VNfre55dOwZczx8AABAASURBVLp+2lXLaXl6vgBe5iW1yUAykAxMDGQjGUgGkoFkIBlIBpKBZCAZSAYeZIC/iQ+6aScbdFQyotr4DYiTZCB0y7JztW+z6mgEKDsLOUXggGfqHNQgxiWKDmOBibNjgqrmw3wfk/ErXuOfyq1VR+6OHx12g+ifpQasRxmqAT+rLxoiEckmihWd9gL6y6hSA4nxKpLlUiXNntfcufoeUNILWZdF456fXjAWapO0Cbb6M2jPzlGlM6EoHD6ZLJeIt6NqHYFp/QOFtvQGxowiP/KNvKf2VEfcr20/SC0XdUKV30FABkb3+wi+/at1Mq2Lwhg/VTzPY1YNogPnTMmWGapKxZYR/jiAhwuoTr5lDJiygjK65Kkir24V0js7fFDLGeSloMqVNUU/2I9KaKj1R0v8YzZIjjbqmOl3kmY25jSdb+DZgz/EAjGtlGKllOgeIiMe8gpjfazBOlSs9ofBi3iqalftDV3qmaO6Tnxh4+0qDk0ogqS441t2gb0LLfjXyqz5H5TXGbXda0OxYURLskpcQhWpPtUv/6y/Y0qeHcuOEHrytJMmkyMbSmvQIgzimx1ENmtQYVoETZD9RVupe7raB/YMxKspPm70KDDRacj9y+4ro9r1CCzF/N4supfPGLSMVTABOejPkeYwG+wS6uqqqhOYOCqgnPy+LaW4lMnDV9UMuHLQBsUMvZoXV9W6VfGsy1yqcSEHvYAHk147V+1hhKZrnnyr0c8zzQkUta+guv2+F6mDaq6qt6p9kdwOnUF5gSrZoHrURqfWxEkVP4RDkMYVGOyA/QW6MfZIET8N5uvPf2foqeBtfP9nxU6q2Xb+aTXGs+bHvE6vV9GV8KCnjsN1VVkMZ1Qzciv6740mTQt7alDzmUshTW4NyT089yHvc1X2k4FkIBlIBpKBZGBkIEUykAwkA8lAMpAMJAPJwA4MlB18HO6C0xOChKT9V/Ev1LjH2i3xdLWZrxR7RD7GB6newhj1bHJujUPPi57LAw5kH0ksqrI+pwUHYdfLBbPPqHSwXAqZvRKe+YElP4yhD0n7Ph6zvu9vDwvPifVWA7Hi8w+r71V9b7xRU+/dNM3s4U9/ESLfZAEedvDiBG2LyUNrH58FL5GmoE+Ha9lOfp5qaFX1POElFtOfToXJm3CZ82Xv7CD0Ic8jz7f29PV4FlujH7sCx3rfzgpszLF9drNkfmu97xP+eMmqu0YvbYte7N6OXW4P7zJKTrcc5QvgW+zkWDKQDCQDyUAykAz8wwxk6clAMpAMJAPJQDLwOgPD9DfxX/f173nwQ/Fq/m0By58vZECLo5cWWxLj2yqBLfZ72BQdTZYXHcUefNGNpnMEKdSTGCvGN1Wk/N0X3ypcqUCVXoywDuBC+WxHL2vYeUx/+R0wTm6CSsgczA3JomqXmZ5RJ8dJ61sEO/iHbECEubdPsT1hXPn4K6CYLfgd9bJG9zLlGXrP5plx9s+pmv680r6p94yPR+f4C6RHJ9nSej/sZJwQvsz8hVYx47l81o5mewgcm+5APRuK2qxjoBBwIQZ6bJALww+pVFp7TmkW/uirqUs5kZdah12qr6hmh4IU75uel2rYYCacRtCWYvdr0O+qKgYGoXpbdWstLLBzxFJN9XWwo38GBeih7qHXye8V9hFYCyWWxfja6Pv05PG+aBkpGUgGkoFkIBlIBpKBZCAZ+A0MZI7JQDKQDCQDuzBw62BklwB7OolkQ+7pe9UXB1arg37ApHNDl+tWv3mE+gNfWIf2wpSd2ucMdbppc5xHl1ocsAeWxj+m68tQEn2ZPiQFe1BDT1x4GBnUobMfbkvy4oORJxzuMoXYjrG22/WN+T8RmfWefBPwCR/rUyKvkOuWt0dIrMeStYi6UPf2g/kLBZmgJZup5os52dmPAZhuqHrTAi7ftmhM+gvdYnDZ6cWT35eL49fKcuDrjBq+C3HZST0sRifZ8g4b+2U/kbeknoldUbM6qvpbILPN15K/NpmR1tr5k/3IXvNaD4vyQNI/shX3+pyuoxraz9yjldrhYMc4PGvBXZeK7fFjHQ5eApU8SwmuwUz9S7uNPtWjF+hO6UIdjQPZrKw56xYwrY9jwc8WVYu1bpkvgNe5yZFkIBlIBpKBZCAZSAaSgWQgGfgHGciSk4GvYyAOBtbkpxOe5XXSYQff2gBFhyOfTu9u/MhfebcDGA5sYtZRxybEABGnlyer/v/VJmnArB029Ta/vU3tgDo4uoLnDuybACa7g1jENT93pzUBsoGNvMeA+u1icAltdMunz8bvFuMjbZQIaQScFekIieiBbjuYyfoil2at6ZdsX9RxOhv3uCSH4Bfwe4zKe0RMaljCOM4eHZvvF8pL9fgzC7mSQKztsmQdRjhPaiPdVz/DFeOHbPyJpPgu231SxeMwe26NE75cDMrvFjT8Rdeg9elh6jt8LWJtlmRfBOPUjOz16+2ivd5j3fLxEbL4Ye/oacw3yP8buBfJb2BXNVRrZZrJanCd7fAz0Tf6YtfzZ5exe5zgngX8ucOq4gCJiwvdVlxMvNFZ83djyi5DbT3N6x20hubr6fzbB36c+zGu9vbYekiwVzx/Ueptzfa+5NpVZVhlVBWf9ppd6GV65ok4QowN0dgsmRyzuMd6bHZy31BhyHvZO/Efwf1we1ns4edUB/9XBJBF7SWfrLtDg3WERLu0L6xH0979hG9tLUMuPb9Yi7tO0iAZSAaSgWQgGUgGkoFkIBlIBpKBZCAZ+AcY+L4S+S/678sqM9qLAQ56FnzFoZAfEmkPuFyw+xsqqqUSDgV7SftNiBQkRfdFUKn8eP5C6Z0Y6aUPLH74Gso51osGH1QqLT+QX0qBfANL48s6ZjCCDLC+IzilZPgtIP56IEYD61Ya4V4Fam69fM1Xds9WH6t2nsvI51Exbu4KMoM55aD1pAXU82xoY5HYk4GeVbXFu41sV7VB9K9ln4fmehcZK+aKTR88LzYZPmDk98roWKWYsb+BjT+0wdh1QT/giuc+xrBtMpS01sGfBBL35O8vRbeEY84tbPERNvID0YFRfcHFqNtH9LWqXevq02WfeDe8eJHKwbnH7vnXY7gCeAG0oZR2j0GxgPla137opbaqcI+3nRBvEN+DzAJqXlxkfqF4vUNY96KG6vd72vv/0scy32JkfHLbKJftHmHq1go+v8MfyeBX22byyUAykAwkA8lAMpAMJAPJQDKQDCQDycBBDMShyJrccLRzUGa7uS31ZGA3h4c5WnN80gCQyOsPMcBxmcCbBx2NGidyf6i63UoRRa/5wgHgHhrhnI9tC/lalM/NXs6/fftHh7p6G1C0uWBg1xz1XDX2rfP3jHc2PLDbP6wVWLTSfA9dPROasIEEi1Peqex/r+4RF3/8Tna5h8PtPvi3IALbZ92zrKNByLHbCb5NBrSFtcbnVaWlra3f7dZg+/4U7e8e4Z240X5d6v4cnUy1jP33iiX+0YH3ZMIa9xzsy/NyDVTHowVJPLBseaBW+8z8GXpgDLmGX6DmvlfZ4q4Y36znfnKpes/TYB+g4eltu/zgCY+Ga3mMvaXmP3XBATB+bzhm5TMIZuq9u6zH3j7TXzLwdxjISpKBZCAZSAaSgWQgGUgGkoFkIBk4ioE3/Ef/Uamv+f2DJZkfYI2HWGt1p/43MjBb1LGEZS2DjADa349H7sWbVd0chAcMAO2teCS7rT7X7N4Zay2Ho/RRW8itcfr1og22zJ3bKS4qvcVR6+wA3bn3VS3yBE8n9dLkx6MOdbBa54TO+4/7bTOimJBNu/RJHuXU2SkFeoGlOS/p5J/5vDjy38F0HOOA2sSW0ItpPp/H2WP7df+8p71mzjOiD+75x+Ye7vmwl/m0LT8sHvDFrVYH7XPg+13tmdzi8hM2wXbE9r7XFZrvk35PTWl5xlMvG/sy4FxD8ZLbnffJWhhC5wtgWEgkA8lAMrDAQKqSgWQgGUgGkoFkIBlIBpKBPRkYdIg7wX5sqKBK3gN2YLQbig2C8c0FYPynPdgz2wd8kYPAtxvKwglELTrMEx7w+GFTvhUExKnq2i8ZfAZGr71/OAL+LYGwQ462v15QS6AvRjx7dy5ducvHqXDS1mJX3XtV91476q9WtWmBn3rLzLewJIERDWh7XI5aTLbP/0SWLe87+cgo7JFY610eYqpIJt6uOpAfVvFjJxmecVL/EqXIwD2/+YOC+vtsHp57rgxmF/ddGMWeVB8fQM1vuKrq0nL47wLkvZzqoL3uGIy1nMMsdsDMk+4PvuJZdc+cIV8VaJbycOo0rf8dUJwr+AvI4F3XtKbngNXzVY2SIsAGyR8BGWPX8kem4P9v1Z8bmu8uB+mpP/quPOSDnHBMnkgxbs99E7g9/ywWy51xT7I+SFcYa9gDLVX+aP0ZrOKWf8qWGT2wewWD/Fdt5MHljxX9Gaf8lCueK/txDFS0x/wbjZJVa7kK7XstuEpXJd7+URtUsfHjqEVr6tAQhY0x3i+Uo93CckZ15G2bVK3wpS0hyg1Aa6w77eUoz2tZm4GYArKBPMCPBf9iX0GUmFbl9TY8yp2uUoqVcsagov2ZqHyq2jJ5+MI7jz+HZk992vI7CB6DPScdV8+ttrgFGFuC+y428QNPZo2fkyT/X7PI0K3Jonsk7hXaZmSLn4hKG0T/XZLnD1iLR07jHrm5x6tV+B6x5u1oPevJmmnJeFwuhGv1mNauQSYshZ7q5lC/v/RM0sNQtekeWauf303FfEWJTQ69C9q3GGY8kQwkA8lAMpAM/IsMZM3JQDKQDCQDyUAykAwkA/86A34o86+T8IH6P827DtK2V41xYPus32IZlSHXc761YLdnrvvMkW0MFCvbDF+0Yo3BDTfd8HtyupHLliGSBM32Kz9Jr73UGLTOEAzen2rLY7DT6aSXDPWQBAoV6kWcXvnK/44xOldFnvHfpDqbLqw3GT5shOcGPh+evuuEz2WgBVLwts8vX+L1Om0PexjarZY/zoAodnn+EO/nTrZ2ZMCZ9Y8dnd5xdS9cvgC+Q2AOJwPJQDKQDCQDycC/xkDWmwwkA8lAMpAMvJOBoQtGewmdSTb/LgNVRzTg71b4HZXNOOZgFCwnx7EaWB799VqVRu2BI+optRjg20cG94I0/u2YQvzAbsF1Hz3ga8rhgTnfYFrs5LwW8Wlq28M/It5A0cyAmk9exQa9nxmUSZNPutk4rW60GzbarZv5/tAwDEnoet2nnGy6IqbnUKvWuyEm841NE+ug2djuP+G3an2bc7Kq0/3bdDZmYU///L/+Vy+Xf/5PfuRb+7KMz41wWLTP0UV/k6zm/sgY2NXPMGpMdg129aOZin2lfkEhj1rLInAPgzJ6U8Jja/w+n3qMATUPvIhQFD7kgaG+xzXFvikb51b8zsNxD4O5fu9+Ge8nfg/TtvGbpZPcO6D7o2DgnYM/TvLfQ923XY/XyNYrmuZQnvQlDrtg5jDn6TgZSAaSgWQgGUjFbfDLAAAQAElEQVQGkoFkIBn4VQxksslAMpAM/EoGOMQEH0i+P0T6QPjvD8m6BL4/2/0zjNqRG70ffRK2KQ2dzNkcmyZ+v1Ff1pjta5Tfmt0H0x6I54Vz24IzG7Teq5/EG334yWofc9QviNfiK8b0cgzn8z66/cE/w8tLIv5JUECE5RcJcNIDyzmeZQC/qlfrqvcLvqrqGW1/seC8oAHzmE/2y/9p4o/wjotj88HYSu+I1scYPGi1H3FrzmM/uld7XD/3P8ipMMVTW3r2VtXGajvkpBelJ9kpIyl8nb1nhicwdh8WRZ75xmfzpE/VDwfh0/OQ7q5jJgAy8lqqPFPLnZlV40DCr8IeQ1G8u/dHUVZnn0VNYgE1P3ARmfUM+b4UVDtBtwa8Z9uPy7VpDwPUPYz9wRh7xNtbE3jOzrn1fPr5yuhN8Vu9iuc1I/s8jmhzzwlen+RqCMbAqsH3DrCe/D7yZ8Xjafp0rQd/eerx2Zcz8HWpuey1p/alLnvJQDKQDCQDyUAykAwkA8lAMpAM/HMMZMHJwNMMcMDxKKZg3X+W1//RGc0NxJyrWDHwRhk5vDHk7wrFgRZ4Jmv2RI9nfHx6DrWDLXlgN0PsL+QWF7ds+PYWsMYpn0WnsY7FeRyOLmHR+HcpVRYHhXO8VgTenFW5KXpZBkyy6hVHNT3URkiMVxnlrkJrauwXpA5VW9zrCEUpXcBtZ/vvQkdtc4x+iReIOYcUN8brBC/Eiv0Y/x+QptiEvYaK9Zcbkn3R7qe3dsUDH/KnmOa+22fV/TWUk1WgNhYPONxgSr6D7IT+wD3476Ws2sW6yd5zXZPNMj45jL8EPoQoaHqWxIyDpGokD9bZ97VFAsVKbTDdYQ324A++4AN5ORXtUMwCHkKxiXka/sfK8J9W10wpmNtqOlLi6UvhPExROnrXbMhB61lPg+L8CBsjaH7zNchHFcz9mv9U/+w/3FZq4nlbg7TJwbw6Kfw6+eeeH0UE8m3MBqLjXckYoI0uQP9YxHqHPDaatbVRqfBQpnsKnoG1H+2B1hg/ZW/sPpfopgYdM+9qvktU1c71SK+5g55PgNEzpgln1YZWkU3RVAdtQF9y7apM8kQHZVNHs5Bj9xAxyKvgnEqqd9xFPYLHkvR6x2joLjDqnxZtXc/TRbDvp7PmXuu5ccUxeAT8ZZGtXk7T3jefv3XeDTtRPO1Btdvz69L+dNnNXjKQDCQDyUAykAwkA8lAMpAMJAPJQDLwzzHwfMGcATw/e6eZOoDgQGUnb4+5UWwdYnBQ/di8f8SadQn8IyVflBm1Iy8GPtjRAZnFawHaAZv/xEAv5za/s89jK7BfBSse/WQSDtuzoh160rZYBdvlh/B6Fp19nWOW/gBaBpgG1N3nYo8DcnC5j9slL1TmLwZVV1G8CsdLhnd1sHDXaMGADKQmLrVKouHlBi9cWltr7GOjlPkul2K1PbSLt0UnsBJosVSDXteIbtnrKJ0C1TryquKurS2x5wHH7CCcIfBQMuMEuFQcuwFexA7YefGqHR4UCw8eXqm4lG7Pi/oH5TXobQYvgrf7rv5cUVqScBczqxp9X11dzU6N8aI/NiWu7aXc9yIt90gsOsAV+rjMRorDLr9vFS7Wss9ir6By765CeudNH76XtI+9PhLQ3jrf289X6666Gry/4A5+QTOVAYbcU2o2Xax/6+3+Sb1Avy9a3btHuHTosabiNEZ9QM2LSzq3vVA+3+lDPu9l+0xyB6zl9lkLluLB12ZhaKPKt9SKLU/ulaF/XZ31JwPJQDKQDCQDyUAykAwkA8lAMpAMJAP3GOA/2u/Z3Bnnb6uDO2bfOqzzWdO52remtyGvuQlHJWCu39rfYU9sDZV2LzPASoP18zuO1QIvhzs7ePdB5TnyRYt7F1woN3cogv2OBNcTeT78p1cxXD/DYHU0I2aP65mPaUa3mnTyV1QnBSI2KGprYPE6YGXHOOwqgTcOFD9q9xPUWfTsVYxX/JMfeCqxYF1Sh+DVD7C1H9R+yt2mSS2Wrd+wMy/wA2bqLV1Cya4IRm3eoD5XHPuhPxMUX5eT1tgDX8VD29A+7eF9UI37A9jNH4gQJpthah3V6KP17UfjFU0Gj85r9ieJgJofu55d3+0JswfgyaFpRJTY7XK/41rQDsdscYAO+H0Wg3PpSWnvuZwPLvdj9ZqsupcGx7L1cVr4BfMIlAKavjZxwGfVb0UwIAtsHBCkd6nnlymW+TOp2JE/eGfvOBToDdUpSn/VvrPSJitwHu7zPmufa530+6noRjoJZeF342Xk52LkrGTg7zGQFSUDyUAykAwkA8lAMpAMJAPJQDJwjwH+6/2ezR8fTwr++AL/2fK6Azs/LKMfWCp6351eFbPeeCm5lMHLOsp72cncQTidy0s7r1Um+7I4i3HZ/aLegVXrsPeyUJGsvWUTLkfv9+bzo782M2prsn02277dNL/nk6qdwqWU31hY8ZcnJFH46ECGc3TD/2ITOlYXbZ0QpoGwOLf7VyZDDO8v50vrEcjiEjxDG/hLNNfwaTt9LKa0k++X3awlB12983m/H9uxTRgQLmlfPZZjsJcY9v2D228O16p5Y1C2RaAFf88nf4yr9c7zgcTekc4Nvvun2TtSyRjJQDKQDHw9A5lgMpAMJAPJQDKQDCQDyUAysMTAoP/Sn2A/NlRQRxlt+stY8uk6vi0FvHPjg79Rfws3pu4yRI4Cf9P8pIMGUMjH/5b/Lz5eoAbwdB0c/vQQ2+LJgJqPX70v2o97+MwMcg2MGcBrYFRdC/bODDEHeT3hMQ3rAKzPTRvYZih9nxCc2gXov4aq50eD8lCoQYeGpRQrpeE17/dnF5kE1JwuDqsB+dzCqZysoUjaiNBp/YYfM6HquVhVW6VelfrjtZrYrlbMTOXanj9VzhzEEwrfMh6qeXz1Q7K8Dtn3V7WTclP+vfKiPag3dM/57lk/FBsUa1Ack58Gmb/j8nujKJLyV3vw30nkOUe1lp9Mly4nBQZbnTbdJ5f9IpaKxhrMiFy0cYpiI9vvA/NvlBa5a/qThbS3/czy1l4sDlMuC7D4afOUuoEiNTjzIYVfzc6bh36czMSviV8T220fD9rXP3eAzTVs/GGd5LntVgod9dokdhNaexnIutVfrF7yqZFnr6qJDhGuW8ooW6qLq2oNq+6zRegeLMqvWIWpbp7uDfnEH/dAw6Ayfxq4ZwLy7+Py8SOc46inuJ3TXZq16L7U76X2TxMPWtMA8a5x5n45/DnfKl89rn1Vf0aHvtkqHb932R+0l6M8r+W5LNKtyUGrVR2RSwQvp2JFG7QokVJoa03VbvXXMQEk+7CTrJFDv4dcakwm4T+kqfYC8N1hdPyQUARjbzk0c+qrfX0pGVVcHKZ9KjDR2k+RaBg0tj+q7vhBxFagtsIdeLVKiiopVZ9CLAl7YBG6/yyMluRKto3PYRotmlvwNWmObrDq6zGGYoZF7L8mq0oVNBj3rakNBuUP1j2ujcCBbhxfW9qXdoxcarKXDCQDyUAykAz8uwxk5clAMpAMJAPJQDKQDCQD/yoDfkrzrxb/RXWzDu9IRwdz98NsMrrvZmYxHfrpgHQ2dGh3/2q2LRYHmrwoLWX/DB4h7LDo22h4JNWNtueKPAW6c2zyxGxwy7j6bp27p39r1jeMkeMKtqeHg+3WO1gSEOAqJO0dUK99EGEN19bSyEdvL81Ll94R+YuScILvpXboLqWSkaKfo+7K1Wzba5kVE9QkhPSsrl+o+NALH3r989Ds+J2xJh9ytmC8jbuFiQ+obsZgELi/WCPvdB+hDxlD837or+UU4nooNbsyANPFf2c0t0UCSPyhK+7HpZK278ql2fvq8gXwvnymt2QgGUgGkoFkIBn4tQxk4slAMpAMJAPJwDMMcDDIf1qDZ+ZrDt/wAWp+7XXj3KbolAN8be6PJsZagEfnpf2XMzDeo0X37EMbls0Pdi5P942/hIhc2HNg5zDHuaOAaqWC46Js9Ty9r9EEVquIywtIf8TFrgJWO+9qs6wOqf0LbJL7XkRVparTumN263/IQ31Z6XPpksFF4tc25A7WfcQc3VfWI/R/Rfa10T66LhgHWud+c+8RFrejH9+jbIOxvybGL6gZqdBes3tWTwr4BvgnRfYdIMd1v5qJ8brBjRGGmByg34Fkuu6+TeUd98vtAvcNu+LNGVBKIVfMnlaHX5c3vSiJm+OX9x7UgbUpjC1ibcJB+vt1HxR4cqsM+F0B/Fui08BBDcXz30shnwnDXgjcnh/fBA552/qPjUKxwRO/KwR/rtA/14n23MtWMpAMJAPJQDKQDCQDyUAy8C8ykDUnA8lAMpAMXDPAoYK/LOPADZgf59jshzNSMFP/vi71rmV9a2xtzj+hZ18Edir4cK7Jl8MxQbF42QB2yn6bm+m+2mb+HVbiyw8Z98mGZ0aP172yroA8B39WaXknuex/kDqg5oMXh83TFNbUD16bhtitddQneatWjysZYWgGQnclwwCJH3BlJIXG8Q/Uy+udDIh7v9+0Nnvyz9uwroy4BzvVzSZZ3TR4cXC7fyzFjXNE+15gbMCS3crd6lytjC25eUB36XUtrwcc7mV6UCq45fcsEpg/K1m/SBwtfWToXpX4u+Ejhw5kAO57PBKKPTDH7fmTtW4snmm3rd8zqlQ2B6p6xvPPwW+eMDMc9Kzi/gJL9ecL4Blh2U0GkoFkIBlIBpKBZCAZSAaSgX+Lgaw2GbjLgP7D3OaYJj3xn9X8Dfwek68valCvH9CZ6VzBEd/EoW/jD4cuY/P3CmoF1ItcAmOrYA/0EBWxvmo+fvW+aD/u4fgZcbC3R6Tw1cl+DV4NMVuLdkBWrWojf2T/Ku65JB0Rkt9bvpFzjvpYC5ZYG2TVswCYZHGoZY/+xAFl1cSAmjtdeLzninrAPbvrcZ6DJz0LQLkenjSMua3SKVHwNLpDg3vEfuRIdXhbTWJJEDug7uySkQHNc3k57DlLT30nycvR7L2PgR+rrCvQfns2Lmt40vwA39g3a+vPs3Cz3+k5xe8kwA7bPPthQ/ZhUZoBT3nysrx3p+GLBrZAztwJEgPlr/uyOOg3FA07R4V7SzqNW/1PjX0vRY//21uXz3untlt43vOeM4dSDCoHFY4s2pM92p68H7H4+ph+9zTY4k/wwSB7FdAGtAHt16BSpjy8LXeen+S3XeRF1Z6nODw2PwIA1gHZ417k3pb2bXssekTE27Pa6Ds+588x+I+43AdTOxq6L+wC08DNBr4C3GNzY9Z+rst+MpAMJAPJQDKQDCQDyUAykAwkA8lAMvAvMJA13mWA45TAtTEHDhw2IK9HU/PnGeDlROA3FOunb+znODI0P5R+7/4l9mCFE1mjDb6ZvFv5OaEPJN/s8RjPDbh3POBl2XSQWph4VffeFXsXec92cVzxxsPaVlkzam3GqBRd09DaD/LvtUoqh8ciRF7IQJ8ZOvrIAP3E2xjQnuQFMC/J9JR6q8+KOQAAEABJREFUISzrN073Jh+g6bgPwVnT9PNPXiDcs5nPeabf72PaYPLjCfjHqGp737T/R8WD4sL7NLdpwzdqqkf+A2jF715o1QtgGHWpvd3WDE1g95ByGL6RrCGQescLukC4pO2P5VD8q5I1diLifkUGtpAStkjZuz/WUe3ZhUUV8QGeZzOTj3aVmgX8j3xjNuRNruB8P4yDDwj3I3uXCoRU9+Laf+dfuP+Nncw5GUgGkoFkIBlIBpKBZCAZSAaSgWQgGXiAAb4ZA9amMAbWxv3bf9/6n+fkFVgtoD/TWDf6upGjEoKvzjdrDzpVNj/BwGxd3pwCZ6F8s8yhw/BSitVaHW9O5YFwS0eJl9NPOnUFl9roMV+HthTvzzmdTiI153zgqfGnX+BEHCTrK7hv4qB7HyjxpHLBOboUns9Reci/XBOP+Eh1H7pOyg8sTypWNA6+7yFP7bF3kMsV3NYyT+Dlwm3Dt4+eeGWg58NrgeFo7mFJN7dZ7rcXFctjr2qLHBSlBk6jRCc1TEzYfx8SpfBUmoDGDv7xGhWDeoGaH734ywZnaAF2zqboOXLSn4OKXJ8631IbQB/ohu824RGY/N421n2+y++Z21G+dhRyvf5/nIevXaDnE+N5FeBeoD331t9z87HsJwP/HgNZcTKQDCQDyUAykAwkA8lAMpAMJAPJwGYG4qAh5OaJaZgMfJqBt8XnZDoQQauV8hvumhoJPyk1/zeUubG6x0rhoD0cf/L4VWvgb0dCRk635GOV3vJ05NiWLO/a3DVoFQx6GRvgL2407XGfpRS9rqn+zwNvTHEhGda8U7sj/+iU95vM4P0RL+ruWz9ngX/iXMzu0m9jneLCcK8O/sFe/u74eWOoO5n4E8IayTI9ILGLzTMoxs7XlPvOfu+4gykQZrQvSh0HPpTeGP23CNh7ItcvILdPwdv6oJo5zveY9U179Ufhbrr45J9AbiaWg8lAMpAMvJuBjJcMJAPJQDKQDCQDyUAykAwsMlD1n863MJ80t43x0Ed/khyGgUnx+Qa5+vdhzDjMApFU3+bQ1v/GOaccYfDXJd8WA86P9oaO6e0KIwnO49jeLNgLPTZPTMNnGGBDg9W5bG6wanBjgHnXKFZ3Pfy7kcDmoVM5WUORtBHntg3ak0Ktg/X4sfY/u/ip6sm+SHzNpXym+9TM0+L+HBEv99bkSXOLYH7v+2x9nKxofoOpfQZbim9MAtiwN/3wTI5Q1YgMzrWftH48sxu6BRpkJ1S96JSJVSVe1Q8+Pr1hyaXlpqrIsf5YFUw5NvzoMQxaHU0XttIFKS5HPsbyXUx+ZKv2j2I4xKEi+ax3fhQRrhQ8pJbC5a2Ptp7mL4xPyvmkvXryCapHfedPdemytrbF7OcMtdx69UP7nm+Iut8Kf/hdtX5owGPjU8kVwfw509bOvE+sCiMN1cZ77TRKM/bCoP1wDXMXtvojZ+JHVrLo2qrXBD0WTe/iNbbvNWhxawdPMmrtpWoyoWg9FxHPH6UHj49jMPyytoPqBbV/iMjvHtdJTsiN/YN7no+ANlji4p6Oce5N0NZvUBQg4RdRvdF9MA461ZNN3y0qijq8LT/RVrO7NDr8aDutw+/Pbj9QW4/O2VPNOq2tfn+r/ZSTQyeJI78PkQQSsdqZ5tCn1OwT9moPkSoLraeeGdxDwVncXy65n+zYn6Lc2dug6F6F73oS1wGVM98b1HN+buvPX7qXo08tDT/a2sKd9PEVwMfcfOlOmNtkPxlIBpKBZCAZ+OsMZH3JQDKQDCQDyUAykAwkA3MGdOAyV2U/Gfh7DOhk7hNF/en7S8Ut0hrKkEcQv7/vex4Zn6PqEPhc3fuOX8njHJeW1gJxB8wDl2bXmsvxz/fI8BZWMjS9NbBHftqLBR3ojy9pznOJfu7t1SonXiMMxqH+wz6V45Y5ZB64Z08evMC4Z7fHODmt+WFsCWv22/S37pFbY9u8v2R1K3w/1rdfCsjkXZ3h0Ewvt1i3sdNEfn6GgfNCfCb+5qjPJ8rz+tFn/Oa0Fg0PuGcW46wrb7H1vj+BrOeXI8lAMpAMJAPJQDKQDHyQgQydDCQDyUAykAwczQD/6Q2OjnOEf/IWdHh3hPd/w6f4M/BXq1Vtv3h/FKtvOSfkcE5MvSXWPjutyk3VC6jiUOeJq57n+NujMr4IKP5NRfXk2xrs1R/YBe5VzoYZ1H3i4ts0pStjzUWYRHTK9W8BlZNt+Qbnmt+tenIk1632YVd074LoX0qqgVMhCrw0+OU99shzJZz0khW+T1rodf6e880s1lMhaN7ESesClo006E8c1nHZYrt20D4edK8K2ydttqTeHpsnTobUCibFjUYMYQ+in/IoBtiBxe+Vqh1ZV8OU9aHVOdsGBpn1UPebLgg6NJ++dto80zvsGfvwWq6TVSX+p2z2DxiGH/vf//3fa8OdNMTgufuBUhcr8FyqtT9XSc6N4Geuy34ykAwkA8lAMpAMJAPJQDLwbzCQVSYDyUAy8CoD/FNqgVVfHLaAVYPvHCikRd4CNdL9J6H6DfyTxd8veuGw6f6kL7HgFM8oAOyZE/4CzS89dhHSNX5/eevDH2TUYymdHZINrv1ZQjzFkcAzUO/FC3aBnPqavuhO0wv3PfkC9dcuj6gieNFLBsBiLnJt4o56vVsx4pPLpVsldqm46LWX1C3jiwHv4I0xYdGN9BbwCf/OR+Gf5aT2Y0pmPZ/2vLhWz3ijvob/2AqRVOV1wm5BPDFc93Dl3Q9yG414vgC/9z1ZDfRS3eka9dgHprF5Y986w7tnINdRc+gvpeqTTdOp7fda6/mnj416b7t2h49dnXk+Va/nBl79ynWFc9def8DHWTuoGVBzr+tL/PC8Dvjvi/n6HpknG3BX/7FOyN2db85U20u7zKwOVZLe5qlPGVbN4l/Sl/jqiyf2VyeYySUDyUAykAwkA8lAMpAMJAPJQDJwBAPpMxl4iQFeCIAlJ+h7LNl8u47833kY9VV8cIDV493JcVTT493x5/F6LqI92viLgLH9tOhrHdv4DTztd2GiTuuIwIu9UqsBHRXKsAp7XfjqMfdb9IoCzPWf6Pd5tjaccD5fdBIPTMeodvOHebEvRjmdu06N0QO2Jo9N2iE/r/nmmzQnPfvAPPuldEWTgRijDcxfEKIdOaH5BnjsMU4R0+Zg1zcM4zeS24uHNa7QK+8iWczchfU/0oujXvP+Nom1mkwvl9bjqw7PtZMlrJk/6vmdt4Qwnckin7iBohPPqtn4Ht3/RPOPUiRG+PP9KX3I9vwaa1BORg1h7Asn49AzNsdk2zfC31lXVOPp5//jTJ/Upvbz6GutMUOrctr25T1/s/w0b5oBWT0M7yAs1I5xHws9TgIiXTVawHkMu31k1OnyyuVYH+msjbGmABtwZReK0Re2i5CdUxL/H6QnKyyE1Hte1InbkMVjniMwBtBU7VFA+z421HffyVMW0B51eFtevC9564IDsGxzr55+XCQuO7nSktdJWs/Tp9HrocFXLq2ZgWmPveJs+1zqAjHjXF9oruWrGmLAHH7Ys4D2NyPy/eYcM7dkIBlIBpKBZCAZSAaSgWQgGUgGkoFkYE8GdvTVH8asuOVQBKwMf7d6Q33fXcB+2bGGYD+P6WmJAT+cXBrYW0egOfaMId9+MikptxwSBuyAFwp2yA9Hnfccqz7MevRTNNy6PEvohLSdWcCv4JxL2h4/+Anc9sfacqgPaDdrzfVnhmRTHPIJq4HrAP3C0O4tqg3KbxBnzD+PqOemkkbuyPNoe+lIn7EA/S8FtfTYJU04qeMe3v94vSpHUkaqeeOSBYaBG5YPD2lvmK//YNoiAkHwEpL2PuCe4d4Z5A5I3L/ID3iOK+YtcQ2KJ32eL/oNrZrWPo/3rWbRa15peyS59HpHeeVP+uC+ySuLUQFbYOy+IkjM53twb+31gWvqdXnDKfvgPNzXRRucR7+hBVMgcqHNlov+LUmtgbbGj9YHm7ciPDJG5o/Yz20HPQsHM+5HcPGXK+z9P74Iwc+rtS2kH64Xhr5Rtf9vqG+sclNOaZQMJAPJQDKQDCQDyUAykAwkA8lAMvDrGOCgIfCx5PlPa/CxBA4MTF2BA8O81XUG25eB370/fnf2+67kkreTTqjB0phxyHvrbNUPScWwfLT5rvBmqSfr4cpdPs4x9nDHOTJY9qUDb3/5NFgftbUh5iSKBP/e5LKHPbRECsz9nZQMmOunPhMvsp9G1NBkfaoI//zkB2lSR8hzLrEGZ81jrW3rQ+xA2w8jN9rHNu3vxyLftR5DYEdM4tN+DM7YY1PCWvGZTeyqj8qftXy/h8F+Uu71PDC/U1iR/Tzf9gSnxD5bqWgDZ83erSKHxCR2wJzXcS9jIJu3Xuxj2He5fwJ8Y/5UB39J2P51hUq0qUT4uIJGQ6dmXocwwF4HrPlzdx6zq1a2aO+AtrL4OyThjU6r7AB5AHV3vMIj+3NHt4e5em5lD0snHScDH2IgwyYDyUAykAwkA8lAMpAMJAPJwO9jIP4L/PdlnhknA8nAGgNH39fzuJwRgrn+4T5OwNpExgDjIWm/E8Tt8WpsfD3i492L+0hupiNs2/HnE7WyHvfQl6gcMV+tXONuHtI7H/n4ZAYtthPltbe+N61pe03Tv+3znaEPjnWwey1JWy01/DrHQz+Hm7z3g4TAe6O+MRocvzHcG0JREYhQtI/6+yARY1/pGe/g8os2rqdCXVGWK6Kzi7zw3nd28b6/k3wBvD+n6TEZSAZ+GQOZbjKQDCQDyUAykAwkA8nA72BgqNUm2I/a4Kw7rAq+9TLHFOyP/md1pS4wFZoNOOkxfWPnHjWDDIDEpgvbHpsmvWDUx1pqsw/AWoiYszZ+Tx/zO9nfb/emf8U4J4A9SEqHjn4SLKnXREMd9MxqMPWr+lgdCSI7lFpRTOK2/4/famdpapvZIP4F8urxo2ctkEV3VbVlj/PRrxTXl49jhz17CEVI9B2uZz+tIcJ88jD+/liT7VtpYz7T5JPV0jCpvCE7v/+9c/FRFQdoopmeF6X8Z0W4MDqk03LiW3Y9zPMcrNfFtw5P2p8n5Yhs+6P5MJbJc6QBm8gqzTiuVrsYCzTNUZ9F4cFplGZqeG3ziJHjKEldJsOgPyvcgEwWr8t41e8V8qiyFn0GhjGGVLtd7CH2KrLqWVHrjwEb5SDJfUldVXXdw2pi47MWf8CGHzP5a9CuUHFVRfLt30G2Aepf9fngAPSxi+D1zHfvRGunesmvgb6gJdYjy0BvvdSueo7BX5GfognFazSrI7dqaRpVBdQ98Io6qZn6L0OpsHFvi3rfY2vyPC/mzOXZYrkle60r/rXUBmgv2z6vPdmgx0r151DxdvPFujcMho1prI3oU88mffrVbMxtsDsD3S2EX3ez60eVN7hy0AbFDL2as2tQXxDX5jWqfSGjQpktXLVW7dUltOfC+vg4R3kRkdzI95xDBGMURP9BefrP+J9pA/mtpfENjREAABAASURBVPtqcBD/Bb9jGmv1DWIbjGbqmSM+Q7+7FJ+9z7X8Qm+s+y30zg5onw7wmS6TgWQgGUgGkoHfwkDmmQwkA8lAMpAMJAPJQDKwxgAnRWtjqU8GkoENDMxOCccZ3Fpg7B4ulrN4Jayy3+p0yU7TX4n+jXOXymx5ro+08W/51KKQKlhMSeOL+i9UUkPgMr0/2XvvyhwfjaXbtlBYgm3Wy1bzeuiDZes9tWQe2NPvt/oq46u5b83v8LxY7MODbAxwSC7F+AsNGzPYxYw7FYQz2sBfAHsyRc19X3/iP15py7uBiP+tcl8GvrXKzCsZSAaSgWQgGUgGkoErBlKRDCQDyUAy8DcYiP8M/2A1fEsBfDCF40JzbCD82fqOYy49/wYGOLrr8WjOHAWCe/MuY8S3QkopVkq5N/mLx6md/MEXp3lYauffP5w1862+QAupZ6eJmzc8PyN+i/v+T1VpY7WHBPf65BkJjG9TGfzPQCKy2+siVo+okW/ReWTFo71XvDU/CsNOuhomtuNqZB9Fi1uNbwA3tPY+3s9e4Jh7BwnOIzxjzr3LFmPgUrveux4hFtBbIg3KFx1gaktz1OW8KgShwOV+PirqDb9+P8W4EovmDvKiVvljnSUWL+6vJSwa/wYlxa/kyboHVkzuquESPL5d9fRizQN3I902qHr6Fz2Iin7X0b5tHaPsszli7Bk590X/xgI8E6KbM8i1rvbo6PTf2OSe+sa8MqdkIBlIBpKBZCAZSAaSgWTgOAbSczKQDPwOBvgv6zic6OW3ZR+5fVter+YD/3HATo2v+sv5v5SBQXkDiT91+Qa3QS9gwWOlcbA4xwMequbqMn+l0/KwD/zovNYCbw2vkj2ugkIDUPMDF/s6sHP48t6q4HMQrw9VQY482x1LM4Mb5NJ4083D0qd6ZgWa5fOfXp+mI4GaNt0+BAzYAz9etzJELkwrNo5pnJhAGqM2NyemN47/IGaPTRGVt79YRC5OoJqAOZ3W/2je9NJ31Ff2zNg+UlTFjn9uGnkZa2SCXAKXBtc9plxpeZmt9zes41Y/Vz6OU7DfjvM+98w+CF3fDt0eEqL38POkj7dOg8MRvrfeGnwMNsbnOTZq3iEWb7WLwFhsxcXEq07R0xjoLtZYtaLnBjA41xiX6eW0Bne9pnuzjt4ldw1w5SzW8mpgkyJfAG+iKY2SgWQgGUgGkoFkIBlIBpKBZOCvMJB1/BIG9B/xtnZo4WNRxxv+s7YqxhwRfi3HafyXNpxjDhx+af6/Om3tNz+wCnl0MRGnl2NM9kEZ24eJPu7Y7u+3PeOqFnZ1Fb9VL37B4+456VvCI56o8xH7fW2reHBsckutgyw7aL4UuqaG2tsvPGIdOUQf3Xsw1kL64GbQ0daf9dGOCSc/Z/az5lFFG0y/v07/P7PyY+/64SVwj8W4JMi93U7HF0xYEWpdGFpQ4Q5XSL6NBqW+tmpcyIW5W1Xhh9pob523aEftYGGQ/OP/L5l69IqQ0iZLYnsOk+Z9DVbFMfK6GpnawKoBawts2r/UTb1yLaXGNJ9Y9qEfXvrW02BVSQEzshkhnSfe61bypC6Hxk8CU5uvwYbWkfa7LvaYYyEtUu6xYDJTaS3tFpp5qdWcJ8ni9k2/36ezL+ol+f2+n+OPeeJemdZCWUx9tU33j8O5HNBMEAP6E8jUfajR1sjGtVqbSjxwHi/inP+/dyQw9S9wNn1Da7yPbatcS6ka+xZoY8mo76s7u/5Gl3Xtsa0q9tw2y7RKBpKBZCAZSAaSgWQgGUgGkoFkIBlIBt7OQP8futF+OomDJn5rXnuUG7Uh9/CXPn4fA1p7DjPflXh9V6AWxw/aS2tff5JMYD4qfengh5lzm3N/NcTZZOfW7YjK3Lz2Maq/1FqcIkv0PcY5LjRswDvbPjD3eDL3HOQbnbrvuxTTxsP5svv+phrdN14NbW8c9kGE4HFbEGZgiSRPJP1A9BkLxNg2iQdyCuvoI0P3iPQstGbMZ+88Mnfd1r1qGCkxv9gXfo+3l4XEBX1d8yl79olDeHzSDtDfBuoKLM3QmNcouTBcNTYIyBguJBGd3SWrK6esc8RVWxqrRa/iBdoN2M7RRu5/Mg+raoN8AnrfBDIMvCOvy2fg8n54KQ+KecnBd05me4LIjvb5haR41D5uv2fC4kB5xbHiW+Bq8LBE4OC+c+Wje09vcO0CJr0988M8Ab7BMy6+eo7W8YW68gWwffXqZnLJQDKQDCQDyUAykAwkA8lAMpAMJAP3GIi/yX7P7pBx/rM6cEiADzuN2pAfTuXl8OlgGwM6aNpm+PuteJkRuKpGh4l+GNnLK6PNCs4649s75n7hmaNSsNnNdkPq8sNf8r+OgYackOEUy2hvkj6BZ4Pg7U2zvsqINYGH55M6WTFB9eMrYP5z0qfA7yi1jrpYQ2oAj8VQ0j4hpHde/5C7KSd5oy3x0oUPuA35krNNk1VEZ0ds0KkObZa4fwt5aA+tRGPYwcuBwIrtopq9CRYHm7IqhZPyKbIro2wj+33ygpcXsUjQYp2s6I07MfeLNPfEjgJz/Wf7ZBR4RyZFazxx/o6AfyxGrFWT7dP0e8F0z7hcqPckXUDNl67Jj9bxJUdPTj7pzxonq/pdODiedPP6ND2fGuevu/pNHvSYNEoPOc+d/THXZT8Z+HcYyEqTgWQgGUgGkoFkIBlIBpKBZOD7GCjfl1JmlAz8cwy8+T48PNzqAi5FrivWa/oV803qpfibJr5sNI8877cA0h5RdnP+uU/VpMp2i3/2JcfhtWuG6rtkZB1yp+xwF7UjwYuucfmii7vTL2Nc9u5O3t2g+IF++zbhbedHZRp+m2yfptc7dtRPYaNU4397hGgZN597+Hu3j5b/u6MS74DIB7gk0++FCmbrfW+CB2R2VMH4XcJSCeJ9Sf0OHX9TZhE7BYeCG65uDecL4BvE5VAykAz8bQayumQgGUgGkoFkIBlIBpKB72JgsB9zVEn9R/TgKDbUBuNv0ztmeZfBDNgbf/hb/aAPSf8Wettvb1PHEtffnvcH86var/vgx6rugTOq1eHW0c6rRev+0Z1nE+TP7yf0ar/pKnUw/r83dbfrFcNwhTeloTC1g5rTNdcXMz2bAm3tB6uqYwmTGzWKVdVnDjkxc+4ldriUlfslNb4NEi4H5QXIzYZBIVuu0T5VM3//YvMfPOr4UOPzEQ/kucsfZlcGywpMibc8+rpW2dig+7FHeCWuqvGn23K9YRmyWVf5W8aPYp1RZA7c1l0UK6firUM/xnv2pPXoYeiFOn+meD2m/arduLS2s2QH2a/hR/u5+v6qxp7DHRXDr0v58rYG6Kv78BXzWT/acweDnpG3EDy4nCZrsXwnnKT+MRtUifNUxYugjaSyDAyleG3T1MMbMKUE4LbdaB6R2i+gtVXyPnb+YB7oNKprEKhRG1a1ajEGxdC6GhhNpR1bZsRxvs3ULno+nyZopu31Q8xBdfDNX5eq+aQ/g5ThpBCzSCQlrTknRfk0FK1/0XOth6lftXiVug0+9MxTHBt/TnpInhQc1MlWNmqPJh8RlAgIjuyB7hJjXaqROq9RtLwzDi8ctPkmvm28F0y8XJjs0Gl5iVvy1J/1q9bLQf9IKA7Phao93mPQGvf9HUq8dOEcsn9BuRxb6PXP7MX2uE8Xpo6qto4+d7TlHgrU8flVlYqGxzn7Cf78VsRx+zNcF4H7ragvvrkfzZ+x7INqP1IHfM+RnN/XfV4ysnVU1QXM52mvT317689JOSq6sqgLYG3upOM8yW5N8qx21PHZHXL8vcW6jsBsHo1dONdlPxlIBpKBZCAZ+OsMZH3JQDKQDCQDyUAykAwkA/cY0PnCPZMcTwb+bQZ04qbjPnPYEz8x/4mpd6a87fY9roQ7FX7T8NvYfr7oWCfk815uzqyj72Bj7Poc2sA77/+4GXE9L0YCCy6i0IWhPVTw2Q7uyeHskV7grH2yRQ3g7nRF3GR319GqgV65j2MtkCKO/TWBRWDNpvlaGz3r5Wer6XlSth5i4N8huOjPBGXi5tyaVI80fg1tLVFehF6W1/SXunkPjsBcf7uP5yqubQRtYB/4IfslvCOVeidI+z1yxyiHk4FkIBlIBpKBZCAZ+DsMZCXJQDKQDCQDX8kA/9X8lYndSYpvTQTumP7OYY4NBGr8nQVk1snATQY4rHzH46fFqTqmrMonQGQg1e6X7tvxW2+2cv8W0tg97uccUjE1PcJoETdg/6zJZoRi7O//0iN1E+1Su0cPr2DZF9+eJDYvK9lOAEvWoAe6V0AMskCCV3z1cyP/XrfcprIzyAUs276ubXuSeIOcFaNmh3r95TrM4l532VvcaxcZAInFS1Vq/xYtMDmFXDR9SUmdKsS/AVdVb3E0l61N7NZ/9HOLfZERtUpcXfVK87rivs9y3+TlNFSxcQ+YfjOZ1tjiW8C290+3vg/v0b1zaVUWuYVjpJq7XkVcgvYNXEV4w1ruWsCDzorWtFjVLhp039ZNs9l3gU0TthiJdwNbbP+kDXuNu1qyqw9N181mMpAMJAPJQDKQDCQDyUAy8IcZyNKSgWTguxjgv0/9sG9QXkAir0sGgh/k5cjxPdZHhzoGPhH/+AozwpczwDle4JBUCweVgUMiTE4jCnJSHtrQM5X7NvBULLKVH38GPOXgLZPI0vfJGI3+2LwQ/ki70JifFTN3ph67Y+3UP2pSnBno+Vzj/Gz9Wos1YjWQYJO32PvIhQnF1xWvYMHAVVTWA9uqlxw+eOgHdfYc920CV9UVoP8Mqp6B4N5cbOpp0P1SBTi4N+Px8XN91Zxg5VZMbaC26+z80+zH8bP6yRZ+VBdOHeqLXwPEf9Lr8jT5xie+ge/Da0vWP3A9ulWjmlb8Tx5Ub1vftrbVc5pGX25QLf8s7aA1pB7a6F52vNWB24kH6gIjH0rHR1iK1nj8kzp6KEpz53EYmTSPO/9FM1jXKkKRrO+7UtfW1Uvnc7R5/zzyt1vFflSg9hpbTq35lS+A54xkPxlIBpKBZCAZSAaSgWQgGUgG/iQDWdSXMeCHI/qP1S9L62vSgR/wqYQ8dq7PZ+jXUU0V+CaOy6OzGGMRz6F4Hhe92h+4OER0KDbnWUDN1y85oqqiA2D+/+qA+XGtBibvcYSInJSvN3A3wmtTu4/6eoAlD9zDYGnslo7MNE8Hun66qlxvWX/DGBlHHvAb7ZPWOuDrrn6M1djvoZjkoBaQ+PMXzFFrjyiau6XXD8b/x2OgVMbC9ljJmgJeLiBvRuP3F1gwat84a3Wwvdv9v2DoqmqGEYjnBG35/k+lN1+3PdjOP34rKn4F8l21h4FJLkNG3TVoXgAfpv4VJnvWX52iGmUX85BiRgP7XHLv2UMtnCLN79NBj59BY0I17b1LlCplrMtoH/POcp4jcwYpAW01/VK7eGP8YHyEah+VO4rRN3nP/LO/HR6t2bX/D934/6juZRn/P35Zq4BP1AdzJbpQF6MPAAAQAElEQVQrLELG0KCX+6xrIPR7Sa9H/G66f/ug/Flkjmn8uj6b28It6OeoX8blZr/BxTT8QEMuLOrqJTUWPRv5vVO0vuABt4eYUi+1IrUMu8cILqgdLm4F8ByYcMto49jcF7WBfvq/0GaPORcqlm+dS1xcz+7xCyfZSQaSgWQgGUgGkoFkIBlIBpKBZCAZSAaeY4ADnMBzHjbM+sUmcDOmr0MrP6gdu+8RxA+8J2JG+RIGdjqge7YawnOQOOFZR6vzPIJG51IqvXbgc0/0Ufb0u+qL54UOn9dfhKzO1ICy9VNUSfeBlPqLL/bJo+lRFU835PJcRgPLFmbrs9dmfJf+9fx9qxxclK+CApEtLxm2hfNZMkVKzC/uET81ZxzPc4Poa8ztJP1+GPwJgQoLtMi9gf+bvpU/L3EdTwTH96B5SBvrUnfx4sWgxxljLhq9ouTFnc8/iVst9JQP2QXc4MUP+cK9Q+2IQ//CM8wIqrdxczH4cud0IuD4rT3/9t6lSzIDoeX5BqK/SRKC/MHahDFIv7ZVG29Ur816WC8mjfvW5cOzd5jgHER05A4+Oxfw5RDn8GfisO0bYoHO+A82Y22dgz9Y33eXBOuDnptkSVubkGaHU9f+x5pZbjKQDCQDyUAykAwkA8lAMpAMJAPJQDLwYQY4lAp8OJXl8BwbBJYtvl+bGX4TA9dHU5/N7ry7OTgLkBOZ9kD3PPbztDEHf6ES1SE3zrswgw8UIWk/AuYNmgBoq3nUpXr5hhOwh17KnmS9hZ+l/FWXH/RrbFxgXtKAo8p8v1+4AcuRKR8sj+6nhV7WNuR2z+QO5jO0ZlKRO1DzxlXspEVtOKl99seLDw1pD9muP/gMhyelerJBB/yDVEBix0vu173pvrIuGX+5tW799Eisa1G8++vxdJjriQQGVyOsseC1S16Nv6YoWs2fgRfAZdERWl9zLQ58BBaNn1XiW3PD9yStKjsN7Hid5BH/J/kEEm+74LL4vjrpvezl/btXEh5DzqgRqPnPXnVj5fAU2DglzRYZKP47CS5Pel4hbfZzmvWzmwz8GwxklclAMpAMJAPJQDKQDCQDyUAy8DkGOCn5XPSMnAwkA1sY+Cv36b1aOa0EF3YoAMqdiAh3uPw1iNpDPpr4p4reFjeqCnm7urlVF6MbQgtu+/qdo12Zby9gLfYwVANbElrzcXMuiwn0Auum3QGD5KvzfPPwB/gPl8SJ9poMm6WXC2tzHtLrBZ3bh/TO/AMmeszHN/Z7F2vtyVVUPil2aZTyn5n/E9Zyx18CPHyVFWfjdcQal1JUrsjW9YlSWcXARhoeM1upq2qNwWPO0joZeIYBXvOyEa/nMnKtTU0ykAwkA3+YgSwtGUgGkoFkIBlIBpKBZGBnBji8Egb7sUXoAGQAMV5lR99RbNAJJ9g5q+92J74MdFnybY8J+m/4k+NkTdpZimXsxJz16Fy93vRD2DwyeJ3IZzwM1vZGSDv4R3G0p2yCwvneRK/2xotDziXo1Nd6YBN92rW2OFXPgwjFAbS2f3TfIqvyaPhReoFBbVBHSXsZjyRJfY5HJj1oW8VnYFBt96fDOGshlLCmwXMAGbotMnxtsd3LhjwFJ5b4wGywk943SD+G0a+bsWV6fppGB0nWNNYcyXqDonVn+xaLH3eve0UjmhdaSb3gMGEQ76CUYkVqHLAONPcEMQC+t2B77EGm1+D3ELVr8OKqelaAC+UBnZPYPIlT/YHBQB2q+YtfxffnZS+n+KepVWRvQtW9ULVGATgEk+FFo1jRhtGn1UF7RPO19IqvSz5+1PnR7vqRvJi2Y6cu+or1MeXXUP3PVT9KbA55UN4n5dhg2vOXKKYf2cCPqU6b2m0u3BU1HTJFwizzAlK/dFWty6AaqnjVZU1WSfGuMepbRhu/F7zdr4N2kS1CgewCg5kom0Cd0ux04Q2YQpL/j2mbOQhQVC+gbbGvvWMG9zb+MCf+aW67SFbJM891MtbambgFVWs7QUQPI/DLPR7rqlm7Xu6XtOS1Va4GF3/WBLSXQB3CEP/9gBxzHkRA5D9Nla11oC4Q40WxgKYatPANfqUVww9J6sC3QzOjT63h+8dz1Ror76o1WIOmr1849rUk0ycgPqqSpNaoez3YQSPKoV+Xy3Yd7wPxpL1fHwD8/sg+soZ3MIj3KvBPrZfiBIbJn5StXhOPepao7nmR7Mm5LvvJQDKQDCQDycBfZSDrSgaSgWQgGUgGkoFk4CsZ+MrjCU5RvpKtTOpXM/Cr9tXOyeIOvH0BtzxhlBhm4OX85OtlH6842DP+nBD51tWymxqt+w9/zlk6ggq9w/CXd71vDvlBr+va3ryZG4PALZc+NOjLLDkNRzvkNLBrg3p5YXPPaWQR8p792jjzl3Bpj8WlZp/eaVzbo/z7Ij6QKnn0eGDqJtNTZ8VLva67sflMRWuuqdTHHnXqk+5/8Jc3ql7UTXHuT9lmQb5gm/WF1XRvvZAUU0E49naXDzXzci7Gn5Y4fhZPB31uImk+NrMj7LGJNj40LH7wBKL/70ixXvVM4ZfGQtEaWdCmKhlIBpKBZCAZSAaSgT/HQBaUDCQDyUAykAx8IwODf7N35b/ZvyBhjg0EDha+IJtM4fsZ0DHUepLV2nmdpI0/7H0wdt8vSBgcFJnaHPJPGKDmGy5F8vuW+1ftN0S8DtEt9PXgzhrV6R6JWf256t9oUxf+fWjXDzn275Ahd3X8K53BMbsMHFEAa4lvj/MA5Se95SnCak6MgfZkmpkRCJjho+h+Ogm0mVI1RzvNqu3/0/s8eWdQkIApsiA9nJh+sCnqq3nsReH+HeL9w1AL/O7n2bRuDfbIDzxSZ49H5m+xJYZWsSpGreoMDbQDfGM3vo3N2oLedePLvEa796N9a2DFrig8/hxqr5g9pW4+i+dJHN+rT3maTVKePPXBbOSqW1R7D001RzGXVxMeVMiNVtMmaFmth/3xH9YABA/vL5fVfH/U74kI82QjHrjJaHZgbbpuNpOBZCAZSAaSgWQgGUgGkoE/yECWlAwkA59lIP7pr89m8ZnoUXsvu0ziP9k71fc0PbnxwJn8P5IZ8cfA5ADGbopfyIDvKfLWIZUBrS+HVR9cV2Xg/7giWS3jvsXyPLSqUfUVoO5UvtrHX8Qec1f85Xiy8epl997kltPZU0vN7KvAom/VHfUvjocSngKhazK00AfOWvmeYqvdBv7WZ9SHVGVQLuEvQeCFqgPoX8Ggt0ZVcc7/5O19b209yKRHNw+1d5ulN/2DgRGK6W+uXM9HVMQ4fSEKV3PPi6yIApb8Mr6kn3Seu/JFTsotDSIC2TI3oK5fepnmcsePFm383I1P+ZvnviVniCWHCeJwy7yHbHglA2ISMQKjTumPrdfFFh72jHcv48gn5KJ98IEcDchxBMs0apeFP9vbEM+OCzT1YZ9jiv6nnMOCfJNjCv5oPiQwWNF+Ah9N5QPB+csGQyk26JlVF3Zd/6T5QHoZMhn4f9g71zVXcV4J21n7/i92/56Gr16BiCGGcEzSaeWhIluWdSgbetpZ6QkGgoFgIBgIBoKBYCAYCAaCgWDg1zPAYeAUQ1HN0PpTDR1CJFAp2v4/fDqr0Hl2yvBWsXm7ynJ/59oRG7ydiTckoKMa2xcur05BcewbXS4Vz+Or+eziELYE9t6nra2eOnTftGl1QKWNr6E2Yddp1X3FpYDsqlaxODADak4ueHAVlt5eJ608VZwLvLTGaprTOuiLiS7Z1C9E2vfqfSX5G+CeRLg3Xy7Jay6o5zo3ftdn1ZR9LdtWd4r77bRZ5GWZT9Ht8UYjgj1P1XzLRb7KQXWkKnYkRT2gn8o2ogkH9nNNHe6tB0i/92oVrxFcJq1JzdetbZIjq50eam77aWTr6FUmNE5BDosj/vJ/KQH3p1ySdkMHjacLXkql5nVIrTaIjtwA7c0gqIO6aONEbfOZ1dEzkp8RJaTdexGBvZLFLbUp0l5XdttlrVnGl+RuR5p/3ztkuN9TfSYc/tMQvpFq6qL+LvdGT5ZkFWABPw6Z2YVtYk2msFHeFANRYta2NHpFu1GQEuoOl+sHxdCgIgc7cRgYNe7zeV4Y0n/i8r/EMwQYuaM5X9zRBmKv2LOZ9gWlshZljAtCVF3asz6x3ipMK8wzP+vnNPlUJ3yp0hhQ0TwjGslpmdwzU130g4FgIBh4DQMRJRgIBoKBYCAYCAaCgWDgjzDAr6bgj5Q7KpO6pxgZfHinzP0NqXJYaYc75PGG+J8QknOtd+SxN+7meT7B19jla4rmwAx00SonZzpU7I7hO4s173jJmge6udQI1sw+yWZ070xjq0+SyjHZ/aX+7rAr5+72v2ciOQH2kqPmx8eQtXF81PSuMxKT0eiqQeJTGNZhGHhx41kNR9JRfbZ/kGM/RL3fVx1F9NGPLdf1+NAG2Ic5xum6eXcrReYTitFi9et3Nypash9sva06iQ2sbjeX3psfJcnLsTcxap/6OP/jBNY2wam4bW/EI+6RnJmLDwf9LSAHQflYXlumbrUlRdtrXTx2JRjcjDqDtmswF3S9hXf5ht8Fi9cNKWG7F8nJo9IG3keWfdoA/Vpg36TumZEkQddf62GvHUvm2OvjzHnkcqa/j/PFfhrAun9chpcmxM9Wqga0p8HOf2JPI0Q/GAgGgoFgIBioMBCqYCAYCAaCgWAgGAgGgoGOgdzeEuh6n/Z+U0IONeO6kIFHnjm0K3Fh8MI1eRRdvuWmPVpqZtuc6zIoidgCr3PLnHNtqZssJl4rqonFYjfrNA6kt37laG5BXO8yXfCCV/BIJJqs0IaDkYdvN8lf2Tbf0j13v8ro0Y3WN1XXlupUt907kulbX9QGivpEJdUb91LTljh03cQj4Gdl5pmU1r2I3f1DjDn7zmJu9K5XUfdO11JOyda/67763fhVWsj52KwNmLfYNiJf1L1t0iprv2+Talo1YYXRTesD6qYEso9M6sOWCDZgxuQkNTlm8Qq2uBx279MUtW4b7pstOeyzfZrwCresXQfuAfAwCYIelOcrqKYEuZQ4P+I2j5aLprALaKv5XZfu8zSAKr+rvGfVsKZUzXanPbVnbKqLfjAQDAQDwUAwEAwEA1cyEL6DgWAgGAgGgoE/ywC/nP/Z4qPwYwycuXm2+OJU81jm/Wwcgb77W8QpKW8h/BXEfEg+4pZMwBVVb/Nbs+51yvNZfpiAlLr3Z/avG+9reF3AZJ+HOw1IkM571Q648T5f6fwI8+7oE+3FXU9rrQ9sAxMGPrTrC+3yxWn6Ru7l7A5bmx52Nby4rKvCzfKzFFB89PQuWe0ek/vRE5++Pf92e7xwIsmBC0O8zzW7w/G+LN4aWWsLA7Uc4gPgGiuhCwaCgWAgGAgGgoFgIBi4iIFwGwwEA1/NAH8qzzEUyq+djkH5nQ2vHTlU6LXfkn97aRjqG92fp+NbDL3iE0Treb8iGWqfoo875KF8aIN+6NWibdu0hOP53Dm4BpsHxgAAEABJREFUpUb7xfvuWf3R3nL9Hilfw7eBaE/R+yz4zsqpQ7LzTQ6aQMLGkBIDbdLLBhLdHq1kh8cPyDrjVvm0idct8UWOTkv/OBqtHV7apltD+h2a1LQdkuq7A2tAFg76NZB1O9SXc9sbdfPanK2eXim7pEqzovV2vfDxoxJ34Ka3POuMERnMjm8fmL03xLlunJFDojtGAyd3qLBVIHBf26aIcrO/vpC1f1m2GpLGEquGM/my2ZJJr05oILdazx9Dq/3Utj8KJz21C1mQ+Zsusrw9j92QM7jnrZsjJWoBPHscg7fOb8evTKXn/z8oDzAmblMnU+raGiCbtOOVFaRbp5t83eRh7Mk4bhpttXaERvc+SGQiHyZT+VJSSaDGAVpl1kyiW89Wz+MsEDe95dWqjirSj7LXuvnaIIcM7/lW57pP8TZMeVMj55xyzlq7cg0b6W6G+bS0drrzco80ql/anJLtSa/VpDjTWpeczPu/aqSRY+Vue1LN8uKZIyj1dEejdg1J+nVItRd8gdrYaboZRxSXGg0CCbvK9s00vP1L//Rz81/KOQttD9odtMoya1LW8ze3SRLcJDv4f39neBXG/Zz2vBQmsXwGOfB+ozYe+Rl8UxtILF6t7Uffl8+l13uXi+4vH2x0X4EfpNa0vLdoP0tAd2qaB8zWPTT5lkCrdQd6EqYfmeecU8531Ge/RpsJM/x8VYa1NjYHwB4jDnuffTd1xfhUF/1gIBgIBoKBYCAYCAaCgWAgGAgGzmcgPAYDf5gBfjH/deXrEOXX5fxlCb9q35wa51Rnr1nQs1J+9POoeU1FfZTFe3hxsHdwnhgxQWhwnvtDnka5PfM0Nbb+BxXzLP8Lx1vjIiVno+9aRNrAOnve5Jz54GG6B3wYKBXMBKXO2zgA3l+QK80WPKwe8mxdrp74pwyvXBCYd1xBqufOR4Z1/x59TvqsuXHXu906yax1loetXhyKcGB4SFkBprHW6W8sMTjd8Wc5pEQ9olOqUZmOvvD+zAeBwTO794yT2RxekVF8APwKliNGMBAMBAPBQDAQDAQDwUAwEAwEA9/OAL/ZLtT4l4f419j8q+zfyQHHBkIr/M4CfnXW7Bv2D7iqEFZ26fZlDKSEJdiSCQd3YMucsS0cGMbq03pwi//THE4dcSoKpvo/0s+qE0g8XOgdD4MbFawhawlob5y+YL5t/2Ldcgpuz0zuF8dCiDcOwRXYnQJ1CmzxVk7a/jnh6+pSQ4eumwJkxXE8OiP6o3ZZ06bcgmWr0SgFSeGc9V1pzr3wj2+Xu72Lt2SY89Amtmv6pS/jaCl37ZlkWDKqjXHfyjvcXUZQk+6uiedIb3j1seHqntTL88jajquDnvbN5S1B12VHHdo9xiQyrQzBvHURdliRCNgx9dkUbhNKBNrVz8zPHSeoM237l718boirvbVN+ZcPrKBNIdk3N00DtSV+JyObCgnjYCAYCAaCgWAgGAgGgoFgIBgIBoKBD2OA3zI5gAHp5b/yfwYZ1O6oZARFFfVpKjt0URDkaU7dkfwmW1etLTW6frs8ZwY5gHO8/QovrCt/vhJckbAt8VHHrImhdKSTKDvxLGU5vrLNdJmekqf8TK+r/N7jqABO5sBd+WWtZyzq+WHPEXHhlWsKexuNw4f2SvxxnwDae/3c55EZuSMF5XwfW2ittVtwsX1I+RnH5DuHmlfZcu/a3Nr4Cp3m878xaNJ/KV95ymz3kPIlV8VMDp4zNgYHYEXOzHEwF1Sn3f01smkUkwzu2pQ4cK9OPapULH7+5l7udqe8k2HqgSq8GtrTcfqMg8q4+dQY+QHMLwGxwU7n5GZ4Nl+1sLcGYJ/15lDz9Ku8Ycr4pwfa6JCaN07Za756aZ2fvYEm82xPuM/VSUyczHf5GYRXk9AJ5s0vH7E8FIWKaat5yUXNlzh+6pTIgArB0wnfawANk+rKJ81kKLrBwJUMhO9gIBgIBoKBYCAYCAaCgWAgGPjVDHB4Ygdlv7qK/clTP6h44EDYwRlpxeSwigMcgzzxuz5Q87zLajvrEAU/S+BoYoq+FMujb/8hwYdY4PR1FYecQ7Iv2aNIqUaXjUvjUs3JNV3LybB/sDJIqgBTu67PCKBewL5mxOMj6Z8F/FE7qNW/PQ4eBRJ3mBOqKmHKX/hGDdM19z5jqp1vffLNGyEbUveZU9vY93LS5MUsVEaXGt5X80OuRnkoKzaIQ5pvuKwc/ezu/n+LfUUsYd98EFrPNMVgBE9dp235ALh3hH2nPvGdWIL9TPiRX4d0qkeKVZd94ze12pcdktodyumtOvhtk+1RKwudLNVGJ2Fj/6Tmp5cmnHpl3Tu39KP7qNHdRS4z7uF6isF0bh76drB6bDAOyhFV6XHEnpgoB69rZ+UJbI0bRR7jMbDse9v5HFWLWO3mNhJAwi7agBUuYYMnvimH9p/8KV+TavrFHgfeX5TkegS9cza1cUJe1N3rrxQqnUgG2gLhWG5A+xHU2mvZj31zu8BPj9Vcj6OUeVtbw+QtBhOl8N8zfQSN1C/sS2DlfdqnQMlZLpIsMzmd4vcDnNzsOUlFMN5qBzeGD0jto1JgT35UQpFMMBAM/AEGosRgIBgIBoKBYCAYCAaCgS9ioFEtDjX/3OW1I19XfKtQAzjU6fsSJ1/U5TjZ9Wp3746/OtHTDTmsG9b5dO9nOfT1IdPSJ/0pyvHnbW3t50ZbLUhp65xD9gR0HHJ04eQlpsl9LnR9DG+ONHwYc/fBLA6kkbbHZUz7brG9NfW33YPP6DPhFN6O8ek73MblnN7Hr5a694YPL9QeuK61i1xI27o0sEWaYsdbYx/Kte1PumkdOwdXHDc3KVmtkg/rQv4gbXhhX6Kcip4+knhN8n3KPgP8AxIshm1C50R03/z9kUfPQc1dV5f/MLXFn/d8DOm6QsK3o1B3TeaU6LSXvQ9761mEsj7a5Ih8Ng87YbbeZ/P3jP9fP0n3CxvppbH70G8Rqxfznt3p3JR7Qut+j7SpRSXAJ1lbD4smW8vU/IUEa7zpjUqVkj3DGqVl7YtykfuLPD9zS5WsI6D9zP6LxyuLoCfMFxccpQUDwUAwEAx8HAORUDAQDAQDwUAwEAx8GwP8Wun4ttrW1rNcv53rXXAewe/4Bvk2uTbdTXZeG3LTxDA+iwEW9yxfFT/L+7NJ9g2LlkO1yuRforrdbinnnFr78KMdZb1c/8i00sGXozL8Uaq5PG/K8rpNhmciKMilFx/IEcvX0w65UVwW1fl0+Rgop/yo/ChNq/s7CdSwMjE+iKmYZuk67lntW8IjcGj44CW/9o0/SXi1gAddajr7BqhZuci+U3e1JXHVgT4jLmmfiaxasxzeVCtSzXXXzPrYt2FVziZf6yK+1Yq1A8tJqPCqwU1ah5qvvLS+Xbi53LrR73ln5zUqh3ppA3UnV107MRp1160f92kJux8Sc7dHHIWf7WQ9K7Lu3tS/qLtvLghyXBjeNZQ1C7+Ae8X60p154dv9wuoZvmHM8dyfLD2BpPbzCSdbsLfByW7dHc914P2J5L93+HAf1Ko/a00mYaMbDAQDwUAwEAwEA8HAAwOhCAaCgWAgGAgGvp4Bzh9eUaTHQTpeEfcjYlDwRyQSSTwyUDt6erRaqznXm4589QGwrrXh19n9mv0Im8DLInHg/Tm5xmZu7ufrx9WV/Czl/tyOf2yQ89j7ksd9Yxw4g/rs51nW5+3VerUuie/Y67M+TxFwXB+c0TIBzAxX1YpT1b9KqXw52Zc4J+Jpjtamc57dL059noSvLGq+XBv5lJp1b9uH8Mc+GqMaYKXpjTa3bNIbH4rygWuiobFPua5IR2x2ZULAmYXieKu/PXO2xrjCHu4cJ/s/tstPTibcBQPBQDAQDAQDwUAwEAx8KwNRVzAQDHwdAyccnPwaTvhX11MMyd9/reagp3awonMgzoKGGWc0iAPO8FX1cer6whGoRpKSDzCmkJrL8qABCptyPRg6iKb/VJAPbeZwMMTC9KKu0Z9w1RTqB/ZNFXFobenPvOQzA/m8n5t5TinxjQLQtj+pQyv5iJT85AopZ/bdFzyWQD+Gj3L/AN/XeHGMZ3xCr8+M5D0dEneYjsEpOpYacXUzfmSIicTLLu6dxPoSGDyLjM2tuubdvdLtiyyfjqS2QbH485eN5LMoR8ebVqzqPu5yYn92fWWXgOtTo7WrwXLWmNamWxrqnoIsexvs6PZo5ZMYfdf44vPfnHPKObv6XAmvQF4z93CPpOdFC7LWTZJ+I24AORr6fOEGyEX9wn8Js2r0DiR0ZYEL6fewsSSF//yjj81eaHnFaU6tHkatQt9rYJ2lWHTcJs00dJ9SYKzkpGm0NiClVkr8ADXtyjLXnSperau30S2u/rVXq+3aKrMyp0nEfm3a0fNZK2p91aR1lhPV0araVpNbtZMh9XsDCZ+N7ZFG5q3gknabrn4RH0zj2FpTvnJLAjYlfqQDrdVL3a3MHpHs/sbRHKaRsaNux3T8YJ+N9O//5QT/cP0jzveg1Tx8yNXS1e8DGYsK2Q/9H/UF8nGOrL3kbO3Y3S7nf0m3WrKN5/dTTom1a7SGvqZle5TrD8bCkHdXQzus+4/W/RFJ44bJvHTCSxmk8vk29Ee+fR+NlEPH57uCvrdZBofrXDpfd/lYe8kNfvzZLBbdzWkSn+Amj8SS2H0Zj8zGIXIBjWxAtr/youj6mZeEpthTcLTg4uQh1rvEc/cqIU0x2vvsXXfTP++Ty15PRONNjuCjVw9CzAztaAQDwUAwEAwEA8FAMBAMBAPBQDBwPgPh8XsZ4LfN761uU2X6nXuT/a8wjvX9rGX6levBneHYQSdTd0x7yRTL7dmiYOR4SVbrgpCSW1IC8P4BWbo94GbX1GOxewJwAoYM6DgGZdHo5xUab3LozKG096+RxAfrvFPJOsuNVutT2Oi4NL8ie3wC4rykCAJtADl5fk+mYQYSc8a2qKcYW/zinhd2SQlw6bgiwJW+t+ZLLj6nbLvuDFn3W9c+xvOldvlg4QMuewPvuuzVEvpYzD+MVu/MK6db4gNXkCr3ZHrxi9ovDVlbxCMBdyZMGuBI6HfMpdw5bMlnrnbt9C1uwjYYCAaCgWAgGAgGgoFgIBgIBoKBYCAYKBng10pHqe/af+H9pgOkLLyjVv6lveOa+P3avqm+a2oKryMGdOo0d2iU7BtBI+s/3+F+60iANUenqb1jD2pjb9eRvg6qE7D2BRnx7ACF66w2B+NIuDFId+QyH6rB/Eq6L/rA+4+yMH4cXNAwzzFjZnXzDJ0ZP6I23zggh+cx4ACOmDECfsBIudThu0aP4+6fNX0cPUODZ+rsJC1ATaAeAW5AfTQlxsDc+F1PrBL3kYta5VcBV4egFjA/YcoVfTA/Y26kZIP2nF3oqwwM99zyelXnblCytuD5FOUxfKtQ7ecTNlpoj1giPD90D68MwRTDxmhTc0UcvmWpTPphtPderzxNZK0xEZYcWlQ2+gAAAAatSURBVG0ruVjy82zM4siIammreepFnfh1pBNqYqecmuSVzoZ758og+32z7vtn75sZs4KBYCAYCAaCgWAgGAgGgoFgIBgIBr6BAX7jtw+I+DUdfENR22owCgYOts09w5ozYscZ/kY+rDjWVeBwYzS4qiMjzX0jP0rgwy/4eZYiNuCZ3b5xzun4M71pWCc0+3ydPusFqSzfPyQwRV8l6r55VJDDUR+75o/u8ZoHimTvgdr4QZ3ckwI46Cm1Onlu9Zziz023aj/3p+Da841sgX06UJ2EXYmq0Vgpn9395Grme/sayR4C13h/4lULyJ+dJP5VlbJGja1vq7Xu96OCKXRl6TSQBNYB0B6VoDHTlXJksNxh2rLF4VHjUvW2iT/jPeNO4/eRRs16YmiBDKoXHKZFPjSbWA6z7WZVHR5WKp7uzTTCYacVB3DWq4fa+r4JanSY4oI3ar3A7UaXtt80x6TdM+q88oJ/W+/HoKzAo7aigcoSvUmpYsWB/QndfjzZfh46pzQa3bfuqFVtrXdGkkymGBmc2yEJcK5X89btGzGpxaJdeSib3dVvCv+u0FeXtso/9dcM4wPgGiuhu5CBcB0MBAPBQDAQDAQDwUAwEAwEA1/BgA400sxhzVfUVxbR6lfnAnzjl287gcz/oK60fVGbAxaD4nGeA9Q87zq8vn6odUZK4t8O0wpZrMcZEV7vY4kfr1NZsQ5+ouNS6iMXe6UVn43QZsWyGE3hsi3aGi9625rrrIkGGtUH2NfMVNcO8pD0zwL+iQNo1/2SUYesw+ERdDhOTpnszEEeudBwKjEaVAdrnh0AO1zAPlLD119273gY1UhCwFUmpbfnO9IUC29kP0VvTqy+WYqHcOXgzvYoU4id8QPPdiAvm1YYFqtqj9caMKYKB/0JuK90jyXjAH4m44e7xMYJsrtPLVO6UiOyFNnWkfglZMBFbuS5BOyeQGHMAun31RBfyi4PM9n91irHEu7T4oy8ekBJ3bsJYDzYFHrGBgwGH9GAxxKjpMRFAiNlvdPtd7EgovBHH0t1E7Tc90fBiw3Qx9JR7B9i44j943CzsyQxBkxzORrEa1nywz1lLMkIKfELLl86l2tTZm8YNAF2JN5ysR9HGPaAspq0s/peJytUAztnBBm1TLL7vvC5o1q56u4hBbC2fOCaNrfHwCcKjXHZuH5v4HcH2ujGUE6jZ/Z49FN7ZO01I+95MjKH1lZB9I0k/2nFfO5A5BL47yjgNlDtcN1XSX/euuyLgyurW2SWfPTD/JeIN0MGA8FAMHAxA+E+GAgGgoFgIBgIBoKBYOALGSh/sf/C8laV5BysMj7FSL/jdwcm+o2fwxbDKZ6nTrw25HRsRV8HdMmxwnyVCcWvMvwFRnCzOk2twSb7547vVDaplW/wfNbrLLS9Lw1G/RzScv88BOJ0FqRW55F36KMU9d1aGbbePiZxA455WZqtXIvMO0sial+pxq7v7+hpI2vjjD3B0jBuNU5GEqdc7F2HdvOCzz44NWt92x6s68KkmaGlCjyOpure0vvJF7G7Y99WodjDhiIKFkX30qZSSH4v0SYY8R30j6D79m+jGMAjLHnEZorS3scu2N9lmJ1tW0uRh4TXuhtyd9Qtplqqdp3ce7OXGtX90Hcmoo9je5n2ZPjh2TId39pXLtyjNo02MYEpznmjFkfVIww5qgZfoYRd9tkIL69Ma8taKK4zjlR38cJmDuXEsrbuflK8VAIWyhnr2h7bremzbYkxxPTBqaTeKaY2v6RPrbAJi8h1aWMtS0grIdVw9SZDPxq7GOC/FHZNjEnBQDAQDAQDwcAWBsI2GAgGgoFgIBgIBoKBb2XAzy2+tb6o668zwNEReA8PfB4Broy+5YzxMZd1TwDmgSvrWPa9lOccA653uRyhPsreAeNRuPCMkOPRfb0yS/Mvhct9HtfMIntQs0UPamNHdb1f1ZgWvt+TFQZI1K/JN4nqRstaS2FiQswSk+HtXZwVs1hX+6ZTH5w+KExWNDXZ/EqusH61ySuyonywvTbuaeAz8VL2Xb9XUj3YO//oPNVi94bq4tOto+7eNF9VLDwdHpN6J+OP2aTEPQ3SSa97fffWGa61S+yfQLh0n8+i8AwDbv/b5bN6N9UnZ1M+5+azR0rM2f1avT2LuJvrFVA7+wjA2dRqfubUMvrBQDAQDAQDwUAwEAzsYyBmBQPBQDAQDAQD382ADin4F//fXWRUFwwEA8FAMBAMBAPBwFMGwuBTGIj/Pv2UlYg8LmaADz7BxWE+3z33/CTL/wEAAP//nPDXIgAAAAZJREFUAwDlYECkPtY5sAAAAABJRU5ErkJggg==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43255" y="-64135"/>
            <a:ext cx="17556480" cy="98755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-305435" y="2820035"/>
            <a:ext cx="16737965" cy="353441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800" dirty="0">
                <a:solidFill>
                  <a:srgbClr val="E06A4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Голосовой ассистент </a:t>
            </a:r>
            <a:endParaRPr lang="en-US" sz="6800" dirty="0">
              <a:solidFill>
                <a:srgbClr val="E06A4E"/>
              </a:solidFill>
              <a:latin typeface="Onest" pitchFamily="34" charset="0"/>
              <a:ea typeface="Onest" pitchFamily="34" charset="-122"/>
              <a:cs typeface="Onest" pitchFamily="34" charset="-12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6800" dirty="0">
                <a:solidFill>
                  <a:srgbClr val="E06A4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для незрячих</a:t>
            </a:r>
            <a:endParaRPr lang="en-US" sz="6800" dirty="0"/>
          </a:p>
        </p:txBody>
      </p:sp>
      <p:sp>
        <p:nvSpPr>
          <p:cNvPr id="5" name="Text 1"/>
          <p:cNvSpPr/>
          <p:nvPr/>
        </p:nvSpPr>
        <p:spPr>
          <a:xfrm>
            <a:off x="9569450" y="6471920"/>
            <a:ext cx="11439144" cy="16184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ru-RU" altLang="en-US" sz="3000" dirty="0"/>
              <a:t>Рудзинская Александра</a:t>
            </a:r>
            <a:endParaRPr lang="ru-RU" altLang="en-US" sz="30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ru-RU" altLang="en-US" sz="3000" dirty="0"/>
              <a:t>Герасева Ева</a:t>
            </a:r>
            <a:endParaRPr lang="ru-RU" altLang="en-US" sz="30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ru-RU" altLang="en-US" sz="3000" dirty="0"/>
              <a:t>ИСП-41</a:t>
            </a:r>
            <a:endParaRPr lang="ru-RU" alt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1188720" y="7772400"/>
            <a:ext cx="11439144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endParaRPr lang="en-US" sz="3000" dirty="0"/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2820670" y="572135"/>
            <a:ext cx="104863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 sz="2400"/>
              <a:t>Государственное бюдженое профессиональное образовательное учреждение Московской области «Физтех-колледж»</a:t>
            </a:r>
            <a:endParaRPr lang="ru-RU" altLang="en-US" sz="2400"/>
          </a:p>
        </p:txBody>
      </p:sp>
      <p:sp>
        <p:nvSpPr>
          <p:cNvPr id="8" name="Текстовое поле 7"/>
          <p:cNvSpPr txBox="1"/>
          <p:nvPr/>
        </p:nvSpPr>
        <p:spPr>
          <a:xfrm>
            <a:off x="7878445" y="-314325"/>
            <a:ext cx="58521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ru-RU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torage.yandexcloud.net/prs-editor/themes/light-orange/intro-image-left.webp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  <p:pic>
        <p:nvPicPr>
          <p:cNvPr id="3" name="Image 1" descr="data:image/png;base64,iVBORw0KGgoAAAANSUhEUgAAB4AAAAQ4CAYAAADo08FDAAAQAElEQVR4Aez9e+w025rfBz2rfu+79z7nzOX4jBkfz9hjI0bOxIkFeGzhxCiJDYkCsUEhRgwYhIIiYUBxFECKQCIgJOM/kLEIQuZOFEUidgwxISALY/7AcRzjjJ3B4JA4k3g89nh8ztzPZe/9vm/Xyve7ulb/qrur71V9qf70qW+vVevyrOf5rOp+Z+rZ1b/m01/6xbxfP69+9OkvwQAGXANcA1wDXANcA1wDXANcA1wDXANcA1wDD3sN8P/b8//Xcw1wDXANcA1wDXANcA1wDXANcA1wDTzJNdAErycmQOgQgAAEIAABCEAAAhCAAAQgAAEIzJ8AEUIAAhCAAAQgAAEIQAACz0SABPAz7TaxQqBPgDoEIAABCEAAAhCAAAQgAAEIQAAC8ydAhBCAAAQgAAEIQAACT0dgIAHcCkJfOuWAAAQgAIFZESAYCEAAAhCAAAQgAAEIQAACEIAABOZPgAghAAEIQAACEHhOAhsJYCV+k0Akl1U654AABCAAAQhAYC4EiAMCEIAABCAAAQhAAAIQgAAEIACB+RMgQghAAAIQeGICGwlgk1DiN7IrnXTuhHB3RgEBCEAAAhCAAAQg8KgE8BsCEIAABCAAAQhAAAIQgAAEIACB+RMgQghA4NkJDCSAjcSPAbtEEIAABCAAAQhAAAIQgMAsCBAEBCAAAQhAAAIQgAAEIAABCEAAAvMnQIQQEIEdCWD1cEAAAhCAAAQgAAEIQAACEIDALAgQBAQgAAEIQAACEIAABCAAAQhAAALzJ1AjVAK4Vb1K1VCTC5dZ9arSxhsEIAABCEAAAhCAAAQgAAEIQAACD0QAVyEAAQhAAAIQgAAEIAABCEDgyQgow7sRcf3zv7Xc6OZ0DgSIAQIQgAAEIAABCEAAAhCAAAQgAIH5EyBCCEAAAhCAAAQgAAEIQOAZCWwngE3BT/26RBCAwPwIEBEEIAABCEAAAhCAAAQgAAEIQAAC8ydAhBCAAAQgAAEIQAACT0tgOAH8tDgIHAIQgMC8CRAdBCAAAQhAAAIQgAAEIAABCEAAAvMnQIQQgAAEIAABCDw3ARLAz73/RA8BCEAAAs9DgEghAAEIQAACEIAABCAAAQhAAAIQmD8BIoQABCAAAQgECWAuAghAAAIQgAAEIDB7AgQIAQhAAAIQgAAEIAABCEAAAhCAwPwJECEEIACBJQESwEsOvEMAAhCAAAQgAAEIQGCeBIgKAhCAAAQgAAEIQAACEIAABCAAgfkTIEII9AiQAO7BoAoBCEAAAhCAAAQgAAEIQGBOBIgFAhCAAAQgAAEIQAACEIAABCAAgfkT2IyQBPAmEc4hAAEIQAACEIAABCAAAQhAAAKPT4AIIAABCEAAAhCAAAQgAAEIQOBJCZAAfqqNJ1gIQAACEIAABCAAAQhAAAIQgAAE5k+ACCEAAQhAAAIQgAAEIACBZyZAAviZd5/Yn4sA0UIAAhCAAAQgAAEIQAACEIAABCAwfwJECAEIQAACEIAABCDw9ARIAD/9JQAACEDgGQgQIwQgAAEIQAACEIAABCAAAQhAAALzJ0CEEIAABCAAAQhAwARIAJsCggAEIAABCMyXAJFBAAIQgAAEIAABCEAAAhCAAAQgMH8CRAgBCEAAAhBYESABvEJBBQIQgAAEIAABCMyNAPFAAAIQgAAEIAABCEAAAhCAAAQgMH8CRAgBCEBgnQAJ4HUenEEAAhCAAAQgAAEIQGAeBIgCAhCAAAQgAAEIQAACEIAABCAAgfkTIEIIDBAgATwAhSYIQAACEIAABCAAAQhAAAKPTADfIQABCEAAAhCAAAQgAAEIQAACEJg/gV0RkgDeRYZ2CEAAAhCAAAQgAAEIQAACEIDA4xHAYwhAAAIQgAAEIAABCEAAAhB4cgIkgJ/iAiBICEAAAhCAAAQgAAEIQAACEIAABOZPgAghAAEIQAACEIAABCAAAQhEkADmKoDA3AkQHwQgAAEIQAACEIAABCAAAQhAAALzJ0CEEIAABCAAAQhAAAIQ6AiQAO5AUEAAAhCYIwFiggAEIAABCEAAAhCAAAQgAAEIQGD+BIgQAhCAAAQgAAEI9AmQAO7ToA4BCEAAAhCYDwEigQAEIAABCEAAAhCAAAQgAAEIQGD+BIgQAhCAAAQgsEWABPAWEhogAAEIQAACEIDAoxPAfwhAAAIQgAAEIAABCEAAAhCAAATmT4AIIQABCAwTIAE8zIVWCEAAAhCAAAQgAAEIPCYBvIYABCAAAQhAAAIQgAAEIAABCEBg/gSIEAJ7CJAA3gOHLghAAAIQgAAEIAABCEAAAo9EAF8hAAEIQAACEIAABCAAAQhAAAIQmD+BQxGSAD5EiH4IQAACEIAABCAAAQhAAAIQgMD9E8BDCEAAAhCAAAQgAAEIQAACEIBAIUACuGCY6xtxQQACEIAABCAAAQhAAAIQgAAEIDB/AkQIAQhAAAIQgAAEIAABCEDglQAJ4FcW1CAwLwJEAwEIQAACEIAABCAAAQhAAAIQgMD8CRAhBCAAAQhAAAIQgAAENgiQAN4AwikEIACBORAgBghAAAIQgAAEIAABCEAAAhCAAATmT4AIIQABCEAAAhCAwBABEsBDVGiDAAQgAAEIPC4BPIcABCAAAQhAAAIQgAAEIAABCEBg/gSIEAIQgAAEILCTAAngnWjogAAEIAABCEAAAo9GAH8hAAEIQAACEIAABCAAAQhAAAIQmD8BIoQABCCwnwAJ4P186IUABCAAAQhAAAIQgMBjEMBLCEAAAhCAAAQgAAEIQAACEIAABOZPgAghcAQBEsBHQGIIBCAAAQhAAAIQgAAEIACBeyaAbxCAAAQgAAEIQAACEIAABCAAAQjMn8CxEZIAPpYU4yAAAQhAAAIQgAAEIAABCEAAAvdHAI8gAAEIQAACEIAABCAAAQhAAAJrBEgAr+GYywlxQAACEIAABCAAAQhAAAIQgAAEIDB/AkQIAQhAAAIQgAAEIAABCEBgmwAJ4G0mtEDgsQngPQQgAAEIQAACEIAABCAAAQhAAALzJ0CEEIAABCAAAQhAAAIQ2EGABPAOMDRDAAIQeEQC+AwBCEAAAhCAAAQgAAEIQAACEIDA/AkQIQQgAAEIQAACQwRypKzUZ1oMdT5Vmyg8VbwECwEIQAACEJgrAeKCAAQgAAEIQAACEIAABCAAAQhAYP4EiBACEIAABAYILH7mm/HZL349XnIoCdzGs79IAD/7FUD8EIAABCAAAQjMgAAhQAACEIAABCAAAQhAAAIQgAAEIDB/AkQIAQgMEUg5R/70Z+PNN34hcrSR9B5FQ6Ofo40E8HPsM1FCAAIQgAAEIAABCMyVAHFBAAIQgAAEIAABCEAAAhCAAAQgMH8CRLhFIK9acnz69b8S7376r8aiadXq9GdS+byHCTxv9EQOAQhAAAIQgAAEIAABCEDggQngOgQgAAEIQAACEIAABCAAAQhA4BkJZOV3ixR8Uv2zn/mr8f5n/nrkJkd2g9rndJwaCwngU4kxHgIQgAAEIAABCEAAAhCAAAQgcHsCeAABCEAAAhCAAAQgAAEIQOApCWQlfF+f/m1iEW9j8W/+W/GNf+ffjJeX74yFEsD5Kcm8Bk0C+JXFDGqEAAEIQAACEIAABCAAAQhAAAIQgMD8CRAhBCAAAQhAAAIQgAAEnpOAE7s5/DPPbTRtE21axCcffjE++5mfic9/5m9G/vpPPieYjahJAG8A4RQCD0sAxyEAAQhAAAIQgAAEIAABCEAAAhCYPwEihAAEIAABCEAAAk9MICn2FI3+t4iX9iU+5M/jW///PxcfffZZfPzZp/HNv/Rn443aPS70yj2p+jQHCeCn2WoChQAE5kyA2CAAAQhAAAIQgAAEIAABCEAAAhCYPwEihAAEIAABCEAgIjmrGxEvuYm3H6X42l/8M/Hxoo2P2g/xc//Gn4+X1unPJlJE5NSGJ6z/bHTM/tXMPkIChAAEIAABCMybANFBAAIQgAAEIAABCEAAAhCAAAQgMH8CRAgBCEAAAh0B53/blOJbn/xSND/5U/Hm//vj8dEihdvjx/9G5L/50878RluSv+/i/ZtvambpVfkcBwng59hnooQABCAAAQhAYJYECAoCEIAABCAAAQhAAAIQgAAEIACB+RMgQghAoE/AT/a+aXO8UdL363/2/x7vFxG/+EmKdy8v8fb9+/iFP/2n4iXelQRwk1N88f3beJNzeSK4b2fOdRLAc95dYoMABCAAAQhAAAIQmC8BIoMABCAAAQhAAAIQgAAEIAABCEBg/gSIsBDI5f31LSmh+/an/mr87I/9a6Xx/cv7SPklUvoQ3/yxfyXe/tzPxkd5Ea1SwW/ef6LyuVKizxVtuQR4gwAEIAABCEAAAhCAAAQg8NgE8B4CEIAABCAAAQhAAAIQgAAEIPAsBHIqv+gcKlYhL3ITX/tX/0S8+Tyr/X18/CHizaKJRbOI5rO/GX/tT/xJ9b2L9y9v4vM3L2Ve1nuVqg9xnOtkc+5E5kEAAhCAAAQgAAEIQAACEIAABCBwdQIsCAEIQAACEIAABCAAAQhA4GkI9BO2raJulPh9ad9G+rf/jfilH/2x+Pd99s3wU7+r5HDK0b6kaH/s/xXf/ht/Lb7z3SfxsngbrQbkpo2VZGvOBwngWewuQUAAAhCAAAQgAAEIQAACEIAABCAwfwJECAEIQAACEIAABCAAgecioLxtKJ1b9KFp4t1LGyn9Qvz1P/JH4ovvPsSH1ISaChQ/KZyUMc6ht7ffiJ/9I3800rtfVPL3Rf1q0/uzHCSAn2WniXO+BIgMAhCAAAQgAAEIQAACEIAABCAAgfkTIEIIQAACEIAABCDwRAT66dqkzO5LXkTKL0r6vosf/xf/cHzhF35Cid/3Su42URPEEVljIl7U8vK+jfzzPxFf+xf+D/HR20+jSREppZVi5q9m5vERHgQgAIFZEyA4CEAAAhCAAAQgAAEIQAACEIAABOZPgAghAAEIQAACz0RA+d6wnNh1UjeS3tOH+PhDxNf+1L8ab//8j8Y3vvgL8aE8+qtRzSKy0r7hgeFXig/td+rsQ/z8X/qX4+f+H380nEDWIHdKMqj3OR8kgOe8u8QGAQhAAAJzJkBsEIAABCAAAQhAAAIQgAAEIAABCMyfABFCAAIQeCoCWdFaKqJVnraJD0rkfhYftd+I/P/54/Huj/+zkT78XLz98N2RG6U5pRQfRVP+l6JJaZnnffkscmrjC+27+Pqf/D/HL/6FPxsfff4+Fu1HshizfzWzj5AAIQABCEAAAhCAwOwIEBAEIAABCEAAAhCAAAQgAAEIQAAC8ydAhBB4PgLK+ZafcXb5Ib2Jd+mL0Xz4rnj3Y38xfvaf+T/FonkfyvwqKbxkU5LF+U0595xlq95T6VEl4pPI8fN/7J+OT3/szymRrPlJKj3zfSMBPN+9JTIIQAACEIAABCAAgTkSICYIQAACEIAABCAAAQhAAAIQkEjJhQAAEABJREFUgAAE5k/giSN0IvelbZTUbeNL778V3/ozfyq+9s/9kfj8i59Go8Tu2/wSjXpTSpGabTVqa5T/tQpG1b/02Yf42h/7Q/HhT/3z8aXPW80uPTvfNGVn3yN0NI/gJD5CAAIQgAAEIAABCEAAAhCAQAQMIAABCEAAAhCAAAQgAAEIQAACcyCQk6JIbfQzsU66WqVRSd5PFt+Kv/Qv/e/jp/+v/5tYvPlG5PQ+3uRWZURWCjhOeHnu2/ZD/JU/8S/GT//h/2W8XbyPJnu1pfxezdm3otpwg/LSJUkAX0qQ+RCAAAQgAAEIQAACEIAABCAAgekJsAIEIAABCEAAAhCAwJMRaJWc2qdQf7RKWw1JffvmHtP3ZLgJ94oEanJVV69WdSJ2UfLAC2UtP+RFNJ8v4t1P/Ovx1//g/zS++8/8K9F89DPxsnijpG1a/jx0biJ1131WOawUuU0Ri6SxKRZKKOf2o/jS+yY+/4t/IX7iD/4Povm3fkw2P4305l0smpeSVE5yKqsmxx76aB7a+6d3HgAQgAAEIAABCEAAAhCAAAQgAAEIzJ8AEUIAAhCAAAQgAIF1AsmnSlS5GNS+vsEJNELgOgR8aVperclK6n74YryV3rSL+ML7iO/46z8V3/4X/nfxU/+rfyre/9RfjvcpRVp8lxK0Tmk20SaXnh0laRwHXmmtP5U5TW6j+cWfjL/yz/5P4if/+f91LH7hZ+Ojxft4o2TyS/s23iw+iuVPUK9NfqiTV0oP5TbOQgACAQIIQAACEIAABCAAAQhAAAIQgAAE5k+ACCEAAQhAAAIbBJzY8VOKG81nn9re2ZOZCIETCSSN9/XbxIuSum18+tG347Pv+EbET/+N+MX/4/82fvwP/f74+o/9hXibvhHN28/jRcnaL71r4uOFJo50JNnJ774QuX0f3/r//cvxk3/wn4zP/qU/Fh++/uPx+Zc+j2+nz8NPImvY4JHVaqm426O5W89wDAIQgAAEdhKgAwIQgAAEIAABCEAAAhCAAAQgAIH5EyBCCEDgOQk4sbTrJ2iduAoPGAlNsSdbtVSVAwLjE+gusBQfoolWqd82co7IX/trsfjRPxk/9U//gfh3/9Dvi89+9M/HF9+30aTP4kPzUvzIL+/js7ef6lxz1JI7qTj7aGIRb/I34+37L8TH778r3n778/j6n/6/xE/8gT8QX/uf/S/i8x/9f0fz+beiWfjnqdtI+tAl+V2Vk3xRTFk624mJJ5IAnhgw5iEAAQhAAAIjE8AcBCAAAQhAAAIQgAAEIAABCEAAAvMncFSErTIot9RRTk446Jaxe+0pQnPiN3tfW9VUup5UrwrV3XaJqi2XxZ5suvR5365jtKaI8xibXvuWOsZHxhxPYPFL34pv/bs/Eb/w5/6f8bU//s/E1/7n/2T81X/qfxQ//4f/aHzxX//L8Z2ffxaRvhXv3n4j0stn8bYNJYpfIuUmXtqPoyRbU4SysUvF+a9WllN6E02ziLdKSn/UvsR3aL0vx6fx8V/+cxF/+A/Fz/2+fzy+rqT01/5v/1z8zL/2p6P98b+mhPXPR5OVuJYfNRl8vhfTziQBPC1frEMAAhCAAAQgAIERCWAKAhCAAAQgAAEIQAACEIAABCAAgbkTyFkZprkHSXxPRcA/+fx2keON/2OD/DYW+ZNYNB/iw8u7+PDmMyV9vx2ffvyt+PzttyOlhRK+KZIyvknJ35TfrOrK0UbVpZ+SNi23wMVCa37+9oPWfx/vleF99/ImPn35KD4oSfxGC368aOPdm0W8f9HJyoPl/Ht9JwF8rzuDXxCAAAQgAAEIQAACEOgToA4BCEAAAhCAAAQgAAEIQAACZxF4pERICv0vLbUr2KQOS8Uox5i2RnHo2Y3MMH7lcmPxlS/Gx/+BH4gv/+bfFN//9//O+Orv+f3xt/03/8fx1X/wH46Xv+WHI3/47ojPvhDpw1slgCOanPVpGBdG3mfuw0u8XXwp3v7aXx+f/Mh/Pr7vv/X74vt/z38nvvw7/4vxxd/yd8fHv+bXxMff8+VYNI0S0s0+S3fRd/8e3gUmnIAABCAAAQhAAAIQgAAEIHA7AqwMAQhAAAIQgAAEIAABCLwSqD8L/Nqyu5a6rlp2pxQQgMAVCaTcxksOJXT9F4A/js/Tx/EuPo3Pv/KVePvD//H4lb/7n4hf84/+D+MLf9fvjG9/8uVoPiy6JKsmhRWjvJyI3rTWphTvm4/jO/7O3xpf/W//3vie//p/Lb77t/z9Eb/8++Jb8da/ji6/c7QpNC6VUtVR/BkyMlYbCeCxSGIHAhCAAAQgAAEIQAACEIAABCAwPgEsQgACEIAABCBwQwI10XhueUPXZ7F0apRmUXImKwHU34MaXP/v1fbr/lu2Vc7eZP/srOS2XePcd4waZY+sF/lV/Ziq9DrWpn25ICKbrdvnnjukzZG2V9v642vbVGV/T4fqU62L3esTyNGUxGkbbyLSG529iY9UxntdffosvW9e4t1Xf0185T/5n40f+sd/f8Rv+l3RKinbvnwaTfO55nwUbVz2SrLg67tNSurGJ0owv413b1J89Bt/c/zA7/3vxXf9jn84PnzPD0Xbfke075SAfvft+Mi//9y03eet0Rz5LzecSA5FEbnR2X0e9+vZffK6E69wAwIQgAAEIAABCEAAAhCAAAQgAIH5EyBCCEAAAhCAAASGCNQk7lAfbRCAwP0TSHKxiaT/qaL0aoqFEr4f4t1LxGff8Ul89T/zO+K7/6v/jYgv/63xIb4YKX3qgWdJKebw07tZCds3uY2P8rcjv/xS5K/+yvi1/8h/P77nv/B74/Pv/3K8b5rIaelV0kpWeLLqg8e+vsEJ121srrscq0EAAhcTwAAEIAABCEAAAhCAAAQgAAEIQAAC8ydAhBCAAAQgcDSBdCARUxI5PWt+CtDqNVGFAASmJrDnadn2pY1IH+JNtJFfPopvfPKl+NKv/uH41f/oPxEf/e1/Z3zr5c3eXGzsePmrwZ//pMqiPMn7Et98+6V4+Q/+pvhV/9h/N9pf+/3Rth+UYP5lkZs3xUpqPCOW6y2rpb2+JcWR2iYGuuqQuyibu/ACJyAAAQhA4CgCDIIABCAAAQhAAAIQgAAEIAABCEBg/gSIEAIQOI3AvSdiTovmwOjURlQFLwjMg0DKOdpmEW/aHF94H/HJ+xcFluLDR1+JX/m7/yvxy3/bfyI+LynX10/7a01Ddxz+qeac/JnJmt3GZ+mL8Wt/+38ufuBH/rHI8UlZ7yW/iyY+yEIbGqn2WEoLZLVuHWpU11bzvTWQAL63HcEfCEAAAhCAwDABWiEAAQhAAAIQgAAEIAABCEAAAhCYPwEiPIKAn97ty1PqueutsjN9KV/j5iKPK5VHeytJLKenDjvej32oftgCIyBwbQJJSdg3kV+aePdWH+CXD/H+bRuLN+/j27mJ7/x7/qH46u/+PfHuzRfjbftBiVuNid0v9yalc/1592cgp0W06fvjV/yuH4mXv+fvjs8/fDE+pBTv00cR+eNo2pdISbOatEz+9kyrNZK+RFbq9d1zlQTwPe8OvkEAAhCAAAQgAIFCgDcIQAACEIAABCAAAQhAAAIQgAAE5k/gmAjb10EnJIVfJ1GDwP0RSJGiUaK3VRI2+6eafW1Hq2RsliI+NC/x3b/+t8b3/gP/UHz28km0L98OZW6l7UO52lgk9zbxJrfx0Yc3sWi/O773H/wd8aUf/g9rvpK9sh1KOYfWi0hRX8snhjX3tUknUUa4yYoHeZEAfpCNwk0IQAACEIAABCAAgSclQNgQgAAEIAABCEAAAhCAAAQgsJfAqUkZj7f2Gp1tpxLIqdNsY3zQwJ7c7aHPpNtSSpFSE99Mb+ML/5G/K7769/2n4pdUz5EGibnVT+suPCYt4rMvfRJf/e2/Mz7+jb8lvvnyRc16E7lZDM/NsXraN3a8iv0dfffUTAL4nnYDXyAAAQhAAAIQgAAEIAABCPQIUIUABCAAAQhAAAIQgAAEIAABCDwbASdZ12POkV8+jc+bT+Lj/+h/LL7y639rtEoKJys3kcpzwuszUtvEu5ccX/gNPxRf+O2/LRbxpfh48TbeKPcra1H+NnA3ZXu9ruOKxdhLNWMbxB4EIAABCEAAAhCAAAQgAAEIQAACFxPAAAQgAAEIQAACIxBoc45LNIILmLiAQG5z5NxGW0rXl1pEVjInryy/1iL8Nz83tRrYVTzealPEsFq1d0/J1qdl+2Vn51aFPIs1bcRR41/3r5vhserwmQoOCNycQPmc+zO+odC5lfRhtZy4fdN+iPcvX4zv/ZF/JD79nu+LJvxEr0LIL3p7PVJKEW9SvP3yD8Yv/3v/y/FeiePUvIuS9PVnuRsq01pC3yteS/9e5J5kYfk0cDe2Fp5j1fN7LZt7dQy/hgjQBgEIQAACEIAABCAAAQhAAAIQgMD8CRAhBCAAAQhAAAIQOEDA2akDQ7a6z5mzZYQGCFyHgC/XIUWk+JDexA/+p38k3rfvon15H+/SFyKrPbqXE7mfK2P8vf/AfynefOFLkZr36smS/9OHtjdSTfVwd6271LnXd/URRQL4EXcNn5+TAFFDAAIQgAAEIAABCEAAAhCAAAQgMH8CRAgBCEAAAgcJ+GlA6+DAWQ7o0jpKTkW4bp0SaHvWrFNWYCwEpiaQU4rmb/nb40u/+TfFeyWD37/k6L/c/4Xf8Buj+Vt/KBZvPooPb3KklDq9lLI/3vWkN3+vrKTzRz5O/WZ45FjxHQIQgMDDEsBxCEAAAhCAAAQgAAEIQAACEIAABOZPgAghAIFhAk7MbPYMtW2OGTxPbURVDL3cP9T+OG2t4FhbHuetFhog8JAEfCl/qs/xl3773xuL+K5omm/Gm3rR6/p/37zE9/99vyvSx9+OD6rneBsLZURbJYFb9WdpKHA3Vw31P1Kbwn0kd/EVAhCAAAQg8HQECBgCEIAABCAAAQhAAAIQgAAEIACB+RMgwl0ElOlxQqZRWeXzXcN3titZVBK/Owco8RvSkPGsVEpfO21M2FHX1xLyZvkUb4+JmstREluO1bF0alS+znGtDOUNAg9OIMebr3xffOU/9MPRvF8oAfwSbcrxqT4rH/8dvzXyd/6y+PDuo2hyjqZtQu9SkiJaRe7PSlY514NP+lx3lrggAAEIQAACEJgBAUKAAAQgAAEIQAACEIAABCAAAQhAYFwCTv1Ui65b3XlJ/vbOu+bpi3FXcFLLya0o8YxrG2sQuAcCvrTf6KOa8kt812/7OyJevhwfUsSiaeKj9B3xvUoAt2mZAk1K9yY5rdxwZFdU91E/Jy59Pjcto59bVMQDAQhAAAIQgAAEIACBRyeA/xCAAAQgAAEIQAACEIAABO6UgBML1q3ccyLHOm/9Q54f6j9v1dFmZflXNWDUXJzjsga6S1PSfKuc8HZ7AnhwOgFd4H6mN+U38fn3f1/kH/jBePfWT/a+iU9+8NfFy4ISuwcAABAASURBVK/498dCmd2ccxS1Oon60meoPENfz+dZOsp5RkZUEIAABCAAAQhAAAIQgAAEHpQAbkMAAhCAAAQgAAEIQOBeCSjvEuFcinWvTp7rl2OqOtfGPcyrMbi8B3/wAQIjE8jRxiI10Urx4eP4ZeWJXz8SnOLlN/6GaN9/Icp3Vdz/ayoPSQBPRRa7EIAABCAAAQhAAAIQgAAEIACB0wkwAwIQgAAEIACBEwi0Occ+nWCKoQMEypNzYpzaHFUCvnyiTu2V/cDUUZqcwGmS3vO6uZzasORUDKnVlC2FkkVFoQS2UiO5iWaleK2ru7aH+ovUVg8zSU2qp3dT1r+PvHRI8SnWrTi6eMzOasVxWKHE2tIS7xC4WwL5Rd8DOd60b+M7f+hvU8L3Jd58eBvf/Rt+S3yIl0hpKfuf/KbvrOX310LfYYtwW9J3i0t3z03N3AKaZzxEBQEIQAACEIAABCAAAQhAAAIQgMD8CRAhBCAAAQhA4LEI3DRxctPFH2uf9nprjn3tHUwnBO6DQMpNOHmr/G0pX95+IV5+xVcjffVXRE5vhp304H6Pzn3p95vmVG/mFAyxQGCWBAgKAhCAAAQgAAEIQAACEIAABCAAgfkTIEIIQAACD0jAyZPHSzIc8FiJpQfcipXL9Ulgl6tGKhCYIQF//9Sw2kjx9gd/fbz9db8uUnqr5vfS8OF5Th67HB4xj9YD33TzCJIoIAABCDwqAfyGAAQgAAEIQAACEIAABCAAAQhAYP4EiBACj0ogy/FWusnhxW+y8MwWNce+ZhYe4TwHgZxSvHzvD0T66q+KyG3kpg1/N/nSjs2XGuee/HXIJIBNAUEAAhCAAATujwAeQQACEIAABCAAAQhAAAIQgAAEIDB/AncZoRMHfoK0qp8saXsnyqPcyP/ioRI9Kv3E7oaq37vKGzl9P8tWXiF+g7ofV/EEAscRyPFdX/nV8aVf/qsiJad+JX1X+TvKsg2dlp+Ldunzucuf7rnHSHwQgAAEIAABCEDgwQjgLgQgAAEIQAACEIAABCAAAQhA4IYEasZkhwtOAls7umk+mgADIQCBsQg03/kd8fId3xk5PshkqzIiK9vb/zrTqfqe4yAB/Bz7TJQQgAAEIAABCEAAAo9CAD8hAAEIQAACEIAABCAAAQhAAAIQmD8BIhyNQM5K837lu+Ltl78rFs2bSLmJ8JPAVqy/nAS21lvndyYC8wuKiCAAAQhAAAIQgAAEIAABCDwiAXyGAAQgAAEIQAACEIDArQk8Q2Lk1oxZHwIQGI+AUr9K+qZ4/0Z6SeHzR/geG4/AsCUSwMNcaIUABCAAAQhAAAIQgAAEIAABCFyTAGtBAAIQgAAEIACB0QmkNsepCs3x03RWdSjXisr+39XVKccDE+jv5VD9gUPD9ScjkKKJF31RNbmJJqVISVI9tU2kWH9pWEkSr7fO76yZX0hziohYIAABCEAAAhCAAAQgAAEIQAACEJg/ASKEAAQgAAEIjE9gM+kx/gpYhAAEIHB7Av6uK1LStyR/5VI5V6bXpU6f8iAB/JTbTtAPQQAnIQABCEAAAhCAAAQgAAEIQAACEJg/ASKEAAQgMAEB3/hPSn5MYBqTEIAABO6OQPm+y/rm6+vuvLyuQ6Jx3QVZDQIQgAAEDhNgBAQgAAEIQAACEIAABCAAAQhAAALzJ0CEEJiCQHnijeTvFGixCQEIQOBhCJAAfpitwlEIQAACEHgSAoQJAQhAAAIQgAAEIAABCEAAAhCAwPwJjBqhb/Q3Svpa5Um4S62nNmKfghcEIAABCNwzAf+7cM/+4RsEIAABCEAAAhB4IgKECgEIQAACEIAABCAAAQhAAAIQOIOAkr9nzGLKzQiwMAQgAIFpCZAAnpYv1iEAAQhAAAIQgAAEIHAcAUZBAAIQgAAEIAABCEAAAhAYiYB/BtoayRxmIACBMQlgCwJXIEAC+AqQWQICEIAABCAAAQhAAAIQgMA+AvRBAAIQgAAEIAABCEDgFAI5crR5+dgvid5TyDEWAhCAwG0JXGt1EsDXIs06EIAABCAAAQhAAAIQgAAEIACBbQK0QAACEIAABO6agJOMl+iug3tQ57KSv13uN1KrJLCU1dBX3bOzQ8xKHezT2YYff2JKKbKYTxXJcn/1rj3duca+v898TN9Ow3RAAAJzIaBv8bmEMqc4iAUCEIAABCAAAQhAAAIQgAAEIACB+RMgQghAAAIQgMB5BGqy97zZzIIABCAAgbkTIAE89x0mvscjgMcQgAAEIAABCEAAAhCAAAQgAAEIzJ8AEUIAAhCAAAQgMAkBJ76sSYxjFAIPQoDPwINsFG5CAALPQYAoIQABCEAAAhCAAAQgAAEIQAACEJg/ASKEAAQmJND/CeTIWugcadquo9qPdteI+29fxXD/rp7qYfKEuuWuIwg8KQESwE+68YQNAQhAAAJ3RwCHIAABCEAAAhCAAAQgAAEIQAACEJg/ASKcisBQUjMtIs6SkrvVnsvQy6Wl6s2PrNTOplZOyfdVvavkkhbtTgb6u55HLUQjGiV9raTyUePAbwiMScCfizHtYQsCEIAABCAAAQhA4GQCTIAABCAAAQhAAAIQgAAEIAABCEBgHAJOcFaNY3Hdim13LU4IW93p4eJWI/oJ4J4P9t3qNT1kdUfSd0fUDxkiTkPgVAIkgE8lxngIQAACEIAABCAAAQiMSQBbEIAABCAAAQhAAAIQgAAEIHA8gZKwdBLWOn4aI+dDwIkt61BEfhr4mHGH7IzWjyEIXJEA1/4VYbMUBCAAAQhAAAIQgAAEIACBPgHqEIAABCAAAQhAAAIQgMAZBK7+aOeOR0zPcP02Ux7d/1dqZesdjuS69dpLDQL3S+DanpEAvjZx1oMABCAAAQhAAAIQgAAEIAABCETAAAIQgAAEIHAXBNqcY5/uwkmcWCOQIq2dz/0k6xotIfvJX6sGbAw+r6rt4bTHpVoZW1b8KOmypnfbVuGj/h1e10dSUrCO2fJn0+VRanPk3EouFyoXrx7t8r+OqAw3y9o/UdkkRZtCvtpnZXR3rGPi/vu+Vj8U160d08J/+pjnxHfRoX3uBPy5mXuMDxQfrkIAAhCAAAQgAAEIQAACEIAABCAwfwJECAEIQAACEIDAZQR2Jwsvs/vos5VNffQQhvw/c7vPnDbkAW0QeDgCJIAfbstweLYECAwCEIAABCAAAQhAAAIQgAAEIACB+RMgQghAYJYEuNF+zW31M51O7bm85rqPspavRieCXT6Kz6f56eis02YxGgLPRWC+3wDPtY9ECwEIPDgB3IcABCAAAQhAAAIQgAAEIAABCEBg/gSIcJ4EaiKqlvOMkqgqgfKzwtpsl7XtbkrnxYszcrCUj/82FInDtB4/OiKAwHQESABPxxbLEIAABCAAgWMIMAYCEIAABCAAAQhAAAIQgAAEIACBByPgG+v+e6RW+Rukyka5dPuOUGh+cAJ+3tjSVpdIallO7uLNV590f46dTEdRhD9blj9X/SRwSbz3G062zgQIPAcBf46eI1KihAAEIAABCEAAAndHAIcgAAEIQAACEIAABCAAAQhA4CEJ7Eqy7Wp/yCBxeouAEo/e4r62xgw2XLmxOnjlZUdbzv7vMOaukojXXuwYQjMEICACJIAFgQMCEIAABCAAAQhAAAJXJ8CCEIAABCAAAQhAAAIQgMDDEDh0I31Wuaik9NqxepgdHM9R73Vf41key5Kv1qqxbN6fHSeC78+rHR7RDIEbEPC3wA2WZUkIQAACEIAABCAAAQhAAALPS4DIIQABCEAAAhCAAAQeh4CTffa2lq7H2klpWb3t6VqNmUsl5xzW5PHcS7av58cz7fPk+7u5wB64tauWm1M5h8C9EbiVPySAb0WedSEAAQhAAAIQgAAEIAABCEDgGQkQMwQgAAEIQOCqBFol6Pbpqs480GK+cV7+/mirjJ+UpZCS5ITnQlwXsUx++tyMXVr+m6We+5IeLEVVn/q9s31KKZUks/cg57bUq4v1PGs/ppYWDmvpR9bloGujOnKnZW7Fbo/uwe0U+p/2OKW0cqdVzX/rt+5p//Ml8OHPocvav6uUGQ4IPC0B/zv2tMHfT+B4AgEIQAACEIAABCAAAQhAAAIQgMD8CRAhBCAAAQg8DIH7z+3dBcqaeLudM69Jw6l9WFuJ62Nq3NiHAAQuJEAC+EKATIfAxQQwAAEIQAACEIAABCAAAQhAAAIQgMD8CRAhBCBw1wQO3ShfS/4pEj/ha6k6w8PPX9awXB/SZn89v1bpHTm0a+P7Ulf1yvPd//G57bOYe0/S13Hm6yfp6zklBCBwOgF/jk6fxQwIQAACEBiFAEYgAAEIQAACEIAABCAAAQhAAAIQmD8BIrxvAk7q2cNauh5rJ6Xl6Df/dG2r+TwkejSyEwYKbBldy3JylTfvp7VKh1/fhavEubZI/VnwiWPtmy91g15zhBMIQOBUAiSATyXGeAhAAAIQgMA4BLACAQhAAAIQgAAEIAABCEAAAhCAwI0I+Ma4n+C0ypOGSji5dLtdKkk+ZaKcyLXU7eYizymVjTePs+rYrtwYdaXTVeJOkRxbX7lWKaghv0QMSmOyFFUaO+ZRfQ75X6X9WC7hNZe1a717L6vKfxyw8uVaHtx6He1D3ROXI7qTBLRJKV5cCnKSghcEIHAxget/U17sMgYgAAEIQAACEIDAoxPAfwhAAAIQgAAEIAABCEAAAhC4KYFdSaZd7Sc46yeAVzph3n0OTXJrSGq+5mEX+ut5n6x+25XqXrav/cs+eq8SvyUBP3EcBjrxEpiHwLMRIAH8bDtOvBCAAAQgAAEIQAACtyXA6hCAAAQgAAEIQAACEIDA3RHYzC8ectDjraFxfoJxpaEBj9Dmp3ute/S1JAud2pBK/bpOet/7uu7q115NjMtT3tOtm3P5K8Dhsq5S+dbzhy1xHAI3JOBP7w2XZ2kIQAACEIAABCAAAQhAAALPQ4BIIQABCEAAAhCAAARuT8DJpX1eHOrfN7ffN5advs2nrTvRW3UKhDrn3HLHWiml8M8WBy8IQAACOwjcupkE8K13gPUhAAEIQAACEIAABCAAAQhA4BkIECMEIAABCEAAAhMQcBLO2mU6tTk2FWrz04Z9tX4KsZP765wmR1ib9tUcVr/d46x+23T17qd5/fdYh+Snd60DDvQZrNcXkfN+tbGQ9QN+aMRZh32Xck6R2+Qt2VDWeSup1H62OxRZu3SRlt4nFVVZa+275jR0hKPHtfwEc3e+qo+whEw4lvV9z0K2lLrD/S4jlErSfkTVsvHi9yQLlopyVF9a7ZlVGnmDAATOIqBP7VnzmDQKAYxAAAIQgAAEIAABCEAAAhCAAAQgMH8CRAgBCEAAArcg0E8sXXP9W607aowO4pBGXXCHMeVvlz2bzixb9717xr7+U/v69lJKkVI61cR5471MX+dZuWzWah8uM8NsCEDgegRIAF+PNStBYJ0AZxAHsU/PAAAQAElEQVSAAAQgAAEIQAACEIAABCAAAQjMnwARQgACNyHgG9/pRkkr5+rK+jeJ/BkW9cZau2Odir/3tkjL3+r62h31FD0i6ad+pzCNTQhAYFIC+vROah/jEIAABCAwQIAmCEAAAhCAAAQgAAEIQAACEIAABOZPgAhvQ8AJuq3fZ76iK8oNlh/qdXnFZdeXqj8Lvd764GcmuqntkMr+bzeP1jK1/dEc3Wmo93PSjx/MzijpgMCzEyAB/OxXAPFDAAIQgMC1CbAeBCAAAQhAAAIQgAAEIAABCEAAAiMT8I1u//1d61ZPZrZKpllOUUbExDnoEnGEn86sWjF1gm95knOOfVqOeoR3Ux3S0veORrjUNiwb5/peAvQe79NQ8N14z09i6XJoGG0QgMAsCPj7cBaBEAQEIAABCEAAAhC4fwJ4CAEIQAACEIAABCAAAQhAAAKTEFA+axK7ZxjNSqytdMb8caZ0yb5xjN2RFW10SV525a40u7p3dV0nmIlX0TUWu7Rvac9ZPZ/ua2TfYPogAIFHJkAC+JF3D98hAAEIQAACEIAABB6HAJ5CAAIQgAAEIAABCEAAAlcj4DyXdbUFewv185O38uHVHWdCX8+eoqaQzd2adRL4rM0UnDLPdEgPFRRTvGETAndAgE/4HWwCLkAAAhCAAAQgAAEIQAAC8yZAdBCAAAQgAAEIQAACz0fAKbbbR33AC+cDz9HtA1t5cCDC1bhZVOpenR1MpVXLw4b8E+KHRzECAhCoBO6lJAF8LzuBHxCAAAQgAAEIQAACEIAABCAwRwLEBAEIQAACD06gzTmm1IPjub372h9t0Nbfua17dk0HGyXnrKnXzL3HWttYKPaqrLqVVIaUom3zXmmQB54s282y7TSiNXXMUX/v2I9Xx+vLCY6t9dWgrVhSUv119Om1ch0pTsfbl5Oi1ukWz53hn2u2HJCidoC7THlI+Zlnj++ptHuS5rs4IMd+jRhTkmP74jngJ90QgMAwgeM+6cNzaT2bABMhAAEIQAACEIAABCAAAQhAAAIQmD8BIoQABCAAgckJ3GHiSOmsycNeW8ALWluNaw1bJ1tTtkYcbhjDxuFVzhhhx6wzpt7flAsucjOo6gdmk1a/bUf9GkngHUvTDAEIXECABPAF8JgKgbMIMAkCEIAABCAAAQhAAAIQgAAEIACB+RMgQghA4GkJ+CFVPwnsvNu9QnBiYFr/tEKW7hXAnP1SYtd7ay0fg94IVv1Rn6gu9eAFAQjMkADfwDPcVEKCAATulwCeQQACEIAABCAAAQhAAAIQgAAEIDB/AkQIgckI1Kxeqj/te/pKxcTp006bQWLxNF6Xjjbvqk1bm+3lAugaS31zAucQgMAcCJAAnsMuEgMEIAABCDwCAXyEAAQgAAEIQAACEIAABCAAAQhA4FoEnCDdp0v92G07wn0xwavYdeLXybvT7DsRUDVJzs9P+/Z1mnuMvoSALgfvaV9R9yLqrqvUuOUyuoaSTjxh2cA7BCAwQwL61M8wKkKCAAQgAAEIQAACd0UAZyAAAQhAAAIQgAAEIAABCDwngRzL/z1n9FNFreRdOIkn1SXcVOvHlB5vHTOWMScQuPehddNd9q6fe3cb/yAAgZMJkAA+GRkTIAABCEAAAhCAAAQgcAIBhkIAAhCAAAQgAAEIQOCJCbRtjqKsUnpiFCOG7kc3dWvfT3naqnJ5blGu3WeH1Y0/ac5hqxsj5F95+nSjmdPTCXi/pJMm+mlxqTzou3fu3s6TlmRwRAABAndEwN/Cd+QOrkAAAhCAAAQgAAEIQAACEJgPASKBAAQgAAEIQAACEHg+AtmJ7pJdnTB2reF1tpYZyOdtjRnBrZXNgfVGMH83JlZx3sij5frL9y0XzN7a6tjTkDdtbZ7vmUsXBCCwl8C9dZIAvrcdwR8IQAACEIAABCAAAQhAAAIQmAMBYoAABCAAgQch0CqRtk8PEsZkbvoGcqMk0y6lNsc+TeZYZzg1SmDpCKtrK4WfjpVym2JQ2ncnUM/Wym6OTRtl/WjVvlhWx3pXPBFNpJTCT/s2tiv+WkhHVttS5Ylrtbv0GI32yFepQSNtIkL1OOPlabYd9kd+JdlYVyvTrVovO7y/RcWMvN5KYJaOyd4ck+PcVF3Q/VY9H6u0Ta8Z2kdtro/QJRWRWzUtpCgqbcKs5lheh63KheRS12aoLkXWtahrXh2aKC81p8wVUp1xQAACMyRQvkNmGNedhoRbEIAABCAAAQhAAAIQgAAEIAABCMyfABFCAAIQmAcBJ6GWWcJ5xHOtKJyIm2ytLmGXlRh0gne1Tte+Olel7J/KwcOd1mDnYzQ+uPuHIff3tCS+1yNOSrHHSnHCK2lslaocEIDALAmQAJ7lthLUXRLAKQhAAAIQgAAEIAABCEAAAhCAAATmT4AIITATAr5xnPoJqJnENYswctkdheIkngrtU6mp1FlJCdYRPp+jGiVEkxQl2pj3S/u6tb9uk+Yd+HTR+fNhTbcCliFwewJc47ffAzyAAASegAAhQgACEIAABCAAAQhAAAIQgAAEIDB/AnOJsJ9smktMl8dRfzN3oyywLrd+uoXewr3q6XYum+Gnna2+Feclq/rtY9Vfw32tjWX7GDuOrY5z3arno5Y1vFpuGffKVVudIzV01/tOH0ZaZkQzrXytGjKr7ii/bGB0QwNog8BMCJAAnslGEgYEIAABCNwtARyDAAQgAAEIQAACEIAABCAAAQjcPQHfKG6UELGSyrt3eHIHu8RX+UOpqjtrZDBrWnPiqid++NWSZ8tcVvFv6YKry9r0707+Wilp1SYtfdGyvoQsVc87kiKzOv5JZblGI0Vy4CptOLdtXCLbOFaOR16VGI+dc+64ulZdrxfyMvKkEZsqiyW9V6k62iFPvB9Vo9kdz9C+pG+5doSM77fxeGPp/gn4ur9/L/EQAhCAAAQgAAEIPCQBnIYABCAAAQhAAAIQgAAEIPAgBJQceRBPr+dmzaO5VALy9bFBw7KUFLueNztXsic7OyfuyEqHFsmJbGk9JytX0vn4hzZEa2np8Uzb3pHWVrHJjdcp09VOcK1zYkTH7jjh2wW7VQzuzw6II5La8oMGCNyaAAngW+8A60MAAhCAAAQgAAEIzJMAUUEAAhCAAAQgAAEIQOCOCfjGsLXLRSdGrF39z9W+I3tUIOzrKwNm/fYSKVJqlB5vY5GXCfG1B1OniF7Ik7J81ijmbc+GVLrYpaQOf2bSgXEadvtDfMK61BP/vWnrUjt3Ot976T292D0MQOAOCXBt3+Gm4BIEIAABCEAAAhCAAAQg8NgE8B4CEIAABCAAAQjcmkCOHK0fyRxwxIksdZcHWl23BobRtEr07SO0r+86CC/ywDFeohJijv6lZn+qSvcIb/6Zaf/U8wim1k049n7L5nm/b6PuoWPkWDfMbp2a5VbjVkPxZquVhojj+AUvCJxN4F4nkgC+153BLwhAAAIQgAAEIAABCEAAAhB4RAL4DAEIQAACd0bASdB9ujN3R3FH6bhVQq4kzpSdS22OKmWG1a9RanfdquNqWZnV813lKA5fYCQrruJbLRVTOc8LxbiQZT+Veo5867yJVnaXCtWHlNW+rZRSpJS0/jSHn1y07KVXcb0k9bVcluqRD/yN3PBTuxdJjNtFpCYr3hwiFrrQXhVnvvzUqZTSSyQpVA9ZL67miOUeq3Km+aR5VhSDbeSuDJX7mGmzFV4b4evC15rsnO+FJu847Jv31nI9eRFL47tCtXq4pZMz0lZ4Vu0fo5Qn3oOqMUx2NrI4juGuGZXQZdf1Iu2T9yq0htex9M0QVeXvBms8BwTmSECf2jmGdW8x4Q8EIAABCEAAAhCAAAQgAAEIQAAC8ydAhBCAAATuh4ATHdb9eHQDT5wDO0eDru4yNDj4uo3O/V13xeHVjGi45+JWX8vWxYZ2GbgXhn3/qk+17PftrU+wESf7sNdBOiEAgSsQIAF8Bcgs8eQECB8CEIAABCAAAQhAAAIQgAAEIACB+RMgQgg8GAGniKwHc/tu3PWNdetuHOo5csy+eozVm3Z6VUnBRvJEF5br5clLnbj0+TV0KJa9/fK17KXKfb7ahuN1uW/cvPocbaEzr7CIBgJPQIBP7hNsMiFCAAK3I8DKEIAABCAAAQhAAAIQgAAEIAABCMyfwCNG6FyXdZbvqY2oKr87bEubihu+7N/G8nZvo2nttN/vnFfIRtHaqHJSukvtDt/6cdyhe+O4lCPr+rNGsacN9W4f/BniyraWoyy+x4j8Kr21LCfXfnOwonNTHy6P2VFcbgULEHgsAiSAH2u/8BYCEIAABB6HAJ5CAAIQgAAEIAABCEAAAhCAAATuhkD5W5dK4tTyLMeUdCuJ3/7ktIgYlJNGUkmiuowrvLyOpDjXFivZHzWW0j0a46KqtG/0+/FVNdUhvpFe1Wt2902V2zZyXipUWqXN7VJ1zj73Vdsfpczaj1bX31K55Go346nnjqnWa9lvcz3rrS8brOfquvlhX3yVWq7nXiCuXt9BeSL+5fPv8lIHbMMq3w+OcFz75mXV77uygsD5/FLXmQ+BRyHgf7MexVf8hAAEIAABCEAAAg9CADchAAEIQAACEIAABCAAAQjcNwEnQqzzvFSypiRuXJ5nYbJZSvJE8W1zhdKhRqeCVEQtXbeG+h3f5jiPfVWd9dryIDWHZT2Qu6+u1ieAewH0qq/jerUD/Qe6e4Y2q9Of39Q3J2mtScOcPkIngycNAeMQuEMCJIDvcFNwCQIQgAAEIAABCEDggQngOgQgAAEIQAACEIAABO6QQBo9x+Jby9a9BVsDreW0/jkBfG8U7FPVYPRCY5+trTz44IR7a1QAxaWuVLE3lkP9xRZvgwSyyFqDnTQGCCBwxwT06b1j73ANAhCAAAQgAAEIQAACEIDAAxHAVQhAAAIQgAAEIHAvBJwA7Puyed7ve/R68u/3HgxCWcAyJpX3qHNqc82EDjwqWGfEntcxY/ZMp+sAgWfmO3ns/gxs6sB+jNs9eYTjuos1CHQE7r0gAXzvO4R/EIAABCAAAQhAAAIQgAAEIPAIBPARAhCAwGwJtDnHlJotuBsGlpTc9BO/jZI6VXanX1/+THIbq7/p6Z95PaSor/5tZdeHtByblVC1mpTCipFfqUmhcGP7peCjjbaVsq/hrmxVV9htKTVGfVGkxlKqTVVNLYgaGdcK2+Y3WjymUVuVquVwu1VObvDmta21pdVQQ1R4a133dpK1J1Zov6ykMqnNdSvr3P0Ltbn0+ardfZb6Nvs95ijdCIi2KOq15Lo/z6v/RmFMn8Rmef3ruu/V/fkwy7K21/NTwH257RJ1trKjTI0+bhvSwv6J+lOkr5owp77qd14tX3TBr6TvpEtCYC4E7p2Av0Pu3ccH9g/XIQABCEAAAhCAAAQgAAEIQAACEJg/ASKEAAQgAIFbEkhJ2aKTHFiOX74PTXRP1VD/njbl0fb0jtplcU24pAAAEABJREFUD8826MnW2QauP/HB3L0cUL2Wanm5xZMtOJl68qRHmXBDro+CCD8fmwAJ4MfeP7y/ZwL4BgEIQAACEIAABCAAAQhAAAIQgMD8CRAhBB6EwOjJs+4JvvsN3xH79rfLbS9392yPPbpFCaWymsqj55w50E803jw5V4LdFYAJW7v6aX8MAtpkf9Yfw1m8hAAEegT4Bu7BoAoBCEBgLALYgQAEIAABCEAAAhCAAAQgAAEIQGD+BB4pwvWcZBuhvE7M6bWKp1ZquR3k7p7tsc/Z4qtF10j9zeEtCIf6tyaM0OA1RzDzSCbqhVrLm/gu7v5p+JuszaIQgMAlBEgAX0KPuRCAAAQgAIFtArRAAAIQgAAEIAABCEAAAhCAAARuTmDzb2cqjROtEjnWYPLXT/kNKMvQoHKO+jdXS1nPe6X/dvRkIBRLWOFEZadVomz7trdbqlbDLnNufbYA226VOxc6sdTl04skU2XbannYmFdttUeLYbXav03lOtbz1J9V9scM9L/6UenW8rXnrJr31lrt7zKe5Z6fZfGhJnXRluhdz72Nd/VqwdTFvBd9Xc0BFoIABM4l4G/jc+cyDwIQgAAEIAABCEBgjQAnEIAABCAAAQhAAAIQgAAE7pNASSDZtZLQUcLUWSWfz1WOz9oVn/usXf0jtl9pmQ2PL1lV10e1VpN+9byUvX6nKK/xW9TXWKPEduzb9cYN7qQbrUnd8ALea2vShTAOAQhMQIAE8ARQMQkBCEAAAhCAAAQg8IQECBkCEIAABCAAAQhAAAIPRMA3hq3zXHZCqFNJKJ9nZbJZzluFo7MGVlG/3bZ2/srxwLSdTT17185TOgZrp29X6RCAzXXq0+Sb7WefD6xxtq0HnygU3nNrlOv3wXHcxH0WhcADENjxL+ADeI6LEIAABCAAAQhAAAIQgAAE7oQAbkAAAhCAAAQgAIGHIaDk0Si+OvtkjWLsciP+Geq2VXA6Nq1N4qbXqdpc8Arn2T/PnO3ArsUmiXrHYtdZa1+0Oxx72OasvbUGAyj/lYFpWEMj3G4N9R3Xdp0dPc4XRkHg3gg8ij8kgB9lp/ATAhCAAAQgAAEIQAACEIAABO6RAD5BAAIQeHgCrRIN+/ToATYphRVnvnwDtVEuZZeSko6nqtp6kW9nunXEtOUTurn7u62hMrTXRW2KvCn1OeG0qfWFljbLH6Nd77j+WfeEaUovkaTweaTQdnTKKtvw/m0ls9SQ5bGlKartPnLrv4O7LQGMvjwuPDZ3Yzueuy1f2mPvtZb2te7xWqmtytrjnavUn3bul6vBprY6WVY8blnTe79f9dXvi6trosOheJmksK3VMvbrEq0MDVc2Pw/1PKUUKaXhSSO0JgVrRXgNSedRXgIQOXJaKlRGHePS533FeS+tqM+O3vW5Sq5p2b5ZfdK0mi6y4AUBCNwrAX0736trj+wXvkMAAhCAAAQgAAEIQAACEIAABCAwfwJECAEIzJ2A0h9K8j1wlCWAV/99WqRkzmvriTUbOHHKNYbXxFwoLbVUfY/hl+OwhnuPbzVLaQxTxy+qyzI7+auFT5nE2Ich0L+eU7mmD7meNMBSwQEBCEBABEgACwIHBEYlgDEIQAACEIAABCAAAQhAAAIQgAAE5k+ACGdPwDdO/cTbXAN1bNZ58d37k385mpyXD0eeF+Bxs3KErxMrHTeDURA4iYB/LWD4c+orruokkyMN9lVvjWQOMxCAwOgE+ISOjhSDEIDAMxMgdghAAAIQgAAEIAABCEAAAhCAAAQen4DTKqHk3q5IHqa9F0NJIvlc8q/JVg3H0qp5U5qo1vs/ciRvngO2pnRYF0qllKdcZ8u2Vq0/e7zV1zUc6u+GTVbcev3JAru2YV9Z1tC6ugCHmiduK98dWmOXV+rigAAE7oAACeA72ARcgAAEIACBWRAgCAhAAAIQgAAEIAABCEAAAhB4YAK+Ueqn7ayp84bXwNTkJqzUKyOayCuF6puetGqQkgpDWEnnHu12V2WjFHf0lnJWvJL8LAlglY7Qf5v3EtUQHXonJZhrq8qusSbF1DLh0cq2pWLrcHtfWwPOaqg/RTxYtjle2xfR5oXWqD6oynE0ge4yKteW6752I8Ry9Rms6Vb3Vh1t/rKBZen+d4frUT5hlxlmNgQgMCUB/981U9rHNgQgAAEIQAACEHgCAoQIAQhAAAIQgAAEIAABCDw8gZLkePgotgJwqmirUQ0lYanOrbDVFk48lfSOey0nojSpf7jZ6rfdvG6HNjWtU9ddrcai/ajVslf989rhNqueX7v02tZY65YLcyxjF9i51lRfWbvWuh0Le1UkF8p3yC4XaYcABG5OgATwzbcAByAAAQhAAAIQgAAEHpoAzkMAAhCAAAQgAAEIDBLwjUdrsPMBGpXfKE/jPYCrI7vo9M6QyV57qXp3pVIfGn/btvrg5NReXPM6KQk3L9gF5Ri76mwLx1yCU+UW8XrNquLHvbyJR1hX9seX35JHEylLV17/5svhAAQeiEDzQL7iKgQgAAEIQAACEIAABCAAgbsigDMQgAAEIAABCAwTcJIgnBiUSn14WGltswaV2u3eDvl4O89usfIOGk42eausTbfctqnNMZzPnsCOK+fsuH1J1clj2652H6c0Dev2Hnsvqm7vDR5A4HoEHm0lEsCPtmP4CwEIQAACEIAABCAAAQhAAAL3QAAfIACBJyLgBOUt9SiofaOxUX7C8hNi1W/X3TaoblDl252OWlTbWYnmIaVWTkubfYfm1fE7nU1txD7FtK9Wa1tZpX/SuZYp2ihS2N6bnJd/u7UtZY5WLNpWMzppuE7kq/jFmhYRmrPeJqPdGNvJsuU1LFmY5Mhab01aM+dWbi0VOh9DjmVIrda3ssq+UkqRUhotZpFds1WZZiXmW8llX6lNuvysrPJ8DX5uc0Rpt0dtLvYbxWpp2ZA7K3nIOcrhvzP7Kseb3KYF1jh36/tzPKT+2KG6nI+9iteXv+Nez8atZZnrS6flyPowFtVrutXHzspZ17hnlGETvjlqKyJFFEV5yYny5VBOeIMABO6QwPKTe4eOPaZLeA0BCEAAAhCAAAQgAAEIQAACEIDA/AkQIQQgMEjgnFyE5jgpM2iPxvEI1MxNVy6TadFL5sTGazkwlRFJfZaKM47zZ56x2NaU266+5c6FDfq4XGjhgaZvBXvbvbzt6t43A7FcRxCAAAQOEyABfJgRIyBwHAFGQQACEIAABCAAAQhAAAIQgAAEIDB/Ak8c4ak3Ep0wse4VWXmCkXzKzu3xft/z/u10vHTY8+tEUJLpuo5clqUnetMS5ana1qF1a/gadrXX5NM7kfhn6UJvStzFRgoztkXHXVW6Jnwr68l+km5xeL+tW6y9a02zqNo1hnYIQOD2BPz9dXsv8AACEIDAgxPAfQhAAAIQgAAEIAABCEAAAhCAwJwJ+Ga/46ul630Ntb8mbvojH7u+8j61EVVRI90s435e1bXqUdkwxbDjJ1xLdx1LCYFzCPiaO2denbN1EV5qsBo+rayfEpenzZzvaO9E1XyjJDIIPD4BEsCPv4dEAAEIQAACtyXA6hCAAAQgAAEIQAACEIAABGZJwDcO61N2fvLOeU6XbnduxmW/320VhP8GaPn14NpwB2X1tZZnubRK+vZmp0XEkGLj5ach+9roHv+07FCE14xar6sonZWUwultWjeijOw11wn3V672QrE4ke14qpflAqwnZ5bV/msZq6T/jrbGfljuj+lf/vl0X8+51V5uyH2Ty2vWMH2dWb6CSlk7zi21r+ZYpS+gZLZF59q8bJ48uszAg8/WVaZd0FeK4qh1VTkgAIE7JeB/1+/UNdyCAAQgAAEIQAAC904A/yAAAQhAAAIQgAAEIDBjAr7DPxReba/lwBh3OVkyRh5uwPwdNDm6qjtw5yQXvDue4NIxuPT5htxsbTRzer8EnLivupmXU10z/QT/FYPzd9hSV1z0jpfy9lYepbxjX3ENAs9OgATws18BxA8BCEAAAhCAAAQgcB4BZkEAAhCAAAQgAIGZETh0o9CJpVNDdrLg1DnXGu94rGutd+t1tvNnjt677nLDO22cW63yyN9GN6f3RcD7ZN2XV762rLG80kUpU76O+1LTtMfqCeRpl8H6fgLe8/0jJu7FPAQekMCY38APGD4uQwACEIAABCAAAQhAAAIQOJ0AMyAAAQhAAAJzIJCV2Wtzl1TpAlpLIq2ddAOOLOrUWh45bbJh9+JHDdA/zZuaab3yGtbWKn5srzhSe3IkXQulacS3ar3NbdiPEU1jSgT6TCtrNXPMloB32ZptgHsDe97I92Kh80oEHnUZEsCPunP4DQEIQAACEIAABCAAAQhAAAK3IMCaEIDADAm0SoLu0wxDLgk5P1Hlvx+a/Hc8pfp3RH3u5NJCXBZKDLpumZFLKzxe/a5XbfbbztC4Or6W5ut6k6a5xe8boI7V6/SVkxKT0s6/61oH98fUNv+d007CIJ6xIaVU1eG4XiWaeamyZrQxUcjFyyT7jZKvoTWtHIuVk20b0WoPW1Ua7XGSoqhMjdBWLNPCquiIPa8sG0PSAgpTC3VzbWZIXffphf/OrNXtQ3SJ7SVvcVZ8WZITcZZi+Vray9rfXdJaYuxxqq3GpZRi6iR//cwtPZ33u/fSjKtqtPV8Vxm+BvbI31NDqvbq/Ow91mfotVxeD9WPS8skA335u7mvcn2Xa9yfqazRyyPv+PzV9uWox3vvx+66I3BpuY4gAIHDBPx//xwexYgDBOiGAAQgAAEIQAACEIAABCAAAQhAYP4EiBAC8yKwSnDMK6ztaF5zJdt9o7T00za1PmC4dqk0+5RUiemcy0p6tUpCrzxZW8prh/O8MfXLsWYnoqde6Mnse3+fLOSzwvWVvk9nGb35pLUP8829wQEIQOA+CZAAvs99watHIoCvEIAABCAAAQhAAAIQgAAEIAABCMyfwBNE6CRJP0w/aWX126g/KAHli8r+qnQErvvGcCop4KSmKlVHPm5yDZVw2ihP/sbUL5O0pl4H+7ck4EvqlusfWvve/Tvk/6H+U+Pz94611+6pRvcaoxMC90eAf5nub0/wCAIQeCACuAoBCEAAAhCAAAQgAAEIQAACEIDAAxLwzzofcttjrIg4NPTu+/cmOtxpTRWFErHdk85d/nmahYZ+53ualXZbnTTA3cveVc/qUvK+W3fl3WXOXHF/W3G0djtsttbuEeP0eA2rsya/utpVi9HQy3//krbZ9qK6aiwsBoFrESABfC3SrAMBCEAAAnMjQDwQgAAEIAABCEAAAhCAAAQel4Bvgsv7chNcdZf9G+wHn5zS3Ic8nNC1hpx3VmDV/poayHn5tz53la1/avkMVXurJUeuOBzLkXhvXS8P/Godbbnejzvygb8xWuMYKkPsvEpSWf/msssIe+WeC+R9tIot21OUPrdOMDvk91pbmyNrfw9LVPVBaqVsOWbNO8GVxx5q7pa8JoIAABAASURBVJb3w6VwPHJA/g7sK3IT/p/LopGD09Vb/jOJWm6ZT+opXHWtq268fXl8PXe9Kretrt/dquP2ljZc93VV7p1xcac+QtGXol+dDxnv75XrQ2OKPXXYlgoOCMyeAAng2W8xAUIAAhCAAAQgMD4BLEIAAhCAAAQgAAEIQODxCTz3TXAlUba2sGQ5eq0eY/WaHrQ6uNdutKaMyfaVrArJ1applrT1aSxjdTeBkiwvqcvNMfrsOGG52fxw5z2Hb3CJlaRl+WrqL+66+Pa5u6nn6jhVGS176LXGsXiulfIfsJw7eWOebVVtdHEKgVkRIAE8q+0kGAhAAAIQgAAEIACByQmwAAQgAAEIQAACEDiTwKPdiHPOwToz3BlNUxLkiGgean8VkvfW6ueQjghzNcRzrVXDjkrqZ1qOmbDDzq5mm1/2Kahl5arvDqlIy7u86uJxB4m57knnlFKklMYPX1z9ROcElk/y1T6cNGHEwbvXFhyvo6J8/6j06ZTyPiSt0y+nXO9c28W/cyf351GHwAMTKN8LD+w/rkMAAhCAAAQgAAEIQAACELgaARaCAAQgAAEInEvAN6M9t5auo3sjoKzGoEs7ds3DLc2pI2qpprs6Vn7ZX+uuvDvfmX4o5UnUNkeucmLyCJ2/+utM87VeW65Tu8WaW5GZ8bn/FcGWsf0N/XjLfmvt/TMeubcfrePYPN/V5vZpZU9qEnjalbAOgdsSePTVSQA/+g7iPwQgAAEIQAACEIAABCAAAQhcgwBrQOCpCbS6yX5LPSp833jzk1tJCamQnJhy6fOavHDp8015nvUyxRN1Apoi6X15eB1refb67uSa9drymLXUpLDM2nuQcxtZ13TOC5WWkoblvLb7PKkvpBSt9m5I6vSA8D6nDo1Ln3enpfD5kEqn3jzHUnXUoyRotIGpbUNBLKXYo1NWuZLG5E0VJmaxVIhDX1nn1modr7WhtYCyKFQVamu9J59oqZJ2LGUH0EVVNehre5/6MQ3Vq719ZVnLP5VbNdWTuX1+WktXp/Z1cSPputI14p/3jrIThcJob4W3NtffgSklXbY68TWnNbM01kK2dYxCvPtKKUVKaSw31uwsraZotN+pizm0zbFQj5TbpEvViuVLzdqNCJWhl4sqnV5wyIp8iPJ5bSKpboXK2naB8dVUfcOs6puVfZ/dft/mPF0tYfXbkxpefzGg30MdAvMk0MwzrGtFxToQgAAEIAABCEAAAhCAAAQgAAEIzJ8AEULgTAK62XzmTKbdgkDaXHSrYXPA+vnAfp9oYd3erM4mItEz62T0kFolC/cl+GziEs1qm+4sGO/LLpfqnu7qf7r2fbAuhTHw3XapSeZDAALTEyABPD1jVpgrAeKCAAQgAAEIQAACEIAABCAAAQhAYP4ETojw0I22zfvz9emlE5Zg6KgEvCOHdu11wb0jlSCxtfrImese7/LVwmPV/LSctctrx2ft6l+1l6cFpyPhJ/qEf7WcV9rUqnOSip+9tCYxfoTRW6495J6uCu951dCQE9t8Hfpp2BOnPexwX8+O2QG4tETVpyu5zVo1XLFSPl9ycsr1+ffxihvKUrMlsPm9MdtACQwCEIDAmASwBQEIQAACEIAABCAAAQhAAAIQ6BPwDXGf19L1+nOcpc7bOoH+z6mu91zhrO5SLXcsmSP6CV2P2jljZ4dnbUu5k1Wj69aq4UEqTjtag+56f2tHqe8cWUeNWno7qkY1jLENAr5yq7zHquvYGHT2aTXlJH/rDT3b0oNNXH1mzPT+fPe+ZPlojeXdM23vWMywA4FDBEgAHyJEPwQgAAEIQGCdAGcQgAAEIAABCEAAAhCAAAQKAd9Yq08plSehdFfcpds9wLfunbSoUrebizyvVJ7tTUmDsK4Rt9exyt9jLbsRr0n5uksRQ3/f122RtWOSR9bkhEufh16dxWJdI8NJqmrf4zRk6/A4z3O51TlBQ85eLRRKjqGfRy5tijFL0cqrntxmVbccX1+1fa00b8uNLi0T8gfD9Sq3eczIMndrJLN3b8b7Zyez9jlrD6+rNrLW1dUlF3Tt6H1ZL5WL33I0YbUqoyh01aQIX4Q96/6s7lNv6GXV+kRzLS+ztjVbkenro10qL8P0vx0O12p7M/xx6p1OX7Vzou+E76vk41grK14v4X8Xq8YyjR0IPDOB+n+vPDMDYocABCAAAQhAAAJHEmAYBCAAAQhAAAIQgAAEegR007p39lrd1f46gpqSCa8QnNqwXlsmqTnD0DfsfbL6bfvqe8YOdrnR6tmsp07oVPW6H6q633/vZ1UoqVUjD14zJZDCe2yNFGDPlKu+3kJXUlztdcuF9NnxfyxRmN7Sj+21y16oeZUIVp0DAhC4TwIkgO9zX/AKAhCAAAQgAAEIQODeCOAPBCAAAQhAAAIQOEBgM794YHhJZZw655DNq/U7OVF1tUVHXMhZjPJU4evt0dfawDoaX/ZK5UDvdpPGebw1lMPxE3xV25Pvq+VSP/1En224rCyczBOiejpqwF6rr1GNr4y1kfJSq6YnrZi1PztJm9pI5ZofmYVtJl8wI9u9Z3ON4vUz0Lt8NHNrkg/RrkXVXvbCpfyrdZ2Ofkxp+yhnGQSBGRAo3xEziIMQIAABCEAAAhCAAAQgAAEITEYAwxCAAAQgAIFNAr45vdnWPz/U3x9LvSMwNTQlLEqyxGW3ZC3q0rWs7bvKzXGb58fO2zVujPblz/OOYekyG7n7aeLLrDB7k0Arrpttszof/FBtf3gHh80AxNGfmxsA8JJVM0BNCBDYIjCXBhLAc9lJ4oAABCAAAQhAAAIQgAAEIACBKQhgEwIQeAICTUqhI+oN980ytTk2FWrbHOeETG1zf51TnuTK2yDdZG33RPElNWmo67Ztpzz1W8f2y5X367clHWubFyHQr4oLX93f6sw5RW6Tt2RNy5O2PAdcSbusnrVaPkvlUEepq/S5C4+r8rnbV1KDx1uhem131XPq+dRlzjms4XXsSRN+stLaGpM+RBSJhPZQBBVK+yoF53k5Fsqrd+rWy2YuJXGP3svxa5rG9xovrPrv4DrGooHP5XKftar6BusH1q9/XzbaNqLVNVq05Oo1/bkvUr/H2h+fp5TC1/UB8xd1ex37cJGRsyenCO1xFtosNPbDOtvcxsTV9abvhVy0XChrMTOukhflM9xo/pBi177Xds075qjXeevrXf4cM+fiMQrZnzFr01ab2rCWbPT5k09rdcVnRpvzNs+zrttd8tjWG+yKZD8sVUc7yv4lvSvWvlGfWv026hCAwGkE/J142gxGRwQQIAABCEAAAhCAAAQgAAEIQAACEJg/ASKEAARmQWCVRVCSQenLWCnWX6tx682rM09fnRxR8XhrYOiO5oGR5zflXuLmfCuXz7Qf1srSNYJfLTZ9ZSicobaxPXHSbmybJ9krnxdHWnXS7KMG2/LawLLmWstsT8p/THAnn+HZQiYwCMycAAngmW8w4U1AAJMQgAAEIAABCEAAAhCAAAQgAAEIzJ+AItz15K66OKJ9cAbOJFldGKqWZJNKt7juG6cufT6aZN9P0PXtum6NtkZnyOv4Gu5Or154bfvQ11ROLNfyjh27gjYiqg7NGRr3ev07Pq9frdgLt1lu995atX/s0ra9lrXP9lT9trtUE8lP3e9z4ow+2zTHRt85jvUMExdO8V5bF5qZ0fQp93tGmAgFAjcn0NzcAxyAAAQg8EAEcBUCEIAABCAAAQhAAAIQgAAE5kvgNsmFGfBMSo5YDxFKTeapXGYxll5vbP6yccJ3LT+h9Yj+fpS69ig2X26zNtt1XuaoLIfHWOXk9c1jrNeWnTWHmytjn+wcOXWHF9/U0JqOt5OukyQNjXKb46q/dF1DdHvVnql1yFnlai2Hc5aFCycVB3JkBbhUq7qZXWh353TZ1lo7u0ft0FpKOEfRqIb3GvO1ZHlQwevKkI783A1NHaPNPvqys8awhw0IQGAaAiSAp+GKVQhAAAIQmB8BIoIABCAAAQhAAAIQgAAE5kxAd7J9w708aaa6yzmHu4ytS3I4mXCslhP1PnBbcdOGRvnwz/9uqfx9yhRtyZzJlp8c3JQnjyptbLxK6Sqld7IUy1ZfAJbW7ArVRjy0tO1W2fJCJ5a6fHqRZCpEdCkZ9PnKoE927M9qjCt1jOudXvdu8++M5vL3hXPZSy2oMnryPDN2skhOFWsaVap2pzRc8JZ0vaS2CZehuk01XszyyZa8etVrZ9u2sVJeRJsXksZ1sST1RyfHZC003aXV5o6DSgGJwkN191kaOsphZkluufzQRLyoXmD2rJd+t6ttVV/5rs/7QP01ttP6s1jlKCRCmxCjv7ynlgyXeOVexHuddQGqNsbRap+XaqNVTBFlIZlOkkBHJ/tSVdrUPeLhqKxqsqyuBq9e22Lg87nqq77VctUxQkV+hGLOa4oozSOYxwQEIDANgbXvj2mWwCoEIAABCEAAAhB4dAL4DwEIQAACEIAABCAAAQjsJtCqy1LxEIfSFjU75lJpDLVse+5Ga7vnopas5GBYPSvjL6P92Jcs8tp7+zW/JMJcevCQ3Ge99iVVq1Qth2PzqJLrd2dpHedt3ZxWKft5jG2NrcM8p6g2uHR/lSOocp+lVLsWLzH5tMrDurq6u9p4RbFZ16jleObPsuR8u0llXU+tNJ1bXuUsF0+c5OFey5G49Pn08mqFZdnk5Xq96rJh9X49v1ZLdpXip+r2tUh1DghA4D4JkAC+z33BKwhAAAIQgAAEIACBeyGAHxCAAAQgAAEIPC0B33y3nhbA0YH7FqN19IT7H6gsh/feUn54PH+d+JVKEng8qytLJSFTnF42lbymY5GWLce/N5pjHT9jfWRde711eVb6VO25qrPzD9tp/OTj+SYGZvqatra7zKUR7KUiGrPqhiWVJT61udTppIfXK+trvX0LHfLl3P66bA6zsvZ5cXpfGn1f9/vQ6vNp7R9Fb0y03zcniwMQmBGB8b+RZwSHUCAAAQhAAAIQgAAEIACB5yZA9BCAAAQgAAEIHCbgZOY+bVmoGaOuo87tTm9SpEtWdTx7lNs2irJKJZdCYx3zJUtOPfciHhvOOVZro3n809TKpqWiHAJt2CuVxq23Vawe3vWu2rrzwcLjrdrZr9e2Jygrq81y+tAN/BItPUwHro/lqOd9r/taCWye13ZKCMyBwNxiIAE8tx0lHghAAAIQgAAEIAABCEAAAhAYgwA2IHBVAn7a6BJd1dkJFnNyaJ8qmwmWLiZ9Q7tJencuobQs33xqLc+u+56S0hLtdVY33338X/sWkbOkHFtul/657xCZ/t/XbDXfYS21/Nup5clDNbwoZu1C+bOm/fKQ/UP9qUlhbY7LWQlZJWd9gzRtdqrB9Iu6cSWJq/GbZah/rzZtl4TTVuPFDfa1b8Rc/WRoVtJ5r0J7KiXtTdI+WOH9zdpjyfV9EqrVnvXX91TLbfbDcuhuK1LHps/TTyN2AAAQAElEQVRqOvlo0kskB1tnlrotL5W1P69aXnNCEllvlofbt0bOlVLTUu+p0xKf2mzeYy3Xq/LKvgat6rq2Ovt13FRluR7LWl7zVW0s/1fXNfNa34zB7af2m1Fqm0ia2EhJ4TdS4SWDtVT1oiMrtlZy+ao2cli6dteYq23jfPmXauWYZgzVdZVH2Xv12/+lmgh9FqxWn4u+cneeO58uCq43ufAq152+YHvtF1e7OBzLkMq6WmSoDH3fJe2tUIe/F+oYM0riXKS5lx5mGTZ+qSHmQwACawT0TbZ2zsleAnRCAAIQgAAEIAABCEAAAhCAAAQgMH8CRAgBCGwTcAJlu9UtywSv0jFKNAzVPWZbr3f7ffPf2h4zcUsJ6dWPrdXcZW11nNbg2Po6bfZpo0tIp005ONoIjtEuQ9nXhZJl/f4p/NQVqCWcPDvGuiPS8GOOY8xVOx5r1fM5l6s4zdK6drArB6608BXWu8IS58Ha3l+3WOfZYxYEIHANAiSAr0GZNeZBgCggAAEIQAACEIAABCAAAQhAAAIQmJRAuoeb35NG+FzGfePRuteom9D//HTbmY+eOflh3Ut8/vg4nHbDKT+td46P/jxa58ydwxzHbkW5PgzVivJyu8+KBL6el847eCv+dH5dzx1/2q3rrdhfyTH3z6lDAAIQeHYCt/tGfnbyxA8BCDwUAZyFAAQgAAEIQAACEIAABCAAgekJOJky/SqPsUJN5CmH8xgOb3jZ38t+fX2Yo+vrtXe49bX/0lrxyYtsGOL0lYCvQeu15d5rbUSSYrxXuU5WCeBXu+biy8d6be1qmuR+J+IH+7thYxR+snwMO2fZUJzLeY7SMntr2Xr/7/bZun9P78HDq5Ly57jqHoLHBwg8KAESwA+6cbgNAQhAAAJXI8BCEIAABCAAAQhAAAIQgMBEBHxjyk8nVnmZft3nzyYnjax6s72Wj8Ch7KccddnPDXlPXxTIi3JDr8rRZMl/d7NTRBtZN/1fFaFpsnjmIVvLhGArA20s/85nqEyRnKFTq4/cat19kp8l0dbmiJ6y6sfIa9xKxW8tPuRnPxb/fU+fe3yreBeSyyLFOfTT3se2afm7PhyzFW1e39+OQc66Pjq1ukaLynmOrDGvwek60zWXm88j0vuQMV2/vupUneDw2pvyPlqb7cPnrfxf7JD7lvENz3Wf5oaUF7p0XsdPEOqgyaSPY18eVM9dDyfu9TnXVkWRxi9jsa+LyGq0gtdeAmbqf5Pev0S805e7rvK94y/q1OcnrIuMMBkCEKgE9JGtVUoIQAACEIAABCAAgXUCnEEAAhCAAAQgAAEITEpAN+Qntf/AxpW3iJVuFYf3xzp3/d7cJBt96XTn4Wkldo2opaojH/ZmZJMPaM4UrCHXyz4MdRzVVme7PGrCwwxyRFV2ulyjPYjua5U1q+2l9MCRlZV8ts43a093zd7XNzTH450atIb6b9Bml5wErirnfT/cYNU2yoMEetf5wbEXDehdR04IWxfZYzIEnpMACeDn3HeihgAEIAABCEAAAhA4RIB+CEAAAhCAAASuTuBq95avHtnAgr6hXTXUrbyEckhRNNA/eZPX1yJlT1RX9bRDczy36rTJVxjd8+/c1Xxj1Tp3/r3Oq3tWy9P9NNwNnW7kpBlOstrfUyaVz5bc3DXHT65bm/1ep8p91Y7Huu62qs3z2j51aV+qdq11qH/XvO32PkR9IvKGtidc1rLje9PxXGaY2VsEtLXazeW/Q65LW2MeqKF8bhWDP5dVK/epQGCGBPz5nWFYhAQBCEAAAhCAAAQgAAEIQOB8AsyEAAQgAIHpCfhG7PSrPP4KU3Ly04PWipJujEfVqrGrOMPWVdcKj1fDPj89ZFOacvUj93/mOfeeMLu6J9dZcG1vT1zS+1l12lTv9MaMXdfOxrBLT8v++qnYNke2XJcutTs032yG2t3mPst1dGsCvh6rbu3L+etzPZ3PjpkQOIbAXMeQAJ7rzhIXBCAAAQhAAAIQgAAEIAABCJxDgDkQOItAqyTDJTpr0Tua5L85eapiIEHj2/Q1LD/NVVXbZlHueHqtxnbdmH1rsCnJslb7EbqO+3IC0Vq1OWdqOXmaF1HbbWUrQaEG7+erknLLnZISdFL5ZVYFnlVppQhZ8tODq1Kdlxy2JWUlILP/iKXtVntavyQJHfcBaWh5Aq5OrWWrimVGl0hmJjv8vWTfklYYkprDn0XL41xavh6qtCuF3OEya1ynHNGIeyP+LnWmpToLalueq2mEw/uj5coVNGQuZ//N11Zxrqu27y6ju8R1vealzMbytZPaRVjL+f6bsgtNkHS8fZ8i0kv4f42c01lM8tL3SRuL8r9Wn8k8oJCfQ8obMcXW50CB7Jj7au+9GImvPEiK1xo7zpRSNFJsvLI2vqjb30XIj64erfZaLELqvnWilN4LXZepp8rhULmxfKSUijbbxz73npY4HIv2KBVp7VIqIMUdlq4FXZCxUvAygZTEqie39VX3vd/muq85y3UEgUcl0Dyq49f1m9UgAAEIQAACEIAABCAAAQhAAAIQmD8BIjyHQDpnEnMOErgG1+WNbyVKdnnj3IK16rdX1qphf8VD16QT3YgPFUXd7OUSblxr6E5GKJYLKFGVX+UE0Qim79mEk5TVP9PdVO0bKj3W7bV0/WJ1+1Ds9Oul4fI3x1vUJTZzTQZebnqnhSWfCYLZueLpHfZxSNXSUN+xbdXGNUp9ejeWMXdro/mo036ER0146kGV1hwgOJY5xEEMEDiGAAngYygx5rkJED0EIAABCEAAAhCAAAQgAAEIQAACgwR8Yymde/990OING6++9J7Eq3zxTerCV/Xpjj2bpy77YIXq0/lQLV9lkbrYVUt/RqquuvCBxfb55H2/7Prbf30fcO3k7iyHdZw8zxP2cXD/kLyW5T4/4Wv53HJb1eZ5bb+k9L6U9fSRKaWMlRhUnnLYN+uUOcNje3tdnu4eHjVeq9ezxrO4z5IZF2mQ2au4s8NeWdO4Va6tnGNZTrPGXqu+pqy9g47vdBxlP3PEdNSO94eREJiSANf4lHSxDQEIPDwBAoAABCAAAQhAAAIQgAAEIACBYQLJzbqB6gJdSKD+dGfPjNE6xeGy1zxO1ZvnNUtmd7mCm9aMq8E9Vv9p3bUxo514FaszqLW72jjFEfbGWWhuVrwnp+hA/P196NcPTLtdtz+B1pAHbq/q+isqnZaqYnSp00kOmV/a1SKr+rKlfLK76mChKWWMy8EBNEKgI1B+ZltZU/9HFtb0/x50C1+j4ANwDcqscUMCJIBvCJ+lIQABCEDgrgngHAQgAAEIQAACEIAABCCwQcA3kuqTM7ofvNH7hKdOop6qFSbTXJ0sK7LVdsoq3Tj6/eli14mriFSe6srlKSgnkMqedguWojTGFV5ezWojqn+ljMtetmHVv4/pcmVxgP+q78iKbZ+opvhQ4zxynQuH1b/lG60Y95S1/0VqKz+dvFa+/j3V3P2U8nFl7n5mO1TaxiKiXFiKeS12n8ekLy9r9ePOXcxtV3bn8jVHaltpsdKqz1xW4xcaa2WZzaqvy3bfp6S+pTRt9BgdU5UWKva9rusui5TeLaUcqOWh/jpusywLPPBbPnD9nhraCN8cpy553Hg/JdvXcbOOGKVrXNdT9kW39hk+Yuq+IfW7s9jMGtlK9bhbytVBSgg8BAE+SQ+xTTgJAQhAAAIQgMB1CbAaBCAAAQhAAAIQgMAgAd+jHeyg8TICvvFtdVaUeDVqP21V1DWPW2g939C3dHPfR9++19eIzeb+kJHqWsk+WCNZxMw9ENBFvHJDe7yq367S92jYi00/930C1OcEVklebVurn9tWyeDt3nFbHJd1qtXi4zkTT13o7sfj4E4Cuj5afTc7+es0cKvznWMv6tj87F1kjMkQgEBHgARwB4ICAhCAAAQgAAEIQAAChQBvEIAABCAAAQgcTcD3gq2jJzBwBwHforNeu81V992j6LV5xJrWW2WAvNqw6elvy2vtlR/DPtxra30a/pB/dZzLQ2PH71eickcav1xbk25wt7dX/s3YpKSstY+lPNvX3es7D9B5s3rL7qn6OirSGJeOxXup06MPj686etLAwLJ2r326BGFvkStXx+A0qcv1qd8pFtGF3Oj7OVmy3+hcxXWOKePqR0AdAjMmoP9Lb8bRERoEIAABCEAAAhCAAAQgAIETCDAUAhCAAATWCZQnfvLyjq9v9K/3cjYZASH3T/La/rTcbd3ySreUfbCm8SGlFCmlUY2PYS2lNLpf/SDb8tO3upjUmEoS2PUjlTTp0sNLyYZ/gjp33yM6fcyji+UU51NKE++vvqGP5Jo6x2vZnY5SlL1tzwA0yuoYmZ6ArxpJSeDp1pL96YxjGQI7Ccy9gwTw3HeY+CAAAQhAAAIQgAAEIAABCEDgGAKMgcBeAq1usu/T3skP2qnUQijs4n3yzX3JN/r7qkzKoAd/c1yxeQ/aP/G6T90TSk7Wev4YKtA78I0ft/L6Y7K1z3HdW4K5bWOvSqJSY5xgqP6V8sLAbcMq8TbRyv7rHi3/jms5D9WPUMqLqArVy1ztlbdpnyL8FK51YTzHTHe8lmNOORqxTVJIeUOt/LIUVGypJIyjvGRmq7vfFtrfQYmR142erWJw5LfUpEhJKW7txTJGfXupnuRXahcRnbL9Gai/9i/nZc3tK4lTkfi9xt2ISaNIpFbJT6k/x3V1TnqUz5RWWMjfVt8TloJVSyvf2lL63Nem/VaD2kPXhGuvcv8+hWLbKa3tuUnm9PEKS9VJDjNttQet1rTqIm6/RKHrZEhZaxUpOMeVxcEy7ywf6vpTl15rU47ffli5++4KXQN96RtP3wK+DsbyUCBkMazyHXOhXduwZC8lfY5c7+tC83X6JrvN8zqOEgJzJKBP1hzDGism7EAAAhCAAAQgAAEIQAACEIAABCAwfwJEuItAvVG6q5/28QmkzqTZd9XxC+WrRjFqO9YoxmrkMjaaTdnSkVKKlJJq93WklCIpeTmVV1mJLSeKIkYGepLDNak6ZiLqWAeWcScNt1RELV23fF7l8yHV/s1yaGy/zXubkmf1W8er+zvC2mdx1+q1vZb7bBzqsw9ZydFD48boH8PfMfx4NhvmbpW4lx+rUuUNAhC4bwIkgO97f/DulgRYGwIQgAAEIAABCEAAAhCAAAQgAIH5E7jDCH2jvUg32uuTe6O76SetSjrMK51h3b5pWpmtuqpnHy9tE40fsetZcNwr9dpHrdYn5jqjXq+rHlV4vHXU4JsO8gZZ607Yd2u99fXMfdZry2PU/MSzn3ze5a2vWcflcteYofZTxjfbuIdMjtLmG/y7tMtnx28fXV7qxNKGVtJ3itP8U4duvy2va13qP/P3E0j6bl4qIk29ucELAhAYk4D/bRjTHrYgAAEIzIIAQUAAAhCAAAQgAAEIQAACEIDAhQRqcs3lhaZuMn3Nb6c1rA1PPKZoLKRLFQAAEABJREFUo32EU6VTRrByyMSJq/jmf9Uh06f0i2EO/y+i7VxyUXWKqc2xxV0bKh3be1iau7fVsO78UKG8SFiHxt2q/9R4pvIzKWu05os3ZarFjrS75s+Rc44f5uusr+NnHjPSnxHL1551zJytMfrMxaa2Bp3XYJ+ybFedZ+WUWZX1KXPmP9bXiHVppFmf36Vi+X037YfnUneZDwEI9AiQAO7BoAoBCEAAAhCICCBAAAIQgAAEIAABCEAAApcQ0I3/kli4xMYt5+71vyYaanlLR6+8tpJ2vu+/KXuR/bcy2zbyLmUld6Xwz8QOKKut2PDfssyL8N+uHOMaytpLq5XNtthWEKov/+ar6lq371Pu+Wif+n2pG+sx/lll/+1Nl5bbTlGZI3tljkozHENlbxSWyw+66/uiennIuzOuPE701TWvin6f67Uje3/3KkcWu2G1WjPHxx80RgbfLvy0d6O2RmfjHN6rsrZYlnLDF/PeIW1x3il1RF9ep5737fXXDF1fn7zLkdpFUevrbpwwV1aWCVa5po12gq913PtU9i53e7RQKZXxy8/syrA+L3I6NpUV07BkUw40uYlPPqSSHHzbNrrkZDcicicVVzparVPl1XV6weHPQF/VlLDX6s1K+1Dlp6GrqkOXR18tudQ+azezYUTH19eKuxAEIHDXBJq79g7nIAABCEAAAhCAwFUJsBgEIAABCEAAAhCAwHgEfKO4s+abxVZ3+hiF/a/a5fGh/l3zdrSPe9d+xyLHNTu54JG1dN3yeZXPR1G5NtqSWnByaxSb1Yictc0lWu3XslJ7layKlUIvDdf76+Fz67XltWZTVa+tt60VX+2U3VCpw7Ubyh5URWEds305zlCMbdEqkRrjvlqZU941rOWKajjq6I32Z84JPSuKxaMsrA/q2es6fP0Vv5o2clXXN10x5P+2b9vrn9kyoelTPDJra3COOl6/9wZHHNcoO21SAthSEth7e9xERkEAAvdAgATwPewCPkAAAhCAAAQgAAEI3J4AHkAAAhCAAAQgcBqBkkDQjXeXp82c4egRMgIyoXvty8fm7oCQffGNQ5f73HF/1b5xQ322X6TYa3+tKt+gJFoUxciv6q/Lvmmv2T+fQ90xFlWwA0E5bmuga5QmPzlYklFy5JETSHL/CB5L0H4iU/myI8afPqR+ZryGffK5y13aXmHp43b7aS2+ZqysfwOUIizhtqqfZuX00V7TsRedPv3sGZXv2QauONGMii5dU5dKow9vsmSr0bmKeRxEAYEnIOB/H54gTEKEAAQgAAEIQAACEIAABCCwmwA9EIAABCAAgcsIODVwhgXfTK/qT3db//za9c31N8+v7c8E6525Y4OenGrr1PGDi57SuNo/V7aVy08Et7GrPGWpobHZP8ncet2h3vtsO7RHtb+Wt4ri+PX7/I+fdTiuzq5NWocnjDbiWtdV7j4fozm+z9CFDC+cvsMzW5WUBN4x4OLmrO+Ii41gAAInEHiWoSSAn2WniRMCEIAABCAAAQhAAAIQgAAEhgjQBgEI7CCQdj176Se8rP48n1et2nu3nbLq1qrvvir+256+AV1KJapyueGflRCrCtV3KYX/Buc52jSafRO8k+353JqaVm5fk3+h2K3S5nbJ51ZWXzugbGZS7FBSjsjajKNVg7o0bck5NSmalGLKl61bXsM+Wa5bNb/h/iq3Vw3168oOBbBHinLFpV/P0egz9qJ4h9aqa15eam/9d2jzIvz3abNKq+3aXI/uJ4B1JWu5tshPda7au79nm1R6vDU0v9G1salXmzI71eHvnp7trM9Q25OfWtynpP3ZVKgtd6xq2fbOQyySxizH5char6rt1f3Z6Lk2StXXbF913V1laF9epU+c/Ou2vG6xSl2Fisf+WguNqapOa4Su2FgpihOL8FPdreqt9kHWNcDXUIz+sl/9GFcLLB1QDFpdMXhPltI1r31a1nPsugb6NofqdZ2yvr4Ps3hatX2sUt7H8nPXnGUya88cq69L16sOGVvGpWtY7Lbqspm7eJvUREovMtdEjPjvua+zVla7byp/M61JXcOHrrfYp+FZtELgqQjo0/pU8R4ZLMMgAAEIQAACEIAABCAAAQhAAAIQmD8BIoTAsQQ2Ux/982NtHDHOGYAjho05xJGMae9UWzcI+SgXD3Fxv3WUsQOD0uQQlgvs8jeXJI/GOAHU1WubywPuH+y2DaWXDo67bID8HzCwK+aBoRtNw/bWBx0zZn3GmGfnx2YvPLsvt52q28Zfritdr/0o9tVPja6Or+vU8+csTbaLfIJtL4w78xQQgMB4BEgAj8cSS3MhQBwQgAAEIAABCEAAAhCAAAQgAAEIHEHAz+wcGOanhKwDw27SfdSivuk93u2zvZZ0U92rhcqjXBthkJ+I25V8tC9VIyx1VyYcs3VXTk3ojGMt117v2nJbXdLXgVXPXfb7fb6ptX4ljv3kYUniKCG3VqqvPKApAy7rU9Q6neywb47Hcn2qhWzbGrbvT4+pW8Mjzm11XJbXfjnia/icdWy/atd899uH7Kdii7Iug95FtmviHNu93XcUl/fG8v5c6lbSv+GNPrgp9L8n3d5LGTIfArciMP6/QLeKhHUhAAEIjEAAExCAAAQgAAEIQAACEIAABCDwhARSF3MtdaN72bJqWJ5e8F4t1XLLlDrKvXWVW303aLAvVWctP/TTnGcZGn+SchnR1+UrVFKb5eWWL7XgZGyxYddKZZq3vZet1t7bP7JLp68lB2NTRzhVr/G1uXXe6V7UmYfKhe7oO5l+aNzU/W1K4c9RlO/LZbzL95jny8FZm9H5OoiJMvGbax153spPq+yP/bOOnFuGrY13bPXzUXpv/7bm3+3dwQMI3CsB/XNxr67hFwQgAAEIQOCqBFgMAhCAAAQgAAEIQAACENgi4Bu/km+2Vq3GDNxWymrrazX2TiurmBRjuYGvUjfOl94qlmXl7HdbqKpmXbrNRrVaXTV8e915FJdud//Y8tp9Ddn3+la/L7c59qk/dvU3Gdcau5PKu5Zd8zULx7ap3et7J9po82Kvcvc3MrfK7qnIXJ+K7XOsbSp3r39Zz2pdrVHr/vugVj132f+btQo0LLdXHerf56Wvt48XEW+EshF4FfuGj9LnNZdq9ZFqI2v/NrTR5jFDCo17VfmwimVov6PY9BwFlz5EFKlePslavWTemoiwVIx4tJ0t8/Re+TSXa03+DJTu36e6zy6jxKfPu0qf99Wqra9lnyzrujabpO/+RsRDpVpHOXTJxIcmwslMFeU6SmdaXvpri2caCJOX/P0VnZ1znTnSBft85NAyzJyscrL5Zr/72uz3ee13fU1dvGttNzjZ6Z988XXXl5o4IPDsBPy9+ewMiB8CEIAABCAAgacnAAAIQAACEIAABCAAAQgMEPA9b2ug66ymPbbcpdRCTSucZX7MSf0kgnNZ1mn2Hc2mti04f2K5p5auTymz3tSU693KtpNHSuWdtPyhPTjUf9JiUw3W5iZpHPOOuEoWt+y6YVMaN9FRVpI79fNYbu67caL19pn1stkJXw2SS5GS3nXodJojj2V2DDt2pn6/jWFv28by87vdfkyLvatS+lxT7KuKow/N3pdsPdrOVANPjWcqP7ALgfsmUP6NuG8X8Q4CEIAABCAAAQhAAAITEsA0BCAAAQhAAALnE6hP2+y04FtP1s4B99uh+99Rnt6T/6V+2FWN3D1INpJ7VbrYJduo8pia6HF9Ktkva3z7/Ui2rbvX6zpZV+pi4/PtkRe2yK6flrRStOE1NnXhCg833SyqzKIfgM+9Jyv1O1Xf7Heiqv9k6GZdUyY9qp/1GvJi2vLwZ8cq/qrRpYqTj2p/18RD/bvmjdHutcews2nDrKo2+zbPyzgBN39fU5v993bu69U63S8FGVad6YhrfYKyLNWeZbjsiWa6jPrvmM6PP9LxQx9tJP5C4IkITPwt9UQkCRUCEIAABCAAAQhAAAIQeDgCOAwBCEAAAhCoBFLqbnj7prtVO/aVHmdpTDe7JBd1evCo4/sDV22dTff1qj4dVTm3kfOUK+x2dxVrHVLdqGVtn6D02n1dsoTtnDY/i7m5t6/XyulGTlvyjNF2qWpoeu1zOdRf29zva8w/UVzbpirLOrqec3dd51aspcvW8wVZ1VnyaVeN112MzVdKKVJKm82jnecu1lhLSg6Yt7/7NDDl+CYZ1nH8+PsYeZ7LnmU5hrqvtXTbk+gJQ36SnX2KMJ8tSBLAz7bjxAsBCEAAAhCAAAQgAAEIQAACJoAgAIGjCPjWkVSf9N0sq43aXs9XZauapeIej87vlF7kXRfn6mkpnavVR3miUYmkdkPK5Cn3ksuMek/cZZ3ZanJNF4Q6Sl2lmn1a5nlsatuwQmWWwgkslSmlaKSY+FXiUzLJ5TKplOWPkmexUGppIV/lX7ShxkHlblwpZWdpI8WylJ2uLYlfVaieq9TvtVNKkZoUY72S9je1TTQqi03/pKkqbV5o+VZyuYhod8mDQ2EveST5uykZCT+FOajQPCmqfa3rvx2bohXTXPa2UU0OeJGY6lU4i3HeIbPfJ8e4T37qc5fG283ddOra1cdWzC1hLmj78euiDKvPwj4Oq9s/2dOkaFQ2cqPRnjV+tNhSXVhtMvSRDXPM+vy61NBJj7pG0nrLa6qVN5vKcr3dqyzH9ynUv1Neu178BbhD1nouRtPSXhZoy3FbK/P6XMYeFT72Uwr5mC19Fyz0vWU1QjSsrO+OVsss5bWXWpT9Dl0R0X4SUb5fGo0b4bAty7bl49Ki11/Wht6XPmX5pEDEwbH0x6362xS5r45nf2yJpayvVpeWrvvyJVdK+yKtfNO4iQ/v9WsMinHk9cxrSEnrWCo4IPCwBEb6ZnrY+Dcc5xQCEIAABCAAAQhAAAIQgAAEIACB+RMgQghsE0hphFu9h+5Nn7lEyTNtu3xxS72pfrGhEQyciebgypt2V+fdXq3OD1o6d4AXqlraKNydVHPzsulu38fgk5WUcsxTB5nF1Os4YdRmpYA3E1yn8vZ4a9Bxk7FeO31mKSNYGlNKkVIq9SneHKvl9bzKsHIMt0dpj9FeeTRLw4Ze7Tue4TFjt76uudty580xQ3cbGa2n82Y0e+uG7iTIdac4gwAE9hAgAbwHDl1PRoBwIQABCEAAAhCAAAQgAAEIQAACd06AGzkjbNAFJvby173xcvNdpZdw3eNd+vwYeazlp5Fcek6rN5u0VL3qkbSodeyiu8eahLVuyTEWeR11OW5L1dEP+1YUbXgNe+PSbecu5rnWufOnmtePzTGeu47n3mN8m/H4GnKbS/vs+pZyLBOeKqN7ebxVEsdOHm8olETuK+u8aplgVpJZye3V06dKOIeUi/yU6FLdcjMtDLTK31aWrkA/OVo1cuS+Jr3PLq1TzXvPPa/qtPmOr5vh+LrqdEVvvRMWMZ+qsJ/WCfPLnNV4ESv/FZLKVdv0laTLqpRCXfQAABAASURBVGhwKV1jtd2xWfWcEgIQWBHofVJWbVQgAAEIPB0BAoYABCAAAQhAAAIQgAAEIHDvBOqt11reu78X++efmKy62Ng5BnzjvSqWyaOIVRmbr3M2Rje4/auafVO+4V3O3VcqU73V2FyOs8apCBxikSa6bFVa43iztGK7rjl/Ybl+vDzbOn7G4ZG2l5fXkeI9PP78EZeYPzi3fjYPlee7f/TMrJHre9uKb6vWTg7GUsuph6dVHZxbHDk46vIBZh5dbKU8x6SdtQ2X58zfnDOWnU2705zXPXUZhaFZbK617N1sXZ7XeGu5bL3Ld18v1l069+rUEO2httcZ1CAAgUMESAAfIkQ/BCAAAQjMnQDxQQACEIAABCAAAQhA4G4J+MZNfYqnJAZ1r9ml2+/W6Usd841q61I7Z893IsAKJZGyFP5rjKUMvZJU+XtUVVZ7SUJ5gOpdoVrEoScMPdZyMriUZdZUb9Vj2TfnnpISIX1pRDmWTzQu/8Zkv57aHFZ9AtJ9q7r6at1lHecxbc6xkFz63Itkv40s2/SeLATW63g9r5v9JKf8U6G98f500oQsv7I6ctasUraxPBe3dl21fX8po6u4NF++aLV4UfNCm5385FrVatxlFX9HVJm9rbWKa5ey+izvUZXnuW1b5iIVfmIjJruu72W7ArUDE8nWP3sT4f9wwPUUWZ/XVp/XNnRxSlmhtFXLvZTPIS3907hYvrQdmhc92aL7t+V16vjoXpvnXfNExatPra7VXXtb2rVXbVUZu4hW13Zb9t12pnDR35JV49qvnJtoy14v91lx9L7LStvAsuVzMdC+bJIN2dTVpNMseaUag0s1acXQNVaU3kdY8SCvTT6HzrfCEg9/V5lBKbcGnN0gy8vPnbCXPXI5aE37MPLag8vQCIGZENAnZiaREAYEIAABCEAAAhA4mQATIAABCEAAAhCAwJ0T0E3QQQ93tQ8OftRG34zvfK83qrvTyYtyN9rrG3QttapPVQwdg11utIYm3LzNcVUnXLfq+WllwdVNcb2rlsLnVjnZeHNy1ok7y/WijTFjnTq67a2wZz1tDXCDNZYXsuPshpNMMqtDDY909Dwun0mdO569MvlpY/R142uorCKXSnKuJOnc4gb74NLn+9W7GjRw35y8TFhp1PUPxVP4qzx78d7cYiufbenwRFM9POrYEfVyO3b867iuthlqib/HowzbHFQauzf3ebzLrumuC/tqjeTkVGHLrq+UqpG8xQwEnpoACeCn3n6ChwAEIAABCEAAAk9MgNAhAAEIQAACD0jAN0Yf0O1hl+tNd5fDI27YqjvRm6urqfBXudk1eK5xHm8N9t+o0ckyqy5fkykua1st69Pn9fxQOWTj0Bz3ex3PLXLDBPJN0NP3wjOsYYfstzXcqwvAid6i/gi398/Hr9unIpl2uSsC9/Wl4WtH2Y9Bdwcb1+aun5w6fn32oTP76Xyvy7LPOUeS6jzH7yd263kpNThpb5IntjlCylL/SVm3WX5SdlDd+PrUdC1tJ2v9qrLeqG+K0k9BWn4a80LbQlF4LTnFKrE9dB4nvcTVfItF+XzS3B2DZbL6VUcs/a9nx5V1jm0dnqFFda0sx42YSF0a5H0HgbpHO7pPb2YGBJ6QwEjfvE9IjpAhAAEIQAACEIAABCAAgYclgOMQgAAEHoHAoRvTh/ofIcZjfSwJFSVbjh1/jXGb/FfnzhVYcsJtlqoPdzyq30OgU0qRUhro8kb1NTAkhuYNjdtss93Ntuue95OWmyuvR2Vfj1G1sj67tu4qp0uELle0N1ZZR98Tri97lu/1+6P018SsfwK61IcTen0b/frS4uv7vr7XUdPWLvVhxUXsVqx6ddu3dkXR5jZsY7u/XlPbPWO0eE1rn29ex2N2qhfn0JhW10iUJLYtXVde2z5dd9UjVjsE/AgTDIHAtQk863okgJ9154kbAhCAAAQgAAEIQAACEIDAcxIgagjcJQHf5LXqE2Qu/eSZ7qrr3nNWsVS9IVzG6t66n957GUxs3WWYS6f8xK+1PCvvOS8UY9Uy1pyT2rIwKNDylNv0t7HMtc1er7gV8iiU2lie6KZ36VHpBhf2yEpKJkWVkiFR1bV57JBsx/KaltdfaH2XfXnMGCr+9wz5CStfQ7mwTpGUDKkK1asPrg9p1d/ZlJlSS3qvUjXqU5WOzXUnmUL2o12EVe2U0u2eNIKKDwraMdpcLvuRo6yTVZbdlQ+6/qKqG6Mu+abJq3ON95yefH1Ytv0qzSmTey29OVnxrdbv2l9HjlvL9r0zmRVfssQ8SUvu8l5tURJcWanudYUvEKtez6XMGi45b3qE8geNleVWsXaujF40st+kJrzP3nOvZcYh1pbbiuRK0t4s9eqGx1pJ4wsjM1E9q7SKDZ2X/n6p/nLdvJoqNduyUkqRUipt4781MmmpaFNs+bbhZ43rddzrHFlYHv5eHlCrOK3CQnXH7Hr2N6TOS31rf31xLM2GmC9Vz88rs9Yo0nWdFV+ruFst067a9RlVu/uKOt/OW82zZLz47rql86TSnwkV1zocX6tAW8U2pE0/CqPKRGWT/dmwonxG/DnZpWpLH5XIuhaKZGNps42sPS97qb469tLSV3EaMOJ/T6z1Lu+BtN7IGQQgsIOAP187up6pmVghAAEIQAACEIAABCAAAQhAAAIQmD+BB4yw3IV9QL9Pddl3f6sG5i5vPhvGQOfETWur2sdj1+tP7NePnT/RuHNccdhD2ueix+/rv1af/UhN2pGIO4fGIc+nsHlozeH++rlxWUaM6lqSyWMUkZU4zkoiacKkh9dw4m9zkdKu9bdKJdTqeEeyOe9pzjsOZjGkQxwq10PjLukf2p9j183d9ZeHrgH1lQSr+oZK++x5Ll816gfp1exGLSvpu732xqCpTg3cWrM/UdwTmV1znRMIPCkBEsBPuvGE3SNAFQIQgAAEIAABCEAAAhCAAAQgcK8EfAPWulf/Hsmvc3z140dWTLsJfqDMOsfFU+b4PrvDaTfCqU+DnWJrzLGOvfowyc1KBV7WkNMO3fVVqT417zjsjbWje1+zFmmijSbyvlFX6XME5ru5WGGgxlqq+nCHfa/xuW6FqC/VhZM1wupOl0W7GmU22q5l8+rdTxlqXhm1aryPSoklyZdx/OtbqhbXyhyrJ0e1aDmS3s3MUnWyo6wj616nSPXydeyTG322yvUiP+xbqYuP62qazWG8RSUifRZGfOK3mOQNAhC4CgF/l19lIRaBAAQgcI8E8AkCEIAABCAAAQhAAAIQgMA9E9B95Rvd4h6Bim8YV41g7rom+rfz+/UNL/ZtkKbptrlSgJqjut45jiTgJHWRxhuxisuOFFGSRrKymfxW055jtYMDY2rfLg9rey0HTEzU5BitwlDXXr6+CxNFNmw251bfk3U/XA6PK60dC2Epp+Xt0b6n7K8iDn27OPYSw5Xe1rhda81uz+pyrTKTbWGgvVbpbqv2T1qWhVL5OkndQrXsTh+6uJ9YtLe6vn2NXx2oIJTvTi1ctlslBwQelQAJ4EfdOfyGAAQgAIFLCTAfAhCAAAQgAAEIQAACNyfgGzN+gqhK9x1XPjmBszp5pIpuyIe1y2c/vWbt6r9mu/206o3mUq8OeHeWO1J+itM/x7mhUOLJ8ijL+1jyMjJRbhy70dL5sYdXPXbsGONylx10uUuH1hn6u5T9tl12a/umfbMrEjuXm/2nnHu+//bw59qc7J+6Vbxl3X69tmk/c/d3Q5dlDo9dX88WnZyorcsxHvf691WzPgKv7e7blpKW3brV0lhlSV6Inb9DrGpXTavEleu1fdu3Dd83rvt8wrnXsH2XUymXffugvfLfNJbv3lsFnju+OS9KX9LeJrV5n2KtX3PUnqOb77ogvs7v+kv7dn2quPbbbWPRvo9W6l+rx/p87rgQW/PLKquNYT/9TVY1POLYVl+r+viWZ7FdZn1PW61OWiWDwzrW2EnjNv1vyucndG14yaKT7N3/YMckrEtH/e+0ZfIuq+r5ctTI7/5ulbzp1pb1JsJ+bLWP06CtDa0eWeaqVOWAwMMS0CfmYX3HcQhAAAIQgAAEIHAmAaZBAAIQgAAEIACBOyHgO4x7XFGOIqw9Q+64y7dRO/d0wz6s7vSRisF70EMBDOylm6yh4bQNEzAv34Qv0pBaqjrKYfu7DW32+hrebKvn7quWXK/tte12pb2p3xv341XH4+gPVDf+iCJHq4RNiVqjXao46fAc66RJNxwsX/196sT3jbw4bRtPG70vpOydVuxO/PratpQRjP3/vsRor/EiGc2lSQzVOGu5tsgS+lrTqCdlUV3jNrqqd+dum1A1tPLvjtYu5YTrYRoCUxMgATw1YexDAAIQgAAEIAABCNwXAbyBAAQgAAEIQOA+CPgpnpXuw6U1L3QnuNHd3ySttXOyk8A93mjUPfzy1F4q+xmv9Yitv2uqpoFDEwda+02NhjRZb/3GXv1FXZbHpV77tape07rWetvrCICStLHS9ojLWnTl+bvETyYWHWfN14QVZY5sbE6zTWuz/ebn8rX4lSJu9P2klVefH9fXkci/wrS2eoTb6vn5ZbGk2BspKXbr1Zqvs9ezqWqOxJ9lK11nyalC2WnXcTlO8945aLKOCrUrL3XiDD8d/0pnzGcKBO6FgD/H9+ILfkAAAhCAAAQgAAEIQAACEJiUAMYhAAEI3BOBG9zTvKfw79oX/3yxf970rp0cwbkxY6zXcy2X7vkG/j4tR03+bhcGF1n3dnDIEY2tkr9muSb/RG6n8PqWbDmpoGLaowvLa7lqlZ/stT8Dvk7rjK13wbt6j7J7Q6q+DvX12lZsO7512vSld7a3Ss+n1TV3SlvP1P1WX2N2zXr1df3std21XSCi/EchMfjynMGOGzXanyFN6I6Xm9B8NZ327EIdc40y9RZx3eo1UX1AAs/uMgngZ78CiB8CEIAABCAAAQhAAAIQgMBzECBKCNyUQE0M+W8nVvlvKYaSMUWdd/17rX66qKrrvt8itVF+gtNl1Nfrbacaf87+G5vb2nfv1zdgU7Qaslt1xZPLLB+t8rSa6otUwmi6J8uq30mGh6TmcpQEkPZyIZU5SgSV/e3K0q/6rrIY6d5alcWGbKWUIqWklumOVut4vX0rOCE+pBqjr2nXHZ9L/53VXH6edvnTvI2yUTvVv+j3OXFBX2pS4Zgdq/YhpSRrqXz0svbaPi+ldvWXuq7VqGoXESvJ4TLmdaxqsheRFHNJumpI0nVVVdbNavQ8lT4395RS8StGfGmVsBq9Jdn9+F2OpHV1dZervHSqPffVap/2yHaGlSPpsxmV02apdd3neLP6lspaedyjEccm6QrTXi7Xytpbfc9ofV+Tq9g3ltXwJQ7tiSbEtrTv8nu7XTH05qyxUVdZz6VU+zaWHuHUq3TW/aWhWA/5uau/sxK+dqtjxaROXL4yNddtadikhzCGf9J8oc/XwtztlJS33IBkAAAQAElEQVR09RXVz5q8SIPKGrlHmu8niv2Z6SvK34R+v+Qivr5+W63fyg8zaVV3qSVHOarvsfykFpvek6TvnqQ1q3Sla0ReqQzc82YfT9EeU5N0pSaFNiiOe7URa/93Roz6Mm9/skY1ijEI3JDAk1/PNyTP0hCAAAQgAAEIQAACEIAABCAAAQhcicAdL5Plm6XiKQ7d5y03ejfLA8HX4QeGjdZdb5aPZvBODTk5Nolrx17Tx46bxMnOqHyo19da6fYqDV3r2ziviaB63WyWGr512N5W48gNTmbUdbISSK3kMjvZq3o9P2ZZ29lWLh/nY+ZPP0be5elXGVohd4nAWi6zysuR3oNlbYJ3xauoZXj5rsrlh2xebkQWxrIzZKpk7hWz17A0ZspDK22Yn3DRnaZ3dmz49pinKfUp13pXXjt0rdet/Jgw8RoCPQIkgHswqD4ZAcKFAAQgAAEIQAACEIAABCAAAQjcmoDvMlq39mPO618Qm5M31gUmZjX10I3EzUu5Pk23E0KZoLvtOweM01H98F5uxVB82LWOR1vD/Z5abCoEl8OjoiRJ3V/Hl7rmxMQvr7dcYnsx+2AuLpdjYulnxFaZ2xz7ngB3f01+rkrNSUqM+unj2haTvbxHjlalkoNNtNHXrmUdu2ft6t/fntU9JDVPeNjfVJ5YTeEyKd7h5fq+DY3Y3y+SYhhFQ7P3tZXrSgOSlihSfcyjUcx9jWkbWxsE0sb51U59BWoxXUNRvpG686ivtlYmKR121SQLYBQCVyKw+cm50rIsAwEIQOC2BFgdAhCAAAQgAAEIQAACEIDAPRDwvU3rHnw52Qf/DGPVyZMvn6AcQFRdbm3IgnZmyviq7X455MadtPlmuF2ppesRYjQkZ32WA/a8d3M9Nvtmvs/3DD+zy9OUhyxeur702estdOrSUvWc41iXNc7cHKqXcd2lteifuGFMaV3Hm0/ga3eWykq7tEVRr9Gebx7TO11Ws4pOpd91NfWPlEpPv+ny+sA6O416bNXOQfs66uR95b75l/clJbi9r6nsS/Wj2q3nm+W+/to3Vrm8brzTVhR/27ONL230ppe4Za+Wva7rVLc8us6yV1zFP7ktwr3vzd7iU4fvS7cuV9Zyw05v6sjTynrtuNycqTW9YtVmN+cQeCQCJIAfabfwFQIQgAAExiCADQhAAAIQgAAEIAABCFyNgG+8NLqLWKX7iqu1fYN1dbKr4puT+7Rr3pTt1Z8p19hjuyZ9hbXcnHa5Z/iJXbZmjXyzue/FPn7q85OLJWGien/alPWhpzvdFq1YSH6K03U/6enST3Y6qbhQYsdqdYFb2RlOSzvTSKH0Yaw2zFe/FXrJblT9e+z9iZLrOsytCYLeVXGrot//STu6q+P+x2KvDxRkSpY8Ss4JPloCBxDDIuU8QW5lDrLyn8yerZQi/DOrenKANPe4iLWhWpODJGVFX5eoigXomE0nx0MHdViPqr5HsMyhkLoaJ2pUPuIazoMxj4MOgEFVrjbCy5pb68D8Dupv0FjlNwgR20kzFRA70dykctKs+RujyNJazaZ5VEuhJzqOk0Wx9Kj8yuvIk3xGVEmH+upDGLRuwHmUlNchc6JWLDHJO6fquWkuiuYVVMnqOUYsi/gUzM1+xjtEnDhR4FZ9TL0j+Z40qWtcl6Nm2pT5hK7rpSL29BVjju57w8ZyJfcx/qr4nwe8zXNogbJeQauZr27KhduvBP9fAjw5/QyqgmmtTf8IpK+70t43+Bb66YBuwHy7xKd0EM+C+MHGOB5XVjXuAxuq2ZwM/AgGXnxSfkRuGWQykAwkA8nAT2Ug404GkoFkIBlIBpKBZCAZSAZ+CwPsIN7IhY1WcEPlG3exTRr4bJjQykbthF3dY10GOWVh45tNZ1X3v4K7i5z2tvd3tq/FkaK7Rl2PrEZ4vR+lBt+M3zqA6XXfK+tcaDSgQy0dFnGoIe9jW8zBWD1QjExMHljDU2XngjKVRbJ8Jb8Y00uZW7mWOa2oqKnoQBCo2F97lMseRh61AZ/oIntuKNMG6D8S+BL0HdVS731GOaTi4BmTrkq6oj2kmvw7jjqg/i4Um393hnzX3nI8dokVqM9zowxUP+BqPB9g+JuahEm+m5BfHyLzLew6CbIXifnzobrsR76eO3UQeimTgR/IQB4A/8BJy5CTgWQgGUgGkoHfzEDmlgwkA8lAMpAMJAPJQDIwMsCm5FhM8RUMTFvBhzv3N9vkzs8xDvf2ugPthY+DHwsWfTAOWhfaaS+l2OlUzN/cG2TbfsaH3MCz0cZ8PztuT/0+bjaIJ4j+iC+kz4tO0LekJs7ArJ95HFHqyYrm+eTytGcaoy0d3pgC59Cx1PamKNWxl1zBWJ1E5Dc1PFXoHEzj+jbKg3qAxCEXPkzcCmY6YLcbn6Z7Q2HWBV+BWcdaRfNqwN+QvcyvptzALTtr5r5bW8TPeikjjYNyrSO+W7x7xOM5V7uzpuxDH9YUWLhjzYFF8x5V5nnCHgbTRjLwRQysPDlfFEm6TQaSgWQgGUgGkoFkIBn46wxk/slAMpAMJAPJwK9igA3UwxP6iJPDs9DhkXxos9m2oO7ffvWHZ5/KlV/vWzmkW3G4vbQ0SVOnyj5pKwamptBBTo2zArnzq4pnjQdW3J8ONJ9xMaW8OojctlHrYMOIKr+BVVMHNN6K/VZfhIIOiPqqXKbfKTEWdE0HFKvOoIcRlC/AWeXXBC8Qc3L/CyiSw1LgklHMp6ZW/sPvcNzh2egav+RAFURk78nI9RHZPFVf2+i3+lH3QQQD/K36IIQ1rCrfb4RT4F9x2L0/JDWeY+Dbaft8j1FRBmM1RTLwIxnIA+AfOW0ZdDKQDCQDyUAykAwkA8lAMvDbGMh8koFkIBn43gyceENR2IqyamMaFB2mBXTio3MF7RqrL8apFsXpLTXeKpoaKfDmL6DMG20Or6zcBrUBiQOvtuk+Hmwox6oN/6q8LuDgZeyftbc2DvduQacmF640/rp+YHIyXckJyPclpxa71+m7ha1xY7sxnwH5axfbciel2t58bW3t7nzjL8a35kPuRBFrtpes3+AlHIsRM16L0onISbEFTAdroPq6YC00DHbW6j1rbju4rp4Elq1DZTv2U0oxnuEW38VfVQ5VMcNBw2AnRTyhmj+nZVD8Qq1nzdcFg+rAZGMTyvcEXyP4m60O+XEpH3b0ZyhWHFWyg+I3YZ5Xteq8sC4bTGNBa4/+i2RJFOWwhJwZKOKnyGZxqUkvC9h7n1KKFSaQQMRzWPPvVvFvmrtigw5k12Hi4GHouTSHvIy8lHqyBsVRTX6qrxvW3L9SbO+PXBhv1p7F6aC8BvE6KIcqtNiYGz126q9CtHmOHrssDIpqKqsy8gRXSxSrntOadNsyhRvT06OitLXiC6WGKgEkXroY61TLMmWHcia3Kmkeu3IgCOpXuO22atwagofoc/6kO4h8fSOYnf4JRcZPwueuiCfkoPyHAVbej4FnpsiW2xbpVTDmVWvcAlF/351biJ8z+By0hhu0sseyK63d4ntkrY+26O8l7Q7NWeQzSdNz7Nlafj7BQPr4BANa6Z9wkz6SgWQgGUgGkoFkIBlIBpKBZCAZSAaSgQ0GsjkZ+M0MsCcLfnOOnlvx+yu310e+4u37jqk6WAh8Kkr87XFwwByCV+P2AwDl/+r4Z8eRd606MHp24Iv6Vbk1DOPhqqQOWV40972GPfz99rDiy/lVzSkYRkmZdVkn/jkYvWBQO3jZ4Tjw2r7mV7bH7sMEfgfl+q4DONrCI7ZJlWf4Ed1XdGLlkG/AdCRt46fFXrylqK2Hqi9e4fV6eOvhOPy679e0tCTX07nVtz7iZ7UqP9bQzwo6o00G1hn4tgfA6+FmazKQDCQDyUAykAwkA8lAMpAMJAPJQDKQDPwmBn59LuwigpcS5YCKrRuwZYA+sNV/dDvJve6fkVh4Ocp4c+dlA187kLetwNdGseVdu+AWWOpstc/1itTAvHWtdlkFlBgzw9qQN9rwAe/tDeYbhuLNsVGFcWPxx4g4mIuDs5ekDquxs4SpXSfaui6Hqhf7HII2SMHQ5XkHP4a8twLl+zvwlqGVwbA4Qt+BpZb2xrGeN+s+RXXQNR1TlH+Lt0IVz+5OytIiufeNy/pS/716sUGHy4Iftg/NGDmTa/2n+tim0tddmuwdncNo+47c0ejDppQLC9c57uf5YQNvK+Iez+BtY2kgGfhCBniWv9B9uk4GVhnIxmQgGUgGkoFkIBlIBpKBZCAZSAaSgWTgVzCgbUw/QjssGRwcZvyW4dgWDXlLd72vmK13/JbWODxEruT0OnMrxnZt0qLy3e9OHruKr6KHmx5XCm83cGATUJ5v2/tmBnzNjfl5+ZPxwWcPHQIrhnoabJAkqr2j8TdQcaljOnPYn/nwnKyekzkfH6KB7wvTzGp+DezslgNY8+8g+cDPzvbvmQt+keh6PMq5kCug8SuhWAx8KgYW3Z6+btq72blnFGkrGfiVDOQB8K+c1kwqGfjJDGTsyUAykAwkA8lAMpAMJAPJQDKQDPwcBthYibdkkP1Wpf/pvHupsHm8xDQG61OlFfyNI7WHbK0H3scNd2L0jXfVpyQVx5OeGRGYzDxqww80NJrc422zR8d+Ug+uQOcz3orkbysGeCOSdtRCUv5aiGQ/SJD0A5cWDfHVOljVSVudSdoGpVLNf5U0b4R2aLqXv5lba18eRnv4an4+dW/P6qCjwioojgFUW33DlXyUtwlVQALKE3w8NlYgvgahOuRjkpQbjsl7kNkeqr558cz2uDZX1XQNseLfHhygVZ4NnuEeGvXOVTUvurQGdUyolKkPaghQ/yi0ZvAdPt/JbW0sj2gRf2U46dzvpOVYDX96uryMXxV01YfA2C1gq/qa1SxuSLFuxryayDfzZ6rFqDLLwd77YOsk2xy8sv6atVMTfsfvEu875mc4cBe6UQbEcBIXBdhZPd/lWnLwZlzMKRD3Pr+UQdTfND/ZDHtuG6NimC8LrSRqL0PPiN3Cy4ZzYDLwcxjovyl/TtQZaTKQDCQDycDvZCCzSgaSgWQgGUgGkoFkIBlIBn4aA3f2mNksBj8trdV4tSd7tR9L/mB1wAONjAUPqM5UXhkzM/CJSr8Z/wl/L/ookDmCOXYzY92QamBj3vVUfuoax6+OudW3OuDtxpYCfpkbJJBZOshRxZvXqH5T51t0Kj/yAffiIad7uGfjqr83qONB8cvBL28A+7kO+jtCx5x+0Lmjye9vShTH46piPKlfFDcRaM1xkOfYO4zeNuVH7BPTI3qhs61PD16RTZua8Mjz1QYceCcqxXII7weGfdd0rO67iqmQDCQDNxjIA+Ab5GRXMpAMJAPJQDKQDHyOgfSUDCQDyUAykAwkA8lAMrDCQLy9stLVmrS1g06rfPbOvjNv4gIvP+leY9jiBc+eXjBGZ0pWlLvjSdffRb3l8JXRaBJMmAJRuQtnava2eZ83NfFD0gAAEABJREFU3bnxpi0INexF+Zb0+ZVCSBV3ubCHIaSeHIoO4gI6qvT66k3pMw66VvtXGtFv0GA/oOGghvKK8q5Nyk7PhgE9n7XqiNTfUkZeYINiUZ9OT5X6jTJ6wtYb0rP2ypui8uFykIsGYiBFeUEk3mCgiETNsP97nLa+zMu2+PDsgUXzAVUFdMNqxNirPFMuWsfgJAmeGfuYLvGDuTbcAeIPvqmjVawaZeaC+t7gH47hF+xt++fYI3vhemp+TgoZaTLwxQzw3fXFIaT7ZCAZSAaSgWQgGUgGkoE/zkCmnwwkA8lAMpAM/FwGtDf5c4N/I/IXNmTfoSp+PWkfMfYCfftvKpdSrJTy4ZSWk7usRzjzuOa1Z3Q4e+TAcMtP2HpfeoydG6+/b/amheajc3pTe99ODl3BtlXiegdhOWxEHdky516s0OC4lLz6q2+lFCulHJrjsdYPDf0l47Ge+ZXzaz8XNo3GEl3K2YC+c9bhlU9z/ai/R/U8ie9xyyiSgWTgQwzkAfCHiE43yUAykAwkA8lAMpAMJAPJQDKwxkC2JQPJQDLwMxiIjWY2n3ucazX+7mJkwfZxlHk7KBBtL8uqLRzQGSCOgoOP/hrKQREAtpwVk2pczs9QzTflVySajEB3ghrgC5jKU/tqAQVgrtpKpg+xABXfuMqpGIDTCcpjKvssM9PrsHrWKeYIjTNHMeM1LoeyVNtkT+uG8mDiTHgj9OeHso6AMSuKyxTF+LamDeLSoVwkq/Kq6jPF7lDdpdfl2mU1/3uYsqOEaRyBbXGAn1GvKu8YT7nZly8fq2FHXZrff6wcxfF//U+1eGsPySPUYqm2fBM22qtzMSj0QSqC6tYh9Ez2e5DfIM4G5d1wVrfGq16FUoqVUg7K+qRYm2mm0KzoP+4B5etrr0rvfBPGd4xQNE8XVNlrMBwoT38OJg7MzNd+kezLxYrWXw/1vnWdxOFJy7kqhgZyuoA5voWimNdxtjLcgvLXWKvz8JlbMG/duzbIYEPL+TrOS3tVHq/DyPEGJm4VEc+UhF/8um+HalV49YJLX2KsJxmpxKL1qKJfg56ldbR13danuGpGbFbXc1xkBczapet+ZRt/VXrwQBv5asghF3HwjMEXXJLyMMXCd4fymHkuVvQ8+ZvR8DLD2Uzrd1Dsg9oDs+GqkFMPNW1cRIV/HjZhQ+vhZsVtQin6dhYomxWzEadyMmCLTx8rZWMt3MJifFa/moH0/0kGdnhSPxlu+koGkoFkIBlIBpKBZCAZSAaSgWQgGfg1DGQiyUAy8MMYYPP3+ZDZzt0cRSfYVGgdbPKCVvued9K4h2cjL6VYOZVnhz2hvzany7Zl/VHzl3FkABgZknJg4JBFhxxRP0oWhQSOsv/d7Nbx0Mf8QMV2+TB/DSJzstiXp8arwq/mHgpAl3UpxUopXUsWX2eg8eg/B1REBu7ZlLptwccu5s3brm5YuGo8puGheI5xfdvqGNgobuu+2gvPgVdt5LhkIBkIBr7dAXAEljIZSAaSgWQgGUgGkoFkIBlIBpKBZCAZSAZ+LwO/JTPeBAK/JZ+982Djia3cd+2ucYzdwLv2Xx1PXIA4XrXx5ePKoMORsxU/gB1m4ZAXmDXeqNw74AtbSHQdN+wd16WVyauJytx9TGUi85bVG72r0IEIuSwHsTaAGbyCpcZB9ar8PLdR6iDY316U5FA4YINicigB9dkdcODGYf0StN+D2z4o3YlfrWUTmAt4D2zF5jEpZ+fD/xHC5a3htTHor7ZrrAVkD70iGbq7p60cp5y1tiLP3f28aJDHCbw4fGXYuI5N0g1r3SrvCwcrQ3ZounrW9VwV97+D8TsmcFP0WN5R+8Xdfzr5XzyvmdqnGdC35qddpr9kYJOB7EgGkoFkIBlIBpKBZCAZSAaSgWQgGUgG/g4Dvon/e9Nl83wju+eaN/aBaQ48Z/CWNhZv9f+uvsscredNK1jPmkOY6KE8+JFjtDQ5SACJxYVvYHKABPy6U9TURPME2l4FtogA25TPkyE8ThUVlnU1MQCoGBdaDVX5Dg4OHZco/nwPGgbYggWqfuJy39U8pisW1U7beLpELkbdYU9+yA3cGYbLUaWU5nGs7ivkh3NYDmPj8BX5uBNy6XFvZNMlI4f8I/tRZzWouW/K8ndlYDZRlwqlCzSh3zX+XxHXhWmLQ/6k/FfMbCbxNQx88P88vibB9JoMJAM/hYGMMxlIBpKBZCAZSAaSgWQgGUgGkoHvz0C8aRXypYg5nAFrg6u2anqs6XzjNkXPO1qOXfZstRccdjiv4rjlPzkBvCGl7peOrSYKmQcQG81uDS9g0poKMe8hp443C9MblcNg/J1G3kikjcMrym+an4bDJTwi4fCfCBz8zV/TmZlXXOJ3EBfIa7S/q0m7DW2MBmFAQsertaFKDjqNQw8JPJehjaEO6P8/NeT//h/TYWqD6SMtRSCzKr97kQvAV0iFpnhlX45or+J+CYMbMOZZJQfP66zUB6E6qowB3voMqMOqFim4xK/Fe6kcXGINC6xvJl1slgmDlVqd7xZElQCDZIC6qrOrj3+tf6bcKlL7v/8z45kpRRGU1rznnXU0aJ7qCLhv0MIahPH5LurvYWO7wZGX51FBWw8TY1Fn7KVsJmrVa0YbuSpt8390cEC+1n2q5pEq8lPA3yYOznfN76280ec7FXkTTBgz6JJb1ZRqvdLGQOU1jOt30E+4Eu30JXZkoMrWCB6mompeyUAy8DID/U/tl43kwGQgGUgGkoFk4C0GcnAykAwkA8lAMpAMJAPJQDLwJxngoOWXJz7u4+6ZZZh0qc1hnbFpo34nD2w472Tqu5oRZX5Y5fFBIoVReh/1Ec7tsnHsM9P61cFZkUQF0BWSsqnf9bwyv4UeEtA7hmGDGsK3SzrfAPYUrQ1aKeBiSo7uHOSgcdHvS81iy2+QlUGdS6hJV2+jL6vroEtxOPdVceGicnMUcUAMyIjdO65ulzFXXd5Av/zInldv3PB3EvuFaG7ovdNVNNjPQglL5dcu8unxqBWNcb6bPrEAaqw95G9G5EqOb9GPgXewu3MOgasNOvgdtHb77yJ+VAzvxPrE2J7fJ4b9YFVNJAT7d8unWP7BdGXoycANBvIA+AY52ZUMJAPJQDKQDCQDxzOQHpKBZCAZSAaSgWQgGfjJDLAxC35yDu/Ezh4tWLXBHq46nB+VVXz56n1gjzfskLQ7XrbcBrKxP5a0zW8T8ANs4+O+38ytN81GHejbjizz5pzvsevkbJln5Ia8GQMTgYJ48KIk1XvALj59zKj84NBR+3GBL/yEfHzkXJO5IeY1YHuufanRF2MKb/hfunYvRZ7480PeYTD8m+a4vcGsAy2VeWN2cFnVtY54m5l14hjW9HSkLjveP5Nn2R0xKCqNtfFBQ/R4lwTPVYuH+SFXQNtkF9/CdYwtn/a28CBRZ6h1UA51gonL6jlGO3LQOfp5Adroa2OnOH5xQTNspjm4l+Jh/fLN/L8WA9GDZXTVfxacNOcnGWZdzbRUma2z5fAd6nLhz6/7rjsY/JEm/mziP3K2MujvxYB/L36vkDKaZCAZSAaSgWQgGUgGkoE/wkCmmQwkA8lAMpAM/CgG2Ij9UQHvHuwTDHxiv1Y+iAi8k6rMvDN8t7Hv5vFKIH6YpYONV8bGGOfPb9GyLjfze2DsusXHW/HNAQojQlJuJ1YPBqBDIA5QnTPKHZqt7fvVmPEwcnvEez3ki4U+Xup+muUFbqFF+U1A4RJXJlFoPin1uFJ9tQGjL41tA1t0zcClTF+APsrINdQZxaUUK6WsKe7SxrriEB9512CVxhbU9dbFehZMqXKw/5atFwfLtY90SZ5eu9z4NdAB/8pDR5h/H1z0+5LzK13asO91/jEADQcCP0Md3vZAzG8bcQOjpVF403O31E4GkoEPM5AHwB8mPN0lA8lAMpAMJAPJQDKQDCQDyQAMJJKBZCAZ+FkMsIGytlHMnjC4mw2/HjQwKWN1qrRC6Dwqjc1h0Ibvea/skmujl01o7LJ5PrljU7rydh9vuV38U4IPDeMswMHYe6hspq9BfqrQj1+bh77/mTKxgkGHecrEqg4xgEmCqnZAGVDuwRiw7RNGBg09r8KUM+AtMvLCN7Dwu234zZ6VtTdaJBYwVkfR8jBfAGOT8U5cw6BTH3AeZfU3PoshaedNUhu0osa8LhwONpXVf9JhWSmsnvCxj4RbrJIXslb8nuUbKDf5Jr4lmIvzebCitV7InedyCgkOG6ryXsNkj7GCxyHf5k8GkTDedv9g2X0pr1JZ4XBProAyMKtj3Ka5BKd6sh4RGPPngAdsOooVzTMgiwsGWROqyZYQRkYpzya3c4x9rwrWzT95Nbit8iBZJUW5NSgYxcx80A60AkxsqHuQW/VbNThjjQDKpjZQ3d7gulFutgajThlQHkbdin9ZPvKq8oV9j5U0rlCNuIr0WL9bMP5O8irG8eKu3ADPSVW+uNcIQtoVpRQrpTjXg/zgC0RMPl+jxyJ5EnzqJIkNPdoCMmQ9CrlrbZtQxRVjlK7ha1BdZqSuzPR9LfdWC5nS+nkw16D3XBXULQQnkT/je/S21spuW4SUcrJS/klF+R/GgaIlOHnJ67cxkPl8BQOnr3CaPpOBZCAZSAaSgWQgGUgGkoFkIBlIBv4wA5l6MvATGdDe708Me/+YtTlrYG65bwmq+ra59j613eyPhiJuoqMJUAaUAeWPoA/mIw6Pc/JR3l5K4zbZEb8fgmwctKy67cxexnJgyAGlwIHK6sAdGkffzS8+dWCzg9n3TBDDwVvRyrs/Oyr6rioKOqDiQZccG5ib52C6FLzP2/eqtfnVWtK6bDbxFWgtn7gX+R8EfPnhPoXvAE0JbBAKh7oB6kuE3rKd+uCHwFWrqQHedSJs5Er/UcAPMR9lP+0mA8nA72fg4J+6jxOYmslAMpAMJAPJQDKQDCQDyUAykAwkA8lAMvD7GcgMfycDbJ7vscmEnUcY4pAH3cAjY27p1K7TbarBfYyy636ryJtqtwy471sKH+wjVgAP4ZbyGqJ/KZfjl/2fqAenEQvxP+qXNf2M/pbdfzr7BP63RMc15XGp7HFtDXyxvYxv8iJBe6vX/I3cNZNx0ORSB3khTYfUgEOoaNuUoTuNP+uMTIeTaleTl9d879FGfspOB3RFEKluFAlMKVRHH7sNgxXBPL7a4lOZ+hKsgYZqTVona1cZzKyK5zr2n1RmFal590u5Vhvtl9G6GuSfGMaGjwnW8cecbThibqILRmAeGW3PSGyRk0Oclh5Bswy+al9DH77wQRzE9PCgVEwGkoFkQAzwPSiRVzLwpQyk82QgGUgGkoFkIBlIBpKBZCAZSAaSgWTg9zHAr0gM/NDs2HgmdCSgvAb2w4e1jnnbdY2B4Lpn3gKP2oCPRt68Ylgg2veSbl8Jh3zN7pwRmXMzIb3iOZHFojZXap0fvg+KAcBB71rNOmSzGWzlg4AASnAAABAASURBVN5K89hEzvCDHJsOFMXwJYzrqB1I6phM7ilPrukfUZCMczlp3C/Ipk/rLU0/yVE82L+l92IfcxZzR/muGWK+UhqMX3ULfLJX+s3jH/NwnlYNjSPRO2YrGq+epyaz2tmsDlY7jAGMwrVV7qWqu12yy/yC3WzODQ3imvm1olxN/jbBOPrhHlB/BozpsT62TxVv61pf2Cq+DLwcwjwrvttYybSeqbxs97GB+GG+fY0/NuQgrQ8ke1DkaTYZ+KsM8F31V3PPvJOBZOBbMJBBJAPJQDKQDCQDyUAykAwkA8lAMvDLGGCjGfyCtNjY982jofoZEHU/a1BuVYirL0fbXalBbCf3YEzUKc/BAB3swK3AwRQb4mqdq71Zw94S90zy95EbBhvqeYSsiDdVdPbQyjqfslYfdEB11lHV4Jg298fkpX3P5a798YbnoADPmmBQVSbWHrShswTtoCjfAONou6Aq55Z37Q7nKO+azIqxFq+y0tzgryo3XYpnjEmzUNUXsSOv4lduztMNyRgZtUDzM2B9BGXi+E8qkmqlZSXkt5p8PdlJx7MnzeZJYVX5ayA3QC5IwDMO/PnWKBOwsR5EHAiaod/D5C3qJv+28ilqC51Jqu3Vi2fl//uvmBgVm2crQytV1ZhTYIorwK8rBtSRDWbEYhufuliv8zq8DuI3cDYbzlaGQVB020RueLvdLIvWTDJj1Yi7ajHXzRiJL6A1p3UOJw3EHH1IUx5I2tFFAtoAbT1oq7cDPrAXHgJEwc+DcMc6i/Ik9XPDgA1qAhLdxZhA13xVhPOThuMPXCkc2IA/cKCLi+mqNQb8WVaZ/wuIusuLapaSgWTgezLAk/s9I8uokoFkIBlIBn4/A5lhMpAMJAPJQDKQDCQDyUAy8KsZ0A7xxkbzT0i7aLO36mDBz04ImB125Aiqsfk+Nrkofn/8NtPH6OpQdbDrrj6VnFU2wSmHVNdul9uVtV6q+uTF/C+GYHDWRAPQwYvaGQFU/PLLedXkIF8PpuV2PV7tzCeYFti11n4tYnU6+GmHVm1pqxxOlKv5ypLulQylvaTyH320t5P3smvOpltXPmvP5+OeBovx1YKTfnS09bLvX5S7qkLTt4tNsLc/xfMme2KtHP4q5qpWQHtDOIIhgfUHpBc9+0g4kX2MHXBQVktRdmzrDzqawxeo8rYFdb10hT3sg5eMfINBxA7uh8LavKcVOrDzmNV7Fm/3VzkM3Nb8UC+Jf8jVzM1X+Z0FkZVk4GcxwE+KnxVxRpsMJAPJQDKQDCQDv4KBTCIZSAaSgWQgGUgGkoG/wQBbL+BnZvvsfiuZaq/6tWTljPHrZzHqXO94zdedUeSwxJ0hD3Vjc02Rv+/oUKdzIPkVF/FxHrZExOIxaiqWMvrnctABXxUGNVfh1nWv/9bYR/rEqh/ESSqiR0agEzxQfgXB03Ksv3WqRpc7p+5zKNvhmxwoI4G6ri7+oQdvBLvUyTjSBgU2gvqg9mEY1FyFJmnvYepvdc35cDbqpnHYZvyV450ayji35Ef+zazibwWFMIyok7R4Y1YxF+VZXA62JuHvFuziyj0Sg8eiU7uTQN07drwV+6fDX7Oi3Jsvyuuwhz+LRB4ed1/xPY3BlKiZVT291U7VrlDUu7yCl2X7vTq2eiz18b9sO7IeeSCP9POtbWvOmRMtge0w9axtd2ZPMvA3GTj9zbQz62QgGUgGkoFkIBlIBpKBL2QgXScDyUAykAwkA8nATgxw2LKTqbfN+OYsVrRRi7gC7T2uFG43hH0kuK39fi8+AvetRWIXTcZeardL1Q+jZEPXzQ3u22ae7q0czgn9wGXcUQ/Z626XSWTZu9bWdAYdwBFLq33wTkgCB5QOcUEcPS7RSNEn51mpYyufXw4h2wFk2DyVk5XyHLMx9pYMi+RhyumWrveRkhcuN2wELq2XEn2XWl+6NkYcILTQ6BHtr8pSysTjw4dkHBYRhJVX3d4dVw6aX+PoV7FzqF6rDtrvRnJLQYamdY0edeR3A3E1sJZAREh5At8lAa192kPvGVmkDCTyWjLwPDFLC8/VmfZ+RNSRYOr7dGCT4ywkA9+WgdO3jSwDSwaSgWQgGUgGkoFkIBlIBpKBX8hAppQMJAPJwGsMDNrIvYXXrO4wil8ru8Rkdr9tFzaxlwg3tEf5k5KtVt6EArw1x9t+deCQq2HQoReokrYB+lyHDXvN8VmoQHUbUSTdhzZ6XSpJfHPQ00s1v3yVU7FSiuFbNysLSxxQbmOwovwmKF5itoGDPw78FPhorxK0l4uddAAVsNEj/qts2cijHfZRcLId3JOzKW4wwL9AuUpSb/m0XGhbAl1QFXvVgVSTVU0N5m+D6qDKpXzjS1UDqlb5AQrpkOukuT2Vf1aHNsf4Is4iv+CkyQJMTw+CQZf4NVKzVFdhyhlgs8dZCQLs9MAm6Nv2LHsOyom4waA4AhFfHy9lQJ8mzQBTNIgfcKqm9SrooLCVi9Z8UcgjNIe485y0dk2gXOug4n/SM6uyRUGmTEt/DjreQItJBghafqqkQ/NSheg/KZ5LuSink0AOdvND7FsY8Acmn9Wq5w8pN82+3VmVW8Wv8qo3YNJZh2JUrLYKzdQ0TqFK1aZ69OkB5plW95FX+342udd60kLz9a0Q1EDj5NrbVWNGgYp+VeZnDcoH/gb1bX2/04+RKn6bxDGlIzH/f4eq+AIt58Gq4gk8G0nt7FFejqfNoe+NKohkqbAAlDv/v6M5MJdqPvDy+cSlfMR8IoGp3fiHEELlex2QF9Kh55C64LES7xZkn8tzlj7S61ofyMS7DOT4r2Rg/m3ylZGk72QgGUgGkoFkIBlIBpKBZCAZSAaSgd/NQGaXDCQDuzMQG5W7G/7OBn3jtwXoG8StuN+9s/+I0bKptN3ThtDfUOvgG/qt/XP32m12h1ciijJyWadtCXTAvP1xItfimNs6thb+1+Qenpd2w6YfbJ2umYv+d2Ud19XaTNzzWnTUjf/CbRX0LNEr4rVh8Dgo9/37lUspVoqwYRLPWup6xmwVG8Meai43tEppvaU0eUP1uS5O0DWiKqnqB3SqHH7tnMNL8fpMag4HR5ioOsCuOqxzPuBkBg4uQzPlewzA/3sWcnQykAx8loEvPwD+bLrpLRlIBpKBZCAZSAaSgWQgGUgGkoFkIBlIBr6CgT/rs2rrBfxyAjga6PHj0tW+Nm8GlnGu/GBZbSHX86m8e2Tkvd7/eGv4wRZgZIvH5MPcR7H9PlqVhn2wtEsstAeob3sWSXYButibvy27Pbrpbvfv10PG4e3knNIS9j1u0oiGhax+gNkOnfqy6eCpQYN1AGUPonJAJV0/tJJcuHu7WmzQ/AqSRfODv0E+l4h46V+CvtO5WhEoNwxmU86Xcp344a27xpOpjbeKi/xWwZPyg8ueeW99+1b0hBQ9uz6PQ/H5LWZqNS9XxVwVzzaI+3UYcziiSFblGzB9KEvseBXZuvAYz+qWlPKDV31Qb652EvdEc9L8Etm8d+eaQvR5ljyNwCfY2dNj5j7gmHzJFflYUL9T637+H5iM30ltZvWLGeC7+Renl6l9cwYyvGQgGUgGkoFkIBlIBpKBZCAZSAaSgWQgGfjuDMSeasiVeLUPb2Cli6bXEL+uUYdYrxl4b5TOMiwwt0Sm1YrvRld1AYk9LkwJS6rd1R72V2xMvuB7pX+9SUH6vCB7SJuqxN3LkxqMA8q7um8rDLJAYJJ+EDg/7FPny9fE38sWvmZgixtO9sBaDtilXbLwa6DFPVUH5R7e+MYNW/g5NxsUR5hka1zeGTOCtX8LvtZH3ZUyXAaWXo6p402WddCsE3kVvsMF92Nch4WDfWD63rAv+wwKIX42sLzAkcHgK3we6ee+bSV+X+kwDXi4bfzombjtPXuTge/IQB4Af8dZyZiSgT/BQCaZDCQDyUAykAwkA8lAMpAMJAPJwC9goGpr5RZ+eIpsp8axB2XfgB33gEcxy9B11BJSxeevOIh5fuTTI4rmrgwn4w0283cFdVeSVeXIgb8NiWHe4is6PAxY91Yh/bdQNe4WlmPLsmHnOmevPSp/S1SHSU2e7SLnB6UtB/r7tzwHnUE1tHHq4y1INVWXqrttMaq6yZfD+as2iJud07syN8j/IL8NCow4zmIZKRCCQ7e6gjDYc+bl6NiQvLUHopsyiPqnJb4DRZyYaU460NZj2X9dfzQD/DTdouer2KADvA6aitb72r0qlyq7VXNMWQtYocpnHTEzO6gGJMarrdNqW3KQnTWY2kH0UdaClpAt9VVfS4ph9HOUqO4rfM4lsVWPg+fwVcxt1s6f56Rn2edUc3CSrzen001e3/SzVqvGHPalH6VpHMgGPhkMqwn/H/Gpn48G9PPQHEXPFfMgePuxUZCnQ27IW2L6tmrLgOe4B1pjXaGin0gG/joDelr/OgWZfzKQDCQDycDHGUiHyUAykAwkA8lAMpAMJAPJQDLw4xhga3Ur6GM2wseNXENueX6/fb5PLF9Fhx0yS76OuYJ6uLxHhV6quteF2b1s3bDTUgtnyv1KN/qWHWoXTzoNUAdljfW6qg9fGuNzO7S9/IfHvaI4mPEPC0Z/OqEzj12h+4nCExHAWUBGNi90Njv9MGW7990e0jL3UY0D3yKDQOKNS1aZ4x6NPNkcBPXrfnV5A/2AyklsDyNM0vQZrM2PvfjReLeElIlboajbL9bDG+DA08b1BLdgosMd/LUb3J/+RNIsrwk+8cemzc/X/f1NFp8PnqHPj3p9BBwL7lbSH3WsRTkkD+BURiGRDCQDf+NbOec5GUgGkoFkIBlIBr4NAxlIMpAMJAPJQDKQDCQDycDvY4BDJvBcZmzncmiAfG7kcdptqyz2kF3eCK/UYsCmHWn7ER/mChTl5piiVsNUfrZQnYWiYRPqSfwAk7SrDzEA4yCOwzSCQV5pvttwMlMspvkyHYwWRVqq6d5g9z6DlAXefOSNygBvewL+7usStKMPTuezARvOiuNs/qZprVLhjUzZvuf/6f6TWDx5fqaSDXrOFL9tgn5imaNo3AVV0zQs0NrIsVbGKjflVYF8RZ6X8E8qnsy5rzZJ2+PD/HrGJ82w+cH3ZFaxbOdepziWcUWdNbpEmYzbZbyZR2B/7nMaMw45Vs3sN5aY+wn1+AxZe+HPdvGHkR7H57CLB0i4Zehe/62x2ZcM/FIG/sa38i+dvEwrGUgGkoFkIBlIBpKBH8ZAhpsMJAPJQDKQDCQDOzLAIUspn9vxnDzttm+MIQgJSXkd5ArWe99rnXsfZIyDLEGHRlUHYOY77mgBdV9dEzNXPY82kNsSHDI+Ov49vT7+vhxWyTsQbWuyjeXu0BCXa6pqo09icWnQomXPqs4l/fAVm/gHlNsct9Kj98vYR0f0em30qfyzUlq573237OfcVqxWHThrHTd7cNujtX7iHmv7E75mPiLdWeN1JeLbktcjtlv2n81tXxHvtoZpFdgFk2kLAAAQAElEQVShH49Bawx5qKPvZJx1RTwhKR+FxYJaVF/wukPQjwfxQnw5JBlIBvZkIA+A92QzbSUDyUAykAwkA8lAMpAMJAPJwAYD2ZwMJAPJwG0GBp3M3MLt0V/Yy5uLt/BgaGye38LSzKAN92gr5bjdWLcsX76BxGEoqDokDaiPN+vQW0PEWKU3QYdS1VF1QDXCzjpmHaG10LjQAdbwTzr/ZEYR+Bt+krzfN5XV9cbFVjiHZWcdk0RMRCHPsqreovhssKJ8T4rwclDYsq3ivqpY1X8LcHQLvOHlkFeZM37lp4pWSnFQPgoFw4NuQNyLcKWp3L2sRuVmvLk6QW2aT02Z0QWMv6d71jC1szYdGj9onoGNz8jJBn8zk1xLN4e+NuwsinTwrnGlFM+7lCYV3VvXSXY4bDUrxqdqHRPXIEm5JaIEFL+CsCswSCDugJaGWsyq4qWAvMZZ/UDrSHq+xuSj6cHj/0tDWdMSB1yD+K9M0Dh37t/biOmsaRkc4TpyCxntVXPj8BwiF8mx/bI+qs3L0jkPbsbj8NL+t1KKlaKnVrnip45xinwDResOmOTknfX3JljDDhktIyQ+dpHnoPVkmtNbKHf6l+s95j8ka71Hr08734FnOFfmfHdpFai031WV42XtDuZ540/zPQjej86IpWf0Hf68a036WMlx/VbxU6MsqYfCHDb/VHwJJhT54smFo7nWHrX2zDRLlC/wdazneVDMDepTXtaBOelx4WewqtgblP/Iw6Cxg/IJNL+6j9/b8DPIH7LCD88RfVLZ/9LqYUF1hiOuLdmp7las4qaceKp3M/kHDWXK34EBvqe+QxwZQzKQDCQDyUAykAwkA8lAMpAMJAPJwG9lIPNKBpKBQxhgM7SUP7BByX6wNqfZkDWVJzL78tT4ZsE3tYdxk7xtkG9b3I/7QZvN5Ddt1I/15ns/P83e2h0fYK1vn7bHrB8xqZf4g2frg/Hyfb+udjH1ZqltyZZSrJRWftPgNJxMdCSkuuzqsMf07KhyzIUzocj6FtTlzxPcU/4k+phu+fVnb3zm1sq3xj7q45aNV/uIlbF8byA3cWeO+hwob9pZ6SAG5ha50n1Ak5I5wOpTJr9BCDFPZfZD8aksUjkZSAb+AAP6P4GvyTK9JgPJQDKQDCQDyUAykAwkA8lAMpAMJAPJwO9nIDNMBn4kA9rgZ9OMt7vAdg5sw4N1jXgLa713pRVTwsWnoli8DbUy6uUm/BDjqwYUqoF74+/68YP3e1be6RePRMobn0gOTfAJeJttwzRxA9724yCVQ65nwBhQ4+258ZCRNtBstePajRBebD4pw5MV+TPlSA5rCOPkB1o87R8+zMo6ROaQcQmd7JpD/eRjw9ma1AM0tuEXW+GryZMEkOBiXgDlA8A/liH2ZWzv1rGJ7Tn4ByTiUPl7P3NwQE6fN6k5fcgp3wiaW+Yz8NC4+0qsJVneUHw0vo3hTzSTId+bDo2jLrHbRY7kin2XsowEKk4XdXSmhl9XgFnYQBq/++PXZZgJJQNHM8ATdLSPtJ8MLBnIejKQDCQDyUAykAwkA8lAMpAMJAPJQDLw8xnQwcrPT+LQDPY3XjqTfblrfq/IYRyQlUfOE9ABUr++6MAW8rp33oIe+E/NgtYW6QE17H6dtSO417ny6zGSrzA7wXjd2m2S5EdHohyG6oRSqvfn5H4k2HwUWANyrStKzAG/Pft+NBr0xIVdGw+6OSSyL/8seTomIOdRNw6cexzj7S9ZFak8P1cIDjS/+s6yclaDyqirtNcV31duti3uuWn3Te8Sc7Wna25X+dwaiMtb/W/0Td8TsnHEr9aW2e99Mdcjv8FFyO8deEaXDHwfBvS/e98nmIwkGUgG/gIDmWMykAwkA8lAMpAMJAPJQDKQDCQDP5yBW5vC8cZTyB+e6iHhP8NNcB3S39bUhjx1L78XIZvJnD+CsERblB+RHDShx1uA7Y1CxedvQo5vAtaQ1dCdo/0tVtqGWjU86jpIcRva/WbnHwc7QhH6UY6bHORDhToozi0oNmJUgDo/lT5jhFrPajrL1hrUNo5j7AW0g9r4UDCDchwkRVVrW4xTeO9fsWZcKofOYsRWlFNAiU2xdKoqKtCNtcc66mH+zhrbr0XjAqajWc2vmdXT/8eqx6PKIVfLM/K7kqZ5AJpH5vIabY4GzQcQIQYvgSq+wP3QxRl5AucOTnrct3BL4yovxdu33Rr70/sqD42SYB42AR/jXK3q0L8B5h0fDVov01rR94V8037SnJ5ULgLlohVu09pnnhXgixcr2M8BuclmcblmTJqsL2AqT1jTHdumn0WKcSqPfcopSp+WReH3cDoVRJ86/Wp68ipmbkTykZETJ+JH3Ftfp/yIjVs6zBVwrsfvCNdXfIpTd08d75TpQlKnnEgGkoH7DOTzcp+j1EgGkoFkIBnYi4G0kwwkA8lAMpAMJAPJQDKQDPwqBrRh+avy+ZvJsKH8cuarg7V77wb79UFZiC7v72/qYxOczXBAeered/uOELS33s4B5MOt06jyZ68xZ8/16ACWvnbwxzwBj7+335eDUfyBVuegTCcxqhTT2bfk9798qV9SuB/wpKFBPU9F9alv30KdDjHFrtyo6mfW+3p5zJrzJdWQKv7gS2RezZvapoy05pnjSWeZ9bI+DXyogCe+s1D27ysKM7jGrGWfivIysI+1V614du9R2LmWIQx2LU8X3x3/kEPFudT7iN+l06wnAz+bgfXvzJ+dU0afDCQDyUAykAwkA9+QgQwpGUgGkoFkIBlIBpKB38dAbqu8Nae8QRTYMPTJX1/L2QX+VradN6KjWTvSHHxQXAH2ALYd6GgIYg7WkjDyEbon1YuffOgQ4oafua3Ha0WxgMdHzDXJDZjszHseqSlf3ioD7wTxiKuZTjVi7jHrniqDcVALLgeL7Y1Yr8cblTplpN7elOz61W681izUGm9Ltn6rZz+hrJpbMLn8ggJvhOKW+LfAW9FGvrXFX0fpp6tqp28T0jWtY2OegXLG3ycR8W7LmJ8tOc97285FDz5kTWvIVHzpAdmNoiJLt6Du64vvm4A/4DdyQA8LzK3PdTFjrmlzFN153iXeuHhmy2oYNII3jH/jobBH3qAPEz5A3/aryqwlQFKaXnjwpUg9kQwkAw8x8P4370NuUikZSAaSgWQgGUgGkoFk4A8zkKknA8lAMpAMJAPJwA9lIA6HvlX4vgv82YjqdICnI51FOSK5FRZ9IHRflrsYuXivOpyrYz6X1sdKfShe1ga9b873Uqboq+7ncji2rEvtI9fSb9RxzlqP+lLS36Pvp52DU/Kk/Aiarg6YdUhWSqs9Mu5ZnT7O1TKHtzJK/BKr183omOvVUV2jdNz36Kvr+WBRQVwtzr7tdih1fEa2pM1sN1sczJVyk72m+F3vIz1TBhzu3o0VbXBXcVcFfb34v0WoKjSM39NaczzXV87G3KJ9FrH6mo3L91XofZlUTPiexUnDBupivc7VZOxRQ/OBl9r98Rfdg0rfIISDMkuzycC+DOQB8L58prVkIBlIBpKBZCAZSAaSgWQgGZgxkJVkIBlIBn4hA7yRAkgN2YO2FbAJXafN6cvGcrStDJk1DdrI7jHrPLhS2UwehptePD/FeCXr+Dcj+TujawhOxrEm2aOqn7q/+aR9a/NfxzlYEefgZlBPdJ50UFNK0SFCNXjGb0M7SLiYIohBVUBZEXnMgxXFxt/B5OCn4aQ2c9j4QQfYMPKi/Jqf6r5VvUjZ5WAOTsfhEoMZb9sF7L0PvrFw4iZ/toTmr72tyhurZyuqB7w99BV4WUP0Y38C3kA0iGOtr4ptNZey/9Z+KcVKKeFQedgEci6KU66tfcSx5pIyZ17ANF8X1HHsSfKkBWD+RjF24LPHIDug8gw5mHe1jGV8aHQTB9yr5oT1zJpbh5ySezUrktc4Kz/B2qdI8CwGVPVLLOgo21Zhsk1PhUg9t5RlVOOCZ6Sqb1ylFJ9fnhVyrs7vYCFNddP6ehXr3A0W7Uu7g3wNfN+JqFMxOym+N9K7P7SKZM0fa/AK6nNe1L8l52M034rfNM6hcYXfUz4oDJV73fZ9R4f6FIKJEVA0tohzpW/AfBGMevbqp8oKz4/iG00M8lOForXVYO6vKBaHnr+iUZoKcxACOWiM5+Z5yp5kmVD9eea3L2jmzMEYIfhT46GX0rEeRd74mSIxxkbJzKdFnXDQo/Wu3UdiTHKte9lWBjNgkoAyiLK9+eH7ANj4DeJlJTSuo+DAvajZo5akjhhH2aPpMC7xCQbSx3digOfkO8WTsSQDyUAykAwkA8lAMpAMJAPJQDKQDPwWBjKPZCAZ+PEMVG3ifzoJNnYDm759J3izd/cODhoaBp1/1BGtTKybO9DECbqImn7XMCtGb8hZ5+6VqoMQDjU4JLxrfJHHTP9WnxTxMcdg7hv/glTG646hUetV4T45yJFPL0tiaxab2qIvJDo9oh1Je0jKj6NaKf+slOPmmriqnuFZfuTfgXirckbeRb3WeCR61tfDPq5d7NBSjTi3cM8Bsd9CbzdscWDXprZG03HylotbfU9E1OcY5dlwGr1h7bhhpyDcvvlcWve5NTdV67+pTgG2an9fhFf1PDj0nKBGGflpLMJ62D3xBhhEGTnHq9bnVvavMU+BhXWaF01ZTQaSgdsMrH0j3x7xZm8OTwaSgWQgGUgGkoFkIBlIBpKBZCAZSAaSgd/PwJ/I0N9W+Wymn97I4S0qDjI+m+XFG/4vte9X4g24wttQW6GNG9aIQK9KfsD8SIPZRQtp/k5UMXMp8b2v8lh4qDUUKzVAvsXUYO0gffC33Eo1b3Jp731k3W2xlr0sc5Ql/Io2l5PfwcfgnwOUa3CIDaoOs5GD2bCFs/ouqJU3GRlTrPIan0ex342YA7B7HTsxX2AcdD2ApZ2igzITlu2zujgpWsVF822S5mvdDv0UWS8xj5SFtSt01vpoY40sQfsjwDYpw/8j+s/oYDvwiH3nQw62pLpWLq3llda1pqEM/i1YNb/DJ+ZXc9vPy1pMv6mNXGPuXs9LpE2DKQemxm9WIL5vFlKGkwz8QAYe+RnxA9PKkL8pAxlWMpAMJAPJQDKQDCQDyUAykAwkA8lAMpAMPMMAe6BAY9gAlvjA9jpeHoQ2/g3M1Vtt1j6oDUj0FzpgbIscqZI2ByiB75W4PRTOlIPZnd9SiSb8hGz6554Q2TjsYg7AlgOFtRbKNDdb47AJPHsZmcnloOhv7fgLtJY37pjuhlPtz12pg07lRhHNJW6ob3bJBgRu9n+HDsU4m7Nn6y2HouPB4nbaGof7Hk1rn7uOtfXw4EcH7vzeXx22v2KZtbc2bqt9qfuo3nLc03Wm5M4gYtlCGwpf4AFjbcCNex433CDnqS7mjAE8K8wMoP40+A72fzHw9MgvGECWAdYk+IIw0mUy8EsYyG/kXzKRmUYy8P0ZyAiTgWQgGUgGkoFkIBlIBpKBkGPABgAAEABJREFUZCAZ+IUM+MaqNii35Dspaw+UDWDABg4Sc0jqlPcGtpeY+1BQOswxB+V5r9eCC68sb+LKxzbJm00An+TEHjUjsByg/i2ggIg1QKxR5g1K/n5qvA051Kqjp6rmBg314y9k5ML4xiNc0AMom1VxiO3r80GxxJvngTD2pvRfEayYW9Rnc6mDM3JyqI/clJBEdZzVNr3pOahtGNSusfUCG3QIB2TLhDqD9BlXW859CqyHHn3fS2XFZhPqNDcRD7GBVlcunpvmwSXzEl4pX1DU32DW5tNmH+YQRCM5aQbHKnbG4o7Cfcg0fgFx3cO6exnxgZofrUcTTnp2e5jqoPF2mfdWH6yKc+L5X/9z9ndDGcvbolW1GaQkb+thPNA6rUOtpao1Na071p4waJ6AeZ88jXIapzrjimQA3alf46NMOzroB7AdaHotd8q0P5DCwyqiyt+QZ24BdfzcAr+CewueA7xN0PoXD1Wnjt5Huct/6Yf8XE86XpZ8OJmnFJUp33taO74sNY0xHB5A1H+6jPxC9vloWgz0bY+VIQygLS79nzAhqW8AvoE4N0AZRHlj2HvNxDgCAt4zlqOTgT/PwOX/Of48FUlAMpAMJAPJwGEMpOFkIBlIBpKBZCAZSAaSgWQgGdiHAfZF97H0opU+AMqD7CAlri76AledY0PrL2NtKbAMlu3frb4Zvzo4xJ2wGThZCjpk46CNfW8AO7MhUpnV96rg1668za2H75DqZQTomtS6vOgN9H20URdJEieRVPxQQpWdL/fEwQWkyrZcGYcoSKCmlaustEUTFgXsgWi+I92iht1R27Xbfa5aJJAllor0L9vu1Kfuy9higw4tdSjq60wHjAqq571qDHWkii9dMmnt7BErZ9lgZUrowj9QcfViLFjt3Gi8pd8vCaLZMLFL8604HnNAhIIHLfnYoC/Vej/nJ8P/Ylpwz/cVeDLyUR0LgbHpne9aTIWZQ6QcxHocvzMOcZNGk4E/wEAeAP+BSc4Uk4FkIBlIBpKBr2QgfScDyUAykAwkA8lAMpAM7MQAe6KYkkR8Emy4g3WfXxDQeiBvtXIARY6AQ1jHgxYZE/vVDw5xNTbmgPlmvKwQhPEZ7F8d1DqoUgVpcYCp0ne5FBHvgTkU+Z2wyKEaHM2gUdRNmV6AZfNP1R1gH6j62uXcNbscBOKTGhKEUcpzFMVcdLCoQ0udLs7fftSBpuaoOlo/b4cG/C3RccxpqAa8T230yahR93IEsJP0HGSrABFY5XMOxa5D2ervQuuwtIJB8fTQQMVNjIG5jUs/b37eAsv6JHWFo5kWV1o1VbAJ9LyGomHYJudpTtVGu4Rf9AGvrNzQBcsuxiwROujjz6HciCHgOlJQsxf3vnlMMioXWp8qHHZ5dk9ZR5mDSuY8QNuPhSbRWZB0vpUIUuJjV/hnfb3mVMGvDiSTwKpCNiYDycAPZ4Dvjx+eQoafDCQDyUAykAwkA8lAMvBNGciwkoFkIBlIBpKBZOBABti2PdD8tzLN4RK/ZnQK6qjkt/bJ1f6Qyw2l/uCMXMhjrkotYH4shg7guAx5BCKu0htXribM2vr+1bIGrLZHI9aA6QBwDuPjB40Umg6l3cFplB96msdAjjZ9iL9Bx73qr4I5bPrUqdQKY6xu99JCK2gt23cO8U6nYqWUbaU3e3hmmOO5mcgjZPRWI5I5yqwtNJeyLBu6On1Vh+Q2DNZR1WnsV6z44LBb66kCyg+ACFyfMT3GseQA0HsEbLi7vubXwCODXtDxmBWjWdXobcB/j7m+hnIxHPkkPM9xTF8em3YVVbkCvkORgV2dLIz1OUX5wvtCeefq4fkx5688lEHEdb7ZkgwkA9+MAX4efbOQMpxkIBlIBpKBZCAZSAaSgWQgGfj5DGQGyUAykAz8EQZ4sxBspcuvL3RsKbT21b/PqM3us8Bmt2tp05X9Wj+RUYOqureLMmi11+/YB344RWE05RveHIwontiUnsnxTcKKnHR0lKbN5QoGlQXrULry6Mak6kVy6eGNfmMr6yS9weFNO9zI19Ot1QYOq8KmDpRsaH+/tNhgvIEFpGQgOGCezlYNOcgG7fQHsA8YC4q49L6zshSm+mBWzua2TX4Lyv9UP+galGuLtRjzURRX+5u21XhDlT7gsUZektSnNQFHsmO8RUq5Q1V7dX0loNwoD6pfINak/7/+p5pUrWgB6BKTcq8hcSkab4v601KHcFUYNIcDlhQLDomnynFRWwDPg9oG5YOsKhdHVXzAJEGx03CykwIu1STN2238sLwpVuWrblFGjg2qyE11/YLSQXDf8l/EsQWUiyk301wHBuk49PwOAddRYErE+6QT+iHDPvUie1eQjXr+T0ZIt7o84nbSITqAS+YifFC+B2IHPlYDe6nq7PI+pYHNviN4mKS4wKZUTfT1qruWw1+JORXftoKTDdajSOcCPQy6pGINVTKgLyN9D9kWZKf3dxJB//xZmhl8O+dSihW++luApkfOEYYnHsR76RDtxtoVRzUgnfj+wkaln8IC7nLscx2Nw36olUJcJaq7ycjvrHz5vuL/D/APWFeAcuBdx2EnJP4cmt9B0IKQC81pGaG4jLJa97zqOD9hc/reiYaU35yBDO87MuDfY98xsIwpGUgGkoFkIBlIBpKBZCAZSAaSgWTghzKQYScDycBxDOy/13xcrBuWSQFsdE/N6AAa2KxnM5iy6WzC5UG38NnMrztDBzSd+/eqQ4QeayOwV8bTfQ6YyprSzm3wWrXpftPsOgWLIQ8pLca0quepgxUONVrLUfeTlo4OMML8ImSPgxsIHY0wx9SwWpgNWdVYaZT/UoqVUlY692libuO5wUtDtSbNpd36VHUK765H1hnzG+yHf1nf9cJPnT1rOj6b1avOAucgAB+nNbgm6Q8OKRM78hZCp5y09a5TUVF4S/3lvqpntyo/1ig+t4BOj7nDiI7R856nam7Gb08Ne0aZeejziPJdG4QF7io+puB+tV4e035dCz+MDkn5tVl6bRT+EslAMvCzGdBPoc8kkF6SgWQgGUgGkoFkIBlIBpKBZCAZSAaSgWTg9zOQGe7LABs3uXW7L6db1njrioMu+osOVgBlcNLhAaB8DJjlQPNAjZJcI74E8BFxLAOIN2b7ftdXwEu5HBt1OG3jubPaOaRFhsY+strFbi2DeXwy7VLxcvDnb7zpUAdZNf8NcVjIQaLGDQ0cZvImYNXhG6AOKAeiLjdGGV9e1o28/8kvbZTJXs2HXRycXeOssFp+KniM8DBhzI18dGra+rs22ieIt2ncokxS5+4Q3fMdc6cPkD9cIKk/i3+D+ZzCKfZN860Ws+mImzUF7OkPeTGo54+8g7M1yRj0z8qzai0xfk8UGQuo+PsvPbNagGYh7cnPm2T52tRchnzS+9vqET7yNWOMDLxm4UtG8UMZTM/xl0SRTpOBH83Aaz/5fnTKGfwXMJAuk4FkIBlIBpKBZCAZSAaSgWQgGUgGkoHfxwCb0YEDsmO79pZZ7UdP3ZTB1PA1hbte+5yIl71dcHfgr1dwNpSlTrJ056LEr48F1HcF63b6NZ747qxTDXTNl2J09vLSyxwvcem9lNCJWuVkRfFUxeWIjp0kkZoOEYp8cJhZXcLw2fxgSff1Cx0w7/XYFet0IBVlJLYF9yW5Zj/W/PCxnVnl4LHN87hVm+d4S/OxPuxF3lcjNEH0X7U/2qD1U0/KUXyzftqwZywqAD+k3pLN4qP33vPwJO+P+Rjs7HarHWP/sSh+jhZrg7mNiCkvEX3XknXb41rj2JbHI70VR78qb+l9t76fGvd34zHj+asMfOx/M/4qwZl3MpAMJAPJQDKQDCQDyUAykAwkA8lAMpAM/DIG2HgHB6TFRk1ga9uTzeDldvYBoexikrfxALmQl85p3C459PDGb3zjbb7avf1IvUff15d5SxTwlmBIyg28Vcq7kRxCdmyIpHbY0N5arQV5BDmsIkFruVbFMag8KA7lySEpmHJRO281VunUOsYtaao3aNxQNaTaoPFLVLUBOAhI0fWrfPshFnHoEE6WdFRrM9gbH+wpYp3DVp3XVvtf/7uayWc1cq5WyY2mCYMRK3ERY4C4vZ1xjGccIDfkCNdX29DBx6kecnDeqlTlVOPeSO/uUJ49JxNNcYxo4Ilspbif6snfnaWnHWBHz77SvxOUupa6Od40X+t/mhU9R8wL0FJmeVbdGs6aU/WbOtbgQfQBzcsVm2vQPPr60RxeJOvnP6vl/y2flPH7ZoLL4ZpHDrrbHA2+jgatr0dRpRtgTCsPY7zIqvIDUN6EVsUzMsCa6xHte8nldD1mlznV/Is761A1ryaDyB6D2s/K69xxRRkM3jbyNHLwWAyPaSkcQprA86vozSFi+fnwmKWl1jgYAwDDS5VZXfquwzeCoO8HA3xLuJwpP1+JeZieSTLEjPw+FB+6iWQgGbjFgJ7cW93ZlwwkA8lAMpAMvMFADk0GkoFkIBlIBpKBZCAZSAZ+NQPaTJ42Lg9KlP1Q0JmPKvujga77Wxa1nbsaF7kEVhV+SeNW/pf0RhbYEFcjtUGDHKrvf2nt4qvgacs6fYFehzbqyEHHA0jqr4PDrFp0SKd4BuJ63dTNkRzi6mRLl3zp2dURlw5ViH/QOKREdxXF4ujaNKDV1GdbkO04nGtybpvnVtNryGZs/zse8dEskx9otdkdRTVcdFWZLsaAqWG78GQP/gJPDr1SH7RuWEPONXNypdEaqh/cjQm3pg/cj/BXbVCeJ9MhpOQHkvgWLlgvrwXCHIDXRvMEAJ5X8JqV50dFvkSOX/C8lW4EhvSNbRNs/NABxupMRBRd45Zqp/J+ccXv+0bTQjLw5xjIA+A/N+WZcDKQDCQDyUAy8BkG0ksykAwkA8lAMpAMJAPJwJsMaJOVLVBgKr9p7QcOZ8t9hA54PpkAnPOWYoD6kf6xXzTJpAmO9NVsa0uQN7g4URDwSQytjzsLrtpJB2bAFButc6BDS0iT/jrQusZgpQKTPAlV0HgzP54wfeqIIgkk3rrI82IA663WDgYHs+EsqJ23+oTprU7xgI6pTafHMx3a6FsCvZP0i9C8zO/zWOZ979Z6rpSVQqkNimXKSeVyLlYGMOZcyT8wtkmPHF+G5niZD7n3WPY/Wy9aw9VO9o/fqc263jCwnKNLXQepirNuYMPcjeaTGXHUfzd0Xu86Kd+ifIukSZ40VQH7os+aW4Xl3xxFnUDipavIUI8wQvog+qL9WsqAR3Lds9VCvGFXsymWzaJuB39iLnfz52vRM1qJXNxMjlRe0fi6pq2Yvy6i9JwM/DQG+P76aTFnvMlAMpAMJAPJQDKQDCQD35uBjC4ZSAaSgWQgGUgGXmCArc5Hhj2q94it76JzN6d+X/qu8vtZ+SGZDv3et4QFgl8DfYK6avwq2f4ASm3qPfhaI1MBrXpdtsfYJtt9deB24zioiuuq3AvHLEs39rkP4fR4ycxEz1IAABAASURBVDPxB+4YKKVYKeWO1mvdHIxxaFvF7ZqFfb1GwmtSZ6GKYSuOtdiebasdh2t5Va0toEhkmsPw+YGvGt+4ljlfTJVysnJai+ii81qp2aw6nHeM/FZJn/NoH+UtH83SLY3bfe4fP+L4tuZ7vRFnyOesMQq8Mor5fW7c99UmlwWuaIn+yIJ6lEd5NcbGji8UhLmFLwwrXScDX83A6asDSP/JQDKQDCQDyUAykAwkA8lAMvCbGMhckoFkIBn4nQz4Jj6bnmAlxarN76rN9y0M2iC/BTZorkyrIfYzTeVwS7Fyi4YdJWYB9gcKsk1OEu0Nwq0clR8HARw+BPzNR7V7HQMCdiU8HcwDcncd1x3M/C1M3kJU9t5WORZkmDA4Sj0ZUGXXi1xBGKUMor4m6eeNrUsOETeHTGfxNijf6jCrMsEBFO3KUevGgFq52otY6KimSgFuXPXdr5MsMgPFQ/AwOHR2KDbJqkZgvBkaGOfEBmWjCaVauAl1Y33QD1p/y50yf0vzXP/zN4dN/pSu8yTTzpQC9AtGgFdeuJVSrBTl6fnAv6B4I6+iZPh1um664B2YFbMRg+SgimDjR2vQJkhTXJQFTHUgWox8lxgtHSYmf3qYq1AUCPMAzPP/H00iUF411qu4mcoxV3ekqX8Dw/Cf58f3nxeOuMGzf0uctJa0rotWi89jc+ZVNXnOyjvqj0rT2lxFPBML6fyKQ0WieFoM+9613pRvVd6gt916+hbzGPgaCZg46EF7z4XHLRMhe91luUiPi7WGBFANKAPKgPKzwL7z6TGzTqtCaKjiHQxae4ByD8aBKudAA61H5GyL+Z3ap0KLeuKjVT9yD15DPuuUcXy/mbgKFKv6PqumH6JmKjP/wOuRsz8/0lG/6fvRQRug7lLD37ni+1Nr2WYoshpQ8d7F5HaIkSHvDc/+dxnI8d+ZAb63vnN8GVsykAwkA8lAMpAMJAPJQDKQDCQDycBPYSDjTAb+NANsNR5AAGbBAaaPMkm44J59dMA9vdV+9qVXO/ZpZNMcPGONXJa4Gh8Kiw58XcBBXNWBoQ47FnrHVQmsWW+HA6YDAvvYp+qwDFh4VThMccAO+siNe+TMw8858INT5FMYLelAzppFs5m01U8pjDMrpUnb8eOh6NCs8Toa3sqNduBqU8Fr7bbW1nru3jW06nAG3NV9UaGKP7nx0W0uo+ZNepZ4ni5txNID9veEe63F57WU4tV9b83mlAPzvMTIOZro3fOPXuCebt9fdXiKfdC3H1Emvuk59cp7Xp4ywfIB77n8YaO/KmFmBpi1u+UnGUgGXmTg8APgF+PKYclAMpAMJAPJQDKQDCQDyUAykAwkA8lAMvCDGPibobKtEvibDByb9ScPQF/LhLemwNZoNq/BVj/t9HNoBbAFKANfXUfswfPmFVvro/QYdLKCJKaGa8fE1vou9zj4Qd6EDqhshrNRL8QwlPb+l1wSg4Tp/OwC2/dDHnDrVt2Zbjowa2/IqTzGWSVXId0+V/IAfVsdD7WRRYdkwCRB7cb7NKjusex0I78wpWycZyMX+bn4jn9oII14O3B6+5650fM3xstYm8p9e5RlQ/ZtBT6ftEdAh0j+2cLJCmtJOFlVeRhRNz3CExjEyxoin7W+vu3awUlNZI4Equ55+cMhu8rVVMZTINyQF6A92n6qLMqzoehx2Z7PvfPjO3iCjBcg90gVP3ZNMcj3x5x+uaNqJz2X5P7loWQAycAPZkA/KX5w9Bn6d2cg40sGkoFkIBlIBpKBZCAZSAaSgWQgGUgGkoEfy8BwiZxf9wguLX1pKvcb4+xV62zCwKSwWXDtzd7v2HHJNWJfyjHqjeax17xb3FZB56AG6LvYp7Yz5MvwHNKGuwcrEU/IpyIiybsDBmloq/IhXam+eulQoSr36SBUZTeF34A3vHobjXByEfyOTReL5Nrj0rNLSX5ZT0Xzaipj8zJvYzDER4fnXzX/g4A0yedgX/wZyBEoX89ZOZFvQ12NrukN6tvqV9er17rJV61djyPXHtcaz7W4rT5oyo/gOTevavMz5IKzzCg2XSp85MLVBC0qykc65mcAiJyP8IXtsIsvEPWLVLKXygdLVd9B1YzvKGD5SQaSgVcZ0P9VvTo0xyUDyUAycIuB7EsGkoFkIBlIBpKBZCAZSAaSgWTglzJQtZ0Cfml6pkOUhvsJ8oYZYJtYrPh+LaO0dasjGJtA2zo4gAH9iNDEYpS/VsbbfvFGYOGNRqHWs9XxTc9BZVu8Qaku9YsHpadzx1Ye4s3Ls8xVR1UnGCQHduYHDWBH/ixmJXU/gAB4H+S/HagMCnZQDoPHQFxy6XFUK6Os6tMAr1Ou0jcblBc2mj2b1s9gRTYdarscuMmuX5+b3xYrOVXFWhXiCsgtMOZLro+gKk9gkg3iQ/PsY9XG/DnkFqkAzPzQbTAv677v1ew2zuXUn0TzQ5WisoNcVTb/oOOFH3ljHfZw3rs5rMqVN7lZx0XPKDD1e7vmJ5LmuyzQzp3gpXHZ5qkv0xcjPy3ncVSttUo+AnkZ+QbU5n1RX5GD2gbxMJi+k4Sq5zowUKbtCjz34JoH1niPd9jB+mAn869FPTMc9k+29XO4CAakY1d4x7MZPoEeHAP6KtY3mR3+wSdwf+XijmKpZsBe/GAXrA6nYwLfz+5RqpQFeAbw7FJdO15F65C3fjXboluJWmBHJ2kqGfhjDOjJ/WMZZ7rJQDKQDCQDxzOQHpKBZCAZSAaSgWQgGUgGkoEPM1C1UQg+7HYXd2yxPmvonQ3gx33pkEEb7vbAlvdWDrF9i3zc77rmlo917U+03svqTj8Jwa8QG/0hPfpxOGpe3/U2zq18F6HN8ehwVz+PGlM8k+oxGbt5HTB4ltx6qBOvAVVfu2TTD1c1+iKpKD89tNjXV5XZxHlrt50/g3zxBjDzWvT8ul93HI4UqNdDRvsL8lsMIQ9xqVzJ+Sokuq8a0W+NjaM1pdbW+Gu6l3vru9Q/V1rO75VnD40buOpdaYALsNK12TS3rSW3qfluRy2nNrOaiLrlaB7Ouy5n42EGxNnorPOACr4G5QqWaal5F4/YDswN4gHMW2e1ZVCzzncrGF/Du3ZzfDLwNxnIA+C/Oe+ZdTKQDCQDyUAycBgDaTgZSAaSgWQgGUgGkoGvYGAYqjl0wDMIXxHDKz7ZmLmz1bpqljFb++CrA55oXG5y4+uJ4U+oss19Tx3vDeRLiTf0kPdGfqKfOMCWL4+ZvexJYVaZWslpBvWwNmjDhqq7XcSLTWwD3rpqxtdi8yhat+6Mk/CLsYC3KmmoPHd6Dq0DbT36vijHeONAksVnRIjF44CHHrwh6d8fih3Zx7xe5s3HCyIXdPn+aRjUrO+liRet93pWmmdDr9ahyUHtB6TKbLYcq86bzw4bzmb4U55NyrfqVTG2mFu8z5YZfwsHpLdp0nOuNltF81Vs15+Rj60cTP1lAzwD3o/PEdcO9m+RK8+x8Nxcma/qC2iOr/r3a7hlqaoT+Jyo/OpV9L1Q6sngGltIEPZoA4azaHxAss6Z8y3VInsg1g9lsKW/V7v7k29yJC8Q5b18zOyIXxOKVs2s3RSEY976qRpcg0/5Sz/JwG9kgO+T35hX5pQMJAPJQDKQDCQDyUAy8HkG0mMykAwkA8lAMpAMPMFAeUJ3pqo92X6sqqa925nKXpXYHA/5qt0+3ldscEDnMZAsBt41iI0nMXcZgTxpxLpxFANLM7Qv23asRy5wehM69IJ7XG/p0XcfJNTAgdUFbWTVwWjVgWirRXStdsQdDz22fbSYzeetL2+PWPbgp2+71IuVIpz2356N74Oqg10OJ/FfdNuCum5e2LmFm4PVWTW3QMVDr6p8BwHJunWp+j2nobclb41nDP3IJWg/AjG/2L4+IGOd0tNATK20fWddbPXe6pvGiGM/IJ8adi4opSkOlcnJ51nfT1ee1H/V9oMbprzJ4eDc+F6ef9fh9CY+03lw3p9JIr0kA1/DwP7/h/E1eaTXZCAZSAaSgWQgGUgGkoFkIBn4UgbSeTKQDCQDv5uB6TBBG87VD6viLb7qb/E9mj0bMYHZxu4dA5W39EYYhykqF4HDnUGb7+yPgjtm7nYvbXC4UJQzbx/hawk24kEYjoMJcguQ72XcYOZvIfImorxFOQyMEpsN6A/WNqbpxBoYzPzX6Noun6IES5EXuBwBr6a5BiXiHOvMASBGAhg0J8gA7Q2sE3INKOfJBuWG4MrENf4YO6DnOSrXMLyTdH9y7f7w6XbbG3aiwt+0QxZ+8SpxKP/iOQ6GBJpIlTWQ8QJrRTW/6shhs68xOkAtI0wSvgJn2WbQoDGmmW6wXT+lFCtFEShOniXe8u2x7kwEkZTmgF9A26OIl6I86Ianvs/rGnqKNxZVnq95NZyLyYT4Owkqrwfwdis5MgfMB/w2DGo6C3VCES+3cNLc30LRHG6hnv+zxtWgddXWQvBl4hbAAHg14VKKlVKuhjM/wBTfBVXcA+krbxPQaVB8ypX13WBGOzoAHufQc62JrDwjkjJspnUxKC//VcVaDJTLSb7Uc8Tl8fHsKG6+kxoUl/98GMS5mXuf5am2eoENxYqjSlYj14egvIvwv/53NXghFpkRA+aw8SOLs/rY/JAo0joJ2CYm5mVQrrQDU55VMQCTdIzzTRso5C5UIK6INSDTZmrHfkDT5rx5n24VH9JBT4mq5dgr4pjk6I6YiWEQm5SXGNWuROhFxyD+yCnyPMkesFF6Gee+cpzlGPoRWcV1JcYR7zpt9toarZr/R+yVom8txfGI7t/Vycx/AgN8f/6EODPGZCAZSAaSgWQgGUgGkoFkIBlIBpKB78pAxpUM/EUG9toTfXFnfC/3a1NHSNEem6VIfC4RemsydNf6nm3Df9VmMDafHfuq/jO+0AWv+tK+O3vvLw9/euA4yWyMM3YYDziqNseXoH/Z1tfpvwV44SwBuXWeUHVwg023E/+KwCtffRuJWoRBLjoe8HQWXZvVNubSDScnHTKY8i2F3kvfu6VhNFD1zHBgNFZHMc/pEc91ZV30baPhTVEVB2usKcz9t7Z97vhpuBz2VMV+zzo6t3BrPOPoRzboeE75VoH2IxDzi+0T60cF5rGh+rpsZXXoqnq+JWbtfT99rwAbVjUSjrvDMprUethV5WsQv3tyTC6BrcC9/+jkOuf466p/tJgs/NGJz7R3YuCwA+Cd4kszyUAykAwkA8lAMpAMJAPJQDKQDCQDyUAy8I0ZyNDeYEAbyWxtAt9Ef8bUOPaZIY/oyqzpPIEXwh5Rf1OHYwy2psB9UxyYBe5rv6ex9MMcgS2rS/0tPSvkvOgV6TAwQfWmh66wNmZh4tlq8bdTTxbS31Z90gg5T0M4YFoBBzSDDoccHNqMoL3hLBODziiVp4GT6p+/qmIERYdKwMhFbaZ4AX09Ih9/G1B6fd9W2cf4QffZeCORsbRxKseYXbPWYuVNzGCzDPhoe4ozAAAQAElEQVQMVPdPDMCUI/4fwT3dtX7y4sAO+dPBmn8ISjT0TlWV3a9iQzkZz6+xgGzt0xwPWtP0Vq3pQWsVUP9JcC4VMFxSVvEjF/6AHidnuZdHBoBPQK7gSF+97WtfrCHQa32qDNsnOUMCFfNKBpKBpxngKXp6UA5IBu4wkN3JQDKQDCQDyUAykAwkA8lAMpAMJAPJwO9m4NE9UfSA2LjawlQDXcB3l6Xz0KUBvqEj+ZD+cUpPWCZY8MSQhWqFr8Cib69qHILxOm6UkXvZ/y524JIDQpebQXEgG1hTij5JnRwUq1rGDfA3x9r4rk3jLzVf3ZfqjqU62aK0hcGKDt2LSUpfS07366u9tDuoA0i8cDn/Ww5esMeQyIoy4CAJ+Z3A2gMR0zLmaH9O8tavRsgYz2wPtV5fmmMLXPe+1TJbzrK05xQrPatt8cmyWalYZw3SY+ufoj6w3vteq9x7CLKCBCruemFTGRhrhrKSln1yDqh683pU76aRj3WSJyBX8CnH175g/VPev5cfuPA5+F5hZTTJwNMMHPd/VE+HkgOSgWTgdzCQWSQDyUAykAwkA8lAMpAMJAPJQDLw2xlgO0W4tzeqfu2NG5C2S9+DVzsMuaAT0PArERvvZBuIRGGllfvDmlYerNaGwQZjJJrIHrTtgVo5PJIfl/IwVOPtyEDrR2fEIN0e3TjeggxcjRv1quxPUNseOTxjo21sn2woglZm1WDiaXGfzQYw5qr4Lnko7/Et1lrpp84cywKLO+AzprZJysEXXn38vAEJaGt5KlflZEL1NVdFwzpEmLipvjYYW4Obfj5XysvU+0e+zcVSY6d6fc9OTGdIrK2V19rQ7dHnTFismkCv92x5iDmDd83HIEzzslo+67tFQD/gNljLVX3vQ0bGNVINbvzZejaxm/pis+r7U1CKrjkoh0FreFBDA0s1ciE3oLxd56w1Dsb+4CGkbNQe0b6Q7kdtzCNBVN0oKzp9q9gEe+MTNquMAuwrM1mkpF4IfvR7hgN/Y1zANFWygTXl6/lIVnEZGFRW90cv8gR8N4AW4f4hYLsHfqK+v7cVi8wHiDnxuRz1IGAsflJE/nCB35CUE8nAT2RAPyl+YtgZczKQDCQDycC3ZCCDSgaSgWQgGUgGkoFkIBlIBpKBbQYWO4lU2YZGbg/KHhiAIweHADRIInaHb/63QwEdjehwQOXdnXytQedRIbDRTZk1qOrKRU8AzYUKG/ds2IPpAAY9gbYe3r8Y/wVVTa8mVPGpUAVVFEXtDqqq6pEzUtXxIp2x2Al0QNf0QDHeymUkHh8Y8v1UPKJ70deJ2/6R9bWnBs54HG7r3Zs/sTJSha2r62P9Tmq0B6bG1wuY0mil6PmreMw1+ql+SDlWVj3RF1hVuNlIHlsKvIzscyilkFu6r7ZjlzXjz4v8GHPnDyQ5YRUZoL4EI8Gy/XvWidTzVa5k9ako4flTvr67H7iY8N2DzfiSgRsM5AHwDXKyKxlIBpKBZCAZSAYeZyA1k4FkIBlIBpKBZCAZSAZeY+CTG7yvRfjqKLax743VDvcTRyRw5SNUQN6z/mg/ZwkODWCz7FnbPlYxafib1yOcveeC3ACHkC5l7qQDJH7lsfmbWGq4e82TrTpMHTpU2ZtDh3OzNuoX3HW3s0LRgbS/+6yYixCxe/pD1fnSNfjXALWeJRS3dKrGmSSonls1dRr1Gca+Kv2ADZpnjW11lXfOb2mu+VHcXQxrbaaYLjhbUb6gjjnQV92GYh7gIt4qRSp/je/7zfM8G2tNlC/D+lgd/xPk9TQFo5hV3/viuYrvBMp72w97g+ZgEMeaWTXdyoUoAlJ98mIk34s9vCyXU55R7myryZlmPOi6nioyFj/4pPzoYMaAR/W/ix55xnp9LF89j/7l9VgG2ATh47FRf0uLdTPhb6We2f4yBvg++WUpZTrJQDKQDCQDyUAykAwkAx9mIN0lA8lAMpAMJAPJwAsMsAHLsJC+Ux475kuJYmAaEA0/T7ZDIh1b+GESyZpVP2TiIInN7HlOpMxmNa2UAeXd0UK5mN3bEfbBxYOX6shDk3DQuPHOA26RVvUDu+bvvps+8LCwMQrVCXd0ZaLFwQBVPnBxALy/G+JfAU0bzkopVspx27NtPd0IYCMuPY2bPbf7GLbiT+uMg3Z6j8I6j8RSbZi+W6qx1gbFg1znp41ped4qXzIJO8hL6/ElZeNhlgdd1Z4HvnM4PBYeHH5XjTg4NLur+KyCpgHbHr/mjuGUXY51yq+iwkWHQeWA98kH6yXs00d71I+U5H2E/UftruoVOyKkb2lzNf9vGWkGlQysM3Dc/2Gs+8vWZCAZSAaSgWQgGUgGkoFkIBn4VQxkMslAMpAM/EUGOKAUup1BDhSuoE3ks8BmsbMkfe1jm0maPgg2ZpDGJrw253U6oQ192V6WpR8XNg7ZZJcDYimVqBSD6o9el9wHG+p5RB3l2aryqeIicLFb1Xc2U/7kFDBtuPeIcXAJGO+6KhCzxFtXkT+gYBRLNUXcILLVZVXxzdDlErGtS1kSH2VCNT8Iw+iIIttF/DS0/iL7J83Dyf4ZeCu5lcGNu0GxnAV8SsnjGcwUa0NVuYED0wtG3bPkiCLZw+L3l7qUntuWrRVZz/IplSoOJA65SilWijKQD18/gwIWRLOBudOTqsDEzeCo4gS0NamxqlOuGgxk2YAIY9AE3jQFVX57DOM4O/hT3c9gxPoIqsfJmh3ESzWe66o58/Wi6SPHIpuA0Itu9Jl0TOuY8UhQpQcG8ez/eEM66MuMRu13nXSAXgqWzWPGZ/U8yLuBuNU7zpFJFs1rwMwUW0PTN+VyH1oHrjfPqI55y+qBl3zya5BtlIq/OM5WnO/BeKu/oU75MVeA+XBoPOvTWM89ZMN6mHi5AZ4WgO2irOVRllUYr2V9bH5IYE8T6zlM9pUrg+EaadRXQH/1tVBlQlGMOkWyh9t44FY1DoRqPWiuPU+FGxKfdcxDT6fRHjG4VFyNg7N4WkE3d0V2gPkMyYkM+FpQMeTEDboaW1kbksaaA1HW2Lcu/YwzoJ9yBvidy2GwKKCx7LnrWasjxuZNUcd5CbmpGB3kNOKk3MCUK+2hl3JkIMVPYoDv5p8Ub8aaDCQDyUAykAwkA8lAMpAMJAPJQDLwXRjIOJKBv8xAeTH5tXGXfc4Xje48bOd4VlPWxnIdQfT1gQ1b7AD0j0K35zy52JkOt0seARqW+UedviNRxzmo4p9DMo9JCbuU4y2pLl19r6rd1ffcKzOsehxyTOUgEAemQ1IO0Aaivi33jbGcmteQ235f66maV/DiaB2UtpFECaiF9AMk0XGp09tDnVGNA6qoHyBL2Y5kGHmoigM+Wl0ZjO33wsHyFhiLzQD14xHchrzl8aITMVZ/3jjkH3RuyOHurfEP9F1cNGWRRVOgNb5+lzkfXJkvzSEV5tKlckH2CP2+jTLtgHIPbLlt7G/iwhO6rKHexhHltVhv+UF/iW19Zme7d97zjO585E+tweNPjT3jTgZ6BnY/AO6NZzkZSAaSgWQgGUgGkoFkIBlIBpKBZCAZSAZ+JwOZFQxcNoSprYGNl7+7kTgYb7EWf8NnnQUOXMEad1dt1YwXSnlL6eExV0bWG8IeUUZ5XXPeii6Yt15qzD+4tCxLSmpqohyYGg8pEHPjsdo/HXj42042+oaEhVfeBO1RdejSg8OQKjv3oNMmTaL8cIgzgjgYFy5xT3wzROcLEnv4wF5IymAyN8ZStcCIZXkgFHHXOvibhE1SnsOGQfldEHo22g9ZxZVzRruCwJ/ELhf5gj5X/F3jEqdNccfcqE+5GlCMxDqoPETcKtNXJWmrar+gcYLNch7sn0yZbPjyIkOCQx4I5hbAASiRn+I1lalXlR/FIN2GaoNy7XFto4oaQXoVkPvuuVZZhNiQqh54weUWnF/59v5REhUvc05Q+zuX25ZRZPs+ZRG1UrNLPdBa+jvj6O3bvnMZToHHTd4rwU596l/pvtv07vi7Dn64AvzEHPzwVDL8P85A/035x6nI9HdgIE0kA8lAMpAMJAPJQDKQDCQDyUAykAwkA7+Tgdg9DvlAlk+oPmDtW6msBMMuNLh07Zt/nd5GvHjYr1RlisMKCfmhxuFKQzEkPXtDfthlBqum8RtYVXi5cdCOoM46NZ4Y/pPUxYQBFfe5IvZO8us0gXPatS8cEkaPRffzVXwK1f2eL+M5oBOmBulM5RcKu8b8gv9piKZ1Kl8V6Lyg+Mls1C/Kvixp9iYKwCsrN+byuh8+JmVVeMbQnNoOLMjdlfXrCK9U1hsgA8y4wlpgfdjxrfg/3gtcbgHvRMHchqTtWBDNmgePQB0hVYyLpih/c8l3M3BOleoRodeiJx/bwn06HlK6b+YHaVSlHHPwg8LOUJOBKwb0v3tXbdmQDCQDycALDOSQZCAZSAaSgWQgGUgGkoFkIBlIBn4hAxwIAT844uhC0MZgy/R6W4WWwKTWlH/pXXzADYcjwkkHJLw1A4q/+TtPWyrWY967VWP7O4BOMIyk/h6w/P/8n2ax2Ut8JxssoG1y8zf5OCjkbb4Otf2lYPWfHaWeld9Zxhqq6LmGjiHVOMjHoH5QVa+yr8uaVO/UVt9LcDEaa4Oyo7koBv4eZFUQ/Ru+yzK6F9wpTc+L6TB9Dnvww7PT48Fh22pDm4+i+TGVRa0B01wWwdTWwIRI1/WqtblADir3UJuPq5rrOWZvh446VRIUSUC5ivNmXz63I3+phycD/tpzeDFRtMBmMMXe4aR+xpx0+lEE8xk0fXo9VWmf9dNW7SRST1JtIALazVBVs1ZbK7fW/e6NxzYnVRwzr6AqHsCzDWqpNmh9AkWyEgDMRTMR92XVNdYmqG4gdL5OVs3bM5itUR/br23KVev9gl6/L4dPuB2UPvNMWcWDL9bWcq6Yiw6a6/U5Pji0HczDI4BL0Jtsz1bf0pd7TpiRvo/yyWoZwTPsoH0LI88Ew88MfqaDKG8Ne7Q9niUjVsHnbBzsPsfyB4Wi8GhYSbgNSTmRDPxEBvpvhZ8Yf8acDCQDyUAy8B0YyBiSgWQgGUgGkoFkIBlIBpKBv8oAu4NgK3/6wFZ/tj/AgAhko9gk0R4FxT3Bxu/FHk4ALZLuf65Bj4ekbi93N7bNQWuiFGgt0x27YGroCzLsfSt+e7UXyn4IwCa+EtBxwAsWHhgyxU78C9DX4wFz76lUHXVwsKXDXW3v62hLmbfjoTozPK/NuvrKo2qads4x2IAFYULNUTxMxlnK0hf1ouwLChMG8UNSIEJCkzJtAroaZzQ5Fv2zPleYbnAwSD3k1LFbQcaxhdC6QlBdgnm/tCmnS2WlRP+gdiBxddEfjej09Wj/JpLQAjuH5GZFeMyt13f20czJyY011nTGO6pj8ScKVhPPC4DPtRzeSRGbAPv4WrPvbSh5YXHbal+o/diqyCXFHj82lwz8zzPQ/7/HnycjCUgGkoFkIBlINxZEWAAAEABJREFUBpKB5xnIEclAMpAMJAPJQDKQDHwnBj660cHuoB+ibXhVv/YRdbAihlTW/c9dRacCYCvx228zbY3av515wmrRPFG+vCVpRtvWuQMzD2zjw1iw3i1nqx2KQLwZKyfetrIjPic8KD/5u2O+jm9SXqSO0mp767m6pD5iqDbUhirZQx22BtYBPAUiHBgCRAii/VlZxGcRl9d/k5rjDw6GzRSqUEfQpr4hoCiU1xR7Ux51xzHq91xHqU5d1Xib2sY3jE/nswGTThlB+dl87ukXhQtfDpVtzIP4Ym4GzWm0E4upTn912fJv5WqerqioKtSVfp2pm85dzZRTdR3GyLHqtBFPzDHyXvzP9p+m+a2Gr6IYgVk1bxjj6GPry8TYcLYmW/yTjsbzZvEVPNfgau15oE8x2Nd+TnIfgBJVX77WBh6fYedBz/FaDL+pzedKKZ8EnuG13Fjn9AO79f8hK4OL2gBj8aVqXgsG4KfHojurycCPYSCf8R8zVRloMpAMJAPJQDKQDCQD346BDCgZSAaSgWQgGfiWDLBpd0RgpYyWtSm7tok+9h7h+rM2u0T8wEOHHI8E0A3TgdH8AIXxVYcyAerfCSfNLSAmNtbJJUDbU2B9zAbQEJh1eAU/VRwDb5hu9EyVAwpFZ10cWlU/CH7HwVqk8Lhmc02X3MGa/j5tzesw8lyntdjW6S0fbeQtjRt91W5yW0qxcip21Cee3zrlTb7tUFIUTM/pPf/z8diY414GMf6en9f7i/NclVSd/YME5arD73LHMP097qivdGuiFz8UiGVFcdemOs7rrkafNAZv5rwP00hvm2p7FTjGwAdcz23W0X9I/tHF2tqfj1rUMBtYdEU17FM/Jkcsz/GInzWdO6n48zL3tFK7NtyUttpb7/H3SC7k3h6xO9r86lTHMFIkAy8zwDfny4NzYDKQDCQDyUAykAwkA8lAMpAM/FUGMu9kIBlIBp5jYNBG9S08Z+2izcaGv8WiDTske/AcPO22acfbRkIp/+RU3lS26W0b1dXKRalQ6KEGhUVIZirbTh9M6VjDqjgtpVgpZSfL5rFWf5WPjJpZ+LTxDcZrqQyHakXQaaLHRFxtpOxp8GC8VTeYitE86en4Ub11ao8CNtZwUq5HHJgRm7NIHuL1slYVoQ6UFLCSqeJHdSJWWxXO0gWwBcIOtgC/XhmYDqEmaFwBaivO6xBpmx9aqOq5S9q01iaVXQvNj/hX3sXjGWxNmvonKHbzuGNcNR0ld1DU1azwrAQGM9Gm/MzkxqXObFwO5ypdsyIfPMNwWM0MSPhFGXjlhVspJyvxDFuRBawBFf2iXA3/gBgc3rd9a3/zdlDsZyvihTWBLOKH8kmS8mSBZwuM2ZVTsVJOU/feBZ9frdHG5qD8gEmComb51hy1daf1PeZA7D14m3YJcv+nSQSDxgHGmHI21Sn706IJh0uTlDfxtHeWpqekOPDD/BkcC8XMwCW2aqZ1FmB+AP2AdiSxU76Ps5ErfhsG8/zlg/o/RXXSd5Yd9Kma26o5uBcn+QT69Rlt1+PJ44JCPitYjiNn+HaIaq8j38y/lGLwWD1f1ql+AvoaoywHtv4p0gfmq0BRKYd5zJo/rVfXka6NWOYbYzwf00drmbZ/svtPsall18v9KK2Ql7xbvst60RrgeUQSiIZa1fdKVcoO50pPo6QpXzBoTB3BmHXgTxwpkKqxMmnFHzCtDT1f62OeaNV3jwE7aZBAsCr5VcjCS2LZbsIuqvbIp2qee/RjFIVHw3cia67vy3Iy8BMZYE3/xLgz5mQgGUgGkoFkIBlIBpKBZCAZSAaSga9iIP0mA9+JgSc3/t4JvRTtpj5rgCHg2XG39D+Y8+AbpdrsvRXPSl8dN5aRdFe3w2ZyA20P4UO5llKsaHe7ENSrPh8ahxKYO2KzGdD6MWjjvWpTn7m55xNeJij8qXxvYPT7xn4/qi+bzl20LjicCf3dJf7kRz7guXbrk/LSHdpg2T7VxcGzhw5r9kppradTk5P9nQrkNvizx4FZ1ZlVbVx726V8z11d6E/1kU+iB5Md+Jkq4t35VqOurnnHYtvibnHpoGuMy+da5Vlso1dvIx6BMqArJOUAbVu4XgcyqIHEInHohQ+wt5NlrvfsO89aI5OeKOhtTO1vFbC4/rMIDuZgvfdgrd9w/mC87mNjPd2w/nIXGb88+M7Acr1wb4wQQd4b0itfdoOXwJcFkY6TgR/CQPvpuEOwaSIZSAaSgWQgGUgGkoFkIBlIBpKBZCAZSAZ+PwPfPUM2Bb97jK/ER16BV8b/yDHaa/acJY+OP/zw0hHlR/2xsQYe1Z/rFSs6hC06HC3q6GH+DhKWBemoe+erP0gpN21z6IGCSx1+6ATRdJJopsPjgB8AqW+SOgxyfUl0Kc/RDmdMB4OF+dVYoqCsjHG3M3TcoQP+k7iEcwUv+3AAOBxq8QyKpwqD4gbEDgrx9VB/EeoNMKaNHTTPZ7kUxrfvTOPoAyeV4U0B7XiJTeVqVvSfCFbs+CJe8toCca31MQ6QUyDsTe1n+SGXEfQX5VtM+cs/c1vMfGVL7HrxUqLPLb5WLOO76ci/wqRMW6hSBx4r/dExyuBkjR/yt+5ZoFy1hqp4GJDKfTSziyiyAjxexdrnoa7VC51AKDA+EG3fVw5daHxDUO/Rdf+CYszLcs6eTe0yHs7AxUL0IS+tWQoGYAtuQLSlTAZ+IgOs5Z8Yd8b8vRjIaJKBZCAZSAaSgWQgGUgGkoFkIBlIBpKBr2GAnfDOs/bDu9rRxa/ZgF6kfHCSM0Z39tXzF+XRxZFuRxe94Ndeg+Gkg8Bbv9qSuEA/+GYZ5R43lbvO4EPyVjzdiOeLrCRi2xjJzrf7VgwbKnebV81HI3Kwgp/R0KCdSlrH6m7C51a5cMBnkjqN7WxfPMJIdPTlaDMdMM4RPYMKAFsd8NXlJ6Xxki59bg/9sXk3EdHLD7972/1Q3nYQI0IuNbfaXU8peL+k11du3k/7DR26X8Ggw/1BDjDNXD9rQ0Mt4GNliLqXx1vUQ47NLmjr4Y1H3hTfvuZZG2Bfq7ta4x80rD5Lu3pZN8az2mNda7dW1jKoWlTgYcPSf1jXV/zj2qmZDCQDP5MB/W/Vzww8o04GkoHvwkDGkQwkA8lAMpAMJAPJQDKQDCQDycDXMcCWNRulAfY02TDdfX98lqJ7NXzZpzekldhTe7z2woeNdsC7ep7fWUbIWWKXS0n4gdS1sVMdDHBQ13Ctc0TLwNt6OigbhLPA23szDNV4S7NID5jqgLYJ6pvGqL8Og1TA2So2BeNNQfWpw88R423KqjZA3QbpY0v6VfrgiJybzepiijv8um/NueLy9Yasrnrzhq5DZn3pLLRPYgK0ua3+CJnaGMNzy3P8//wfbRBtgdby+p05BUXcgsjXlNcaytgO93NoHcCR1mntMKgNmOa8B2Z4MXZQgfmVsLMSRdeh3M96Furrqa2PlA/vcAI1j17hRvmCeNMQ6fOlQJBsGDMUSR+gHQu3wBj0kLf09u67cKknTXOhy6o4uCDmbV1O86MJqvWiwzoAU/5r/HTJeO7S6ZoOKTIvcBxx9THfK5tyBOt6Z/F2VjcYJKujdmt9Xq7S/0DCh7D4iNF4VkI36sho219q6Rrg+xBseaCvR8wEa8PX4tVAVk4ArSuFzzbEobq+Aw0QdEQAAVFOmQwkAy8zwBP/8uAcmAwkA8lAMvDHGcj0k4FkIBlIBpKBZCAZSAaSgW/GANuysQl6aGi+dzp6YxPTXvT64rBDczvceCQNf0s059ALWk33GKLiEdegOQw88gYhsYH7sbwa+MiL4vKN8fuODtAghtEscQCqd1K6z0v1g9/izww+Wh3THGZ4J5WdUGWn6mCB+T1xyOBQ4+K6HzcDiBe4VTWEtI2wL/3mn9GL4jHnM2x554632PLFvoAv0HkYI+lauiJhUw1J+UG43RfGPWh+VY11oyyNMyPHqtaOjZEfEuxo+lFTLCF0nW8Kq3g0ONgDvZFHx17G3I7lovc1pefzucQJNz0uPUeU3NNI5qtRj8OPCC9tJgPJwA9iIP5v4AeFnKEmA8lAMpAMJAPJwHdgIGNIBpKBZCAZSAaSgWTgbzPw6rZsx5pMsEkLuta/VRyTZ4MKjNWJAw45/C23qeWY49BSTwb874iq3Lm7WSRecFPpZufJTP7+aS38q4NiGKwdUt4c9NHOWqv74w1W4+1B6v6mq9qpC1WxV7Wj429TUhbKCHP9wehHz9/Y1BjTWFNfkSngc62yO9SNIoBjoKaXLw4G8YEdlzKMP8BbnqZYiG0bil/50N/irxrSsDVeCgb6MZRNOZv8NWjeX85qa6DWlVYSvcQaORJnAN91fMOcmICN+XlZ8SF7MGYN6AwaG6A+0yOQA+H5yX7MK3Osqq7BQX3q07xflaV16yIfsMVP5Aq3lNGNtY5deEHuBY9fxiIvFVcucleyW//gga5xVKwWeFwDarcQcRAX42/pfk0fyQZeiWBiSIMpS3yDC67BrVDa3Jz0s+V0Sy37koFk4JcykE/+L53YTCsZSAaSgWQgGUgGkoEDGUjTyUAykAwkA8lAMvAqA7EHjRxtsEE7Fn+M8AMOHfiEJPCqA70A9YfQ8bCpL4Lq6GtT580OuVh9g3PV70rMoeeHPn5wdjkspO/V8EopVkp5dfjdccQGZorKz/PoOKfedKptR1OlskRrYgxQbbr6OjEAOvt26nuiskZ9fqrO8i54x8c78Z40t+Ad/7fGcvBYNY+3dB7rW87rM3VzronlMV+vaTEP5ArwVZlr5V7BNOc8lyuQSzK6sbil8fxVClE9P+7RETyX5DfXJxPQty7rfZ/KdAMVX72OzbRFVX1Omb/ngu3HXcrNTtX6aNa/0T3IHNftJTLyXsJWl22vZe9/0kIykAz8UAbyAPiHTlyGnQwkA8lAMpAMJAPJQDKQDHwNA+k1GUgGkoF1Bthwv4X1UdutbMo+g21L+/T4Rvu4Get5quxSm8fIe17qoM1mwbSB3aOqPghV9h6C/J2Fe/5e7WffGdj49mDYqfJZidMlW8vRw+HOYKbcePsrYMqnB+cgRZ3AtF1d3U7RuIY6FNECZHscO0iHv9t6rmcrdbCT6lIz3uS0nT8cwp3sn9m5WJGTFl+VT3MY+Y1xmeKwsRxzptTMobgKqKYs7fIJfY0N21V5Oex/ZPIsjAeS0q3W6hcDx5SIhTd2TbFcUD32Utu2ITmSEzlXzYPro9FPxDi+SAJsFemaeDOkkzNolFDNOW32T+ourS5dV1O/LgM2fiiDsfq0KKVYKWUax1tzIBp8HhS7DWetyR7yqvkgl6K5i/gYG/A22S6lWFtHpa0FDbXxA289TDZBUT+QOORi7jBcFTvSymA98A2M3AV4WCsXzQYwT1aJLaSvV9bsGmTXxk8pxcrp5HNRisojxu6XRfDOnBRZKf7Wa53CVZOualptFo38WvDAoLgdinZ9N50AABAASURBVBUOyAcekNRNa9M0Z86npJfh1MuD1kx1wHMP06ecip2Upx3wCV/m8RFHjxaTKcbQW0r6GsRa97130eN76CyVuoqqZxs473J3Uo4sDYlDLud/tFzFf0DBOf9LGf3EBEzr+BqmYYO177XR+CTICEQD5UC07StFo0cJp6a5+7/+92DF57f7XhLv+uK0KtnWZ5VOJRENGedKVoYJmkOtcXSvIS23c5H7ZnTDGj9jgI2c9j9T2oStDh4UbwAOVpWycUcG0tRPZoCn6yfHn7EnA8lAMpAMJAPJQDKQDCQDyUAykAx8ioH0kwwkA/szoD1b7dHub/cdi8R0ZzybrgFUa7cZT5m2OdaN6tjBwFz3uoZNcN1zbMsw5nUvxqoNaYc26itgnDbvK1J4NcpSinGA9Or4e+OIr0ipKlaJ6aIeoJEy8lFg02YLe33+w151/uplLchAVWdAxV2uqrlYw23jRHFbY+qVqkKfqvcKpRQr5bjt2TryWrfyVrtOkTzMNR3vQ8c1btyUt0/3mlRHPEc3LOzSVck3nj/KM1Slo0Mu75fs+qzIfQ9Vn7li6HLM6cC5xRf5NgnxlBpaPNXTai3v3bH3kIX6kNbLSlVrkYNa5NIIMfbo+9FviHlnLVzQ636rMt/Lyvl+TO8Q/87Y+5GlRjKQDHwtA2//H8bXhp/ek4FkIBlIBpKBZCAZSAaSgWQgGUgGkoFk4BMMfJUP3oIBX+X/rl/eWAGvbLVr35WNGXDXzzdV4CUd8Gp4vmEvHrDh2DD0Tzp0HbEWiOFUTxYoAy14+woM7tS5GHP2hp1vYR9pOgjDPIe8E3TowIGJSZoOISg3xAEKshpvpgF0QNOpKgqMG6EGA9EfkjZ8EMdJqSNhvyogHqsJqu95uR85CelxEKvyjdiqeGmoCrFBBc8j9Jeyanw77ISf4Yqf0C/yVXQQ2erDnqmt25K/5ktJd+WhntX8nw2KpSr2HkV1G3WJ9RacF/S3oENgD0zPmTGpXtn3xnfDP1H5TynyBjDQBMjJYCdrUGW6WGdT5aFCnWmxdmYNXYVYnrffGXi7qFg9QMnJVl+eGmcFhvSITtrIKeprMvJFL8prenu0Ec8Mexi1G/z4utVP6pC7+HvfCDyD9y2lhWQgGfitDOib67emlnl9gIF0kQwkA8lAMpAMJAPJQDKQDCQDyUAykAz8DQZu7rLe7NzmR8N0XqGjiW2Vb9LzYhiRHYdh5mdEbY99e6N9u2ceApbRDcx7P1l7MQIfxrYcmdyO90vPoznQ80nzgM381EUxlxHWPlrKV/8EonjjXK9pX9/5Vbwmm2dOgb/FEzHmO+U+xqxm0hprDwvG9Hh44B6KillPnyxRWANdameuO/hh8DJ/qa5dfW5rZbOzhsmH7qbjWBc73rB8da7sjRtO6Ou7qG8BPV/3awp0boNn91y2+/fridi2LEZ/L7d0n2+Heyh6fuR7I6AWvGdFowkeqLh66buJ76cJq0r7Nz6eG/Oq79r9Q0iLyUAy8MMZ4P80f3gKGX4ykAx8DQPpNRlIBpKBZCAZSAaSgWQgGUgGkoH9GWCjgjeIAvt7eNJibPxyKDWVsaGtWXa9r4696NsG27Q9fLhMbY+47oGj69bPtLBH3mPdKxnON6Pr+DalSZbxrULeLuTvGZ91yAR0TGxVB1BI6pSr9KvapGL/R29SnOElsB7Hfq281Qkub8gqSsVmDh1u1YYiWXXYBQakYid+h/Iuw1lnCGedxzWo2xqqJFAXDcqVMYMSdy72S8WXXDxfSOYzzItW76fN3wD1glge1/5JsTEmEONClnoyhtBf4GbsIBdg4qCHt0mn1v/kV9nKT+FZU9ueF34ukB/lcakrv5kzkW+0VcUkSJecHDO9S6UqV1CGwUDkWDUWDJI9mFPWvre5r4utryxN868goqziuDZZn+sYNK+3IFJkpgpcJ267Aj7hEq6DewXNw+SAa4BOtPMs/ztXaxgkr3Ea55M5BbV7vqvWafV5V6mb36oyMWC/ql+r7dAZHvAnD/iqxIfPaqbQTdOidKugKNTedKIs1ryN/gchg1X+AgNlzSTcStj/7/+QXy0cuad6GPh+AXKlZ/QZN6w9ECORjCdiMKiyBjX71fd5w/e66ftTM6CYIk4Vv/NFvEDPksfNl2zE6/9/FZWUyUAy8CoDfOO9OjbHJQPJQDKQDPxVBjLvZCAZSAaSgWQgGUgGkoFk4CgG2IM9yvbudmPz+HXDpAtet/AdR0ZGsQmNbHHqvKAVVu6M4o055Er3rAkd9ocnzHr3q/Qz3JcvHojkUnu0hC1gOrhpaDUb347kcCNsveYhRt+XZaniDv2m0CRnk6Z6bNZ77MvByzpzDy7tV/5kZ9AhwInDKEk5vSh/vER+OEU2FB1KFMV4HTd660AXrPce30rkeCGGafOXxi2gPIIxAaVttjWmbx/HbgutAZ9badQpIlXevzwMBYzEGs+OpswcNCwg1UXL7WrTx7rQKuMA1cfSUhR/RljJRRTOBi1VX6z3NsWtvOBtbix0iLPHXOvp2oopvoexE5Ly9wbcAKJcSYjmGeC4x6zziyuKn2cLfHEk6T4ZSAa+HwP7/sT9fvllRMlAMpAMJAPJQDKwMwNpLhlIBpKBZCAZSAaSga9ggE198BW+b/tkExnc1vqtvcwJ2MzvDjWMBZvjxw43o31udL08tu8nus19nRzhB6joB0lRfsbfI3GG/cvhjZKUE9rxqeIhF/aJz4HLOr6RPMTbge2NQH+FsHvrb+CQVgfC7Q1Acaa+0EFW2Wl9bfxUll57I7JKrZqX1VZGmA6+ix8MslVZDsn5ltEpzik3xUiZFIE4GlQ34DEPVsRVQEkZCDvoAtpAGd/8Dun5yxb6xDWIV+Se4DAOJvHBfHvs8rkqlZMJxNW/yRu62LkFZu0WRI5SG4RjLk2PGyZPh2rEa+pA9lCXvzVKvJQfgwxh7BFlqfLs8neHUa/ujdKeUEb+vNTRKBKM1ZmQrscQctZ5t9IrwNkMckmu6GCdMhLQdhSwD8J+0YE7iPpxMrI/zsNelv050Pwg97KZdpKBZODnMcC31s+LOiNOBpKBZCAZSAaSgWQgGfgKBtJnMpAMJAPJQDJwKAP9hu6hjtL4bQa6iag65Bo4NLo9YrtXG9DbnZeezuWl8duVSCZwJzjUUEEKlcM18chhHIBTZNXBH0C1YTx4lO6gvtZ23D3iWvNQFYNC17EX96ZR/CCplW1Wtic/2AyYzhlb3nL2pJ3n1Dnc9LzIzdEOvBWBDBGPxNVV1EKfoDFNV03dhQbomjp2NK7v6MqlFCuldC37FHmTHkvMrx/sKm68bAHdJdCNtjlnba76ttC7kmPqoXvVv1PD6GZaR+EPyZyTC5i5i0Gzxq0KowXG9Jipt442ne2wu5yKncoB2++c7lt8mq+oNdliaWuVsmI30Hrnd/rnLc/UBq0tePa1xsD3zGHhPsJHyJURW9k2VQaCVrut23R+yn3nXH5K2hlnMpAMbDBwwE+gDU/ZnAwkA8lAMpAMJAPJQDKQDCQDP5iBDD0ZSAaSgWMZYIPi1psqHGiAY6NYsc5bVsAUIRL4RjrbrAFts+ugtN5AaG7JFc+rTWy08/cWkWBV6Y1GtsSBWXeowK+WrGc1xd+M5NCsHQKpxcDFZRtHbFWHFAEOoQDt04FBrT6W8cw9b49tAd4uPvYvERfRDETkuYoFP7QddKgk0C4YfR18nPIo52KgapEWjdMgXeJs1OXtNN4IJE9AnkXjzE88q3TlozZ4dl5WDF457hbx+9qVz6J4gSEVW9EcFq35olBazMpTdVOexlQPynEGKU51ysUMXdlzm+orgpdpU7meZUM2B/kynjPHvjmXUqyUsjCq+GyEnl2boLYBmDV+2rxUxVu1BhyUBfIAg8qAsimnIiCr/Y88/Hfxy7ME1Epj0QEh8pBDQhmuWmPMHZlzEHqFiJuYBNZogDVr5pMsS3fkmC85zyD/Jl6dO/ky+XDI4p7XSTwGl71d8tY3t9LQGlvGqHgiri3Zchm0DszhN3KaILuyU2Q74GPUhixa1/Dfx7R3mRzN1ytrVvEQi/yXCZo7zYHNgC5ofVXPflVOS9jC7hpPxap5jhqPdL73TrKzR4xUq2Kj7JKyMChnEHFG/FWxAebkgpZ70zFjabZytaUs+g4D7TvQxv6zFT0fRdypZedrziJfjQrBAopQrNsIrQCtMwOKQrXuG1Q52mBFA9Ygdb+izysrt2HkDw7BisprTcQMPOKTQSX2G86v2fyBo+D3Fr4upfT8GxiYf5v8howyh2QgGUgGkoFkIBlIBpKBZCAZSAaSgX0ZSGvJwCcY0AblJ9y87GMWH1usgZct/oiBvhHLwYFvNf+IkN8McjbRb9pqw1kp8MgGL3INTbPd6Q/d1nLcvbLjLvNVG/wS00XMpZtz6lPnokDfEguVqyr6l0YOwAUd4FzajimRZwOHevKpvKm/6418QEfZQyZLKVbKvtuzrGAOjAiA3IqeXw7JqN9CudGJnVu4MdS7YqxXDrzFc0O+Pd5zCaPNAhytoR3FNZ1WHrxSSrFS/nl539u4ZoqslsFcUBwh0V2X+LvG3YpV3yGV50jPL3HsZngHQ7fj6XlBE+zg9JuYWMuGtsA3CTPDSAaSgYMZGH9aPO8lRyQDyUAykAwkA8lAMpAMJAPJQDKQDCQDycDvZyAzvMUAG8hgW+evb7bee7OIN6rANoNf00NMIOIP+Wg0Pu9aGshbYy52pczpoQ5zDNwatHMfh2a+QagDHD/I0WEObWuI/qW86J6N8qWfg9YLBj8sGlxnkB/0SEfNErClSPyNMFUPvIL3SeqQlIPSgAK0ORTMoCNxOBKIHcQhY+iSzwXDZKPWs2ZXQAqm3BlT3aZsH3Sxht20Yi5LKIa+zeNR2yV+rUmNof0e+jF3y7K51PEYD7wt/UU98or6lrx6c1o59G3r4zTfWlf0HZOanhXTGnvAOOsg8ID6psr0vGhpLMtEE22bBn58B1mCzyYCr8/On3+b6rv0JHw22vSWDCQD34mBz39jfafsM5ZXGchxyUAykAwkA8lAMpAMJAPJQDKQDCQDycAfZkC73zrOsRl+JR1PJAUn64cRbEQ/YWhUDXvIsekjYh4tNXDXNYe2gVF5OW5ZR403NQHltp5a6Svua/H5YTR5KaDVfrVvX8xdoGn1NvqyccLhz5PW0OivjTj+PotjdEfbHIOVxWEb/aP6gwIummqx/4ycmftzOXnmdsRHLp1aOF1ikc9t94O6gQx6tEg13b0YA+4q7qtwleu+5u9b63I+5ACu39J/dC7uR/2qBuuYjJHgVTufHff8E/zZ+Na9/cyo13PJ1mQgGTiegf6nxfHe0kMykAz8AgYyhWQgGUgGkoFkIBlIBpKBZCAZSAb+OgNsuC/ROGFztkdrfeO+PMhQ/eQHN9puV/kNyy8Old/w7zLMwIdZvKXEoZMjukcZ/SHHZuMLNtjLAAAQAElEQVQtuQvOqg8z8LYd/QNvKA7NV4zdTXJyAXTU19vEJ3X8r0LxoHPpO9tQgeJUnyrGm5ZIUJXDUAfjbzkjQVW9qr3yxqDGeJn6CPwfhdIbnh1WDZf5VEzEvkQVX4NgxhZjAINVt6rxDawF5hwJoiyl8RpMJJn5mlJZpT2vGZ+DYhOYkyK+DYQzgvPnihhAdDRZJMB1/OrQRZ+bkAukmlav0h2iVh0Aryq92Yh/4vynWB41VTSXRfoN1/nbFLeUfK6WlmEg2hiPHnWtDdYW8LVC237w7wfN6WWez/r++E9AnidHLS+zkHboJ3I/1ImMV+M7ZKjIhgoXPdQX3EjZWPfVv3Pie7aKqygjqT8BotDUDyNU/aJL68zXV8hlGNGOVLD/f/beRFtyHlfWA7Ovl6+X3/9dbZ/epOMDBSWlVM5S7qGQrRA4gBiClOpfZKtq3f0L6r52r8XJ8zXimt5PaeddC/xdovcFyc2xMUdzJQvJQDLwIgP5JL1IXA5LBpKBZCAZSAaSgWQgGfhbDGQ2yUAykAwkA8nAcwxoc5/NysBzg/+QtjZtffN2mRJb62DZ+khNvLqa5Mytyn7w5B0/60ZoHlHwgPSGh246bzOwrSzj1zu3hzzRKuuro+6tweQDzn3PzSte2n0/cQjgsp2d7VYaota6GmorD2vf5A5WateqGn7Vtvr6sGZFh28cAvuBmR9Y9Z497vhXiivOyWEL9zzGmGt67UpHtCOb8r2idkhzk1XiRgJV/R1FG+XnAafPj/qZI/bOBYZ9Hcswkjr4juwVwne4TZ+/lIEMOxn4FxjIA+B/YZYzx2QgGUgGkoFkIBlIBpKBZCAZuMVA9iUDyUAy8DMZ8MOwHhpf8gV6y/F3NvPf3VBnPLgWrR9U3TgtKDoALTrKAtdsfFu74mZjDZQ3gyiy5ZCdbqvfTbnbAb+wjmmOxeavB+3LKPsXhMNXg17ni0K1zf3ULzB+PVhlq/qXhYwBTePXoJ04zhAZ58rbJXItrKN20lFr1WFkE5CCqSwoUHsEIw9NXAWMr4jhQvmRT9MBb1O5IdXHF5dF/aFX1Ee56SGj+HaSKwM9Z/PV0+SgNLuSX120t1Y1X3z52SVxOhQ78V9Dk4+OPq6XsROQn8n2l/he9yu6XS/PXxbJG5z9bcdnyg+c9SLuLum7ljv8MOcj1nYUyqEX7yD/8+GKFzgIXFF5uRmuZ/9aZ9TBywZfGugR6Lm+MljPvoEr3febtX7n/xMB5fsjjtBY80odHOErbSYDf5yBfyY93o7/TLKZaDKQDCQDyUAykAwkA8lAMpAMJAPJQDKwZCBrycD7DHxiAzYOFN6P9hgLER+HIJTXXuAIrNt7XacGOhQyR29Z3HV4t6gfWCF2DvmqH1ZVnfv0AyDaF24JedFwWdnOl4HND+YuR4gBDqJ0mNb7qpVyslK2LXWd1+/QWtr18be9MnALo73bFkITraZD0ibOo21/WazIaBO/rekIUhw3R9WBZ1XPHtfIx2SPJhXxDVTsV7RrbovmuDfuf/ccndvJ4aYL+sCycxHvsmtVY2yALsrIMzicPD/el/1nzddKp1OxImyPXvujPmJ71MOtmLqiXIriEq50v91ctYbBzK1iKW9bxYAMudGQtN0AatE9lqPtIOnrWxyM5vfJf7So97J8bPlaan2yBskjuu+mdyjotbwvGBjpWpcXillJBv4WA6e/lc5O2aSZZCAZSAaSgWQgGUgGkoFkIBlIBpKBZCAZ+PsMPJEhhwtgPYSDDQ7R2HQG1H3fXIrsMUr45QdPHD5dw7DB3OLLwqHNjejW+GJQqALlUoptxSXVl66iUZEP8VPmoNDjH+JpqzJ6Do3n4lACfEkP6X0YpHNAK9WaOluTFMwhRfEkGlTlALbqILZak61TKbZnvkMoxudjjcNB676q/OHTph8cxFeACoZTAQkOE79MAS6A3rJNh4w1gL4gX6evZqCpDIp8iQ4zUaBiv7yhF/e+4w+b5AaIu9QvUfFlxhwEFJ8JxOjQ5LQB9M3wPJVANfHTZKZJdp587GBHnRomRQUxcq3qrtd/rNhJIF9/RrXuDFj/zXEpX3gglhFKwIjVpeJX0L0ufdqdC7WXCSetoQ6TX7OmdY0PdEGvi6Pu/rA7uYTxNq3npaxTbMgvUVKFLj1O5TfaCFtnSQ6C1oz5vFfr8muSvf6fYnYqGgX5J1O52EnzESi2z49Yya+v42ZFvHdQxkfTbQ1yZ42qXfnaFlgrN4DPLcjZoVfkO/r2+DXXdUBT7AFNjJnqfX1WzUOzIt1bsNWvlGKlDFA/rylwUvmoa8yTsufq88V6E/TcFeZc0vOULCPoE04Tuk6T6OsUm2ewLvp765zPVtu5d7+S4hmMNb1Xmt63dZLUjbJDuspHD7IV/4ODtfwlbcAo5TfYimJRwR9HdTfNPzjzKZvj8ywdqeuioD6tGnvri2qZ4sIGwB7gPzZod+DHC+/flB/8XEM8R6OjUsQm48bGLCcDv5CBI9/Jv5CODDkZMEsOkoFkIBlIBpKBZCAZSAaSgWQgGUgGkoGXGGBv9KWB9wdVbUT6Bu191bc12Bj2fWRZ8rLkvYvYAHGCe/q9/0DCuoOb961Ocmja+HY5cR7lUR9ewNj2SFlbyrPa5ngOM+S3KzUrRUeX2oju9X3v7LWXdra5Gc+5+26J8YG7yiuFLY5XKm9W+xZo98Ohjg5JxHWbcNe4ePLcJtn1VfEHRVJXb7t27wpuY1AppVgpZWjZt9h0MNS0nsC+lpfWyIC1vZRmvS6p9Clb/KY6bSCaX5WlFCulXB1+vSeGKKAoviIZDlZj+T+rgFXzbtU2ze+FwY1YLnTmBpTB3GDwFeity/7ednlnzGXrcS3kj/WmNY68BuIasdS7n1sVz+Cen6XdA2okcWH2HD/xgbPKue/c9k5psjeJdyzl2GQgGfgMA/2/fj7jK70kA8lAMvDTGcj4koFkIBlIBpKBZCAZSAaSgWQgGXiSAe3IcpL25KjH1Hf8AuYxhwst0hoPCBedU4V+MFUvBF8Y3eq/GLBqKO00H0asur6/qk1wcgOvBMO4GTJwErSaPN+TyPf65ENdu14n2Q2D1ZrxNeD5izIdjupAhYOEM6SlQxDT4XiHDOjw1CagVzUmQB3MX2JKjzJtaxAHbciA8yAXIz/R94rEzklriS//sG1WzUqdgf9LqH/Kl76eW1XK8FOtiY9Sv2RGespdDbrou4Qp/y0UjYMXO/jHfN+CzXlyON5zI79H0blpVtuXgOxQxeC+iSv8Uz4iVewCnpnwQz18MefeFw1PSmxtIcz8R2sV4BtE+0ekfJOfx3fHIXp3VF7qJmf49RgUz0tGbg2aAsc+vkZV1hb1pmdJD6CuZvwfO3ztqWMaqtLfu+AD6BV+kRw8ncSJv9sverMhGUgG/hUGeDf/K7lmnslAMpAMJAPJwA0GsisZSAaSgWQgGUgGkoFkIBl4kYH48uzZnebhAOpFz4cM8/37J3K5pnqtvQftXnrxxl3noL633djlhi/TYZvjxqA9uwgzMNqlbazPZTpG0BF1Yqe+BDwBT3TRVXUY7D2L1r0qRPWK9dtjqsIboapf0eYV3fAu4XNJH+UzfLpVxRdQ8c1r3AK99HdpnPgED0TycnI0hHYJ9REjoPYUwsRTgx5RJkdhjv/2GGIHt7We6x3tFR7kcbg6ST0wdr1WrnpWqoZ24A6owa/Rj1ybmTf/nZsS9LwkIymvR+VtiWG4RYK3DT5sAG9fSqYKdwehfFdpS2HMDSNgS+9DbYs/64ht8rsKizUOtPgnhQ2xGrOhoSZ8ABXzcgbglTWH9Ia8JQO/lIHxv35+aQoZdjKQDCQDyUAykAwkA28ykMOTgWQgGUgGkoFkIBm4xgAbsSAOqryMsnajtTNYtfPK/mqADUM1oRDCy4sbNsCi8VqlqmMA4wIek7p3vDwPUpPN/yW3X9o5KjSqztW/KjL/qo92qdr4i34k/TbF2tqXLdG/MlSjOaYvEE2ygdZMI9TVHFKSGwWEPZUOuTSfZkrY0T3w9RQwxV8Eq1/moCzw1dkZ1VoLKPq5TA60N6vKq0xfgzaVZ6jNy0hBivIj4lVGv/RwDr8zZyOYRzC3XUSgGH0dam4k0R2xVi/ScSj3In5Mh6drHerkO4K2d9DEI/zCP/ISfX5Ma880rx20BZrPrc8FOrJnQth5NjbPTdSFfHb8XX2eEyC+TWji+hbu2ntQYZx71kwM+49ejKXFs3UypW48bjNC8QUJhyfl6Otqkn01DsY0Vz5fk2Qem9bgu8AmCDuUQXO+tWbkj7U3RHJIsSmXrbVNnoCYgMeimKJMvarO+OYx9/WOrUCT7Tb09TLvN6Ac1X9IUoNR1klUme8ob0nW3T0d2xpovirVM0osjTivYSkefMUqluRZVlhE4mHKs6q6X17ogMueR1rkS88Q7wwLR48Me1WHvED4ZPJmW3A9Vz5WCAaC35AfCyAdJQM7M/A9T9LOSaS5ZCAZSAaSgWQgGUgGkoFk4FUGclwykAwkA8lAMvA6Aw9ss7J7CDadsNU4dbAJCqbqTxHXQidzcHScOjcy0Dej4StwtOel/ddyhb3viXcZ/WUNTomOHg7tkLdA/uBSJ6xY/z88sIaBRd4h7cqP8ehc6f7WZmJTAC6I0QtqMM91mw976MdY8JDyS0rEO+IlI08NejifM41P2b+tjNGqealS06GkDpI4NKQG1PinLrIlITg/fnMfb4I47e9hPH8W/r5SsvxlG4+8r56OjtzA5qGnHD9t8N0BWrW8R8ENU5qVzYjXQ+5nIH/+zh5HYn2s/53y3UxEGNmPuDsmFZKBH8rA8X9G/NDEM6xkIBlIBpKBZCAZSAaSgWQgGfjnGUgCkoFkIBl4m4GTThmKsGlIu4dsvIDN/q3G1YbvCRuC9iO3tL+9jbjAtUAKsQvX+h9vxwtMBh4f+YomccM9Erxi49YYssEuEj0koAwo4x+gR9veYNnOtqsmSWhNh2eO+BIwZDO+CNTNAF8VlvplXTaXthjfDFu6mUN93i/JV4f0BdzuneTgA9xRe6mbeBjY/CtH4lbOxCkeiNnjp0w/36WrzFeTHrf00PG6ytckOrdwVG4in9TuglxuYSv2UZ91gE4TN2d8yf2XlfZlrLV2N4rXFYoclHaSL1AkBZk7TZDwq/i933i2Ar3l9XvYCfm6pcdHKmUdeD+uj+aYP/XfhqJFBO7FTZ4g9BgDon4pZdjAZY+3QDbwvx2CVeWtB97kQ+vZgHwWhTbmg2PqAeq3wHjW5nUd+ZOf6/3f1EP+4BvcB7chvyGEdHkMA/+cVZ7ufy7pTDgZSAaSgWQgGUgGkoFkIBlIBpKBZOBfZyDzTwbeZ4CNwfet/A0LcAFeykab2/fGxaHSPb09+sMXcg97o42Ro7HMISQYdY8s+1mGHHiO/JXGKt+7xniv6jKX4KrCZQd2iSPyp36ptU9L4xDXDyl1yIvUwc6dggAAEABJREFUoe2F5VX8xBMYz4hoi7FjOdpCrvvGeinFToId9GvkOGE8sF2Xb7kf4x31oj3k2Lcu9zj4ylA9jwyQ2nNXN9r9xCF+1Zl0tTbOudZ6r0d7dZ3ui4nfxnrMuq6TbpkYx6qqq0elws4XX8S6SbnkcM/LvjjV4LK3rO+PxxN2kJOVoTi1zML5ELdzwzcX+D9i8D4JRDhtehZCRrv5Ufp1dsYexpp+IVX85muMbs9QjrK7Z4wH2RrW+j/MwkHkptlPM5AHwCPjWU4GkoFkIBlIBpKBZCAZSAaSgWQgGUgGkoFvYYDN1BHrIPh6ZRNWjX//0SQdfEE7Ym2I+jPg6xOh6cSssev+VSzM4zJiLrIJJPzyjefW7Gv63zyIwdLo44oOJzisEHQQxRidRiiNrwlqx6/A3nqV/6ozFNCQzfp4jZXJwy5i9dzkhzKIA6Qv5UiZQwgQQaADKrFHnNJVwARtRhIBkpkGYotxVJnvMn1lCjdN+Zvmgr5DUOBb3Gti1180EhcgthFSVS6KxnNRopoXm8tfSrfDKn3Y78DWCFnwa7Ytffq98cAb/oit56vgPXbkOV7i8LlQUw+FgnS8gqznPGOOFT92+7xJn/apjfYR7evLRL3JiEsvu201SWq0H2khVX3pKqdipZTlWBn0lqYcmmLQZPIuYbOU9qK1i2RQVT8gRmNNqk4OTXkBU71s4ISugA4ozoH4kmz4xfiBaB5fdV6Zw2sgri2c45/WsXJsE0x5FeUBD5FCcU7lT1yeuWtW9d6rehc2SRD6e0jm1kzeyn+0YCT1JwJ5UgIsHo9LsZl+Y1lVRpopl1s4icdbMOZyQJF+MXhoiqZ2Hzg7AJ6r5qRMMEmHcmpw7nUlr7nieTTFVgewRta5F405o4ofBS6hlFTutph3dPCFDSCtQy98dFRr8D15o9zR1K74pvYQTfmCqIcs4oQ8MAUom78DZUN9jAGmziJU+jTY2ySPvXgTAbOmd1HTn3/AJE3/HUK5Q/3EGrEpKEWvu7mqq1s1PcE2zjtl8kC6st/wF/Cnx1s/dWvKgZjCH2UQ9U/IyP4Tvh71wRzdwqN2Uu/fZIA1/W9mnlknAysGspoMJAPJQDKQDCQDyUAykAwkA8lAMvDLGThyvzJ2VD9AEWkEzu5oiRrlQLQdL/G45eUT1LAJDLb8P9t2Tx8/Dm1Ghy65g6i/Iq+Np939tU8w2SPnLIcSfjlAaq36IRWxAPoC67pxohadj0qlhp3AelhT7k2HGOv2vevuZ/LVlDNwH4pvTGsrTtpc98Xb5ngdSvcDzBeN3hnWlCu0Im/hjpm3u/HNAcbbhu4YwA/rKGRV8l4WD1uSmABzcwttWivX5GVYLChaQ1LeB1jUeeBsjLjnCgUUkCDKkrOeyrronUHfiLnDC6GNhjfM74peM4NneIz6d8u2mu+IhxhB9Ef7M5L1hX7TmkB+BDEFhzo7z++hbn6J8WTjl0xUhnmXgTwAvktRKiQDycA/wECmmAwkA8lAMpAMJAPJQDKQDCQDycBLDKy/JnvJyI1BR9u/5jr8snHEAeHrm6Hv7VxHHGZEUhQuEqi461VlLdBsnfM5Dqk9cZV2kq2TH5hsDXM/71G0ZfZ+m6jkyzDyajosYQAHIwHaOOiYv5CTjrct5Ff/Mo3TKB20mcAYx6QnBZ0ONYmm7jOaDk8C+G7SV0gUHVACvLLvza3hC3gFR/KvIHU1hx9oKZ+QZx7IuesQ8xpK0vMNybhAtCFjnJzpIgCPZMfbSbYmaH7C3z05xua64oD5pH0B8UX/og1d2pGgiSskoCxYqYoLSOx1QZ+eMwP+njhZUdtJ9sE8z6qPl+ugJ1AOjDo/uaywr75XiJu8R9B2D+jf0/kJ/fHe9Dn7SECwPTqaVpaerbF1t/Kwlm1a02vbnrvCQq77og5PRBr16xKtcr37H+yBV/hD/oPpZ8p/iAGe7j+UTqaSDCQDyUAykAw8y0DqJwPJQDKQDCQDyUAykAz8GQa0GfrZXOSQAw2wo2NZtRnak+17zLSEE8qBaNtXym0/XMDNS6YZyEEPEmwboQds92o83IJthYNar0dk55mRb/QUowFVNy543Gj2Jv6KWPOx18e74s43ou5/DS9+q+a5XnpA6bL1+RbZucVBGGST3Tfbo+ETUrH5dMoXMRJD1NVkxroTimBv/jhsBzzLwG27M7gHbzq4Oxwf4K7iTQV4cgW48wI2R8wd3vuRG0H5HFUxSiw6eJZjDqg7VJmvocCYwND8G4q+lghUdPPcUPzb0LwyV8P70qedpMUB4jY03sfe1truxQGQDWIAWmlWvqROFBLfcPEeCdx0T+g3FehUbi/zw/jXQXjk8bqFHJkMJAO3GMgD4FvsZF8ykAwkA8lAMpAM/G0GMrtkIBlIBpKBZCAZ+P0M8KUMiK9kKI/YPUPfrpRVNkwpq/jOFbFO8WOxqezQ3nLTpiwwTqdi45nN5xnvOL8cK5fGgQLSXUqFssTj1xyn6XCxCcgJzcxDR2wY7j6rxgApfeNFeHDBV47EZfyV0DO0+c+/sdl02DTA1GZVSTqKf93JIVR8Wdv7vqy4ng6s5i9h26yLfoBxlPenoZqC6NAas+lHvg7V+6ah9Lx/lOr0q2t4cbrRAuDLMbXfE//7v9bXnag74jCAr1jh0aXPDY46SmsWsRYFSt3/LeBmc0xq3rx8nPRCrpU4qAPRThkYnPKcAMqhsJeM9wpS75Oz2XEeq/JegriK1iSg3MrJRtTBVtmMu51due9ehR/WFRL01n3uPqc8g/ZfPUNfVikrh6Z57eA5G5+vL9fzcVoLLmddxa82GdHVHgJZNN4LFL4BvCNw23NV/MqlKB5ias5DVR6g59PUHyjKFUhB092sqT6WqfMVfNev1mZ7TWrN6Af4PxZV5oXpeSmqAQn9WWFax4I98PM1KzuzvDdGfNqIGMs4yopi7wWN6Rvg/QiuqSgi5+Ra/+12cgqQ923td3vxMIPAZRA6A6rmlQwkA28ywH+TvWkihycDyUAykAwkA8lAMpAMJAO/j4GMOBlIBpKBZCAZeJ0Btiw1ml1K30ie6mra+2KjF5ztHufr7EOllRudGajxycs36zHEhrKkrmmP1w2palUNy/y8a7oxLoD21PxhoRAf2FCPOM11749RPqyfgB8ymH5q1/34Cz8RM3Jfj/fzX/qbaVg271Yb11jENvuEioWnaICXwELh6YqOyjTDcTeVw66kPydPm3xuAD7Ac6Pua2NzxJ0RcH9H5cVu8cjhpH1pPGUJpjGg6sVF3NHoZY2LuuRxscr4ztf4fl7EfSv/PWNYON3T8GSLh9WYH8HnamqfhLsn16m+FOpgjOB6y84HahqvJ9ZPmZGKw8ORNDt5ywNGdlfhz87A+8bFq+czWiLvsX5Queh9CA4yP5rNcjLwLzKQB8D/4qxnzslAMpAMJAPJQDKQDCQDycC/zUBmnwwkA8nATgzEBmnIJ81qGBsz4DxyWTu3f1+JreGmEwa+NAtQ30btX4VxGKMxs07V4ZfaqtAc1PuXeLXp0Eb9JhTGSDakwNdpQFvEIkCE+SY1Eam646X9Z9/fR+45A6WdZPd0NVIOEkBXID+wf37d/pW7kq7imi/5gveQzAlY12kz/4qZuQOyrbDdhuYPe8BkFzSfc62NWZ7nv2n+OciQBeOgljIsUN8T2FaqbhLOKQea4rwNYifmAcpzPaao7RLVSgXiSbma0BRMU5JNyVbBgzro1pp8y1efs2pdqkGxNgUxos9Vz7HrrfWDhy6LbICzjd5+rhsmlX/3F7wflOrLZiMuZBihzFfLINp+mqxVfAtO8io43jqBVdfVKs/D1c6bHVonvJt1yGrIm7rPd570vJymd2mRfNQCczjmNJYftWHxf+lRDL3cWXVbT8RiO/9OeqQCW6Y9vqnjlt6k8kPFtK5+aHQZ1q9i4J8NljfWP5t8Jp4MJAPJQDKQDCQDyUAykAwkA8lAMvCvMZD5JgM/jAFt4hr4YWH5njcx6YBo63CBrku8lsi4UY3NdZ22jtfs97F37pPppsMUDq9Cm3IVByDabslrsdMOFmMnn9GGj6rDujbgYkwo7ySbcmsc4t2x53roztDB01zuiaxj9Tpd4I59uvGBPAKcsRIGudo0x/gL3Pfp2ZzVMOY1CvdgepzQsYtfORU7lZVt2+9Xpzl61OJ2JMQeGCzRNFQfLr467mEHrylu595t3epjDaHVWFeBJ3ln/CvAN7g3tscP8R3Uwb1x9D+qh+5h8MPXbp14mt5Z5M367q1x7/mZ/6E6lRFDN+Ojel0yCIQGowLmfzW8uyjyJITW3tLzVK57233NHnxMyU7iNTu3Rh1m+JbTzT7W12ZHNiYDv4yBPABmwhLJQDKQDCQDyUAykAwkA8lAMpAMJAPJQDLwOxngiyPgXx1VM8ojbPi9UeSgBoQJyqWct1Waf9XXv2j1sqkMpoMANhMBX8sBY1OXPnSEovjPMGMbtLSTBexDP7Z458MyBSFGrRQV5J+DqkApxdtLKerh4kBQ2jq89ANj8vtSu5qUmgr9wr6SMtMcnczsP2rg66QmDpw38ch4OGoK5Ev9X+JJqrpU0TgVdr+KLBIHfk1umm64Zc7U5Rfl1qrCA9KQQptgirUIPq/kPkMkLL6UpS4HEy+FA6MvtSnvk1WDk6LDjqK5PwH7j9pO7v+I2zn+LyuKIeYgpDJVVE195jD/EXzzErwVFZt4qYKJDzggLyM3tdEHtzOsyVYVzGHiCj9K29pJFk8nK5Ij7M1fKcVOgulHHBLLazFHzYjJfD6l5jLaulSUVpSHTWgTd3WSUQ9ZxUsTbPIjWqxit53kAEjseZVqJjTFQ4z4MwhW1Db88AwfAVN6Xp511EDjhJOk98vWSbAJJ+XiUP2kIWc0HZapYbb3TYWJ986/4tGasy/NIlJgbqrmp9mX6Opo4i5g0inXIHOM38qslGKllK2ufdsUqy1yVA5zvXpORTqAL9BdV3Xy7Tn291mFA6BcydmhehnrKpdatbyqRb8KpgY7SxV3vIrWVdGzoiXtLqo1k3f3QMxWmniudlLrCNodokNd5vOk+FVQ6E1Cf07DwxpaB00Dmh4c4I78xlzy1KiiYpMAEodc+G7i35MmeaEoLjC2veNcaciU7nqGRYrKzYo4CtDW4ENcWCF3IPYVyzt++1jZ0rxawBRH7zAFYZ/+wXUA36UM8dCQSAZ+IQN6yn5h1BlyMrAjA2kqGUgGkoFkIBlIBpKBZCAZSAaSgWTgjzDwi/bqCBUE85RvIfQ+JZscBVS8c6F5R2XRPelPwrtUJn8vH3R7xKxv/mrzO3S9ro3vJkTbUTK+9sJX06Z/HeI4zqc28mUcfxJXL/o7qg5N2gSVFSPtDPT50zxSvo3m2/zoB9CvB3HcZFznRzoyMo/bDzSIe4BUrlxEeKVrj2YdMJRynI8mTpvWki7l3vPvdbGiRi87M6tk1L1q6dVFO3Gv0UHfr9oAABAASURBVNWW98WgZdcfqMEhaSAX0Pqi/fvxJv/T8HGmFzlN/Yu23St4l1EeZL09aqxdSbXq2g5iGqV+XT5WkmtbnZ4Bl0pFvos0ytCF2aGq3v0u1hPWQlJeAMdg0fh8xXPSsJAqblxN2au5CXtde9raK6bJzlXOp/4UycBvYSAPgH/LTGWcyUAycAQDaTMZSAaSgWQgGUgGkoFkIBlIBpKBb2WAjWTwaBBs5IBH9d/R841tdoRvGIkv/W6oXO8q1U46oHJIC1drLrxNfeMVbejOGBVeKPO1bWknw97J2gsWXh/i+cilS/+6S5XXzb00krxvIYyedZoOA5rBFWug1GomNM1nRxwSb0gdjHGAU+3LOJXEJmPCx0HSZxVf2O9cm3LoaDpIuoQOuOd8epkcz2i2LDel08xzkz2kKtJpVupXR5MU1C1dRaGHrAm2+0/zobVknnW10ohhCdM8xP/poGru1rCvamu0Db1x3Ha/ONG4Ji5JU1krHlvC9v0xzyOa8r+JgYs2leHHcW/sqp95775YM03z3PZN7h+zxno56Rk5v6NPfVk/wANr4DTQj60Hhl2oFPkfgcJol/qnQS6Bo32TaxGPQOz7e/Non25f/41gwCt5SwaSgVcY4Jl9ZVyOSQaSgWQgGUgGfjkDGX4ykAwkA8lAMpAMJAPJwK9n4JdvDGo/1bSv7HhkLtjsfURvD53YMLrls3DA5HNAJtte6QHbvQ+0XhnMRjSxBR6wdFNFR10+D/63YJYv6dICVPSLQMa6N8434pgrQ2F7frElkMSkW0x1+JzqTby2kw6QpNOEqfmbBLEF7Lz5f26yV36eFjamwdc4nLrfEsxDGPDDDOea+QxEb0gCGxF6VfmPMNVt8+f5aB63DzCwXTUuoOIhF350XsYhpdaYjiNfvsuKIiTeL9m4hHGgP6FJLiHPikEG/IKbEd546O0N404heYM37Ow6VLGwtljHLnc1vmFM/vC10fOpJp8GOeMd3Z+pKaZn8g8jsvPcxUCAz2a8Q2I8rVHeTXpO1TxPL9vTvzEuOAOPGIlx6IPx3fnI+Kd0eAksBoT3RWNWkoFk4A0G4r/n3zCRQ5OBZCAZSAaSgWQgGfhlDGS4yUAykAwkA8lAMvC7GWBDFKyzYO+waatjxFrnw3U2ikf4oZdi8FAHqeLmhT7ABjKUlGUUd5Xsx46+/vd/deyjgxu+aOPLtv5F3Jf2pb/osDZ91dekQyCR13rjmH7g46u0JszHSBrPv/WLj/ELPDXLT5EfjeGojbmVI+Icoaa3rlZOVmWwaV0BJWgzrMo/6IdY5BGw6ctOpMO/7lRWkl8cgomf5oixsoM9+qo2+CceEE0BFEHdBhcOVRhhB/6akyyaJSmfIc/KozXkGT5HrhtjlMfV+Og7oygf0ewHKGWaS4aytsG49mjfC1UEN4+5z4Mpr9L+a8Wl1rKxvsIb8VJvirOD2ByhckXylSI5AHK9omZWqpm4mKVq33OR5xQL8aygp8ICPZ/GU6g2myXvIsC8mn5I6iqaK9nlD50RlxrPtfS51Rqd5rlozRaVHZr356zd0l5zdUv3yL4pjmkdNeXblOfjgKsJPlblG+N55ju+9Ar/sqbnpoM4THXNpj/PmnmX++XeZIrX4v/zv1TQRTnWpEvFXxU7uMyfvKqZxr1yseaLvxuIomk5V2NtLWwp9UV9t0qVpQk+z6o+cDXpAIl+PREf4zjwheM++Oi78iO3AFzP5aN9p/1k4N9gQG/lfyPRzDIZSAaSgWQgGUgGkoFkIBmAgUQykAwkA8nAX2JAm4e/PB3fcFUOSIkfc3GA5cHoEIVNdcqX+8jwr8jZsGXjFqUB6jE2ktlQHppvFhkTCuGvaNs92o6STUdaEWf1fKpcTeDkT7VXLvIHY146Lumm3G73UdQCJHq2xCBwGE08y/Fo/S30Q5bIqXQOorq7hE14RwKTP2S0mX7UBeZIKJoLYIZOQP3SjKtEYUtqvIG5T2O9Llsu544PF4hDLgl+DTVfXtIPDjxuxR/1tZz6i/i7tHNwC2GGi7EcbS7pCHjDjZvy9HxuqExd0DgVjxPEApxzcjjOlVvGF/DK5Y0/LyLveI9ear3eQoZht/mfNZoPz73bLF6mrdf3vcs7a1go8l1u8LCfX+XifuT7RaP8ueN4cTx84x1gIuaX8mEQx0fYTpvJwL/MQB4A/8uzn7knA8lAMpAMJAPJQDKQDCQD/xYDmW0ykAwkAwcwwNYKOMD0N5vsm8d9+5cMl3uzvX0d4tYm8bZmH9m/mMR6r6/v9GzZJBYOHUIfHRD156VGX/1y7ZwBfhd43tEwYmVXPWGb3BSRjhvU+IELfyMiDpc3/TNDJ+P/JDCCr/G2EF93u659mQbqXLRZac2/ti2agxMnDzd9vtDJYUrA8GfyafIvcFW1CR6XYumyWm1VIVbjC2Kgisa0CdVMYwBfmiKbfxmpIypsTH29fWpTexVk1poeMFAlCeEokAu2kUvwJafiUpzzvIxl4hyhPqvVwoZ5XVxIjm1RRnZehjEEIrCuThqqol+sdeCVd2+yiy0wm1KMY7xebpq/CU2yjbkuyujJqNtQ2eW1erSv5BzITgU9JwaM52+R6UMOGDHioUF3lLCnrO9o7dNd5Ah/YY36uJ6ifTfJOwmYvDrvu1m+Ykjz6n7kz+f4itqNZvhw3NC51QWneHdMfGOP9lvj3uuTo/cM5OhkYM3AP1/X2+Sf5yAJSAaSgWQgGUgGkoFkIBlIBpKBZCAZ+PMMZILJwL4M+IGJDgn2ssom61629rRzfTv28Ygf1zS2123x8wB0SCWuOThb9O1YcTeyR6xgPAzSeaF6+kXfiN56/86YNh4y6RCpKSewNZoDUQ6pGLfVv1cb/pviWnOL38CY/zt+sbcePx8mzAU0tjRpfx2nUqyUIgOa6YUvmtQmcXmhf25d1s7tD5WuuCinYiePyw75tRtr7DWHT7Aw5/zEmNeCmkdFvlrSFu9o2ohgiWZRnwe/XGgvj3x3ILmBp+08GTJcXfPRIHt6n0Hqwf9/hmth7NsOP8CtRvb+/a+/Dtvuz5U72riF742uR5vmPB4dkHrJQDLwlxj4tw+A/9JMZi7JQDKQDCQDyUAykAwkA8lAMpAMJAPJwF9mIL7eQ855nrc1WtPmrMBhCphVKLwD/AlFh0agWf+azU3Knx8yaPPb6xs3NsMdrRmbxhrtkm3dgGeBjQ0wpmmDXa7MIR18fk32Nlzu0kTM7k9BIvn6sTW+2Pwy/Ff5/2JjucqdQxW+DhRM4Mu/Jp0yjTFxaOKuS43xyzOfS9TkjjOEGWbwhoNJuh0fsttNkcuLuU8Tv//n/ydfkj1+9SoPq8pdaMoHVElg3id9ySZUAQmKbJy+qpX//tcMTmTK8xuk6YcuUNEvmXCatOTsRFQnRnnX7rel3zGPauSiFDxFU/ygSAJTRxFMnGyhqL2jKZcOQ5/kxJ0Br4tXlZvWOP6a7Dctvqa+Ee8nXmWiKpeqMKpkz9Wa2oGvAPOvkOMrt6KFX/gKTzhpdBEuLq3Hpvg1weZScZ/5kA/VPQ/l7XKum/RlTbZNs6zSIVeTXzcsv+TlsCaPVcAzZUD5Ej52cStWFDMwSUYCG6xF+TS1GWvYPvNrmssRpvU0oqq/ar46qlFvrqP4xJEa7BLq01owcJFLo1Oolyj0Rbu6d71YkScj9KbnpWieS6uamwl61xYhXPY+4omWlfTcGWuyYWcOVPRL/UVo8gOqJKDs/fJVxasGqlqFY66mHJt8Y70pHpeq0waIaQRtoYPcQqERWyNkkwe0idumdLDTVHAVrYEbTGJtJzDHHp2ZnrVbRpvidbAgQNQnaR54M+ZwRLQHZ9iINsoOjQ15K4Yj+5jrEWtfTXPTlHdg3X+v7vkrT/47B9zTz/5k4DcxwJvkN8WbsSYDuzGQhpKBZCAZSAaSgWQgGUgGkoFkIBlIBn4GA9MW588I5sEoWmysPqi/pUbeYKvvJ7S1u0EQfeCO8paxsY0yuGKm862d+Cv9t5of7pP/yKb70wGeBkcbUtX58rrGzA13Cm5Tm8wLqXW0HtbtNt+sX/ftXR9jeca2x/jMgEH3PLapdQ1699+uLKVYKWXyJ3HnQhPcUdvoJp+N5qGp2+UuKKZSJIf+PYvMb9XByMIma24dJvXAQvnJyjqVPWw+EQL5Ag50kIEw0cMjKLUggIq0X4O6dUWvig9fzRj1sPoTitgFTCXDyBMZoC/KZ9nORUpUA9RfhPvWe80PDmWDc3LMqrjbtZ3Pe+a3bNIWuLR+7iHnSs6XSvu27ETkOfInw9vJ/5NeUz0ZSAZ2ZGD//6LaMbg0lQwkA8nAQQyk2WQgGUgGkoFkIBlIBpKBZCAZ+CEMsDFR/sImI1/ogBWv/sWd8mMDdtX1VBWOwFODdlQmfnDP5KhD7q4/5T/2eTs3OBPoAzSdoYFeaVZ00kH+AW/+hhsxAnIjlkdDYMwtffock0Hs96KeEPHTy/vcPRaZwkf4bK1/DVkn2cT3FurUjgRbOue2ak32OnSYzlgdRvZx0fc16NBmtvPBijK9fzVim2OtRoxABQWk2HXY0zYQ/SGb25C+2wtZLb66cz31WVVMX4JOy5qg0iFXzK/7VfwuWzORblYVAHGAaJPcytPb6BvgNlRHer/sryV9oKgP33M8h2Rr5vaVHmvcNn7064mavk1uk0RRgxAbwBbPyk1oXNgNfXyp+ZBD4KJ3Ajhp7SDNvUQEdvPn8UkjtJGqvn1ht75t5dIAdh2aopPQeSVqEPqUQdTvS+y43fuq0sC2tMW3AbUceml+Leb0RX+K1i0g7ckfY57j50kHqZ4MJAMfY4C318ecpaNkIBlIBpKBZOD7GcgIkoFkIBlIBpKBZCAZSAZ+CgNsMpo2dK/GU7SdHLiq9EM6fkucT9Dl8zPpM01gqr4vZGy0vzSoTl8YkvA6lUd99sTr0CBN11raeb7Gpvfzo26NIDL1T8I8H9V1DeGrZr5Zb/6TctHhnHR7ngds38mFu7p5Q0nPoJ9WdsVlzDoo9RjR6f3nO2PXOPf2Ev2UkNhAUl96oeV9hM2Q9y0+rnnf1kJDaRZWqxZbE39fgpoWKu9UsBXPBiuHPIp86MS3m0Whl96+Ywo8a6iv6/MobIBzy+Mlxn0pUWwySkXEhAeF5qI/m1h7cMwNNfj3eET+PhbXznheQLM+t3K0VnmqLltwwLpc4L4RPI+ck/v9Uc9qVCu8hxRjz/fZ8c/rk9d5VFWx2Z5rxG79/Hmd/CnnW6pH9ZF/wHxNHOUp7SYDycCRDIzv5yP9pO1kIBlIBpKBZCAZSAa+n4GMIBlIBpKBZCAZSAa+nQE2IviKB1zd12TzE3x7tAqAL3FAfCvmu/pq94tNYS/MN/IaMXfsXGBjdmeTC3PkwPwEtPvu/dqSdol/dLyyutHHuLG5tWZ8HciXgA7VTfD2UdaqZhBfhmqcnJ40B0Xosm9Hw35g9LVlEcqfAAAQAElEQVR3mbixyRehlB1jzEOZrxw7FBm56NCiNeVigqTnXr+sqIzemH+VncCX9L9atS9vw/u+4DlknpjD9Vyd2W1GP0AnpCknEI+CpmcZnD+7tDZfNvhhPF9x4xc7geXA42qi0ZoCFqXm0K0NCN6ZE8A8IVtrNkIVpd5mrNcCYy5h1lgL8qcCFbP6X2sNfDHThyQO56dq9r//K/MK2SeDuWNC1GT+TvPC4lZUAxI+hPIM7AB1IjiUuwWpmUnRY5kkZRWJZIbrvXHDXgzHfpTdubw0PW9nxJyqd5rfqvmpmp8qvap56fjSVFZHm/SuyiqbQvjVUiNteTbb+0C0z0XV7FXNT5WDL7mV/zlGzYicNsWzjleKN65mejEtYQ/+PGF/us30nn5w1MNqJ82NslJ4VVCcyt4WuGJKzVW8SOh56xxpQhVjLztHA0/ogmg3vatB57EaZdMaaYqnyW5Dajz294f82QR/p+7v4b5F/McLJLQ1z8wxiKaUyUAy8GMZ0BP7Y2PLwJKBZCAZSAaSgWQgGUgGkoHdGEhDyUAykAwkAz+EAfZuHw6FzcfAw4M+p1jkio1ZoOL+F2SBDctXmjc0d2nCnc4UHrIFLbMiA+fKo4UYhGT+kcuxxOJnDnLmctn9g2rr2Mnnfnh8GVq1rsiz+kHH/THPapTWR4jCXri4S0Ex6MRFB00XnWpQLurnizyfg9EQxoEfg0mVMlDxJ16EDu7GJkru6WBniWkQYkJxXqoxz+CezWf73Y2C4KDdadc86fSqm/FOFa9JdW1e0pfJRdfFvC96r1dY1zHW5XXVh3rcnjSJz/NVuV9T0N6hFqTE+io+SLqLjnV90Xm3wmiPSz4p3x3whEKZDgZDPjHUVXV2qQNRL/bbnP/tSJVK17+4X++5UH2lwePr7xvztXw7zrsuHhx+zkq+nXMGUkbiBQ1AeU/Ixx557hWSx7KXsc/ZSU/JQDJgB/0XZDKbDCQDyUAykAwkA8lAMpAMJAPJwM9hICNJBpKBH8xAUWxA4rGL04LHNH+EFvvW4Plg2GA+AxsOGXqKL+nvceGTw6RNWwqT/kDocDixbos+l4yb4PWLmzq9DakNcS//rJvnp/B8biTX0Xn7unGoe/+VcXy1wRfPYBiyS9H9yhLx+xdxKjedCnXoYNLL1Wpt1vzryGb+ZZzaQ6pBZzEKXjomHZNs0xdxzcvNmvQbbUA6vb1O7dF/lqUUHTYXRbPv5fkqVOd0ZbopRvqJH1APUHesxkTV7WFXwMYicg5NHM03YF1XA11O+qoeckUcPLO8Movmw/NQriLfbsHnaNKPskuNjbmn7vZCT33B2UKqn3r4Jy5iOiRpGWUOXrFfRNIJyIbPT0jN00lQ9amraAy5PjXoCWW3jw/x3v2MUd831HgeHU3T2LQceCbBWKY+YZpH0zPMXIIm36wHcN/jmxqaG+MpQgK9Jd60uLDAHIMtm0WNvINLO9lJvoEeINPLz8ytoGE7/zSf8mduX2XLXzKQDDzJQKpPDOQbZCIiRTKQDCQDyUAykAwkA8lAMpAMJAPJwF9kIHP6SQzss026j5UjeNkvMu3sbwS4n/0N41ea2OQHth3SYtTN+DR+s3/RKKVrFhd6C6VdK+S6gA4+cHD1kEOHIH4Y4AQRf4BRb0KmSilWTuVNQ9eHc5BHvlc9bHRsNE0OFPBUuhCbXduWStluv7D5ZANWPV/NKTkHmDrKT5q7UMf+uXEz4XP3VCql2FHz6xFMueKu6PYIpPbrrlKKldPWNnfZfjwhZ8TbGYcx60d2qsqzlVIcdvRP/h5xwfr3/1OH9P3VpUFFMOMuqN2u/VZ90h40V51Dzz7F7o3n1KGD6MYBNutbCB9dK2p35JMhn21TGgdTv+Pr5e6VbdyCl+39IwPhaMQPTbvpD5+r/23xQ2POsH4fA1t/Mv6+LJ6NOPWTgWQgGUgGkoFkIBlIBpKBZCAZSAaSgWTgowzwxZBpo7Zp13kEm19gEUxj07NOTWxdnKzV0sH4KE/2LsZPI+2D8mp+bPAJj4fSdy1b48srbQ+S74Qxz94fHD1u/VFNUWxMAz6/Jv9N0gLagDehAcW6tKsc+PLRG8njy5hFxmLDMc/dl1X7ki/p+WdtY07FSjsJmnvZ4q/K5a9FJi5Vd704hANbRuGAduImB1PsHYpZ0Tfin8C/DzmCMU36DnHn9S0Jj5Ne9yEepOeUiE78HwHicbvyf9I8OqzpOKjOMJ/LKrUOYjo1U/9Jh2sTNEYVtTWBPiEmqpm6dFM+zpUkh1ByaVULzaG2ORap73kVGfuPbicFXjRfwMNVu5p6bGpv/m97fpnN/+7nl1o7THMDiuIsKge8TXYWscOXG1bHlavKzmLMFb13m/EBznb6HCpJNVGW0NWm3JGmMhjL1MHYRhnbAB42IVtFQAfI1aEXPpYwa1qHmv7zulQE67qati+fS/F0RzatFIfnqjUkaVpHJ9oZu219t1bPWeuyVcUqq03PsoQVSdBaEw9NHFS9i88gRnCCI0FPswhjZBdFD4pDfWVC7zXZNvP3hXx4xfOUf5e266/qIL0RuWL4Etyfx1Y9p+a5N2MNFpUDdcqbdlOcbUbno0X/1WhhBHSFJt8y3yu6l1KslKLSERd+i/Gu9C+Q5ZgWEPmF16LUQdQPlfoz+Sj7MY/35mXWEyeUmYFb0FI5KuSX7WoFWtO8vWxgGMg6v4VBNYv/IAO8M/7BtDPlf5mBzD0ZSAaSgWQgGUgGkoFkIBlIBpKBZOCzDLAx91mPf8XbTruDL9KBdzYVmzbNnzPByGdG3Ne/r3Hp75UWcm3alW3Kubnsnim7vV71Yr9dNNge691tyPRJhwug+9r/3qY8bbFD3vx8xWN412U7G3jEXimPaJ1tPl7qgbRpTl1yeKA6Nqgj76KbuavWFa4rz1kq31LmWh+2011nVabTI7dGfrfgStNtHQ31NSZV82UzpbnWifqse2ChlGKllAM9PGf6JE5AKeXguMpTgcUa2Bp039J9jS27+7QVX2r9zyMdnfl7q+oAjbLIvuPEI7+vdsfK0D0ech94IOpJD26z+BgDzHfgsRHfo3XrefyeiNLrX2QgD4D/4qxmTslAMnCNgWxPBpKBZCAZSAaSgWQgGUgGkoEPM8DGw75fprCt9+EkvsUdu9WBzwfA4RHe8UwZ1gH1x1GlygoAKm5c2HTI2fV1ok1+On3TvRpfAW+YerNJUfhGPrLoABScTXKYA84tvUQb8PDIoTe/d5/swFqRJWxL7HzJcuSrU4bYiHapg1EOWhy16AyxzAct3q9DU6Q6bIYOZExoAdngyyyTLqDMl2yBpnZQJAFlsGOSC1PKQHNaZyw6VYFjAOeq+kU9QGwATpBrVOUNZj74EnPAQl/cdL2meJo4FNzjPjfNrOyebRFXFc+LGOb6l6bn66w8ldyGykiJ+YIPKrSv4e1XUmEcz8mVbobuCvyN2M5d75WJB/M5UXQrybplrA1zuVWu6q9aA+gCkx2ZFrfdx67JuTFWKtAs+HNMo+JH7ARZni3hKeC8zj2fKhBNRID8lN/wg08BroE3V93Vpvvul/uInJG7e/ihBjufvCtG/NBgM6xk4Fcw0J+qXxFqBpkMJAPJQDKQDLzDQI5NBpKBZCAZSAaSgWQgGfg0A75tue+etFLY3aBs3r7wyCFo16LWSzo3mwp7COyCPWy9byMi8Y2jqLxqdj1+XX/Abj/Ae0DxZRU28wmsH4b52p1sjeWpaRC9lzsYOpZFDq/BsnW7xgmLLy5iEh4dt23tSmtEK/tGzkhwRV3NMUJFXXAlECtQi19q8tC90m/Lcb1tvrs+N3wL5Apmhb0K+Oi2bsbTVa7ez2N1sKc4+WvJgU5xjTV6deBGh9s6h7Wh8V4T7yx8hAvkNWx5YuxWe7TRH4i2W5JlQkyVQbcUd+nTWrIRbxiFtAeHhyopku+Dw95Qw5OGay36qb+c+gG0mswfRCIC3vD4bTVkJyYf93+hWfV8VbUGprzV8plr8us8T+XZsf8pOdd2KeCH+Qu5YXScIp4rsKH2N5rgAfyNbDKLZOCjDBzwhvpo/OksGUgGkoFkIBlIBpKB+wykRjKQDCQDyUAykAx8jAE2GuLLDe1F7+B32mz1zT/KbHsihQ/sAXO4A0yHCV0234guqu/jXnnIlrHZOwPasB6g/lk0uYt5/L/+a362YFs/Jllz09qX1Rk6HGugzF/ANepVVoHKUjbgX9iprfnXc+JCZdoDTbrgf/+PGfEQwnEb3Vq9ygUfpIU/4LGokTjOqJ5bVchNJ1p1BDErDzjxf6tRdZdqc1suNbBio0PmV5f6fV2EXHW/Ww0SiwyRM1JFTYrf/dZOJkacd3iAE9SK4ipaq8AkOzRC0+v6KnY907OiRumb+6iyt4TNP+WJDrqOuWOXgq8zzQPzVydJ2ds1H16mXWXminmiDQnI3TkgGsXZ1KAVbny9DMjb+VAfKh2w0Evru4ZrbG/Fbi993x1OtkDuI0ZOxnLojG2zPee0GrzGsjs6U/7t3RGv+mMGHc2MObPVT819taKkvqgjyRWpV4N69r604vR8mp4w01Pl67j1d0nTe7ipXMW7g3WtenOpVbshXU/66OjFpkdael4Pm6q7jap8hcGG6acujVFMisU8LjXuePFvDRd5Zk6R5uTKH1IcELeDmMEKdYjX9RRwc5AXs3Qt2KoOIOEXZeCVg2/4EfydIjl5I1pqnvrU9nsFczhAiRTWD1D54oKLERcK2ZAMJANrBvSErZuyngwkA8lAMpAMJAPJQDKQDPwdBjKTZCAZSAaSgWMZYDNSW6hnJzScazuWZLhgbpJepv4ByNe8iV/k/wMuuws57oVvu5Pu7Sg+wwcxEMtxRJAHXtha39ML9sAdm7g2YgDSnTe5qQO17XrFliCxTcDn2seGaw91jhUFsByIDtCp0NzR63N1VZhi0CGPOVbd31glbrAMQTlrQfpBsGSPWW1LpZu1mIGbSj+588F0gzto4j36mYOrWE9B4Loe7Y/JyOEx7U9qTZH5sxs5riZmVb0X3WRxocacBRYdn6qwePy9EDmGY0VLYFE9SsLviKP8zHaVJ/78PTs3esGnk7RVowxU/J3Xg8H7ob/P/2NpplYykAycGfj1/61xTiVLyUAykAwkA8lAMpAMJAPJQDKQDCwYyEoykAwczAAHv6014+uha660T2ngWv/T7bsae85736vs9+dGvq5dtLkNXrfw3sibXyeWB7jwL3mubz8xnQ6ZumVONMyJjOW58e2CAvBYMXTyNetxqYqUuLwImE36NS41H2iRf7cnyaY/sTjwDh4w8ZTKSdpAQhdfyI3gud5EHb/+q9b8KzpJvrjjXSA0gXcCMLUDvv5E0jdCBgw0TSowviB0KKhvvIp8c+hQYm6VtwlNqAI5UK/KH1BvKtuU7yy/ZEloap/RmlLWPKsNPbiRljwec2G7KOZAU3mNRz2zREMXu1EOue7npV/VlAAAEABJREFU/THqcQAMQn8vyUrG9wwZHv2WiesmuYlpTtoVWad25msBtfMF+GxTa6AJJo47mrlvxbPrxbuB50TPjfnbynb9wR3gVYRhfxaiQsOHUZTnSTkXAbmX+9LMgP24n1a0cjXmVrnbxo/5CWx0/+omz0tzE0nsPe9h96dJzfpPC+k3xpMxrxjIdbUiJKvJQDKQDCQDyUAykAwkA8lAMpAMJAN/gYHM4VMMNG2Ahy827aKc8hgG+kFDPcb4PatsyDq4oRyS8ntg7YBrVuYDmFtK1wY/0c56bjrAcTda253v6cButjPlrX7Xm9uXhVt9S03OQHWIKr/47lj7XI/Ypw6vYMvaMn7iIcZJcpAmGpo40DUPH8eM5VnhhxV6/EpkERf1xtHLojUqnlej5qVBr9fpeQR+8HQqdirPjbMP/XpUJHoLN4Jh2Ngtg+umsXuPcp9PrVNfn6zVDmzLPWIbBHYL26P04G539DgwuN2/V6v7Ua7v2gtuqmyBsLe0P+ZDGYgCvQBcT5JxYYvyfrhmVTH4g7Tt6dqobW2bn2XeicC+/XeZgbco7edDY9Aa3Yrb7MXP3r/N8WfTvOZtTD/KIa+NyfZk4FkG/q0D4GfZSf1kIBlIBpKBZCAZSAaSgWQgGUgGkoFkIBm4ykCZt0vN/CsnbR7HRnBINlGBffJ3gK/I55q855JN9W2YfygWdk0cduiQt+ogo31Zc1BW2+Ro1p/q+4vllhG1jmZFB5Wgx/mlBIixH7REXHFwWhT7yRQ7eSnIaFfRrypbVQcHgXm82sYy/fJiTaPOLKiy0xW+mCNidIkz92jK2ZSnPCtecyhvxdg5aMb6P+PLivKOvrPUeM2pOZrsgd7GGQbwPtkvTU9XO8lOh7wfcpFr5E6ZuANWvxSj5u5Lkpg0j8YXsRHJHGMxI1/gY74MG7TNtsUVZWMdDGga02S7yVb1T0NPsg4kdrzKqVgpxbov1qryauJ/7aOoT3k2oSouR5WuafV5rF/KtSm/Zuq2Qswz6FK77LYZGqexVfUR9DsXa/8fqMMuGF0V5biGqa0pyaa8bZrXZVm8eP9ZVvHWx2hdR5/sfHn+1TTN1kbHO5R9bmVUM2x8cQzCbFE8IOq8i6ivwVq9BZ6Nphy20N8Vy3nXMjJw0po7WQn3u8s5Hj1Tc9njFNfBv6SpHxDTiDkg9ReNi7rnRJsaiN7z93pVNlULnedAUnNLP3ya1knwe5rG9T5V3rx6CkXPXLGq562poem5cqisgDY94J9YonPMnb5ob8odGDkKrCFA3ehTGxyE/mckkRNlMVLEv8eoeIoQdW+bAqLsqFVjzojnV42iSvPWDRrPMyDPQo7YFeoATGMTuT8USxmAA9Wb1hI+AzQ79GeijfDGy1tVfoGm8qXG97cUPUlF7y3WGaDMyxHJzH9/hBnBX2Eg19NfmcnM4y4DqZAMJAPJQDKQDCQDyUAykAwkA8lAMpAM/DwG2AZ8PKqmjVnw+IijNLVzeZTp0e7khpwbm9pj35XyO83uRxx3G0374k2b5NpIj01kxaPt+N794r0sxsmgdn3Db5OfJv9t2oxfqB5QaZM/haDt6FsOxAMxBYgRTHVGLvOi5VHAgXX/vWif+jVymKCJ5lq6VjxzXhTAUkMHKuuGoT7pT8I7osymv52KlVK8/WfeRMDVwG71XQ4K7ZCXGq+1jOyN8+nP0LA+wzr6zyDGPSMjjmfGvKK7qx9NzNpecLgdmwaoI3Sa3s+qHnQxY6Pp7ru3jOXecu/u1m4MW/BwQ++en7f7Z98e8dvmrhuYHV1XyZ7PMZDT8Tmu/wFPeQD8D0xyppgMJAOWFCQDyUAykAwkA8lAMpAMJAPJQDKwKwMc3ox4zXizk07ebm3t8jUIeM3+nqPYkQSjzaoKW0tAxRsXOYIbKptdWIZnE1NmxX7Wj/z3ieikg1iHVUMaufKlE3m7tEN/8LzJLouv3M+TOUJ1HSRtI9b9vV6Uc7HSwMmlvf57aGRpJj82//iiTqf91jgw1IEwX481zYm3qz4rDoWTytixqd/HMn4D2OYLO0C5agz2myR1mdr5UnTDuiHOQDiSBqvLEW1ruR4z9tM31rfK6JStjp3bfP3J5qf8ydV8kZ/7ndYUZeIBlOmflT9ccP+K63C3vCOA3l/m2NujWNT7wXgvOmzX38d4ejRqf3aVsz+dyMuBPL/6zwfv+HHxe1R73sgW7Gnz59nanumfF2dG9LsY+PtPzu+aj4w2GUgGkoFkYHcG0mAykAwkA8lAMpAMJAPJQDLw0xhgR75ZYdfWd3Db1QDZ8wYLBcaBReOxlabDsI7rsXoEdAOvjDcatzDqrMscPIJze7FyrnygtPa2rlc1XMzPk3HJxHkEFJ1r31f6aBw4m+CHSJR3Tl0mda2M0tJ0fjtBz6JKXldxpTtV+xDzfspT86Ygl8CGwmLeN/rfbyJAoXzJFM+RyirdvtBBN3Bb2/ywL3QZe10/8g15XfP5Hn8ONayW5hFpEnU1h5pnSfkIrHMiHsC74TYrL0bDuvJMJ+7XAbxo9rlhn3PalG/Tn3kBW/w58EAcGm/AfsnPY9XKCekvnBuxowduqKy7ZH1uYq2CueHHFaZ1/uPi2jegeU4eWNL7ek5rf5mBPAD+y7ObuSUDyUAykAwkA/86A5l/MpAMJAPJQDKQDCQDBzCgfeiXrfLFb2DLjh8YaPMv5IUj3+TVwYY2hP+X9kT/W05W2v8SJC+U92toTT79EPhLhyn8lcjUi8pIYfrqkS8mgX/VWNFDf0D8u40u6ddYt90lX0iW+mUdvQ3fRYTIm5Wv/9tO/nXUfrndslSUc+GgpX2ZTfCvN5VvVUx89en/XiY5VMXrKKZhRtwd5CnQJz0fL0kf+drUTl2D5Ed2pn7q3n4ryB36mgImF2JxqG5CtNPXFJMBxes6krSNiPaQY9+yLD7Cvtvs/Ba1FfjeIafRBJybbEcM7kLxG2uNee0NdpIs2oUvxERI0vHcJ2m0D8AeftBBOnhGgSrdlgrTta5PzQeIk2zqRaL3RPP8WFZwrqSUM3nTvobpmTXlGiC/JYooiPWpF9Cgaz72bL/76LrOp3Q9f0W258XzVzUn8mT8W8PA67TtCcXPPI8wtTmUEGzDOtCrwUaoe+dL3Psa69JjUq4eS8QkuZw75l8sSS/anw6Kd+8MMgZPW3l6QFWu9VQN2VQ2DoC34rA7P8bO0INu4M6Yb+vW3Jrg8RInuBdM6CO39WkNuLXPTKG7urzpaZnnUWUUqOtNTPECzgW5TbhQ+F0NHLoHeF/4stZ8KLvflUhG+6MZmJ6sHx1jBpcMJAPJQDKQDCQDyUAykAw8zUAOSAaSgWQgGUgGfj4DbPMF2JK9jJhNQbDsQRecW7VneK4cUGpxYCvbeAYqXr2IB1xV8I57VoIbSd8U9kEfv93Pw9imNzZydwnuHi27OHnQyDqWdf1BM/fVNMdWjcMdcF//SQ0/9DqP8TmdcuEwLHqkpmLvcB3V7l5dfUONnIw9fZtWyFRW9ehrfl4ITnFwcGKU7zlGR/qaC7urP+oyhvqGfZqBuh7mVLrPXLXo6F6TpxVk1b94xmGATCg/Y/FFXdwITYkGI7u9FxYhYV14eF4Xg1+sKKkXR74zTHRqTnVwrVybwCHw8/bElYFxJJbH+k8qK1blysp9LCrpk99iiq7nR4+vUekz8jEfB2gRyJbZi3aiBFvK57bfXCJlMkT+5jwy9p/HQB4A/7w5yYiSgWQgGUgGkoFkIBlIBpKBZOA9BnJ0MpAMJAOHM+BfsmmnLuSrDrX/evNQaNt+s5MOZ+hjY4d/a/JV/2+P46AJrAxFXsQIVt0PV90OPPsIFZT345viPuilG7wSN9wirxtBE0waHnA1uz3I1j/UgTmXg7214kH1ImoJfWFebURCu0P1Rb8q9MORipsXfWCzU434pf8/Orw7CfhR8+EXfhzKiRzMv17V8WF8JVyb8RWpcXoHNiOqdpK+zV/YtsXXsRwsN/U35aUOLdsmfGlp8EW8fMkHfWDT/FuNZAVGI/I/VOF+DQU4aDTlZ46h8UZxaX9ULKq4L0nmW2LXC5tFJ1q8FynvavwBY56f9EIy5ap+6Gr+Z0hp193RB65r9B64c6jK6gmY/sQx92If/xV5PGlui96N4JN/A4Rcf/N1Y1LfiAxOWQ8nmWeO3zCVQw9kgLkBB7r4S6YzlysM5Bq6Qkw2JwPJQDKQDCQDyUAykAwkA8lAMpAM/EYGMua/ywBblr87u9+fwTP8a2f5GfU7ut2a7uxaf4BIDuUah3d34rrdrXgN3Nait+nECFD+OKYQG/nqILQ5+mEmh6DQ3XRYuRnXPLbrtymPs9RBp+z2g0WUA0trs76a0ZA45HI/yqV5jj22prpPE44nIMg7gvBx5CZd9B3UBfToD123tTgsw1pTS+eoOh+z9qEF4sLfGC9tj6IqPzDrk7/a5vpU7knARC9dvberPW92xBY3DsDZXBPfREYe13DW/psl8t/KrC3mb0vjXtuS63var/dvZ3COnzjAtoft0aF7fVxohPTnaHgGov275EVepAIeCGge+6D+AyafV5mDWA291r5S+8tVp4C5AX850cztcAbiT8fDHX2rg3SeDCQDyUAykAwkA8lAMpAMJAPJQDKQDCQDP5sB/rrDGex4sWUxYhm+/7uP2ohFsinr54IaxqbZFpaj96/FRnTItQcyIa5obzqUaNp8jwMJyk1tpoOpDiWj/Jp0Rszjp76o7y/rwmQz/7Zu0cZB18mqes4w1TuadDVKgq+M5vlRfVGWfhHQARq0uKRuTcTxV382DQSv/RWgC7NXK3DNnDAHctc/3OQLUALRKIoSftF/sv9aaf8jDsyKz92X0peyl6vK1Ce0L+ksgT9HOSlPYZpvq1/Gl6XFmv1HjkSBHfVz//IrV55HrFV84r8qbgWu7i8rKo9oGgcUovrWETar6gBN44DnRW4TGPv19eUDv+SBuYZjMehte91KKVaKspmeG/y67ZWjokbAWlToqvWLskPVYtXArCObJ7UxXx0yqjZv0jNdhZN4Yk2Zkav6ZYerlGKlFIqHoMl3w/dV68w26Apl+spylmomOs9dYRclNZcHXWPSqpQ9bynO8kvrQjOr+u04NPadS/YtMOWMP+Bm1cd8XUMVRyN8zHQj/z6vX/5MUnYerFpIU8qo4++MStOHgK/qX2uPOdr8RDfF0aw5N/wfHyg3zY05yMkx/Rnc4nm16Tc9r66jvpAlypPaUeI/yuM/9h8jPNFuc3w0gIhjkjEvRfkC0/osDuWttVCn+W56HptV2euY15B0KDfpeU6qFy98z60qj6pY+G+dEQpcnDSJ4tBNa7QZsTsmPsjDMf+5VNVdpc7YdrFuFmtIflnfjPcYsLkbDdWUwBmmX1Gb5kQli3dN0x8MoGgeiIM+ZWlNug7aB9D/m0BOgPwCmqB5ft7NhXm7hXft5/ifzcDpZ4eX0SUD75IhtmUAABAASURBVDOQFpKBZCAZSAaSgWQgGUgGkoFkIBlIBv4+A2zOgr+f6e/MkLkBL0fvg7VZbWz7blvZqxVXscke7mhb21+0LcKKSsj1yMv67G/oWtgf2o8qsgHNJjEy4qk6eMAfbchroH+JOFxAsqF/HrmVl4/VBr7OaEx7/WflnUvuRznVprUkIME9N32cxihG7cobiDbG3rIx5iuXGrrkg/FHgRixXXXwQ/kCysfnWoFd9KmNvMBW39hGjteA/8Ohw2jTcaz5b/ncESfNTfN+DfTfwrXcaL817uf0wQlYRtQ0x2DZelmLPJEjuual3d6+511e3Y3kPM96DLV+8XItB7Tpvw03fFtl6l0/C1PzgeKxDOzxFOZYH7Q86/+4AgmAHxfY/gH9I2nuT1xadAbyANhpyFsykAz8UQYyrWQgGUgGkoFkIBlIBpKBZCAZSAZ+OANs7YHtMOMLmHUvI/hKx/vXnXvUcTDYoQqGpptF4iK+m0oPdbJ1BXRohlHf6VbZ5UMG7iqRF7EGcEMbiMGUo9+lOmiT8KtY1bFEM770BHx1FnZQ8DEPbNLLgjLrlhnP2JCU9wbMAnzgFYw+Iu6QYx9l9AHlLbhd5T3LlZLbVdupmvgz/3EI7IXnbm9pkwN4zoiCvjOA/MjdPLvnPdiLv/CLb8rXzBCRY5qja3q7teNsN2PdECb/4/EX+48ONHn+7Jt/4zN1i/+9wsQHeNce62VE2INjctLLKZquSLTAle4Xm0srereeDAlM71srev6ENn2RyiFwmw/5mzWthSog/f/koMNil7SpzBeWM+yn/U5mi/9Tw/7xFZ4ZmWVuJX7d5fFPOfy64J8MmDnSinhyVKonA52BXDudh7wnA8lAMpAM/DkGMqFkIBlIBpKBZCAZSAaSgR/PgDZvYxP3x8f6doDaqby6e8723rYD7XsbWPfSVsWf//WHksaG+FrprXrfXPf5MWJfGVPT9ahXurtVm47R2m7WbhmaeYVbAa/g1pixD27A2HazLB/OtUsdXmiwLvMzgJsDX+v8knHWkM5CrJCYoCYbp7oQy13zWicXa0/GfFyX2C1yArx5utFuPrZpXtXYrEv7Sb9lfj3mHp/CNedwbOxdfr/S7H2fuD3mf5nfMq7oQy57eo32QG+5emctAZ9vxlzVfLGjWDv1jGthZl40s+Mwj+bbQ4FrsE6MwADtSHQA9Q7Wdn8+q4XG9Qf0vxqEFuKI4wbF5usHHyrLzb91+Wr6t1LObGcG/tVVPxOQhbcYOOKN/FZAOTgZSAaSgWQgGUgGkoG3GUgDyUAykAwkA8lAMvCzGWAjF/zsKHeKjs1qwBZeANNs6BYdvgGTPMOmH9pTcUPc7t0Y8EITcWvzv7G5L1mbxb9PVzg5FPzrqk0p/flrrGp8iQUu9b+stTV0AOo2yzyOM53AHl+6rclw22osE6rWJ4gDEAVpYI5fXPA1mfG56peJFzMTXb1fRZ2eVOUAelvktJY99yquOr6U85dcNRmp9iUbjJf13S5ZNoXn9uqXghb4K4KrcpJj+f2yojlRIIbvEeRIu1WNq8RZpXNGb+99lBlblUOVPjDsCkVjTaCfQNBhk5J5OGJ+8XELzKVDsTXAvw0qGfEaz4Djyyr5OESVy2ZN+YEiGZCiqXuCdES817VmyBs7SHArtlf64BE4l8yrjLgfcW4DaLvEl2IGxLwF+sC5j1xuoYlLIMbM9GzZ7j+9K2STnCUuriYOrqF6n9aw5q5NqJqoWxg5wxl1pEPzTBzxLqHs7Qfe8N/BvIzoc0Qul/3KWe+d3t71muapau0DytFXxQdluBpBG2k1jTFT4lSMJ9kL+918zei9gnSsTD9R5Zk4IMInInhUlSiFBmI1PTr2t+iR2wDCJt8ba8jnL5Ya+r8YkUtIZjnS0R8TUZyfrLkhC8nAEwzoCXtCO1WTgWQgGUgGkoFkIBlIBpKBH85AhpcMJAPJQDLwmxjQhm4/UfpNQe8Y67jd182uW2Boa6+z6lSBr1SrNsPR6aP3vGM1YP7h1zo2+9RPBOAbHOkS+6LVOByFW8AmLHW7uU59pHP0XHxKbB5AGXTOuUcss8qOBXLCh1mzosOdnsHaQddYtqI5tjRVgMR0FdnsRcYH7Ao/vT+skjOwnX/kGyaxH/5oG8vU1+j95BgIjZ4prdFyX3Zr9/U+pdH53/ZGX/RQBlFHjnXKgPYt0CfofWX+LG3pvNfGHMMu8j1L748mjvkxeN/cGxbE+VW+WbnX+3n3BYx5A1cjkS0eLO8/4rhB9j0P4qXsjv7+bU7VV9Tfy3fOb5XatfZBbWRkaP5Txfn5+1NZZTKfZuCIN/Knc0h/yUAykAwkA8lAMpAMJAPJQDKQDMBAIhlIBn4dA2xLBH5d8DsFzDYmuDTne6Dqcjl3swE+Vw4sxLx0yd6+QjnQXzeNn16a7n6aU4x2wJcyyKl3N1FkCbvI8EE9yur2izaHaqELQ6oaBz7epwlj3Ajv37gt9Zt/9xT26GMIfpB7QiG6OXw4VHvFT+So4ZvXqZ383+4kp1v2PYYIatPS+40spYih6DAJnCZ52/qtwLAIti3MeYkHc6ALG9v6e7XioSjswDW71+dPg31QSK8Mt2gPOXRtFolIgANf5ZtKLzeSJ4PJB3kNsH+tb8924lG2/t5yuafxJ2zBB3hiyKzKuMDceLUwrQPmF1zVe7cDP+BdO7ZYhcxXecIk+nCDBE8MfUzVOWTlgGcie8z8pRac1svmD7Z4poSBT6VMkXc2oGkNeGcOwLov6/8UA5nsHQZ4tu6oZHcykAwkA8lAMpAMJAPJQDKQDCQDyUAy8NMZyPiSgb/BAJuekYn2QPuhYjR8g+Sv+ASvuB5zeWX8eUwxYgDntv1LxNtqs69W/WtV539wg/8Z0kO3SZdJcqkBrTWPNYZRpxyS8i2g1/hraFd2bo35bB8sXfcoCubOsTw33iiQ+43ul7uImC+pMNA0b0VAjqBvAQbNDc9mMg9cFbQ2hpa9rA4mL4pwCi46Vg2XsURLyBgQxER7yOi/lPc1Lsc821JKsZNgr/w2AyTPEdcNB7/zepqeXf7a5Ouj9unBR/jfx+KTVkTRJn1PmtlFXbG8asdzuDJ+i1/Xl7OQKh5y4RtcNT7F7HFQDlwdcK/jbQP3HCz7PfArTRt9S839aheuPkzDfpmkpWTgkoG/fQB8mW+2JAPJQDKQDCQDyUAykAwkA8lAMpAMJAPJwHczwNct4EYcbHqOGP/dQcqLoR+o+OY+G/scHiFXIKZLVGODHoy59HLVQWG1al+OSGH82oVNSTZukFa/rEM7k+3L+OqliEP/wjIG7y5P5uebstuGwHr8TX2BKo1+8VUOQN3Rm6/eyQOIKOUne035iWPqZ97Ek9rxe9XQmx3E+v/8HzKihN3PFAPlqgNZ4iEvaQyXYjVi1txoFqvmpXf2tqaYqS/kZBd7M2Y9s/jrmO3Tv3l9KZc5Rq28uaxcVW4TP00x65pWb1XcVWuyS3hiTovWJ2Xgzw/jAxrcbTSr8k3ZU9YhXinFymkJ79vpVrDDXAmUgansUHwGFJ8JxOXrsJopdfuiTeuhCeaALz2P1uykNVCkNOJEXfmZ26/iqev7s6y2InJOAiEdAeLHblMcyKtQjGVGsyIO+Bt/u4w6Ujl4H2Wb9CgHvtS2hMmuaBN/MK03mtaFHfRrctQUH3MGTGVQmBvBhLncEzTqfX6+LGRRzGeQ8xI22cUHWVF3uc6rFCulrFt3qzetQXI2SZtimiVcCMSIDpj7VrpN66NDodUODbWmG+B5dog/1nnAM8OWhkQsTbZU3fVqimPMo8knbQ6VPS/puPS6khAn3q924gTXgjrbrsp5RJuH4DMqPLIBrWi7ZTvGvCIjrqJcwDk/xUWeys3bJMsI9RWBmOEgYr0WAzodkfuXeACqY0e2m+b1pLXMu/manWfbefYA68m0tpr8mN6L/PML2KL+CNC9habYmzgMrHWZP+YxQB2EHmUQ9b0k/8ckEPY0q1HUn6c2Y27MQjLwAgOs6xeG5ZBk4OczkBEmA8lAMpAMJAPJQDKQDCQDyUAykAwkA3+JgaJkgM6aVPrMpb1fa9w+4+6ql6aNYTbDbWOr3Xb84UNb3psWiaH5JnKzxoayx6SDBmkzjrlpamvqU5NfTXUKISlfYNr1ZTxz28Q3+uBC9w83HJnvRLHmTSXxy6EJ/gJwP+J5mmX33iDWwgNq98w80x/5PTPmrAsj59pl6V7/OOIZ3XHcY2UOpUp53QcjRyy93p60+dnXugq+Xaq+tLN/DT/1mp8pbPJ6zjMjBP5fMc8N/IC24nrAy2NaDxiaVOB5Kl6KiefLjvdb8MufB3ctHRjDXd9vKuw9V2+Gk8OTgT/HQB4A/7kpzYSSgWTAzJKEZCAZSAaSgWQgGUgGkoFkIBn4DQzwJZjj9S1ANjbAb0h3K8Z7X+ZcjtGB4+t0XZq72iJW/QAAZ+Cq4lsd6/yph0G8+ldnsbnt0lulgpTY6cIvwB8mi9ZlhxntZiMfdvFjXNfT/Fz03m4o6v6PDgfDBnU1/YqLnAEHFRyEIbdRdPhqAofnZ3AQG+NfTPixYSKV5YMvBqg6f10F78Q+ovlBf7VZan7IyySJeQG10XcN+GvXDuno/ADIG3zA1bYLf5foGfL/AwdyW+3o1m/l4OjkbthnjYMbKhddPCPwBS46P95ANFo3rCPezfJPXA6Vj7x4rrEfkrJHoxfKEf6xDZgvQBmffx1wSb5/Pc/MLxn4NAN6c37aZfpLBpKBZCAZSAaOZCBtJwPJQDKQDCQDyUAykAz8Ggamv4JzOmF7Oux7G6Pan7XA08Z/zAAyeP5Q8f3w5ZMdWZMUi2x+B963fcsC+Q4gBmD/NWO92Od+rC+w9BixLVufr412dCCqHOOvvXze1tEjItZRdp/wA6iFpBzw8xrv6Oso2j8t8c7ZI6G8dcggCrCxgNru5sPaHXF3wHsK5Av3/PWiyC1r5LDVfkib1rdN75Iu9/LynJ39c2byhcXcwv5zcf0sbeWjd7457kVGruCe3rv9MXNI8K691fiYv1XztSrv6qoxSHBN79X24s8KvFa9tuqrZn7FOFYbgfKe4n1F+WloLvb+74OIi1goA8qJZOC3MZAHwL9txjLeZCAZSAaSgWQgGbjOQPYkA8lAMpAMJAPJwO9g4I3NOjYyAte2gdmoW+OnEMM5yIjLuIicDd8AWZJxaKrcBL5IDcz10NlLKoZprhr/Lt/4pWNtVlU/fxEp3TpCeUiHQ2P0kIB/l3BE1SED+HJZte1dZbLDZK+1qUwcc1rkP1d2KXAoCGCb+bHgdrLeyN/O/0Yo/04haOKgCsgtmDhYgnyUrfKqyrYhNb5KNsmG1Jjm5SYuOqYwDhH4wjByiSr/PdZG/oJVcbBAn2fnTsXx4IIDEuyOKKrAb0DV77k4bVhgOwxWGoh4iX/UpO4gdwEeRpgP1HMxD6ofOdAhNQ5TZjmbZuI0AAAQAElEQVStp6K1FWBdnuebuX4HfZ2e7a3r//W1ZFrztniWZ2IOLURcdeKBOuVroH8B8cZX3DN4TgfUuaznRe+J5nUtiMnfocntalwx611sM9bGeRqirUbheMlC9ndy0fNTzl/vK1yeN9vrx9qcIePOw6Vx3m3tpOdF8PKlylst/trQs8L7FBgNb1l8dHCRYmCcazUfcDXNKaiS5jDPuvh/07zgMOZOVszaCwb6KEb6knvJQg5KBn4WA8c/yT8r34wmGUgGkoFkIBlIBpKBZOCPMpBpJQPJQDKQDPxGBqqCDqi44xUbeGziOXa0fawpIh89XOFnrTYO2aUcfpGTQR1m+J6qfOvqjXOhV7kXbi9gw5Ss4H+Eml7dHNbQu5eCuHegsM5vXb/rwxV0QCYy+XoMeNNwG2NQSEPP9xefyZfDETBH/WOSIQswR3azgCa4qbTZGQmPa7j6AVaotyjsKOfDX9k8wr7MPnkpisXhzJPDn1RnrsCtYff6b4099ykvPcfnY6OY57PG7y6R360MlC/zekvlE32ECZ70dV4DysMPDUcD1wzq3a2cea+BdsjhbI/HD389pGuxeOfON1gBS7O08F5Ztr5ZG9IiY/5bzXTEb/yGPqpbOLcxGpxb+jM51h8r45Y4Zknijw1NrWTgRzKQB8A/cloyqGQgGUgGkoFkIBlIBpKBZCAZeIKBVE0GkoFkwD+QOWQf9mBuOegDB7t5wTxbRhMOO3Ctq3ljpxWcw2VOHdHksSx1omsvyebvo7aYO+J7VH/UO+lAnUzA2B5l7LIJHfUfLasiFZpyCvClKV+ZIqNtLXv/8ZmxkuETrpHdo2KmIjS+2OSL88CURyUnoaoOTJKYA/FF6FxXfxvBWKH7W97l1vysg6Bs31+sS89bpvFFm4rfdClJnl0wfel3ZCDkO2LLF/1wArb6X2krenkUz/GV0b9wjKb1O6Iu06MbvlnnIOqPSuzcmn/6wdIeSQuaa/O5Vnmp8HYNi8RVIk/Jt43eNIDHwKWiczvFMIlLpTdb8EG+bkZOPBqk4G03b4wGN5Wy828xkNk8yEA+GQ8SlWrJQDKQDCQDyUAykAwkA8lAMpAMJAM/kYGM6V9igA3Bn5rvrdhu9T2bz+JwSYdWz45/Xn/P6K97xwu4rvGZHvjloC9klF/3zu71iNHSMmN86uzQFdgIj97dv7pyD/3WfTada44xRrnrxD10g5OoI0NnLSOH/jVW2EWOmuv62LdTeXLROOAVyU3PTptlve7knMB1nannCVWzKQ6GTqFR3BXE03T47BhybZ571ZyfsavjTWNEs9mxa2N1XiOvx5l9Pbr1yOJn+rsm9ZONrSguRfmXP3DcQF4c8K64L1H3vrkWrT9OeoTk8nBkKI84D2RW6Tm37FDyANd25GWzfa13r37DiFzYiMHUjVGD1meLPzGmzzKQ3t5hgGf3nfE/c2xGlQwkA8lAMpAMJAPJQDKQDCQDyUAykAwkAz+XAd88XR669EOJfhDVdFixCF4bdWxgXGyCDUqYBEPTrsVyKlZKmW2WUuY68Rb18KXjEmbly8wEP9BTHqotLg73QPNDmS8dypw5aOIhwCAvU/gYxHqQ6pIst517bFO8WweEwUvXI09wzjX4KfJzxravI1qZAyD3vi+sEzq54SBpmjQdLBUViZ/81OlXa+RxhlVN9oDm88pa12C33KavnuFSaCdrclx0UFfEn0mnSbZWrUqu15073fGGD8ydrFohxwk251CtfZFTj5uv0kbACWiK1aFcFLiZ7DRxo8HmUJ02Jat6Ff7raO2/VqXXlG9DZ7ajtSFO2gRifAdi2ohTzqzgRzyrcDYpPybfHqviKfAxwfWKYgZqG+uh1zS2XgF9a8yOh/fI3LZDgVwBORVxa8R9FU3d70L8wOs18GD5l7+8U4QdchxN+DoR/9FG7iB4t2k9N83tWKYO+rpomtoO6gswbkLVC72q/CU4pV9F42yGtzX76I/Um25rRA7RXljnAjLA84wefFFeQM8J7wb6O/q7oJeL1o2g/MP+UUkXLZmTAmSuOs4El1K0zFuHciOWOnFh03pskk19tgK6I2xaJ+bvMes29fyEDuOL21CmWvJdTxyoeuQV/pvHondySMVCXo18VY4YvK42IhN1Ux7iDJ0BzXlRIlPeVWsatLAvic3GGAo7o1g14GtMZcyftOZsKlN/Cvrz1ISm+WvVjLgBPIxQB50Dzl7QE1PnhkNLCpJc+bNlC5PvooAWz+VYn3RSJAPXGOAdcK0v25OBX8lABp0MJAPJQDKQDCQDyUAykAwkA8lAMpAM/BwG2E58JBrt6D2k1je6fYP7oE3ZZRgRf8hl7zG1x3wd4dt51cZ5c5w32vG1V1RnO5QA1gUtAblVwYwN3+jh7ExdtucP26Bpl9yxWkv0BcJvU3DXEDqPSOyOeuv62Ld3mfj7HGtulTOHA4AYtjD6p3+sR/lae/RvSnyLT/p0VuFHHpT3RvMDnvM7g9zXaFoDe/v9LntNnI44PA49mIv5V914YA93/LqDRbyDmWvtXYXEemm8r8cU/o9SwqjzneV1fNdieVTvPJ4RQC3b1Kjj911TRpuB82cSSxtsKrzYeMvniyb/rWF/aP39WxP3uWzzAPhzXKenZCAZOJ6B9JAMJAPJQDKQDCQDyUAykAwkA8nAMQxok40vMJ7brNQgA6+HxKarYzLhZZlkQ4dYvD717SvkwXd63ctd0x6H4rqruFDg65c+6Dwefwulb6pEbCFvh3GOf1tvPJTiAK5x6KbDuSKwrpoOBMeRsIDNzs7Ys08Z2/jAN+V9rC6tYN9YQwLlwKyl5LTKjPa57fHCw5rYP7WTDtVP5vn6SM3r+osrvsTyvvMNboCPU7znnudK2BjBaOqihuLuOMki9skdqLp5hd5m566N7kkWiYayigdezNeILVfOj+YUudV/q40sAuhhw2EnrWd6aP0c3PeLubwTpVz6cPevEhLeVfyBV0R7Gdq9uOkH55HMMTipCSmx56X3lWktdexp+LatZY5n3XIuGiyCoWmXIr5fXjvwBXaJJI0kA3+LAd5SfyujzCYZSAaSgWTgH2Ug004GkoFkIBlIBpKBZCAZSAY+w0BshnJ447hwq+1RdjNHXOg81oAvcKmtAyzfikUGLrVeb5FN4vdDMeXjvpbWtuNa6lzUMLXZ2HRw0tQTUPHHXMR0GcxL+V+a2Wxx6tWDZ74QVXHnS/N7Y253dubmFnwpsUXdNY69NdawDn1r+a9psdl3/sYNWd4h+8ei+VWu5nOs8oYD51/zsNF1QBMx4AxQftfFvfH4+JKSpPOg4k6X8yZbLv2mCmvLIX/OOW2fxRzKptv942LdBnDJO+t2DGh9Ezw4rT2kz9O7cciW2xGvbvNde8vx8Mp7HwmWvcfWrs0haZL13t7DJnmS80v2ecbBS4NzUDLwtxkY/3vjb2ea2SUDyUAykAwkA8nA32UgM0sGkoFkIBlIBpKBZOAgBtgMZeNz3EChzmZluIwNzF5XDQXfHFZ5lr333p0vYAAmXGoAZYfK/dKmsxckD930nOzjgwCUi/Mh3x4b6ancWi8gN1Gb+Vevkv5v7yGrbEu2Vi1Qh3Jr/Lu69DX1d/tyddhFeuQEKK8dNeVYhaKYA0rKY6Ov4xxvr/fYKa/tfWe9z2G1kw6q4t9fbAvuq1JrDtM8lPplAVN5RFP/JZp4MWvazRdl1iGbPufMe7XSG9WH7jaqdALv8NU0uCrb//f/IHPFtTHBsx/Nrw1oimHE2Ee5Kf8qILdQZAs0t9PzJne++G6tzvkrxJ2vKntnNPffjFgCPf5t7kN/K6fn2priEOf2JTnFw/tEtUMvfAS0ztvAdZu4WEjN06K+0hljZfmA3qac8KN3I1mafJmXe++n76xwYhv/vFrGoHg9xpCKVrmiUyWb88S6nAAvwPv6WlGPLPRyUztjWUvhG//etufN/8AlqwlP22YdTvAAz/k/bYr59TkPG8jnrdwaoVenvPCGPrk0vb9u6b/aVzRwhKoGPbRRPhpNeYEqaQ7T2ipyyzxLPHsxLyOeHf9xffIU+Hp5Cx+PJx3+RQa0wv5iWplTMpAMJAPJQDKQDCQDycC/wkDmmQwkA8lAMpAMHM0A25FbPpoagYQ2LbVxiSKgQdu2dgHveOi2MLM5olpho7N73tR4r7FqeEDFV68g6OHx+Hx60MPWryn6+cLUOXM/1T8tPuGfg1/T2gl5fI5XsmKqweEBxBaojq/8uTnc4cIB2YP5lbDo3b9SlWMTeEeUTzm9mYaea8VzU2W3ThZUIIxSVwxR3Vv6qZnskyPY2/4de762Jh0vk+5UN5//Kba57f2CLBoHlcB9vm/yQAsQEtjDjbJnnoHzu4fNbiOihNdA79n/zrwF9rf+gEWSndTEqPU/hxXR0D51L8RlhdHgsidbkoF/nYH4r59/nYfMPxlIBpKBZCAZSAaSgWQgGUgGfh8DGXEykAwkA2cGarX+BVPfOdQWYv+SRVXfmz9r7lZyH3ethRbyrvJDChzoYI0vCfli9ZjNHaxO4MuUK5F5HFf6TNxPFgy9LbWiHV+w1ffJNjg1beb/p1U7CY/6Ls0M2J1fk80l+hd0sWbhBzCfbs9v2tBWTGaSd+w/2435jnZ1bp61eVNf82zTF16zXjP3XUw/lXU/5MJ+0RoG8PuMk86R+RxTthd/jHVoPPFIfOQKn+QN1k6JBazb968zwUCWNRe6f9M1xbCDd+dW5pBmKsw2x/LceGiBOSQO5JYj2r1fobncUnqjDZusLySQG2ck5BumnxrKnzfu+KlR15XJBe4uNdTKO83XssqXCi+3YA3AJyCGl439ooHM3b+S6y+alp8Yasb0JAM8W08OSfVkIBlIBpKBZCAZSAaSgWQgGUgGkoFk4LsZSP/JwMAAu8yqsmkqMV/UA3PjC4XJ/GJka/0ArzeiEegtyztRLFserq2HUge4e9jIO4o4e2H8Or51/UmTcVD65LCH1TWbs+4nN8uCXf8rgetIksrROUe2f8HXsfwi4ThA3aG+vbwu0lF6o93wO7btXV743zB+rf9a+4aJRdM4rvn/AWCV9EJ73wpnU2Hx5qEKIYFQPkA2f1dW/+uuzf9PAMc9Yd1Xm//PQO0Z3uEh8CYPrOemvN80c3c4PsB86En8d0ddKpTLpodb3P+GNqEENrrfbgq/Id82KANrHrxOEk4wBWD9/xBix/3c72R+LE9NgyAeMDVRDExNiGs2QhWJ3sexGZii2Wz/eHTpMBn4Ewwc9yfud9CTPpOBZCAZSAaSgWQgGUgGkoFkIBlIBpKBf5QBNpxv4afTUsrJSikzbsY7dg57hRx0qGr8tYnIUe3VMnY4TIlvMDmo+9LGPr7cZv3SkUbThnB1ef4SrKg7oFY/iOAQJND8QITN6xHMIXUkwJdGuK7vQYujJsiit5VSnDM5O+A6yU3pfloxEwnk75jyqZJVfBAz7UUHhkCDojEXkwAAEABJREFUDLT2JfFlRYOBGqc4ZU+tTfE3FZvsdGzz0iYf0+D9hU+oEiTOORbVlY9OkzyHyGWUzA3obSpNcc7xVmyAZti5ishI4+VM18Sb4hJF0bu77HFWrV8zvjZbQ62KpXjsCuW6/4mnc35VY84o4tT0rMz9U54lxk2WSylWSsdJMjB1vyzIi/gdslLlH0Q8cxwRzySb1m8VkNsozg/j18B2k5+m3KVlgLJDD3NTXyk9V4V02FUGy5SdAy1H5Nzlc/OlOVtDiuIC3Vsg1218Ke8qdDsxDyeeswXmSHYtwPEjcF7keZYKd8z3rg1xxPsvIFP9Onh+z3Hx7umoWm9Va4u+PidmanLY1E6cve/LzOe+WVEOva2pLVBVrlNfyN5XZIsxzCnJhk/8+p/BItPf7UgU3oD+88CKJqTpWaxCk283p5jVrBh7HvQX9RflRLmqjGwiAPgY3ZrGA9N4h/70NqG0k96DgtYma1SJ2wieYWAaz7j/aH7/Y0X/s11/5FQUQ0AJyn61MZZzmflQH7kQV0B1cgTEylxRHlGlC2TBgOnncyZ5/dJ/F1zvfKon8nOulS+DT4qk+byd/1uA9hHrHKI+6oxl1vuIsY9yY33wZ7UqzsPEnaoHX5o38uZv+tjC5L1pnm5hUkuRDGwysN8Tu2k+G5OBzzGQnpKBZCAZSAaSgWQgGUgGkoFkIBlIBpKBTzHgm3HThuF1n+V61xM9viE56Y9l233b2TZ+kUPIDZWNJrTBRtfQNGqM5UFlKjrf2qSlegTgFWD7diRorBEj1+3b9S37Pb9mvvHf1uMuGtYKL9e7X9N5xnmzvbed648aJ6/AOIY2eRibenlIK3z2juPvxAT28PSInaa1C/bw94gNDnHi9RAHdD5u4NzrH7j5wQv561DFdMjWYR5eMXNpO/3afFDSD0PxXe++p3dyPpjpcXC4MzQeUMQPZqvyRl5HZ5r3y3Wd2z1YWGgMayniWPQfXAmfIQ929y3mLzjfjGKYiHX/ja61atRfGBJDX5KP5fiS6ZcGfTr/l4LMQcnAEwzkAfATZKVqMpAM/FgGMrBkIBlIBpKBZCAZSAaSgWQgGfjHGdja2GZjMXAEPdi+b1dafhpzX/MZjdJOOiyU7eFA5Znx93VPOrPDfmB7hPde2zFVO/MCtkdHq1tRRT51Hy/GgrGNso8Y7FOn/WXIANPkvmT3VTuMHxF25rZomCTtHNDJvebT/DCMsvFVUAAl2/sH14LWkblXe+knCxbxbxnwPvgEWwrPt700AgodGu1S8SBV9Ysy8MoTtzm/J8YsVcWgz8Gy9d1a03uhCrwnTAu7ON61+s74dh6sWM6V7y0xf+B7o3jdexGtxN/fGWc71Olzqeb/SA9QR1+rTq2/6apmfCEZ70Tb/pFz9JBnlGkHUX9GzpyJw3mcP7NiMeTcsU+BL2NPrVoJKG/ieDWHfaI60Ip4JLeT8jzQS5pOBv5JBvSm+ifzzqSTgWQgGUgG/gwDmUgykAwkA8lAMpAMJAPJQDLwPQywHxx/1eV2BGgI7GxuK1y0ssm7bhzbvCyTBqaDuy9vXI96t15Nu8/WDyJxBlT1ayp7XugJ3n6+ocE5T2DVo6prSHJF+dIOvYv0oqIhFAPovYPR81GbZcQ6xjjWlY7BFXGwpkY9M3qXLZ+peTRyhZTYum6EVoibQxvHxmARgGXy3ujdtQkfDllFSjxwEd11NYWvTnSAik9dX2bwYvz2XXFMCcAyKNN7gvL3YYpIBz2mg2mWxmuxfHIU8xr4pN/bvmDyS0sm1rE/Zxyc+fvY5tkudv4xJnBufaYED2FhkpO/Z6x8l+7IxXfF8IxfGObPAeYYPDP2Xd1Pc0WuLFryrP5O9JZ308jxyUAyMDGgPy6mUopkIBlIBpKBZCAZSAZ+GwMZbzKQDCQDyUAykAz8AAbYGBbYuNvCD4jwnRDYDGWfe9xAocwWZZt2LRs7l5Rn4LHpNkLVjYuvlID7kPrsT2XaAX0xlHLRIQoxFPltOkyRiO6dZTU/pGJeTQEJHDZ0VCuNNjv/FHxVDdATUNP0VwxPfy1rW0v+umHaNIK/JnYAf71nRV9GyNNty4+qO18YhVVB/I7GiYE6sipnZIB/W3FEI9YF+r/l29qX1HToJ2n1y4qAVNb2JV7bZJd69fFnTujD/76IPLvExxmKSHE2j0MRuSSeZsx5Wc1PU+zEDIy/bldji2DDOP4q3q7XrErf/21rSdro2ze3S2scpgDWUFN30S2ggNSiY/aIR7E3RzOPb25vxqNA/oU8NYfNcwyOrknZEWfkOQP70dbc/c43zaveDQaUdBty+HyZp3bn9F40x/t0RJhpms/OC3MY61/z9jJv2NHETuPDz15SU6q3xmRN64hS87X4pYUM/qtl/SXUCU2y40sjef7aFNsjEvsyLKGcNP5cVtPGBcfxfLnc0Hmp6YFB7o8wH9D9qSrxrgo5xrlnfmGryAGQMG+j8AE0vZ9AHXzV8j+q/fIJVAaPXdN7mv/m2MJjRlIrGbjJAKvspkJ2JgPJQDKQDCQDyUAykAwkAz+RgYwpGUgGkoFkIBn4FAOxMTr6Y3uSTXibDn2rJLCLn2tetK4bZh+orztXdXTZpI3mqsIDw6T1zIXVgMbpsEB3vzgA9oIfBAw6NHpwFJbY2sjuGqvxagwTSFX/1nVlouBnRE+6aFWZwz7+I9A1FARNEmWCxMY1Kfn6oAwu1Wgl5/4cXfbv1YKfAP4Atm/ngAZrE3kLYfmWzkYfJ8l8tUkXG//IxI4M3J/dC2dM5aJxnH/KYKHwbRUiIVyy5LDVT+38eTuHdH5P67hWijxn4KzxTEne/A8dycWwdf3cKZf+7kKeWz9b+k7fr2YKo8wT7ynHq4aeGPdtPJHsFCe5Nl9jU8OGyKZkIBl4noE8AH6esxyRDCQDyUAykAwkA8lAMpAMJAPfy0B6TwaSgWTgWxhgb3LcSKH+qUDYoMWfQ07Z9Kd83j8dI5PCXpcc8IWYcQAstNq/IqOttWpFdWKh/cKlH3KdW2XqXHmwhG0Q+ZMlebuUDW+X3PvC5xbwd8vXegyxgltj6FuOK1Z0KFh0CtAl2aL181AUEpDYvHoOVzRYH4JWlJEhHBQtEpeb1l5rxHsA2wF8AeqXlhWIN4b0ysUt7F50PNzgmT+s/bii7GoNGXB2Hx/5KzW1jswP1KvC15zp2TGg3IsgNnS3q7+5X0O7UhRC9tafdi8Kr6PpnSEQYONmfvhq06/rTJVNAW9gs1ONGAUqTlfYREI1vS71UOhy/yGnIR8VxAXi+SaWKH80kCedEWfETbzr+pPmHlZ3Pw9r7614Ms9V/42xt+VX7TEHgVdt5LhdGUhjLzLAn28vDs1hyUAykAwkA8lAMpAMJAPJQDKQDCQDycCnGUh/ycDPYIDN0o9Got11fAJT+VO+G85iU/aeX/oDU4Aer5ebHwh48ZVbmwaFnKp7i6Zcr+EVX+QPGBuS8jbEtg7Vm7Dd/32tosWablXosv/Vso2/OlcgN/BUhMylwLhWyV2Vpww8p+x+pvibOG5zWX5VXlpDm5aQlPfHYdaVEtFGjpT/Pqak50QHdukCc99WYVSIsSEnfVTAVP05gjjBMqJoCbnsfaaGBXA5pulZivfCZe9PatmOnwj9/TO9g5reBQHyAuh8EmOklMEn/Y++nIuJm7H9r5a/k+tXOf2NMb+aa457noG/cQD8fN45IhlIBpKBZCAZSAaSgWQgGUgGkoFkIBn4VQywCXkL35cMWwsCX5ptYQrMNxHnjdWqwyQT+qFP76PtXK/acJyhcW5muDUdOjm0+dwczapkOZ2slA9shymmJhSgWPl6BXBeSpj0NcVzRlvlq7rGVY1vAhJQvgb6QbOvyRYScCJx6+stInoNxGJFsZKL/Jb2ZXz121GstY6TzAM1aGKlY9W/6LH6ZeDUmjlXzSS3AX/rmet/LaQZtqMfabv/FJhibsoPaDEpbvKmvTtzLjRn0deleFdbgx+hKs82oIofQPyiUfSsbTJ/4kh+DSgG0yIKG6WUg9az4p6+mmzyWxQ789ShnNVtkD+B2B2divle1diwIxsmYMtjr8pTNqq4AJ0r7ArSK46mtSC9r2oFixqD8DKFHcGaUajW46jmMSo2JG6K8i9aqx2KS7GQVnHZNK46muJu0m0+Vk10CSa9m5D+3O9l7GlgjCOIA+Bx6l1ZFPct8HzC0VUoNtbwNQRPm1JjiUPisIt5qcyL3lFNuTrFTm8T7c2oA1U0aXC/gp45E05A43oeZl02K/qzzWHma5W1NIL8LqC5pY0/x+zgn1KfcmxKQ8C3YOKCnKoUeK4iZp/nISZv97p4sRHeONNGPqb1BJpsAjk0eYR50+vO0Uftd2+avKZ8KtLBMwyY2+swjelQ9koLO7aIf3r/9oddAUtpkX+vM677xidtUj3wUrRaczYD/xdQbtFm935jflEeJGsUwLHbFEdV8wvCNO29vF/+kSfrEdvug/klN4G2e8CGxZ9TGjM/s5S1/otwz8bYjz3ec2PbTy/z/MLhJn568Bnf4Qz8tvV8OCHp4PcxkBEnA8lAMpAMJAPJQDKQDCQDyUAykAz8bQbYkPtxGbLjTVAhKV/FYxk8pvWQw6uRHN1BDoG9fX3CXtOmd8flocJb/m9OG51ARylsfiuG7gsmKYWk/D3onFTjQAA0jxOOaOuxe2Qvhtp04NCUNxvZNphzmzve2hR3nWSvV0NeujknQwlc6jzYMuY0lh8c/qoaeYFXx/+ucSOxb83WlPYeNswPjO0TP9IHF77OjWQEXOXc7NVHn7t5fB/lzw5rDExNP1qs4ydYYr8G+nlfID+GaW62Yn0nhlfsVb2Xm2MK6p0ANsa+EtPaDDbAuv2d+t723onlrbHHTNtbIeXgzzKQB8Cf5Tu9JQPJwL4MpLVkIBlIBpKBZCAZSAaSgWQgGfjjDLBx8fM24vqOGl9b3KafyB/LAFt++HXTYPfbVaode7JA3BNasSIQoz31U4wepMZrXBGevfBZlPYaz9p5Vn/tL+rX7BAneDbHooNIbLtd5YmNjpOdarFTkxT3z9q1D/2mFXLVW1H8YFuhal2ZrxDsBA9XcrV3ftiGV6TDjYlwA1556ea23jPxkt+7g44g8a7Tn6NQ9Mz0Z4fn59TX2YfnKaYg5JHsnGQ88OaSlqX7FzkV8RnP1P0R+2rge8Sj1hmzpUt7YKv/023we9IaJibWsfnfgfF+FAUTmjfET0PP1fzPA/sBP+dqioMymKopkoFfxQB/NvyqgDPYZCAZSAaSgWSgM5D3ZCAZSAaSgWQgGUgGkoE/yQCbk0DJ/ZQNtykc036sVcVlphZ2K5FrPBM0fwWjW+xW3fTmDX/SwSfQGJ0N6q5I5I+4Noft1lgMH/h8x6RCfXK4cu5Zun9iCDxp6Al1ogTjEPFv1zDqrcsRP3Ldpzrzz3wCzKuJq/gWuMbQjo77pucXgDxAhOrxKwQBAPsAABAASURBVJeoX5FoMLek7vKK3h7NxY3gcYQ37nAbbY7ltWmRNHOD3rr/3bpshn3W0bvmNsfLhz+fSOWzqbNX4yN2+syiqTeWBHEFVH3res4ObED70Wv5rZTeHHxm+9JQsBXyUmOflj7PsL3GPva/zwrMyXv50u3NK6iZzPi80TbVv1tEKDwr/DdG1L87rm/3z/s78O3BZAC/mYE8AP7Ns5exJwPJQDKQDCQD/yoDmXcykAwkA8lAMpAM/CAG2KgUYqNqLZ+JVDt/bE4CNiyQzww/QrcZ/4LiScccRCQPyo9NSh29GodV86dl7PaDxWHdZQYn5ci/t1la7UPt3q9KQYN0d5+KhGIrJwNVsl66QWUHKOcmeKLdHL4cqhKZeTz8FbrTv6VYtWFdFa/DrKnYdGuq+78xqLzbAvw1wmeY9MxtdDuh6z6VZxMoy/3OlwxrrkWq7FKW8IssiY8cVa5LNHITqkAZWduX0gCMW8IYr34DKpcJRlJCE9Tk/57mV6v2JbuyZKLRo9nvpnn1uZVU3k1+luj5NsXZ2n81j1+OojqwaY6Y1xGel3RCNpVbz0Y5aE5VN59jZSQq8UlOVb1KXXetGRqOhp5jMwUweWzi+haq+AHn2Im/WVM+S9B2CRPHZ5Sjs5N9chPmPNX0xnWeY83UnPM6T/rWbaoz32/4fmwo61i8+pouemPVBZrm7xqw3zT/yPuoUhmh6urSyvAWImJNe+XX3Ih6xGOBF6nxx1+A9/QFpPPytRqIH/4sNT2/HAIXzS+g7mDdg9W4R6rYBo/oHqvDPLDWXvfi86LhLqeFSRnLok4933sREutkfE5o+96ovtk76xZ8cxjp/u8w4M/730knM0kGkoFkIBlIBpKBZCAZ+OsMZH7JQDKQDCQD/xgD7AaC70p78M0mJZuVNh8cvRpU0+GECWzuBmzj14Y29KjrkEW709QALWBQPKRI3gs/7CLf9fSQ0nUrbIIqV07K8Q085zfNXne4cw/xa60U4dIy2YDeg05Z7Mgr02l8X29d7/P3c4yjb6YAjG23y8pn4uE8TqXJvD9bMsA6i7KqB104Faa1pQdRfohPbSq9dTFnI2Zj2AfRQFkI3WjeS2LX+ZYPlzvkdhEbtqfG4HKxhqe+D4iendaTfBEKz0xR3r1FjSrTRul5YJ1cwWOjWcfEwcjHRvxyLSV65tqM/EFkpe7eFg1vytEXptZ12vbGJ3ycY8abjm1YRL52zz1/teTvfdLeSPDjTSzYjztdOxzeN7zPwVol68nAAwzoTfKAVqokA8lAMpAMJAPJQDKQDCQDyUAy8P0MZATJQDLwrzGgTTj2A4Gp/N3p88WR78c+EwhfpIErY4qddL55svs/dGDiJP3iZ1YnDSrghn1173DJS23u81lj8FX8JEA2XrDA2A7z0Z5zsx/zY00AstsKyuPd6li1Mb5okZ+02e9QjkXw8ZL0r4Z8pIpfcM0ZfeBqP7EL5/6houJJs1pYHyqfdb6r9HwQ5A4ej5hNffD4iJ+pGVyF/N4om9ZRK0X3kwI56R1pDtOvDFDxzas9PL5MqiEfHvgtiid5BRIvXIwkzwCpgxdMPTQk/MTcPjTohhLv8MCWGn34DLmls3tb+89kkiyn4h8WH+X2Fo9auM64ZFMB3FI/ro+n6jjrv8hyhvomA7mS3iQwhycDyUAykAwkA8lAMpAMJAPJQDKQDHyCgfTx5xnQZtufz/HpBLX7uBhzrs+lg3lrrVnd+utRD/a7SFuVphiaYtEZqWrHX/gC73jiwOCt8dPgea6n+p6iitMmbp+y+eTcj/EXHdGFr0JBtt7lCTOfgMe7ckQbWDU/VGVcKcVKKQ/pH6+kyfAH7JaMKCLmkNGOXI8363/9O+30H4DTSTye3LAfJHnpfNuK8tzbSzwH22h2Hn8u9VE//970jBN1HZ5z2qrazef7fg6Mv6/1DRrtWJ/kDUYv1OEPjO37lvtabpoz8JhtyFjjsZGpNTEAfVMxRTLwVxjob5Pfmk3GnQwkA8lAMpAMJAPJQDKQDCQDyUAykAwkAz+CATaTmzaUF6jNon43SI2Vsq4+xvW108p+XKOiMuIWirbp8XdL59m+ogEcUHGooKLHZ8qLMnvn2p81h25tAHxw6GHtv9pj/x9r7ctRXTaZAMW+lHfFkBvcurF1UzS2TbCuLV9F8K9F7agvCrELmIUeGzw4VCUyM+4n/9oOntS8uPh6pqmjKdbOQeTRpdUvA8VzwBeYTLSTclWPODrRJN6LJP4ldr04gyseJ/N0jkGuxbtdza+Wal/6X1P8VXNblE8hTsFqMaXtMPWBhq4amwzr8vlnDWAD4NkhyquTR+bAdv7Ji2JnTkwsd1n1BC3hThULEQBRJB2bYfGL/JRUz60pb2GqW5WiQ8Zqs1JVEQ9wIkV1fuYitqqYwltTLI1YouFCNqvK7UQCmluPFxn40ooUnJdmyuu0BG2OLyuyU+QbYM60Pkxr/CTIih35a/J7E1a1Ch7EbEsrZyrPsRdP1pTsDDGocte1g39N86kJs8jVYp7kF46L8rQJTeuf57fqmWTMRuhzGgyRuhXZH9E0p4DxAL9y5VcpxU5CKXi2Q3/kje86zQdlh+J1x4rT17D+PKoCuTv0DDb1BSz4muS5vXnuVfZHNB+vZ9mdHHdrk1/kBZQjMTWPRe9vzaeK1vR8NY1bo+s29QtNa14YI+fPF169tLEmmFfK2PGy/FEHpRQrpVDcF62ba4qtCm3MQ/7nOmVAzmCYy6ZyVZtDNupkw/+8mcphp3t79H56VPGuHszBMZyHMm1RDsl/S42I9rWMfEYZeY9t/rzA2wR8Ai0KA8350tqQA1Y30wFUPf7SnwcG8IQcQdsG2mo+1/WNIdn0DzGw3xP7D5GWqf4MBjKKZCAZSAaSgWQgGUgGkoFkIBlIBpKBf4ABduXAN6b6nvv724b3NaYIXLGXi45reukTxLjjNx1dt3EvDxzHhi3l49EsNlDNztGdS/bE77VRTzh4S7X5RvdybhYRq2uuq/y6M6yALQtvGd4y+GLbVnytr4A2mQw5VV8X3VcpxUopr5v51pGPxi3SOGjRIcUR4cq66aR15rF4w/OemuLbApZoNyv2G3+8O4m750BJZ1x67pvQa9xfJI2hG4ApsNH1J5o4VATHJdPZY46aDnI1Y8e5+mbLPdNvDuKWewW479Nxy1n2JQP7M5AHwPtzmhaTgWTgeAbSQzKQDCQDyUAykAwkA8lAMpAM/BkG2F1je0LyhZzGUTq2Gw7uXjB2ZwgHC3ypMvucC3cGqpuxDpWXF0bAsvWi5p8kSQ8pFGBVRxIdF/o7NxTtgJL7s2YZB+6NU2bK5VKrkGc7ed9J3UVxABU/cMmZDtqvO2oGJ8RD/Ft6fO1J/1YfphkHop+v9Bxy7bbVcXW8+l6/qoYCOfJ1ZM7xGAvxOed2/G/hd+nugBreAmG+ZwrXC6ibusROV3COf0ziF/m3Qbb78njJl14VWsNNuOzbaiEef8baVu9zbdgBo815Zkn+OXN3tbENwh8Dnk2DsAKM3xPEBcKm+1GAyGj7bkksxAjuxYIOiDm+p/9+P9Exw9ctoTEDbidcH/Gze2Z+vztM8cg8E4aK/DFI8fPQf/d83ml6/IsM3H6T/MWMM6dkIBlIBpKBX85Ahp8MJAPJQDKQDCQDyUAy8DcYYOuSTEJSfgDXduT4+zkP2qrDJZFxwFAVbq9zF/ALUBhBl9c1wKVdOZiQ4kNxYwfYN/yu+eUwK3BUWPCDj6X9aKUHLHv3qGF1xGgT703z2cw090UHqLb1U5+xqw2iX0N8upFqg1mgouxx/zSmQOQ24lDRPzhb1L1x48ZwsO6a2kYbYznUeaYAG+70U46+XSVz4fOkOfWyrM/O8Kz6+hrnbd0XdWyBqD8lv6QNUUDFf+Di/fkF3eChfB9T4q9ybppfnkXw2Kj3tUgDhKWxTNucL5UDEP7wwyoC99z4mEnRy/cG7NEvfx/ztRmvnnutD7rGOCgD2m+BVwVwnh8ZcMvYQ32jE5G3HrPRtFZ5qs47DDw1aB/lSGXmd2GW3i0slLKSDCQDNxjIA+Ab5GRXMpAMJAPJQDKQDPwwBjKcZCAZSAaSgWQgGfhdDPgeZmy8DtLbSeXJbQntAzJ0BFbOkAKbvGxkAsrnzpdKWIyNyTDAv53oJ2R+khetXXJmBMiMOM2P9aiNsOkHJ1PxR4oec4MExddU6Pgy/lrKXm4qnzH/G4lVg4TW6p1+HdeI4KaddeBTpnHGv8va8NM5avKtEOZL6qZhS8y9rxR6rmYh5Zc1xGQa+VWrrVpRXAWp2EySv161KjZAjI029TUg3V6v5lJ1FbR0xI3GFEFGDfgBqJojcnLzHNVAWeLQi/gq8U3w2BRfC2hO5jJt1IU5H8ojpON9Uxu82WS7iaOqdv4tyio9yuT/f/+Piemj0qymyetgkfnXVcWKZIFgxWNCUzyNuQOKl/ntbawBoBhdR2VjfUpG/Ya0rR/rS/63uvZug+OqfL4DcFhWa3uo7pTqNL/MrWPbbFFzQMW3L/ICYYiyv0GGBFleQzVU35L4ccgK+UjM1z1/6BOj7R3UHIGd/2YE+Yg4h+7Hi7trVj3zVfFVWW7C7QsueQ+H1roe7cfKZZzMHdiav/+fvXddcl3XlTVBj33+dL//o3ZER+xZ5MkPFGVKlmzZlnypgpfSIEEQlyTlGouarkpKxPkeprS26zXGxVxA+wJ8JnH/uBycXBjtpyDCnFN0NQKtAWMh6tMmR0e1jPdgIBhYZ2D1fl+fEiPBQDAQDAQDwUAwEAwEA8FAMPDhDER6wUAwEAx8DgPt5LGXfXY6z+u7W9q4Gu3G+Wr4weA4snuDg2BFqX49Fr1tB8l10tI788HSWK8jFuh1726Td8NSbks680firCEwvZpU8/LiIBpoxCkfjDk0BlL7RST6SFc8++YxO28evPU7iR2Yx8Me+CF1s69GlACWDvCrxXvePad5aFIHc33XZ94c3fDVJq5ZN6gCtK9OeHiw7dMmcUTWyBUsravv3t6+99frt7SpXkezi3G2zP8eGx7wky2foYD2vshamWx6uldh668bq74+ceuIlrXFoFZltXXmXXYKU8vVLO4bj6XA6KW6ecn0ps0zBvhveMYPc6kP6f62FsiEEawCGBXaL7cdNQviO7+aTlviYy84Wk2uFXRhADfgPJCGH1BX/Z3Nn27B76dz+3SRxzoI78HAIgP6V8aiPpTBQDAQDAQDwUAwEAwEA8FAMBAMBANfyUAkHQx8EQM6jEzlpEPs02NJaz4zebhw4uQQPOZp06yT4k0PQ6XwmU16Z/LGHDCdNzHZ1uHpmCkOEtAWd9awzcsLrZSrcjyVPHzbajm0c1OWx9C28d4ELpMUDhnRl9j3gle+Dex7iggKqHqmQYr2rqm+qfayVy5VM43XIrMmZ8OHd53neRTykS51UPN8+YNLHhqAs3pLq/rMegiTxbLNb56tAAAQAElEQVRQtsx6xsY/KeSgSTUXLudfes9POY2S9gANb77Wo+EZN5LyS+s3A17hQtUeUuZJ92tyJN2T6WYMLHrcnHDDwH1pHamTtt9P6t+Y9tAw/v9l071j42dP4T808fvRNr/SYIlkbcCgGgVjYFRsaGA/x4ZpV02gko/ixu9V442D7kuOkbemYMOawhHtW/avGCcXz0k1NHkrLutyy6aNY4vfV9X7ylitxpDBwO9hYL0SPivWR2MkGAgGgoFgIBgIBoKBYCAYCAaCgWAgGAgGvoeBT8pUh5IG5jmha5iPXesz59r4rx4biudEdiTVO4dX3X797X2BhnzvmzSxbnHz8Gt1GeQgWs89aJ5BKHDWPNUiXs5nhy2PZafnNaAFRruzi1F1rdHiTGSXx7W5z4zVeBes2rjN5s6pCwz6Sc2DbqtgLsDeedda0z4S/DpiaiZeKfxq7mJlFpecevT5tG/F9bp72sRyaG2L4t8z9xHbotoA9Twyf485r4hNjQ54BUPdrlObe7oHdZEXoP00dE/gC7DH8Eds5FFQSPNfW656ibt6z25JAGfghq3HuWHjwxt8ud3Wt5QspeTW/BzwRvdWRwbF5tiTWcPkqcACTLWf3btZ/k2Dz6vv29bg0xgM/j5tRV6bTzwAfi3fb4kWQYOBYCAYCAaCgWAgGAgGgoFgIBgIBoKB1zHAwyTAkZOOHYbDxnb4rqct1qPoIQi4mh8+ZGcCthmpQ++ig33+jmgD/ZT+WbJ/iqHYBuypF1Vw4My3U5ojdK09SuXjh/HKiTwaxtz4htaINov8Kpr9VPKAir8zKpkHeO20VWLR4ygHBJk1r/tJxSk/cpct5R9Lig1sqHUsJ5vGkmB6kUuDGb/WETQOkyyWrqI4FcRkviypTWtYhPkc1gOfstJ6m8dufXvgVWP/aGY2S+QgbmkqB/zyUIe1yeSp+r2v8aJxK1pD6ZLSdpiNOVl7adyKHjZKtnshD333pUJw1cybTClZSql1d5eFHISWy7i20nm+km6jvMkTnYkDB7phnPk9Sr9ftW8KtkD2pr3E/NF+0BNn9wIHh6l9Lpi4ZL1Mi9ehqKaGcX3YuMotKWdyq8jaHsWhsuynmKOOFdcn5gyodbOftPbyM6QzCh9f0I8GTzaykiQ3Sk2qp2LIUzWnhiHfPvfd2qrBfRUz7g/uXUC7wZ54aUXl92Qn3UB8ExjccndeY60LtYugNECfWpquNUvZsvBjfC6YFecyD1LztG6lQ1YbaLJsVKwaKSVLKal1zNXic9+yT0+W9WmZlaxyZm0Vlui+z1Rns2/SdJ8Cpe45+zrJzqWU83nWxgZJ/1QUTtwo1HEXRcg7eStRXY1/YpvW31R38j2Q2Ad6Gg4X1l7a+yYUjZ3B3ObnvK76iWvU5bFUZ2sv9dGBFuY4KZJN6zoD+xOQM2D/qRJZTeu6lVfjBLvEm+pm7U373xKxUe4PYuGePYR351KxaQP6gDXwPakxJP0KcSIdtnsjpeT7bG+/7/DXOIbnC7wjoYj5Ugb0L9SXxotgwUAw8FoGIlowEAwEA8FAMBAMBAPBQDAQDAQDL2TguIPCFxZxEYpDygulK9pIk66cvl0Zmhpu7b2W46yDfT+AXUyP4hrMaNnk9XiuZYhbSj3Ixi2HWDq/H+P08WgD7B5DzbWPZ4pUhjxo29KrTlsaudBdy68MdTbJAyraF07WFQ+NEAOs5kZ9YPCOXY9B/ZDADxORBZ4POsgnRoNo9kP9okaPNn6fJPOGbTOJmYfYrPG2WY9b8RCHeI972GFmt3928LboAl61hRbX1scGzlt77uS+VZzPnvaJgaZJ2keAz0LTA9xM4YcEOMLp/T59++hhXEqskukh74qPaqhP7bRisI/6WO9rOXpxa4MH64+N/R4+D6bsm9wfu7zfxMSvzZV/O//a4qKwYCAYCAb+NgNRfTAQDAQDwUAwEAwEA8FAMPDhDOjgiW8mAFP7uWw54gDPebk2mzz59oQfWPrpOy1iIq/MvDF8ZeYwJHIIDgZNFYpNHuVf7e74zt/uTZZ12F5xv+ti/s0hvkG0YXEpDdjshQ70avpQ2qMff6ytfFWveb7ZkngFzddJfb5ZSMym6yX6hIteeUebueCOKbuYEvOkvJHUMHGKXgrtMj1UMUOq2125a19vJg0DifFKenDlsUfNkQ2yB2SRvBZqtuHlWtU7dC8EMy9zZcJ1JO19fF843F3xtx2edH8mx8nvXdH+NCFJS3sCT3va30G/p1T2/gFmHuECzNRjl7GWkygz/8CwPV8nOTvZP3eu5tLVElgae1Ln9Sl2k0+6+4rp0PmqeonDvYb8FHKO/g84PqXOyOP3M8Cn5++vMioMBoKBYCAYCAb+GgNRbzAQDAQDwUAwEAwEA5/EgA5OSYcDReQIKTi8Bs8fGPMwClTv+CRsQ9U+9o4PZuIzkzOdTSCfhk0TOiOiCjyQ5FSU4GBClHwzln66efs1VerorOiJCgeiYFRubqiORVvlz0NXR2/Q7CW9fuxMD3bMoOBHp1ka8VmMANv91SIMjp3nK5Fk3vM1zLoqUqsNedVy30Glas7hkDClLUbQOLZUreaiyfcoqaJBVema5D7vTwbPnWrG+wogs0NRG5w9vKtFvq3+N+Tge1zxm9w5hew8Z30+ANW654aVu53Tfdqdfw5So+DpPe3xlgOtnX/iXrFTIuSV9fncrJu8MmvzkEqVbdZPwP98nfO4l1hzu5Wd5j53ER885+W7Zr+6XuKB72Ipsg0GPpsBfSR/doKRXTAQDAQDwUAwEAwEA8HAfQyEdTAQDAQDwUAw8EkMcJgHOIBA6pzeTAfF5DgImvtBh8JFMAHJgfQzcZiLDx78tiRL/f5g6y5IZuUF/VYVc/EhEBy0qbSdSGwa2uB+0kMoPOtFm18ly8Pfa8jjr1nVgby3JbMeHXu7SlPf+BuwDnSyKYC2AqptDj3UliSuV6V5fPuLdfCqlRRUTOCG+7zx9yN7lKwclYOpllqDclW/52Oxftm7jWz5lb9J/cTf5hTwU6hRurIIxRz0+1R19uK8DV1RaR5fOXpOkkXweoy/LPkjdUVR3thm5SUT6YujOD9Zt12FlLrPi/z+LAA9SBqTxNGQy3Eim5Iz88dE2ZIISOUkWUFNS/ihTs1yKaKUreVUHHoSpU+C4jCtYxIMHiSz8CMgQfOdGQfyi84ks6AQr7v02WjgVRHFm/PuMbOZ+LMdX7oTjc/6fMpal4pH3ZNqw6M+XjFPLKpmM2rnM3GMqT1tPcaBvRpE7lH98u3N2jJjVLeXXaAZPCSTbxvi/OO+0l7yNZf0+1G6InAvgaLPlCwU/7zSzxLZGfDsyLChJpN1D1Zk3ZIVubtPyzCOdOAbDPrq5fXv8AEayCBpUwDa34T/Tmb/WJYx6WSXm2jQ8eE7Ypzw9xrs6Wv4e4xExQsM6NZa0IYqGAgGgoFgIBgIBoKBYCAYCAa+kYHIORgIBoKBz2ZAB5N9gnQ5vOaguNc/1G6HYMNkzhHxS4wmh6GHhec6ma3DyEm/dYhKmywa6G9Bmys5nuKuxKHm8UB7i+/7bTyyUrl/5oYZ5O81EgBojoQeC6rBJe6wUY0ccKMBvp5KDEkfaFo9K6azCxTb3Ku8ISW4uibduzGZ32I0ebe3hye0iKLRnNshL/pLTuEaE3AeX7O2ejQ/Nbabr3V3N6feNBj2kbHfvG2eo935ggef6Lk2FotURZ5mUKzS4HtJJm+5lBc1N7w8hyG+7mMbsW8SWbVl51oP79S2J/j2pd03vV29iU3zn0VKlPa4J5+KgqcrDuAUrJiIeh/xO0J5tfxcqTe8kydS3buvxENtn0WEusZF+bhPD44e78ANn35TGU/7eNRBX8U9D2/uzplA4NFED59HRddweALfECByDAauMnDPZ8hVRzEYDAQDwUAwEAwEA8FAMBAMBAPBQDDwTgYidjDwvQzsff64t7/GLA/KOIqsfVoCB9OgKnd8x3fSgyWwo9uNrqgVJNlvPzyCeaBJGy/O7omxZk4OYG7j8xQKPVib/6g+6clCjzU/xE7KY3VcY8+Mr/ndS09ugDUGvV/0Db1+0hZPBiZK074dcKN+83uHyDI0HuIIerBje79aHHJV29dNMdq3vNW88yLf9SnuXyapYd30JSNjHspnc0DWoWHzpC2GJMGa99gy75qNfGlti0k6rtneHvP168waf51qsakUlm6HRdtHleTmn4mikTa5mdqP+vN5OGGtH3REHjCPr5ZKk+ieRb+ucOzpyilxaaupa8+IVj/D5PLs3173UmFZ0e6N3dvTbpCri4v1anhw2S98PqpQuY9OjXnBwB9n4Hb53Oe3rcIiGAgGgoFgIBgIBoKBYCAYCAaCgWAgGAgGPpeBj8nsjx3j6XB4f+p7Dvt2jVR0Usuvt6y9T3iHhAbyoY0UuuZlJRq/46JmfvXmxRRigIuBxxQtTpFP4jXc9qYJWhu3G5u16uSPEqy+J/vOFzUdmPl2np9Lwu8fLa6vc76nKGyB4iN4CqXmtYulbsCOXymL/HMQX863eD+q9pSSpdQfc6ejQrnfUvL4q4Jpu3Lh7dgsZgHF80xz+UVobHrMJ3jCgwFPD+fjC/2idWXaW/Y3qS7kdK+K/O+dc6R9X1a/DHANWmzaoPWRfS19m7E1uF0ftDP0sa7/2iZJXcNrs4lowcA3MtD/ZPzG/CPnKwzEUDAQDAQDwUAwEAwEA8FAMBAMBAPBwPcwUP/+XLE1+T2VcNRwUh1Z4O9/Fh2Uc4B3vYLC39tbgw7br88+bpTDTw5g+cYVUQoPjQQOXQG6LcC2X1v6PRijL9KsfRHSOj741bVlHCBi5TSdkgE0R2L+Kz1rrKK0BuQfS4KJGys/VlGMfkLnY+wHUHxPsKwj9BChqFMk4aL613QtQB4erDr3w4DUxrq4lM7bCkdf3acvpWLFi9Z+LoLXMOStHMkTkGvWuhTQ1y0bqdyHllG5Vk6KbJhXkTCBIuVbMy8lW0WRVEEaecX1o3xBkUwCSdEu4sAhnfcls1BUFEiqB5gkKJI98HMVsmeeVlplZku60ZIWkz3dQ4NPXUUPbKnD/NuhybQgAlxXnrXCPqJPLsk8AfWd2IMlmzmKpEBXoghJ/oGcynVy0AaiyjL7x5hW4xX5KT4x2SklO/pFrAYjF6H1kWRwRjZ2ZvK6TLUIZtI9BqNOo/asdy5F4p7qgfopsILJivZr1lrMXSUtQsrFRiin1IH1maPI3rmSHRwB70vfuGlxsu5kUEo20OyQxGl2e0kxaOSg22X4Fe4FgoX6OWPtvlLu5DCCfgdqLPTFjwmF/FVLAWonRzEJh6n2CRQnyRbuqC2lZCldgrFnIFZNPzkqyBeQC1IoE2SlqJylU8NAzT95m35D+6xqXMrCeaXf51vgRvEyPocB/3xSra+4f4kLhtDW6p330VMb+5w2c5BFuTvIH3R9xuVQdRdjXg98OVogl+0+9s6ub+SS4l5IbQAAEABJREFUtVjIImksxBL4PB5xPQXW9KQ92mB8012ov0I8m8vGBxJ+rrvccRQuBeXT8prIW5H6z9Cl9jC/qKZryBoHg3mIX8YAPx1/WUlRTjAQDJhZkBAMBAPBQDAQDAQDwUAwEAwEA8HAZzFQXpcOB357Rtvb3+3cWsQmzzPaIZ7ZCwk9h7/ZIuM51if1lutWjNS6dVBKB6h8ZtMEtAHtZ+BxhkNgb+tgFHnbpxIajMijARVt5DIYBcujG7S7mpyruM8tFYClWWv63haOQa87ot0eghAL3BODOqZQj4eNwNSeAz0Ygtwbb5h2vHh00e/IjIcLupWuzIC/K8M3hlJKepBej7l5XmR7vhb4YS0BdYE9w23xRY0TxoYc0c2xxd+qDX7BuLcvLeEBbZPEp98k7WfhKXROmm94uPajsNl1U282H5lz0+kdBtSauySosXXZa6C5g3PQ+ndLgt096ZdMgFTwS8qJMoKBNQbqT8a10dAHA8FAMBAMfCEDkXIwEAwEA8FAMBAMBAPBQDDwYQzokJFzNvCqzDjwaAenTT4bu/fT2tQEln2TRcOKhbjhW1zLPtL52N0fJKVlJy/Qeo7K9WYovsly0+jSgMrgdD6yFhdWfY4mICV2vogAmlvaoPWrTHqqtZR3HTVjRmqdBcncOg65oBq5Xl3GaFftfu/kBfANx3PPLa5LDTap5qYLv45N1i8w4ttRWo0kmfxe4j8mWMIdubT1WZnSOIPnFZMd1NtcJOXKOoN+Bnry7HXnNvyce8+1xILzLql1sBHNa1KDMYkHrpOv68lc+qfmA06emOI8iuMnXNw1FbYciom8a/ILjNlncNJCkSN9ZNM9I/FFDHzgkz6S/h7AFz6JgZz7ZKcyNtfv2ed2IXafyz0xe1v3MUuu6YgxG7ro4gu7cc6FxfcpvJ4PvX++j83I+JMZ4PPqk/OL3IKBYCAYCAaCgWDgHgbCNhgIBoKBYCAYCAaCgXczoAM1A8qDw0IJ4zweVQN9e9HLD/mejEXeuOBAtrZ5BzwgacCiYay8KW5IfM1RpxSRVWpzeG++mxzUOwu+geSQXyqUOPZSkfOK5v0+AXLq0Y/t027em7d5X3oedvsGU/LqXl5tDvJytGqY2wPbolWvo+1eGnq7i2scJ69P+SAfiHzNd3Un39ZQNUe9/5yyZa8j6yFheTwMUxse9/LymXx2cT+T+hh80rm1DrfGR68LjbYTmsRk7m/ex+YeDPN9jSeF3ePkiu3gf2ZBRWCmVnew93xoS7Xj5espf0XBr1dLbCDjPS/iAvm8Hl8GXDKSOa2HcGuujyvGQ85nk3DjkFO/ZyRnJurCabaizxU+W7CXcreL9cUZoQHthnm/6a/JpTnk7FgalDPG+vqbWWJA43EFA8HAdzAQD4C/Y50iy2AgGAgGgoFgIBgIBm4yEAbBQDAQDAQDwcDbGdDBIIeEgAMH5JgTnQEyM45Px7GdG4TZyyW5chjLQaj7lPPiJ6CMuGbhTUb+DbfLIb5J08OcCXxV4BvwsApp/igQNs2MRICa5no77EWYCYZIlN4DdeFv9alRSjH/Fbv8CuUB/LpK4GMa978nqLEmi+ZWFKmKzf/+YNEcIPeTa5Kb6Pb+xOKZTjElYuZrw07VQX/LI6tfhr+zqXZp+aumgo1k1nhFsYKug4qUW/mXnY3z5c+kc8i/4ia12ScqzeBbyex64dOBV+VXhfJVXoX87ceyajPlCJJkD5MdaOud5WOExqh77GuM/hk/4gXAK6B2KmWfN5DRPsB74UEccG7zxd1zzk0cXORbdVkcGJx0KGrfAlUU+US+G9wnLQcYb23yq2Bdar1FxlXX+kjG7wB7QbDCuhJRUn59U7MeDS2RByReU1tXrUcSHnCzcUqW3RlJmwtI6RdtYGNdzdaHd3vDKzTycwmMGxrlGAWrsbOtwXzWqmF0fJ7uJufuYquuiflsrbhLe+IFp3weOp7wc2uqltO8Pgq4Ysx+Y42L9h0/q6+YPj9EUp0XuACoHgHuGpYWhjF2Djzgnz50EBP+aaP/VlAD+Iz8uTuEdr/N5WckGVl8OQPaYV9eQaQfDAQDwUAwEAwEA8FAMBAMBAPBQDAQDAQDH88Ah4jADxZflO3eB5UctFODmd45DdXhrznUf6im6/OK4nAICx5y/8Qk1gkQm7p7V3vz2vve2iYv0Oxhkj6y6e6TrSp5aGvbHuIgL5zJTutzff1hsOHCwaDAj5rEHKE5g1ojb7pIoMc0DdgCrh0b3lt6plAHJu+9b9U7Gdu/w0MawEObk68b8XeIgxuwg6sjXdy+N1gDsJYFY2Bt/F49/9ED/hrunT+3H/xwrwJf47nNE318gs0u2BTKiTlgx3zcs+65tqbIc1oa8A5W3qhv5ABq78p7m3/FZBji50LDoJoIPIGJ8os6MAi3yHnaJ/+PDLLxH5YUPrfnBh/epyZq0w71f8H06TLGhziyoR//Le1v3pvDGoQIBjYxEA+AN9EURsFAMBAMBAPBQDAQDAQDwUAwEAx8KgORVzDwHQxw2AYusz3miJEzWYcCLsfVwB0XPgDZMi2V4t/x5Zsk9YES2jk4dmmYj9U+PkHtXb57DS3o5fBhGrImL+J7jcqBNroaVAoDtffoO/7wuzafMTAfR+fQAD4knrpOOg1P5aQ1LcbabnV2KrbxVwrLcMGp18AQMN7AguGOqiRf5E1spEOPAfhWG2Ma7i40oFO1Jg+UgOY2Fb7O1lnqBjWvXeLeelyzfWiMHa31VYyktTaecNiTLy0VtQJfuivu4KXB7a/YHjGUWq6Svf+WU69bblf+lsc+QTvkp/U18PaUWGXlRC5gj/021OSetY4JSIeUePnV9g5yHhwdeTXMx+/pU2/z0+Q987fZ8jlVfJVajDHuzEHSzV7RBkprHCZ7PvcI0mrTDtXPvGWPbqMhpMSvu1hneAW/rrgo6A8wsL1E7vPt1mEZDAQDwUAwEAwEA8FAMBAMBAPBQDAQDAQDn8PAN2TC2SgYcp0eJtaBqW4w/DDBYSEpTXKt6ZvOgxmagrEeGp3MVd/8uNlWX709v4q1D0SfX7+7OvnZAeXex8cd/fprfTksR6OM/JtQtb32zry1Mbi7Or46cRhQnvgYek+INK4Gh/v3OUqL5svaqSk2oIjHQ9dzGnbslVIMwCF5aEXHsdqne27Rc2xTuenHvLFXSKZJ2h3gfwlwAxZK7mavNIkFuuH2WdKpXtZ8qIaXZbdnoKVKWYiGaSzugR7T0Qd6hHlg2iNTppW2wFPtVb9tihtNOq75hDeqAY/nsmV2rf2aJZ8P/AxEFn4l/OMJ3T3zWl7bnFHfGWs/5zwOZtucfoDVVyX7AXxFCn+NgXgA/AtXPEoKBoKBYCAYCAaCgWAgGAgGgoFgIBgIBjjMbiyckh/pte7ussXyg9H2QIkoOpdLJRkwSUCbwwi+NduQZHsLJetBVQdNeclFXv4NEdX1I/yf/4ol8lCbuhss/9gERf0OSXP8b6bO5g1qDWWHcagsnO3/Vw/o/tdrJZaCeBs5NA4R1J2KGTCSNEVU7mZSCkW1FT20xIB2NtXr3waVYXex1u6j0y02mdswGrQdgpdR6Y0xP/XGtlKjLdXdFzkCE/cifJxfVDMw1QuK6iyqu7jeLGtfq0nDkdRh7YAG5ao48A3YSz3QASr03LOKUA7Vf7GUkmNMaOdGJp58Ek/C/KGAdCwFX+xFX6hXuvEeFBfZUbxm6qQm6sCHlBLn/0hAHeNXpp5h6qcOrLN4UsAi/hx9PLXt6RcMC/5tTMVrcSTzj3JVjKQYSzDVDxiTyfmSQgzobjBbyhm+NMCghOpTLDUu+hn92esxLdXHOpEnEtD+Ufag+D7W6peaJ2P3YDVpNlKDYpnWmM+MVfsHBliDrPyzGhkpH3Df5+8x2aADivZvD02ZXP1c2vajxQbZg+g+MYfXo5qwAVk1jnxm+KywnV/Kxktq913hM0PIyiVrDStM262u5zm89rpsbID70WBRXeRv4sXKf1ahSuTL9RpvewYJ0G+FQjx11XpqLR5T+SDN8/1ROnVMDQNJXACZiQOFpiEwpwe2oOlMP8ezfBbB5GOEXLzzyloH0HIos37Tr8msesqAkTP7ETcDVOt5DxTtLfE58IVP/u2jW8u0pbXD0RyLPNQ3fPReBCsar8iqIWuZQLmwa4pqq5rGedN2s0unZCml1rXT6TTpjwO7NYb7sX1GzuVuccLRX2bg9JeLj9qDgV/IQJQUDAQDwUAwEAwEA8FAMBAMBAPBwAcywIFaw0J66+d2C8ZvVq3k2qprcnuWzLhtzQFmb8UBaeF0tFce0J5nV/wAlUPLGqzo4Li2Vt5X+Fqynsdashl18tvb0wbj+N2N/ojsXN9VN8qhH/f4M9153EfP3VmLB7FFB+4z9dBdnDuMPSeK9lC5tYbPhbD17BkBTwbYabpzAR8zXHVP+uCqUTfI/gCd6qgmaTUQg3Yvab8OFA2I2CTtPfF4hXXtzw+FbmXVIs3tjqpsHsefY8+VF/21LC8MVxTnap71tBJgdzV5grnjJd3cpvXPtuXis8v3iT6ni/8cvJzRNN8gz3Veybacx1qzyfNItIKBYOCTGej/dfvJeUZuwUAwEAwEAzcZCINgIBgIBoKBYCAYCAaCgWDgkgH+j/+mg77LqaHpGODAvevu1OQoFay7Y+2AGQ8lhfYNkfUpu4ycSjJqTlbs31qKGGyMlmR3aX52fFLzclyTVq62r93vis096hr/pAP/4nXfM1cU+d9RJJfLeWhPl+peg0nfp806S2oZrHTfSJJq14vQRW+6luvmG7NgMWoetaxdjzZA5ehb/23SayAbkLxW8nK8ICn2l0OxkmCFt2ewPhf/ra7WJrbrbsTFZt3zJ4/UdTXuRDb021NNykBg3wH19rzkWZ9VVvexHfla3zDslYYjM3i1b2rifgHEhuu6u85cJK3pSfsMmSSx+wakcwl176jf6/oaqNkhm17vG2+iiE4wEAx8MgPcx5+cX+QWDAQDwUAwEAwEA1sYCJtgIBgIBoKBYCAYCAYWGODg0uaHdwt2x6tIomHHaDwka9jR7RZXVMOvQ2ygv2Xe2YYZPc4jn9D60UPHeq7NQz5ArvPMlnRzm6E/MaUjcPK8df3cTnPag/DB7V4ip5MV3TDF9D9irTkmhYZmo3mteSnPg+dWc0AsQTHn81IR5+k/V5OXNw56Yw/Xb7Qpl0JuXSC4AJ2qNc/1VA39BjS0F0pjaAGq140lV+ItTNqucp/y7ftnVuN2L/dZdjGJCMjA19PJuc/dPdZz98QccY+j3WzJCOCwSdp7AWYH8Lmyl9s7/ZwrY7UF9gC4089NcwzkHuG3jTfmb81grr+jD5cP5D+shN9ttO+IeGFKFW3v+mcVFmei6V2Bz9Y4UuKOq+hnIObMzOKhCAYXQg2fDn8WSmxyuA1YBlPLNO0+3EteM/6zas4P+9k8UfH8P3pDgs0THzQkBhFJFrsAABAASURBVGD6XqThKxAMfAAD8QD4AxYhUggGgoFgIBgIBoKBYOAZBmJuMBAMBAPBQDDQM8D/0T/p1BBwXtmPvaVNEoBTaiTwRDhla3DF9jcO6sD2GftbkvrMq2ifada6HKBi3WPN9j16Dtot/z9+2MuSLZQ7SazwazEF4wEickD/YJG28WDT8aPz3Wzo6q+zrg8fm59Ryl/BfnyUIO4OWHtfCRVZBK+9q45c6BZ+VbLyUdLWUMqPZQHp8L+rONTizuRZXCRBhmbyUVRP1hzNtKbGX5Lv9JPMwd/h9L9HWexHfuSFFHYBvhTG/v//Y9yVFYpdHNK5zErpZ0RWXcCUN0nXepLGy4iseYyZCEwC7erzbHPu478iiw8zrStIg9yl0t6J/OIbKA6fjz16y6V20UJdhWqnNpFhztHAkypUNDGe5FXQUqqv9sEX9ywLi6ROZUC3YsiDFBifQMrWV3O/i8L1aWIHfEM3KcskVk8CMvl+omINHHjVuOZV2fCCO/huDwpNOVUMBkcL55kg1A9o9/B/IUjRpJrtwrygnyiGDoNDc4MgjQtsmLdmorvXmcQnHy1rdpVrWXOfsxi+45v1lhpOVtLJslC0svrk0uTSQb6tWBJPqSSXJ7VlcMiVf34s62eGlan79R75nZE0j/3YkDQRHVBz45VVp4mNrLu3tu0VL5J9RZxJjKzeACepqB9XMPDdDPSf6t9dSWQfDAQDwUAwEAwEA8FAMBAM/D0GouJgIBgIBi4Z+KrzqmdP+IaDOkNeUnGkBpp1/juGoO0YNWsNZjImyQFjA6q78Sx/ywGVmc6b9SjF3Rc/9NXzrWXjuZbJc13f13hy76YDZXW0dkmwm68sC4GDfc1XZ9crq1Z5NyTreM25TJW7OUwv+hJ3XNSNOdKjekW00ILKSdXcygf7R0B0cqfmcT5KsnE5atUgF6DmEVf6kVdwVIys9cqKIXDPUaN6k+ui5snots7Eh2INs4r2LYDro9ZzCDURrC8KYjbQ74FNA3rayO8CXEO+pLh+Ve7rXCkP60FuO2bVP3T0/bzm+56469XUJ4DUc9sfFvN9js7331qaN/Q+V+nN/V6fVnTPN4uiBpC4cTUrZBG3wPzzwjWaDQ8m30rIjn35f1SiEPVBtBqrFzmBVYNx4LGs8d1jdHdQo4/VeD8olLtt8bwzvBF3aH6WiGyCgbsYiAfAd9EVxsFAMBAMBAPBQDAQDAQDwUAwEAx8CgORRzBwHwMc+oH7Zj1prYAcoQGdli4742R3dXB5ylnLsUbDWfuKlkrzM/HHY8kDtTfccCRrZ0nn0R436bGsoeFBALC9X0TE54/icfwslGwcSI/gW5F6MkwfyyXghZyXxjhU55tJ6+NGhQ7r6x00tuPL85A/cgFqbrp8nm/wFfOV9U0yT/5QQY2Fi28xYuNDO68vfsm7IcHnSp4e/8pbUm5g2eSkvVOxPN5rIRGceuVubbyyruCkPdscUzYPleAioSQF5E4gXo+THgomYSf3q276mF7XquV0gHlTzbf0fIWVrKT2pBovu+AX3nq8JjiRZxuWJB4KLt74HHho7vKkWWbLRhu1lAX8Pr3Dsc+ZxFibTP1gYrzQgfPT8LmWjG//rn/+2ce94OOxpE6a1kPdl13nNXs8/5clG4GCgYMZuN89d+79s2JGMBAMBAPBQDAQDAQDwUAwEAwEA8FAMBAMvI+BlcgcTa4MHaZuD/+IDS4CoQQXA1+uOJ9J3llITwbtBtt8/M4M8/jesiNfPCtjjR+O5Hk+kSHzBXLIJOOuHs7GZ6+94ZU4E+ghN/ZFD7+R2Dj3ysklys1g0tnYfZ273iqqsQyxXPGut4XkFlTKjpqAmk9d+AA4Oe64sji//McMFW1P5b04XyaJopaRkp0EO+jl9bKHG7ULca4MLVh/supe8ue1wETDfOx6n8gN1y33Gm33CPny7cXeL7pzn7zOPbUYblB3z4tYAJ9N0j4Kvr91T1+NpfFp/FY8cjpCb+pr2mP8AstuLsyeVxT9G6HITUW6/weQ5j52NZ4fm338rA2r9EASx3h9IJGYEgw8xUD7afGUk5j8GQxEFsFAMBAMBAPBQDAQDAQDwUAwEAwEA5/LQNYh5DU8mzn/B7//dkRK9fAqnaqsR4bPRrmc7955wCDQ9hwIJtNBqGVWcl6GePHDRc0v19DskFlHn4B2jzZfOg+641tKaflBjWJaB2phnZE9pjobpmTJipMOcxPfDOTXlzbQt/bikD8b34Byjl0N46w8cMX+bwOXSfmd9JDMv5lazMghlZNkBbVOa6wP2NADLb6KzkYbu4YfK6pSDq2+qKgHWuZYUQZac7OT0Ua/J06sr47X4Rc034mG6kaX4IK1Rg4oyglgBiovJl4qWFdg+cdAKZIDaCe1gTaCJXxbfVEzIVJKllKqyh3f8UiuY13Qqo6vBjkxaFqXon2n3Ne/6aZ6TKuoOdQzR9bqgiI/PbKKayhqT0rTWk/6T3b6WuEZaNkM4LqQmxrkU5TL0ueQSc+8NSTLBrTI8tQukSp91WUpsyXF4j7yOPiU9sirxSmKu1QXNffQSqrEonK19uzHjSiqZR3ZVLgZ+wk+fG+pu9OlTOX5JM/JZdH94jXpZ04esJ5brfVUZ+rTpQzIkmfMU83iZQLV32xSUh7qF3HOz1/QxvaV7OzqkZ0GkuoFJ8XX7Wymvun+TcrXHLpfda/agORjU53vE83/KZoumeVDl6kcKRTP/fig4bfGFW9SkREgdr/M6Ogj5eHu6584BUYiQgHKbXSknMjFJHsUPpu0M7KSL9hrnnVI4gGYeOiR6GtMU1Uz62nG9JT+KSQVq08s5XXc+iqULvI+Kf+aUzbr8q9t9jA5LoGxKbIKwWdFVl3yqThrVynyq8Efyay7QkK911y+Z4piwbXqLuKBmtFLe75K8b1oblfE0QxnS28V2TdM+dAnoNa9qMgaqnLnk3Z+k2ez4YaY5qCR0lDzUXGy1Tq1fxs2afEKBm4zUD+xbtuFRTAQDHw2A5FdMBAMBAPBQDAQDAQDwUAwEAz8dQZ03vUOCgoHbi3wm3Jo4d8lhzO8O8K3GVXW99vTL+0uNbe9PGihA0lmEnEJjF2F9gbzrtpcGWyHtdXkGU/Vw9p7i1N0+sveRurZkM6VVYCutXnX9UwE61atoiKewbql7TLEAXqLOXV4Pc+p7bS37G9qs9rjQLudhushw6rdgwMtN7h16HOrsMYCLot4R67icVpWXTLAw6OUWnZo9kXdwwclf1eq5ACY1CTtPdF4bHLB91GhF0Idq+qO9P3e6aMtFVn87oKZHuOsMrauNvq5tC+M8QPmA9It2s/tNvR7P9y37PHr04rXjg1ze6C7D5pd7pvxG6zbA0pq+cjyPzIp2HoS2m7j5n3SVUz/uwx0Py3+LglReTAQDAQD381AZB8MBAPBQDAQDAQDwUAwEAx8LwP+IOrRw7uiY40B+FGvPjp61N8dNHIux7ecmPJ4uHT+Rm+RR2qx6YsYFSdLGm8wKmUO8otPCNe/WVp54Jt5yZsnvTdUjRS7XZVjE8cV9vii2tYXe3ar7d52Sfsm+X4y3z0wupjPuMfs6gv+FudfnWW+/0/9w9fyP5qRhH0vcsPrvXkyBzybDfu8wpxve3h/2X2vG8kzDO5z+onWfDZQiaTv2YUcxTkWL+OeldY9tpDJTirVysZ2b1nvDWr+oos1o0zg9+8DteFDbD0wcz5lP09zz8/04QY84+P6XLHn95WkfnZctz1u9Ngaj8s7PAcD72SAu/ad8SN2MBAMBAPBQDAQDDzDQMwNBoKBYCAYCAaCgWDgkxjgbPRN+SyF5rxSZ/6HnPfjl18h6zGWgk94wHoO4/GArb4wXx0cBvw0lEP/n0FxnFhMx795RnywFpuZ4HL8Jm3++zeZi/85Lv29XqOc4AAsBL9d38KkV6mg1e8MGuwf1eJ81wT6Z7JVs/TOnCV90+G7oenOMnk8fGBz1tsBDxj8XlUIl0kNLsI20J/D15X8wHxQfcYb1N18EXOz8WOG7XOJzKn5MS97zoJ0gM8mae8Fr1TOJP1zUc3+mnM+7/e2D7WJ28H3No44ege0d0BzMXmwrLhN30n2AGsPOvUxzXYfNLlzFHYMcLcb1643o73Mknvc/oYjt5Y3avV1Vtt1x72xhmA5wpjU8vDO2qXba+cQq+7Y06uDv3GApQW/sbao6WUMHPAT6GW5R6BgIBgIBoKBYCAYCAb+NANRfDAQDAQDwUAw8AkMcCAHOALlnIp2e7I5Hth2iaLr0Q093JwfbuDfc5FH8qGt5r4XQTZ5HJmRdRE1FaeSLQlS+uW/ypKnbrnUv19HWyg69XV4u1jJZtX2x3L5T+0fQXPcy3Fv/JrNQg4OYgrKlV8NCdpY3y5KtuiAvPjfYfxR60c1C5qXBPPairlv9V0yx/8G348xP6tPVUU6awfuLtG+BkU1EylL1hzJDYj3rAVR7loMA9TVQL8o/8K8HrKvflT7oMf/a8FdwyYmB2rJzrfxty+Vn3ldJh3jZ5iP/Vizu6hNlFRd9Ve8/qxpxaE3n5uGOEX166Yw+DAe/PJgq/B3NvdjQykZnwPabqNMct9DXb+qLislgYmunb2x/8BMvdyFZ9BGaYPWP0ZSq4rweqm9Ran1GUMOe8lLUT0JSV9j5H6B8cZ/THAyrRnQnmveYRpUm6od22vrW822vbMPHM08qwEk2l7++X/VIarECy7WHuxR3vZ0qbnH9pl7W7LVqB0033276R6X8saaa6+NP5Med3bXTBhuE+qDWOVigJElNOvnJN+85j5Cvm4nm/laKmCTVNG36X8rkj6B+fkHFmtgWfm8BP5ZohWYy8WJoQwGpgxo50wV0QsGgoFgIBgIBoKBYCAYCAaCgY9nIBIMBoKBYOAjGfDzqndkthQ4DYeHyscPDCX3vAiJ3+aTNmj9KrGqrYfe++ljW4WNzlC2Q99RuWuDw0kgNi/9cgjeYORyabI4b8nsQoc/MNRHnPHAHf3FhDcoyI1ckG8I/1TI4UiQpwiN29U1XAtU6+535NSycYOcjniPuIB11WG46w56I1Puz/ZgjJwb1kMyaxglTzB0q2C8oWo+4R22G6iXDD8hryNz4AFw/axRtRfrdGTk5ltxfR9Lck95mzHuM3Ya7deC/T7i0NDsNtVNzXAPDo133TnZOET7kNX1CQ+NyrPXiSTaQ042T2rruHnCFxtq2Vazh4fVwW8cuG/rfGOFkfMHMMBPoQ9II1IIBoKBYCAYCAaCgWAgGAgGgoFgIBjYxkBYBQPBwMgAB7ADOHNvGMcPbHBISbxnQ7ifDU6W7Y4/PdwUQUZ8MwiQ54ZyRpNUTgZGhcnZuTO2kuxOI+6NMro5sLGc99aAVMR+GrF14qN24tL4ZtEwP0kmvo0rObmwAxMlnVrvSXPIGc06qu3SOHPByYo/Aj7JiDzIR83drurXzPdoMe25CtMrdVBzcmEPJsoP7/QouvDYAAAQAElEQVT1VG7XE6Y2sG7xHSPUSd2s87V6sDumIo8s15KTp1RkJfWBV/0PdC4DUOuIy+EdNdSouvk84bMC7Oj9EVdkRO1DVo+48M8K9hJ4yMGOk6gFzF16nXPlIX096NZntPGQ33FIkNEpnANqBuNANIKBP8vA44XzOfj47JgZDAQDwUAwEAwEA8FAMBAMBAPBQDAQDAQDr2PgwyNxGPnhKe6Xnh4i3Xa2PyNFh7BrB/638znAQjxcr/L6qKmeij43VakHi6VkKy4VpA1785bPZrxdtjhVtriS/MrjzW5Ibo4Nk9uUDaZ7m/Crl4t4vt9v8ge2Nrzb4isN2irr+6CaiZLhmocMJo8QYvF6goHGdZNPuPqeqY9sG+aAG1WW4XOoyQvzDT4u5uyhUF7b3By1E95V+HrVrdIm1y1j5IIBlrNHM3AyGWiKkMFAMPAtDMQD4G9ZqSt5xlAwEAwEA8FAMBAMBAPBQDAQDAQDwUAw0A6mL6QeYBXhKIb4dgbggIEzQtr+TE8Bl44L0fWQmV/plKyHK9fekh4WlR+jrpKTZaGUpH6yU/qnB0j/9ExRGe34TSR49b8BW4jdHlCqErjtgF0P/7KMnmsVzctCyZoPSvWRJUGhHkfVF/ksGiv8/VzpzczomztUXHGArnFG+0hkxQPF4w+RxO/JTpYkTaybXqz/GclM62I+rsGlK/2YCV6n15qtiCfr45h5jCQ/FfJrr3sV1kHrcS1iUc4ga63Oa/lj9EHBxwJkYCpYF3VrXYnj+6VY6fbJtdjPjBXlzfxCXBpzaN0NZK2TkBxFqmKm+86Uq2OcJ/3YZp1O6iXtkmzJY2UbX1rPwoim6O6t47KhPdrs0CALoz5HVhxxO6xFli6rvRqG2gW+jeZQsS6V8/kb6apRfs4xNDj2K29FMSp+rPgeIQetuezQr8Z/cCApBROQQEENEKvHj/ICvW6pfTMN1bFcf6l8izclIDfZpLBXvRQNGlS6uNbeykIZYJIN7P8iLtagFdZOtRFJtg7dA0mgHvYSFoXPPBQvQCk1SPE9RY1SaC2Sf3aoLwIoM8sQLNU36jWvjVOLtwed+frJWZpD8XxszlDN61XvRUUW1Qh8H6rtdSn/sRbZoOvButdxcaU543zNo829AdznoEPvUN98jjh5UaGw3EKxzWDfoTelomVSg7xG1M+fNmdVNnuc9HD9j69w1gdJ1voTd9XPkwPOK/EHP2Pf8+hrE+fa49bQ7GXHms7BGoPBbFUUFQey30/iLq2aHj/gsVUn7It3W8LxWewSob/nHmnvksQfdtJ/bvxhGqL0YOBrGYjEg4FgIBgIBoKBYCAYCAaCgWAgGBgevX0AETqfe0cWfk72jsCbYqZxfdIm++tGpejBkQ45r1u9cPSQNVeN1NlBZ89dUXsw2blTE145mETOoeGXXVQGFgIeovJaX7GfbuyTmgeH3ZR5wxiTBzDyeoB7fF/DA+m+ZkpL+sBohLD6GHaIcsACDJ6bqDFbr5OrA53NQrPoQVPRfdKwYPIBqsrrgyV+QP47piAqXsfD6yJdZ+g1eYja62n8gtHGZJMvK2lOLgmAlyUQgX4jA/EA+DeuatQUDAQDf4SBKDMYCAaCgWAgGAgGgoFgIBgw/0bS9OHYH2IlZfNvYVHy/OBMugSkhx/a6u524Q+/1x0quD/4MP97grftV7wl9FlvA3BUUOpYpwzQ6JGXotS9thKEbEhrOkz9U82jvaQ6T/kkHk9ac6I96mnbPGpxyBwpUa+V0O1boSvDde78XfTg2+dqDMl8h8ZO0jEO1HzLRWzwaHDmgrX5XqsGsenbUu16ObdwKhBnV+cvcXZfEOdzqJXa75v9jdZ+t+g5s6Q+K1hjta5+Zu1b5RBNsQ2M/9nPvlHu8ca6D1ndM81t4S9p/7T5TaJzg/kbP4+ou2E+/oY+NRAW6VyoHvpbQa1j3cOk5st8Zw2j1D6MHyWW8ie/pIBA4ldd1NZqpr2tuDsXeM2p3BCT1UW+jF/ikpMkIhAM7MUAe3kvX+EnGAgGgoFgIBgIBl7FQMQJBoKBYCAYCAaCgWBADPjB1CcdFnlCSuwdl2JzDssj0v7sXeq+u19m4h3f6w5lYD3WLS9GmHah7BU3DXrjfdq3Qk7G6Qh+esqKAFtcB9YM2OR1ySw2/KZVQHtifmRHZTT3NataS9PdL1fmd3Hu93nkDPIFSzGKFa0xmI62YiST5oKpwbknExNYUwmaVlJl+mz0fKvtmyZHjxehlO84+L2NorocKoGaJd58KaHxE4D2vulQY9G+QQIbN5Pi0JY49mLfCOx14AnsGPENrvZfpRcX8eS6FxGgFeUX8Foq2U5Coqf1LSqFfcY4duq+7FJaY6y+PSoPbrwiJpw6vwpG+2ZJ+jmkRTKH33usELDHX09Ovyewypyat9hIMB0997QXDZw10QoGLhiIB8AXlIQiGAgGgoFgIBgIBoKBz2YgsgsGgoFgIBj42wzwf+Tv/2bEcZxxOAf8IFRhaLdz/otDLY2j6yHV9YvDrQ4nHcBSv/soJ0s6+CvSFWwkOQyjzUEtuO58/1Fy84PiUiyB8TByOZbSl52Z12OmQ2YBOUBi/VL9Z+t1s2dH+PW8+ODXn/I3Dy0Xa2BsiqyKwY9MtSuwhQfkAPwAfuUyS+b4UQTgNmr76W+RD8VSV96MveVQ/+grKQAw9pWQipIDnp/aGdT8qD/r4UARsmrtUTQH5EFaFidqm6NYlj1/YxK3xdtZumwFX7It0hW1lc6hV/E44trrorYKqZVLEswhLX+pWciOrNxAkQSmnE1tw48k6wxa8nDqUCj2ftUnbQEhncyE7HeD7fZSKANsKfZPnnimB9/aYVqTooKLS/rFWBuHPEijmqXr2tntiyGXYRoDzcasKAni+N+kLFU/SWmHDrVCo0IZ2MHlEy604p6EJN+c9PYT7mZTWdsiv1kFF+2fkpJaNoFhZEe8spwCiSRoJ5uD9neCMsBa9ty3YG382/VFxQPq8H9vdOupTyntK92z7DPtOfZbVhvbI9H7VnqK3GuObvObN0z/NknCyT5z7bnBB5Bgw3E3vu3xSnJyEjxdSS50oKbOqMC/9RowcgyfO96Ot2BgnQHtoPXBGAkGgoFgIBgIBoKBYCAYCAaCgY9iIJIJBoKBYMDqodBnEsHx20VmKMHFwHMKDsiAe1GDEBkpuO5tb2RifkjMw2k/LeV0zza86tQNhm802ZRjM0JySAkuc2a0VKa6weUFLLJgfRvUPfQiC0CQJmlb9zCg9re9jz427AVqxStzAO33gWza+s2zKcZ/bFFUE1bnHFtP8/Tw3MB5UCvedYZmkWtZO7u0m4dh+GnR9g0x8L/uEIv10ftHVNikYvr3e7lnBtw1eN33TP5SW1at6MEvElAGTAPaDkjxxqNvVxz4HifygEngR+N9wDxKBh+QyqtT4N4ZY7K+wD+hskEJ46w27dHuhY3Xb7HXRITPolA9btPqs2SGlNjzOsDlJL3b/ifmix32JlgcDOVfZyAeAP/1HRD1BwPBQDAQDAQDwUAwEAwEA8HAlzAQaQYDywzonGzyeGHZ6k1aHWxdzU/j9Ruzyk9tvd99pXIy0Cb2bvRcyrkhhzb+auk59Em9OoGd4sEhuM/d7cIvLDj1XQjCN6/4ZrXDLmYtzHhO1daN/Ul7zRvjYI0bxsDafOY19DbERE+pSNCPv6pN7sDjiXby8vbkTQOT/rmDPThrpq2TutSGDW1AG52GdruowSGP+Jf4tRfcjdDSwOmvLXYojBpZV6Svs+qmz/DIBR3pEXcDZ4AbcmFy0dNAkPX5VYQVs4WZn6vqeaN08LnZLmfWalgeva5lH80t0KVS9G+OJJxGzO1e0U8EKaYczrAnX+trfJJnIiKBugddRCGPHgeFcrfEY11HSOuxJV0niY3E4RdxDw8SAb6MgefTPfaOfT6/8BAMBAPBQDAQDAQDwUAwEAwEA8FAMBAMBAMDA686hBrC3S3G/HQoefMAXDbJH8/eHeZPTuBXxvaF8+tm57p+fK92KdmKDrzBoz7TlYnXxvppxAdVp81TG7u9p5TsJNiOr621XQuZUlJeH3B855SX2R3bKmzSVl+snSMX41cfe3vYV0V7rPfQt1cd7jRQhhx2crfgpkgHJPzq26445K1x2GQNQuxHUT088p61vsfzTGaqTRetOaY8zEeHPnMbBtWywGh55NXa4tzyPdTrkTfVf93F6mgZ7qEsuWr0IQNH8vDOEu+pa9226PO9qIwe6n7dRf7PJb3O0XN+b81+V9xbecX4dzPwAf+C/G4C35l9xA4GgoFgIBgIBoKBYCAYCAaCgWAgGPg7DCQ9ODGhHbY2yaEreBcTfGMBcMDA4RVtpOlgGhRJ0PKrvy622En/S3xTahgoOjzmb4WOoA+Gb1b5NzEWzvVK0gNKYXAjQV/+CxkBqXa4UkrWPyAk35739fzMujJt6YUv9MgRrPWAkjPDxpi8edvfvG7GgGt2f6sxq9tCPqzJIsS71po92mPct8wV4AyfoI4pd+pLWlzqATWc3rV+WseiPcA3gK386IA6W1J8DfqlWQa8s/DGXgQLQ4sq8lqq09NbCKTU7MdUu7xRGzU1wEPR4oNxvvrWodjJQC5Z5tnX2HMoxchDbl9zaW2UgI2xid/hn0gEug3sn1bhn/JO6aT2P61HsqQsc7OXr+ZHFTk7jMOBzCZXVg9ak1hI4sAE2lLvdhGbe1eZGjWClt9J+wu0ftHaLIE5S2AedS8nS2UVRXWdoX0sIk8nZYYUluc/rnWuFRoJTqXYM6i5a0/KT7kTtQrtBN2/WgDThrE9X2JRbn+MvWPEcK5rrvzHBuvrc84CHxN03MHfaEkHaFeb46QhIMGl/WS6N2i+Ar4Wut9IaQljDvqMTQJc9PD5Ws/RbtYQDbozValsmFfEbRZ+BGSRvk3p2023tyTGCNUz+hcHRt+lskYqt/YZyhxs4aj9rG6rlhjAXnA7SRMm7aH/Iza0k42xHrg4EmMs1Vg6ZNXYMNpId7WtWphTJKnT4feNqkNm3UtCUbsh6+dyFnlZkn9zmeQETxZPvnnIu0l0Ddvda+21RsZPJH2Wu7TbrxbHJbzcnrKrRYvrtSs+fdpZawCK5BnUSHjtYD5veqAOBAMzBrRTZproBgPBwDcwEDkGA8FAMBAMBAPBQDAQDAQDwUAw8HkMDOdSfqC6mh1Ggq5Vk6cHDnX+dHaLDm6kXHTgbn6wWWcXDkt1UFh7x73zAIWDYnBcFDxfJ6AMh95YHoGUkqWUjnA980mMHrPhefeUXpTXPPCWfq2Dd6ybpD1H0V71Pcu+XQD25/nX9wK29+Ls26xvkxd73OJ1GAP9utcg+68vfs//4cAx/omxCS8MD7fk1CTt3cEN0yDnXh59tbmInYd7mv5L4clcRvT0VsZG627c7ceBv91Y56ISVt8/nCNPcr2SD8/+Mj1KabgcDU0wcJWBeAB8lZ4Y+h+2xgAAEABJREFUDAaCgWDgExmInIKBYCAYCAaCgWAgGAgGgoFg4GsY4Fso4EbCHNCAG2bdsE44+2/hdCOvbCbSENZjUhVYsjhPXPPDTNDOPvn2Fu0lb3voPI89HA0+3N+5zEF7FrfGz5af0Vrjfq2OVE6W8ulm8j5fVvinreauFz7xPd8/vjQM7BrttjNCkhNPoz2H1SmPDeDboenULPHWix1APuSC3DuZk2VLegh5KtlOVs7uIVq9TqPeEReBqBLQBkfECZ8wwB6C4QZ0F2BwUDb7obtJMGfNkDH2MqC9Zvdt+k+ohWUjjx5H89jHIv7R8cJ/MPBKBvip9Mp4ESsYCAaCgWAgGAgGnmEg5gYDwUAwEAwEA8FAMPDJDAwnZ7sdtn/AA87tdFM1WJoxEHMxlM2oUQ8v7O7XWqy7HT05gTzAPW6wF/zUtXFgPAuz6Utjzg2/dJPv9yXjVy5r5tRsh96Plojn9BLGob5Zi92cz/tN/7xM/sCKqloM5PN+X+OBvK9EujE8mYktWNgJE7tHO+67ToZhwJp36jr4ivchKILn48g9w3pd2sz45Z7Z0/dDvkhkmJi0vuTUYxh6UpyDNN/NISNAoZtqZ4l3dpTA55rf0zuEeJULfg6BpXiU1qDxJHxEeeRELgvw/d/p+bXFxZNmUo/OaNZ0HyoW6UNM84YZurbHaA/qrxfU0pW5WI8oWdTvphwSIA7Yze8VR163grm8YhdDwcA3MhAPgL9x1SLnYCAYCAaCgWAgGPiTDETRwUAwEAwEA8HAJzLgB2Y6ONOxt3Fu530l6m3Jhy4OosFDk189icpBqxhJDiIFMmZPHKSVpghZwE5AKfENF6nyfKOimHkjS3aw9ro8duJh54ii+YNp+zWiKRdL+WeAjuxLNv/1oilZFgrf75Mcpu0mWKoyeKMks6zeGeS3jDz5e5Ceq+qa2p5tVIxcK5LqpF3Kj8SPGUGdXMV88d4nV9MLOYey879x/KO7G+SxNuXJr+XW+qggcaAaxJlWyfe1l8OTTfnddlE8+wXQ3jbrUSvWOysMEjzq5/o8BahsyKxvn7SLpRou8hiauwn3qZDUBug/g6cS03ZPRTULyKSEpDKJKZ4KMp3s/qVqclwG6Z66WtK+guxV3Qfa96NPv3fRjZova5D7GdpCI3W0KQZJ5Qa5KN4A4juUQ/0Pds5J+BKdu/pskpH6RZ9VRZ9mZ2R99oIiWWSXhaLVLG7VPus01TRQeZCrJLjuBW9Hh3CutKCjVMDWVnO8eq73rh86/1MAJL7/qaGUxtivaCikb2ekL/Qrgu4Rg8+ba9gjRvj4egZ0e319DVFAMBAMBAPBQDAQDAQDwUAw8NsZiPqCgWAgGPgKBvzwjEx3O707H0Tjdgt2C70l2E2b5WySHzUyudaXdORM7xEsR3jE08Y54yI3+wtFG7ghmQfgALlk3saytUNpf4i1ZPqEjuj4JQZu6mGZYreDVV8frBi9F5fzWLMGPVkYHGKnmB4LOag/WFDDOf9zolV/7n9iq19v8oN9QHtfwAZoXmubBx2uUXfvuPhroM5P3E3ca+ToHOiN9lwn9UMXvrxucdvk6IjBsfNoQ47nUyefFWJ8wWQ+5bP6ytk/ez4rq2eyYT/5+uNkXB86Ddc3Qz9KG4wztb70iQGa/hukUl9Nc7UWil2dte/Atfwej0QB4NIDWup2aJg7AZ2a774ifjCwCwP137S7uAonwUAwEAwEA8FAMBAMBAPBQDAQDAQD+zMQHoOBYGArA3wTiAcroB3icZAHtvrY2y7pVBGs+W05r42v6TnQaXNdrhkerCc2WAwD8UWZgkUDq198LRja4itpCP9IQFseF233UBIDrPuaHk9jC5bt+124bEEtDnHgtQ31Llt/nhY2wFpmJ609WBt/l75xzdo5lMi1OjS860VM1l3LvatfnFHHCAUgDvpPAvV7jsqP9ktyIxaBJBG7QvvcQPtm8CSGOosPIPfJoOizA09N0r4Pym/jhLTddKPHx8zIA7TZJz28PhnJgao9t9RnbYCayxfWFfjl8+Fif0qhH+cGsFF3+Pm17PGTtZ67EvQ6KFvt33upwFuFsjfA7yUhKvs6BvZL+BP/DbBfdeEpGAgGgoFgIBgIBoKBYCAYCAaCgWAgGPhmBr4sdw4VPWWdt7lcfMNK0LU4/KBy6k49XQ+6+uhpnPVz0F9yMeT7k10nen3knDU2afidi+msvtHabnnD0TgMlxVZvILK75nnJP2g0yIUfp2oo272Ih3OHs2M+Uuwg9e5xST3x/BoxdNoz+cx9fc5PfYHaBl17a7ZRveSbVWa3McvCa9hnwgv80IZDwd7YvK+C3J3BW8Of3e+901o69Lkrdlp+Mkzt2N+0ViZD4w/Ay4GDlLc/lzsc6Q9x06JpZ38vMqN5ztwobauV0WOOMHAxzEQD4A/bkluJxQWwUAwEAwEA8FAMBAMBAPBQDAQDAQDn8cAfy/uGg7LuH2zaE0eFrg6bl+s4ICBQzbva8jbkvMrlaSD1WQ//O1T/tKeHpxxyDm3m/fhFruGfjzpnA9UXcskm8GJ7fuax2/9lp9OiM2RFV9o4zzIAzxQbLaM8XdVAW3GGrDpQRWiSkLF6j0BNf2bSpLqHnsRfHgY6bmqr0vraIKy0Rj1JckG50HrbD3yj5l4MbdTysPv6DzJWdIDVQ1K2a6TlZQsp7amTW9WTGOCjTiP9S2oAb3uvnZSGYBZydhnqSBP3kYLH74OqqmohqJ6K/oHxq2dVfoZRXUD/ICkZAHtV6DFLsr7ajytWRJshBJVvbqFzX6SGW2B/ZuRQ10/Vv9Xhn6Tl7GyVNmSiExyl1KydDpDg7tecAzmTtHN4bXJsOW+XWbtnQrTjj0jy9uxFzUQEglEqz2HovnrqLWt1JQ0qs/iLBRH0c8A8/tHQ7VtNvbtgVdKyVI6aal0nw37Dzcnvf1jrJglswngx4ZX0f6fQn66PTuYWU2SMX1qc59n1SbY8Cr6PHMMcwd1J2QsDqyhG9mjWYa4TYoQcwzO53sBNby4zcBbm7smsf0Z4uSSLfOZgKMX4pxbHu6xYtlzGtZFnzuF9XFdHcu02/q4VMKq2T/X1ORKsjHfGMVo66PeMv8TSdSs1VNPlj6vGHvrn+8q6Q64qDMrlqmWhkJb+4f7SUmaqT3mrNxTBxteSesEhu6FYF8sgc8M9FkzRJkBOFF31yulZEmf981p1joA+ok3/3cD/3aoSOqfoex02QBN1QytuZLPwAvQesKj5lmHrL3LzyxiABv/PaFPjo/8RnAtUstpRYtB7uwRFTxcddxYpI/Mf0jzTsFeuIY73f05c+3mP1dzFBwMfDMDkXswEAwEA8FAMBAMBAPBQDAQDPxBBtK31FxqolvzHczrpHhfZaDnk8M+P/TTYSbt1Ul7D+y4WNQDpimuBWiWa+NTL4/24NJ51emxt5HOcfU46tDPgAXjyCk25IyJwPwZjANPdBxST/3u12sxnvHYVugZH9QJqg8RUhtveaeeHkckgX/8Nkn7V6MrtFjxR2adynhG0/d346LIE5Bo/puUaqdrf487JbbZzfdXsLnUOw3ZrecpfEaBV/FFLKLzswm5jrrJyath3XZ9pM1tcsmyRloaOU7X8mlyGun5jPA79fmJvefr/MSqIqfjGYgHwMdzHBGCgWAgGNiJgXATDAQDwUAwEAwEA8FAMPAXGeD/uHM4/hdrv7dmDvHgCnBUBu71sdWeWCcFaKC/NJdcwNJY1WmFr3xTQ6P+cKTant+Jh9+G88grW+XiQc5R0ZMeuvq3hC2Lj3xUmM4vzANnuuqLxGyt4J89oJHZ5cajDjswKoZG885YxUn1nYbR94uak/k62+6v4t8qJcbENaRMFPt3YBgQyqHlIg/a+0fDowLowSctQByAyiXKCZ7reC0l1e+zSdqHvWp+pr1eYTu/uCcB3DYQgrjI/UEUdhRIY119DvvHDI/XGGAl4B9YvROumftY0jt7BKlmXUc18AHU9Itx7NDRduVBb6Vk98xD4KKfgw38TEw5G6i6bDmXEdU+Wx0zySQUR5JdDw/wy95Ym4abpfEZOfvZfnPOwQbsK9/DxOHHBzKwyAD/IRtYHAylf/oFDcFAMBAMBAPBQDDw6QxEfsFAMBAMBAPBQDDwJxngAIgHBH+qeP91ho9VzBkZ53iPzb5vlq/Nxin32PYufR5F9cqhTZ09BvWLBEkJnIDzQFZ4LLB8+Ny8YTq2oJkyp0fT7yGd+bMjiKaHerY/GcroGb+BuVny2qlJh/I6oitARvi84eqlw0ppJV42PX2osHtetWY9kjBjD4lTaobHOrIe0XZ6KfOO/Z2cjm5qFV7fqLtsHFolvPoDjZ/LwO/QQMkQN5l2fjJjvRuGoUOEQvmPUVJgnyE9EAPeePYNj6DbVdrTBiyrWsbujLGbeZYnIHHoRY2KQ83g0FgbnJMOGE2Vm9Zi7N5qDHNLWtkkw7i76duueMHb3TGZAAfP57bCyPOO3+mBz8t37dtGaJPv5CFi/0oG+A8JfmVhUVQwEAwEA8FAMBAMBAO/hYGoIxgIBoKBYOBvMcD/UW/fWuBM6mb1HPJfw00Hbzbg0K2Hp8NBJfDOzbeigzPQDGlLpYP3ptlfsjYtBnI1Ql9ba4/GrPbY8Qa+AHuAGK5ceIOd9vCEehdMdlPl9g2kokNk2g49WMr120VZev+2UdaDzEVg11Asa34uPy4Lc68gD2PTYpRH43KUU4vne6zNyZLITXp8xLet+AYy66JHV3Kvelgof6ig9iCxS6THPEGGk4v5J/k7yZ7pRbu0wqQ1aU+Sp8mcV3Y8v2LWZFoKToHKdGnols459AqLHndjrWASWT00Jan+tYcustvrYmmyikNOMAtAqXAxU1/pFo01qKn1NYcNL4KetK+swsy5ljjgOslnFt58iY6kn1EnAZlEuFQmMcVOaSb5SQqA5I7SJ47i6B7VZ0XfNpORbO+6SHqcIG7lsy7k0Pax4ir2jedRXDm8aU3EgzUM2v2E8vB7EzkJvF+IuSeITvp5MMYl9tzoVf2TuAee1EJQcusxNSm6V4s+f4CpnYreBRterCkYuoeJa47Hyrq8zvZttJfnUZusETz0Y+ttam6Ak3XL94+QH1jOpOeltXtLOBnAvd0PHdBmCYdo/mlUupRoHhAyXP5BBk5/sOYoORgIBoKBYCAYCAaCgWAgGPgWBiLPYCAY+IsMcCL0F+sea+Y4bOxsbkCbP9DZPON5w/VDxud93/LAQSE1I2GM9q05u4wrkD8QlTPk+UBZis2XnLitMvdDVknv3/PGHNDmqO2+Wv9J2VL0Y9nmC6XitG4nfR0uTmwvFMMM/NCUxERgfgP7mNHPhfImOecbPgCKe8E8fBWjdup2iRtxgjgKLVbzX7NovT0kHs/1mR4mnWHnF2bn3o4tYotEX6Md3e7iSp8cSq0vnTZrj9wlxIoTYpyHnonW5iLhevAK3/6DYdDT94duwxyFxOQAABAASURBVDjqoXm86IORI31wRGT5pdaGI0Lc5VMbzO+5OimxBuRWuzfe69ziD4LNP5vQMKlJ2p8LsmwgS60N9Tvo/3U0btKwQz6DH7IYVmZZ3DRYnhbaYCAeAMceCAaCgWAgGAgGgoFgIBgIBoKBYOAjGYikgoHKQJIAEnHdYIBvqPRccQ5PH9yYet+wDuKa7zaRGKD1N0u+CWbrxzP4BHN/LT6S2Us28zn794t/exHe9/ddPeIb1F7/TtU9+rHn2/Dp3BZqLDooRkO8+3ynksxxY1oqJrsz7ENeLa/1dOAErFssj6hgDSTxcxKSug3uTX0NH3ad5B+0mEmRgMSul3/jWbH0GEl+aQAb75skLTlI7H/5Z4vcNqnmey6q1Kp6HpLcTaIBLbWDvfMiCuuL313iaI/6k0Ac3oSKm9tQO5jrX9pfyGu3+GKZ+hp28/u4o35fKTu/59a9YdFQreZsMcpI75f+u9DyIT57HdC+BJZ+R1wObdAw2yFCmtww7e0mrFOD37vcw/rs6ROjHpjpdZ/YJk+H1uAT8/uUnPiNMT0+Ja/78tjf+hv2+P5Vh8dgIBgIBoKBYCAYCAaCgWAgGAgGgoFg4AMZ4IDH04q3uxl4FXftcKn+6uJ8Pk7kYK7HQgV1TjGX7Vcl6wHjgumFijn+EIkYGqVeoOahF3EbrgUiF3DN5tpYi9EkPNd2nvyq6Asf8AEuBu5TpJQsndI4iVayHRzLI74kli9CCNgAjJqk/SpUrpXIELCUrH2ah951cZ51zQ4r0GxalVXyDtro90lqA+fMv7uecx1bWrVW6r/EXvfRljzWbGp+a6OP6K95vDb2SKxH58zzmPeb3zX9MM6SDs11ccPH+sS7Rs4/F7qfo4s/Q0ka3OVexsypqPuWttRfdZHzHNcLKOIQwG+Pop8DWRhn43bsfGODAub4jDpu30G3LT6jksji0xiIB8CftiJX8omhYCAYCAaCgWAgGAgGgoFgIBgIBoKB38tA0gNBPenSQ5fhYHN2IPfplRf/e7D1odH0wFBHD+VkaYBJjrWkbHlAGeotRceuIEt2GOcMjSy+GuAN5FK5g8u9j8rID/9D+Co4R/wx8z9/yCFpD+VHTkXy5yf7utrC62R6yJblhDElTRzm+MNI9TVTbgikx7/UZ7XGU0omVk2DFXbMi3zwrFQUR9koB3ho+FE+0poKNM9F4y5Vt0vnpOaPnwb8OmSHbPokU8C3mZBNjw0xa1/ZsI9AVZjRBq3/oIT7or1srIlkUf7AWCdBW3L0nJTrSTFBbY9DQ0MGbA4hl/9Ex39iS4yJowK09M6b2la0B4R/cpQUx8elTynZ6XSyV73yWG+NWJQTqHyQuzCsWREZWTmClu9UsjNkLx8nVQ70QeCOq51Y1XxZqFHrr3E0T/pCnAE+aYc3z1Xrag7WR4ugz6AxluJi0/Ajk2xJy6TGanzGKto3fk/6DEuCaa7pVQo1ZVpmxFOcItiLXmWIvyafTSOpllp7sbkUe1ZSMW0XqyyZsyJVlWZValB3tj37SilZShX4amtZlOMFVvZXGfjKkj+Cslfu2Yykrb1O6irO8BnA50CFdJZkdDLTmOmTWp0XXYrp8ZBJMZG680S+yvB93GpDmuoHCNFjtKcY7kutjZz5/CxDvHrfJ5rh28a4bRSLfVEUG6x7ZY2AEk7FVyHJuHj9apFvg/v6Ubk/VvQZBbJltSvMPyOy1rgYnw9y87aLmh3KnVy8Tf70Jc+JFTXP4N4DpVCT9IN91hxVbT/D/zTp6tXmF80DV40fGsw+q5CncvSO3sgTqHnX5X7kK2s9gRbRHLqLtVutoX4uFSNGUW0a8Is2PHvnwDftyPGuoa0tW1NTTK2W3uvl+Sg/XaaSTBtSOf8Iyl181fFsVZZO/qite1g/c2wJ1f3h7/7vVX0mHx5oFoB1BTP1n+se94n856iMgoOBQxkI58FAMBAMBAPBQDAQDAQDwUAwEAwEAzcY4ADthsnTw/MDNvMjZr3rtI74Dbbw4kBxhE7y8MVDbOYsmE9UzBvPLruRLXM787ua+C46RC3kqsNw+ksOVLoOJIcR7wztO0RpcYjl4DBT4HATuO5B5xvySClZSmlmuT3efObMkXe32JiZbbVzpzu9Fee3HsLjkkNTQPs4rFW6nffjctvD81J9v6W2x/nhuTjMgOaFBx99v+nfLW+v1pD1bcN3l3IjPnUk/+xJsuyh7sdc/Bz0zyp+Jgh8RvEzdC1B9pX/3Fwy+Po1WypqqvP6p6rFnnPqPwP6h4fFHzAyAd6Rx+K8IOy/Y2N9kPdWdpNLqTHmgBmwZLSiu9N8xUuov5iBeAD8xYsXqQcDwcBfYSDqDAaCgWAgGAgGgoFgIBgIBp5k4IsPgEi94RYLHHaCW3aPjpPHSYdw08MUKR512M0jb9CpJk1ij1BIvmmGfdLTlKT+xPjJjseRT/x6vWqvuxQb/i23JYurE5cmXOjIRREu9OaPKhhpsF1fybIiFKHKW87JE77W7MgSm7Xxpofva36a3d6SmI47HSetPbhzWjUvJn6T+V42sxYfaQe/Gs/EcijelvWRWXepAAOdarFZVGNRfVmjDWouXr9dCctwYeLjDHvTi2zApmXcmGORXZZToI9nA1L98mv4hNPnAQX7PSUiRnl49dxXBHwuEPk+52Gf2eTRALOPe9VG9A0o2Tmhh38+B4GJum540uThMIomU2I2muPQ5+b5HRSqxWnuqew5vpunHaXWhrwarq3VjlHD1S9i4OP29C/iNkoJBoKBYCAYCAaeZyA8BAPBQDAQDAQDwUAwcI2B/le6Ldm1cT3MWhp+i44TtzsDc/B15xQ/I+PcU2dn3r53/tz+R0lwxFz1eFWv8SvZx2LU7aS3Blesv7XD1WpRrPYVg7XDRx0Yv2nLSDn9mMdVbm14L3nhknUD8wBjscOAT5QSW6EodzCMbhSa75ZIr9R707c2xjiYjj7ba7ziORuxLj3ykNhYH7Bscjmpt3OuagTzByfvPKbLehjbJ2fq24ZXlg2QuOfyULyBbj7djZHvCbdkC/0N53ES6JDUBmcDtaTzPdFLu5p1lg/2lPmLed74Y2+1bu4bHo722JUILWrz3fzCPWj9rVKuqimpg9ob3/EJXMG4MM5x5Z1vu5tzb4HdHc8cEoPiJbXXGYSHBvq7Qj9Xxp+ttJ9wTo53T/eYqpXPfm/f7eGFE5YrXNZeT+sFz36vJ7DzKPcuaG6dE23j1n+J9KCK1KSak0t6Umq4+oNmMnHoMHFohvibDLzzX5Z/k/GoOhgIBoKBYCAYCAaCgY0MhFkwEAwEA8FAMLDKAAeOYM2AMbA2/ko9efRoD07QLeTBtz2Azrz8nAu5YHZVxXnXCDmgfXXCjUHmTw4JUficbDzYAahG6ACch5703ax74yAGyMQcwxgPfB05iyHB/yahDpjVt3z25HM1h3yyOMx2Ug6yk27PS7SZr0OxYR3UUGammDa+yGbseEOPrq1oYklqCbqsQWr3OUqfMX8b4hDLwTg6ZIP65DFBG9tHwiiAZ+C/arQUS1qLlH8kf/TsVzVK5+s2SNP4GWZFTljCoidSDjnj12k6WONBf84aTsFZ87qW6rOs9c5aJ8mSFZpczkh6UM3eqNA4DVktXxpUvSaPhhSSA02RtpgYEnTJr2kvVyQp3nG1fJZky2c6dv57t2ZJQ8CGl0odWiGS9tLp9P+Jo6J11+eblhh+JtiRpiJfvW91/WJ9erjyypvS9F2JdOB4sNfuH1qmmjrIpn3GtVj2shdZNSiRV8R1YlrMKvnEcLXiIyV2vmqcs9MhIp8jDkVlA5wNFluy8rVr64XRtjVT/PbzR5+ZzNsD+CCnlg+SfNBvA7PnmM7EH5hqt/bwvdX2cTuigOaBfPt+09+SPk+3QS/bHLZH08MzaGOvkkrNd492k9EmJ9+QSmBSL50B2GEvkw0X94Xg98SC3OAhTL6fAa389xcRFQQDwUAwEAwEA8FAMBAMBAO/jIEoJxgIBoKBjQx0x0DjYWQ/9dZ4b/uqNsdX4Hq84azrulE9MpPNgj854DCNkSZl+PCl53SGHxzUg0K4de+ozJx/+qaXpOK7bjzek7q7fLjrm6Y4XNc6SOIAHxjfaj7FcjpZScmwHAcPaRABbHWObbEiXgqnrEvTMFnSu47BM3oXBfIMToAb601txVLj+Uv+iQGaM9qOpkASD3gu5IrS/PxWLlyaXrQlPvhS7hAMNmTp9WhKNb3FO9Y96qzzO44aztrPabXckH1W9AVff0kD/Xh9tM19CqYjf72nB8CioGeM9sX9JZtHLnzBuUs50A7V+4aLCRvMlkyYCpbG3qfrMmKfgiOS8TB6wz/wz8MjAjWfijXGaKvbJGPYtc8c2tvBrG3WxCGmsPFzc5vfS6vtObW5zGhoug2SkjaYvcIESsEk1gH5+WcOVE0CvadTzFYDU3qPVcMYCAYWGIgHwAukhCoYCAaCgWAgGAgGgoFgIBgIBoKB9zEQkYOBexj4xv9bzzHW9ho5BASXM+SHAeAPX9S/NNpdA+OcF4JL5/fngB9w6QvN2R8PnQHlIo2TSzdZn83woyAOoF6P548zb8fCgnkNNf65jtrf8u6eZFilv8uNLgPm38vz7GSDlHjq0kE+DxX8AUYxz1/+UkOxUWfdq9l1qkkT7rCZKD+uk+yk/ZQEu3gNvFzoq+IkXkDtXb4zBi5HqoaxJB+1923vLfEmvy3/V+are9T31/940Pl95cqd3vDt+0r+FNU/KdS8ejEHDB8uV20XB5kssBO8zEWj36Vs3CKNotu3DDvGnQ+VLWr8J4iaB1x8RjW3RGzt+yV5bpuFJZUL1L5t0mYrPhOJ4HiupNWYxGiDqqJbtaZ9n/S6Fb7dx2ruflF/Q3Pu/db5INn4QH5QWpHKrgwc54z7+zjv4TkYCAaCgWAgGAgGgoFgIBgIBoKBYCAYCAa2M7CL5UGnhbvktqOTd56EXVB8odix0GVX9dcO9wffy3ZPazeUtmUpbtssWZx1HMy2WjhvH9OiAdrgg7LyWQyZS5YUMpCOX+v8oN97pxHfy/G3e2d/sj0FgU/O8VZu0/zT+EgrLU5c1i6a/hFlx8iUyt9Tf1fiNxV1d9ofsn7reZMg0CqsG2lwdmnK3JzPZKz4tf3IisFK9rX/xvcuh5oVigre35jZPqF/RRHLVLC3AKN17Whdx7rd+sh1jzH62xmIB8BfsMKRYjAQDAQDwUAwEAwEA8FAMBAMBAPBQDAwYWD8ps1EWzvdk7KU/kl3soS8NkdWR18cnjqGv5XKoVcPvukB5nn4wz6da2U9hKvIlvnbqf6QTg/nZv5OKVlKae7m6X5Kadlv5m/B5vrtUA4qlZsSHPonPUhMVrLmKn/0zoHaWXmDn0GWkg1g0yPJFjRdGeyfLuhRB+yjcW72bw0l9RvUnFxsR19X5+nHivihhgpxU0w6zVad1Fj16EA2zXBMnJrsidznQhsElKE1AAAQAElEQVRMDbf3/Ju/WfYVJ7WIIuFXzftHKf4o31KhdS0yd3gd6NmfZ8ja889eN3sFyJh6fxRBeuvBt5DVlyePYadkKSXP4ai3QgFyXvem1kS5Fe2zQuZIwXPUGsID96GPq/4f3aDA+7JjrwIRZaDqG0lZNQFVJ1tdiiAzxfYbhtod4gfdjqh5tLhFqYE8yNvxTkr2DDt/Y9r3XFKmwPyLkOr41fY++z+ldPg6etAH34r2wDU86HacVuxkWRwgQdII/LikDbQM9NV86mIfux/tY+MeE5LWCZjymKKGUmgDlmq/vaPL6iAd3TifERry60f8/WiPNGS1K59Fe56ZbnbYW/F4NdZS27lWGnPZEkLPPm39axIKQCVMe16xTbwiij4PiuI0zpofqZp5Uz0v9ZmdLOteNMs5GetuBNfnZxqQTZ/AastARsUuuNEeYd5Zn63kLK/Zita04E+ZjhJ76XSZhs30b6sk2ItfhTwE80TOddnwGV1Uc/YqeD+PU8cS7ku/3/n3zVyz9pxUj0vVVLQGRf1MuwN9MNoNY0l1g5MW5QLaeUX6iuL7wOS7DHORa3kdree+AzCaFIy20lXLmvB2/4Yd9r3u3GYEqE6tvzXoXrElnCdG6xczwI74xeVFacHA1zMQBQQDwUAwEAwEA8FAMBAMBAPBwB9ggAOdw8rkHOgw59XxofnXEB/7Tu09riWK3bXxe8Y4tAT3zHnOluzBDS9377cVn+6njvHeQHQf8jd6+4DDZvgcD5c5IAbDIXGLQh6tXSUaUHuPvDM7mRmSHLw0f3vE20Fz7syHWsBj2dwZ7LEgm2et18FIw2Z3f9gQrswfbNACjQwefPT9pn9Uuq97t5FPmkYcXTAGpsPRgyDgTDSCmnTlS9+IDPYMymcy/pqkXdEiNVm1n/PeFqbJz8nspZnoZ/hL490RrAwPpn3KtWVirMGNV96wYYgt2QNd4M8yEA+A/+zSR+HBQDDw+QxEhsFAMBAMBAPBQDAQDAQDf4EB/o85h98P1VqY/dDM3SaRAedMuzm809HWby3d6fbCnDiAtaJmM96T7JpU84HLZ7dDu8X5WIDzIFHJAzCCRHe22LHVHBc1wMy1x+7yJx94atCs2Yw7uop30h5PArPwJZX5k1J/82hmvhYSO15Jvty7amu1IKVevOY8LBqtKBViGKHFd+cA7UF9uBir3TlS0SoJZYtbahb8W0qbJmxx+rQNa87aPu3opoPfbqC7abx5TwanPfauHt8nOQXsbjUPvdgn4NAgTzmHCfCUk8lkeG0wPoNZXz6rkRPLIzqqxWP9j5yr7Z8b+vxQ7yUXsfXp5nW7fEnUu4JwDyQ9/AT1P7u4a/p7jZPCU4Dt8LMAX3I3v3DfMB/z/so8H3vB2xheFNBuWKVksFsdf0HOEeIzGdAn5GcmFlkFA8FAMBAMBAN/moEoPhgIBoKBYCAYCAb+BAMc6PyZw5pXH9C+ZAf5Cj4cyWfrgHbL4Sxn6oAj7qyJumrcduhXe7u9Ewu0eOMTmy7CmEOn27XJ6ezwKwz94YpqxT85eT7DmLlk5L245IOEyTYvPyLQPQHHWBWvgdY7aiBuVmAg8fSFv2JF66d3l/e5ZP59M46wvlzPI6L8FZ/aW9oPZkX3QjY+w3rszYL7llNFVUQ1HrzGPVDkAEgcch3uFCbAORCfPa1HG85af4uEjgYz+dbnmTnQbvHwqM24Ko86eH4edfrOUt3U/rzHiQfWAxbBvesycfS1HSoX+Mxwru8sRFsE3hx3TsW88d/mKxPUr0MfULXQbdAH6GUeDPba1keCfqxvwy3oddH+dQzEA+Bft6RRUDAQDAQDwUAwEAx8OwORfzAQDAQDwcDvZoD/I87DLMDZ1s1qOZy5Br6Jcg03A9xnoLMoP39q8nI2p03tUJT2pcUzmpOin3Q6V/GMp+1zW63Ik0o6r5tr5OgkbLuYAaqfwdl8fUdXJz9ahs2mUul+7Dz60MA5H3V2uojJ4WeLl4se2gip/OiMvzhMBlkPsHv438C0zF9eFJhTjPEiuyUwBlra1MI3lpJ8IJt+Kou6ynDCm1RPXazhAO6nFV/wXnM0Q9ria8hPKzV41K61ETbkjZXJxgZHtW9vfonXlsEVHppJq4/9DNJQz+Th71Bfm/PJkhoavijtT6bUc0u6n/nbnEjgnyu6mSbSLZ9/4z5yuP9shftN8W0R1+PJBd9tHe9d9sQSmpe2d1r/9XK8IxWatsTkqnxUTpwlH6XljQ1v2IIzKUzic+MMIsNdAxb7gghg8MpnFRi6xwvVyr4Cvq+ei9jPhlv9aLUG7pF+/Fb7/XvwVoa3xp0BGYljo60mPAM1b13O2y2jDeNDZPN9bq97jffMmIBiN6UkapiR1j+buAukHtMc2xg2C+6NBiY6mhfvxNsvZoA98ovLi9KCgWAgGAgGgoFgIBgIBoKBr2Igkg0GgoG/wIAfyvzmQvsCaXPIBPasWUdcuO5dzvv92B7tm/6V00Nxbjge3MIg4DAYtFDDcOvuIsmIGEg/TPUgRAe7hNjoxDOQ7VJcdEDDfqm98YDYzdfeCLk2hv7WODYcWsMZT4pMedFHP5/r+aIs5nxrDj1MXw9F9nz2iow/wSqKuKC15p2HFirfh6/ZuUG8fSED3AcN2u+qoF9n2n4PSL/HNX5usakE9y25h+/v9OEMT1LP3JPiBG4mA1s6mtdWE+n/EYv8nR+yb3HyzTbwSeWC171vLaxJgyLs6/wbvPGzCPjPj8cYaPwh7y2Zzw/mOe6dfL/9ZIZurUmfDrutB7pdAddgV6fh7FMYiAfAn7ISkUcwEAwEA8FAMBAMBAPBQDAQDPxxBqL8v8oAhz3gq+vXyRQ1gNfVoWg6nUsN4/cfXpdBjaTi/ZBS+fi3Lap263vSdHDLngMcgO0Sbs2/Z5xKPIYm8WAOqLl4pXLS2T8wrcDGYmztpfkG2niRT5N/W3idpOuh7lOXfKkW8zVUe6MvLOEnLdqXQdvk0G3C4zETNOW75EqOd/JxmT21NVyO9hqsdDv3qre3fX3fnsX7EyglG3g8E5hkhauk5dC247Pmcb/LM7knAb7BstXv0VJjw3JVzvZk6Fl+WMkG48YF/nlBrBpKy2sADajaT3znISOw8WdO4xNpFy+qAhcDuyiI2QDHjzhlfdu85qv1LyW1g8uRt2j42Qh8NR5joNWMfLSG41b4voy4dxrumzmzjoe8M0I+oXt8Do/dQcfnFRGCgWAgGAgGgoFgIBgIBoKBYCAYCAaCgV/HAAc4i0V9gfL9B2FFR4FFTPVQV1pz2LGv1cVr+ZjlXPSQZAbprie26rhOw31tvfT9RlZXcrk34aLVK/IHJPzq2mqSSxl+hbQP928a9ycMve6BdkrJ0imdZ+L33Lu/pfmdtyvzt1ldcfAhQyp4vhCoPDvVOLZdcfEmi1Hnz5HG3usafQ6vi/qXInUM39gPf4mV99f6wGIsTkmWEojHDe9f030zWP35u2+YBW9pQbeuejbP4v+hy+LmXg+688it6PcxsnNy4e4rGYhP5A9etkgtGAgGgoFgIBgIBoKBYCAYCAaCgWDgexg46eATrGWceBAolOFBVpP8/VOwNs/4FsQ18F/0C6X86OHjDEZfDyQVd9X/hgEOpHgo478WT/beH6SE4mZ/9JNntbUaF6VyKh3mc/FbwbdSsp0UIQnWkIrx1VBV1zR21EuRxhhi1GquqlmcE5N+pq11oD9CE/3gZahz1I8NjvKSJVWX8snASWvNN3cqskbMYcMrSYIycJ2S5mnvSb3rRQxygGYV7L495lDLuHaquwhKXjbFsE/KLekglbaUV6+T2xazrHUWEtBcyz/SaXU1ngFxJaszz85MXNW+3mkDNfe4Wq2jL2IPOfiY+sgfybonsmXlnWSTpANSWIPzJX0Wim4koBvHXK85ox3jI+CkcjDm8aYGtV4i24/WHqh63SN6L9nczmsyo76sNVWDjhUfV13zOrQF5qpX9lk31qCM3BflWlRfxa1cylDXsqy+SuebfQDgB/0t/98+XvQplvU5hQTcwUlr7lLFuRz66j51uS95QEr45bHk3zsPvJVxfadryRqC5jIrKGj918usz+AKs6zwFaXbe+xzUHX69KI23aNFoJYe1WaoWfd0EZirm8Nogyxd0T8QivN7UsyTR/auely0Ae1H0HIin0y++twpjiE3/q0jkAuodhpTTUX2m2PyMxyMFdSsi4pbgrkejjdHuGmoLWT87G1g7zrn4rnGU12Kq5UbP5+WcsuyKaodrAXFNyhuWyzp5+4URduoxoPX6mffevGZUrJ0SjSFZEOpater+Fqr4kFmyYoi2yJaKrCGNz7Py1ATEv01YAOaDfua/iklSyk19WGyDPu0aL2yINbNVsKi5i4zvVgJwL9D8lAvsvXzwFORrICnxiNtZpsVCJe/uH4nA22//M7qoqpg4HsZiMyDgWAgGAgGgoFgIBgIBoKBYCAYuI8BToXmuM/DJms/mNpk+feMCgdwOkjjMM2hPoemLMs6G4yCdYt+hMNa0Ove357uiqRHgVQEruc2nXe2LX72OZnPoagw2pSxtUsjpWQpCWve7ol3j63ZWsQX69M+8R5000/jAdpXUrgPg7/YS11l1pYWaMXymdb3m/5Ruaevmzm8NNjNbB4wYEUemDZMOZef6meoPkeHoS8Xz/GyV/Gpd/SmlPzfNvr3TJ/KsW2qBvdFeTZP/3eb/g13X9QDrOels+4NK+EYZqhJ2iPwB/Rvs1EXjT/DQDwA/jNLHYUGA8HA9zAQmQYDwUAwEAwEA8FAMBAMBAOfxQDnRn5Ar5Ml2ntmh7+Gh/wy+QsOtUgTPFSjJvX8P+NHrjZdLR4HR2B1EoYa5Fs34N7csB9cyMv61eywrfmgodWwPvfWiHvS3m75I2/NaePkA1p/Kt2zVOQoMb8K4yiRDfTfAcVf+AY1tYG1jKgMaPaKCaNgZXhQM584IyWD/nVCG+DAYOypHtTr4ZK//4E37QFfXCo/GWvdY28C8N3zvbf/0Z/KYefwHy2AUf/ixknxGtTcdMFRM7x3LvNUujWYyYOvr6RrsXgdxrW+GpKVumowDlIFaAq4Aq1/tCRWUhDHStpjzSvjmj67NhvO5r2hy14CLbS3YaMpqmwc1N70vY0hpyO3e6y9r4Eou4x6e/5WC2LczG/IgTzAF/xzd2v5YfciBtjPLwoVYYKBYCAYCAaCgWDgJgNhEAwEA8FAMBAMBAPBwD0M+K8qnE3QYZEfECFnQ890OXgCz/hYm/u4X4oUOEUDawE+Wl+0XKrhU3Ocp3axWDK44P7CaKU62Wn65SDfITbx0o3ITtZVobY/QfJf08mvMAR16OF3v5fw07Dd05jX9inVcuSNghrq0OHvk3qJvRbxfj6mnrbNh4rGo5/1T53s36N+4LuM+hv2D7XkkYeFrc4ml+x+j077gEUW30n3LfX3+MY62TGqShXZ+Ct7765jpwnkhG5mOQAAEABJREFU0eAuk7+/8E3RfX0lnZEXhp6F8tJZnF5PbqDX3Wy7p5tWRxjwmUAJjk1pwDtYy8Y9aXAupfrEi89m0HLztSP3prA3/GcG9rpXX6rWn27DWuEy8/ya9E57uzW52YX8lQzEA+BfuaxRVDAQDAQDwUAwEAx8IwORczAQDAQDwcAfZYBDrmtYoqXZz8c45OGbOA0L3+ibT7m3z+FSj3vn820HsN0HRxdgPoNiG+7N4j77PnLL3fwUjryExrPSUa+x75K5tvrSw18dbBatZzllA1nt84MRvC1Pvu53ec4+Wh0yK0drgAedVvNbE/kNkVlvtLPrVJ/67dcyIi2LpA7ypsdBNqp/9PDgBxP5FSPGHEC9SfrKvxrMajm4fK66VLJHbHLNGytCDg7lmjx2lvkA76vLJQ4QF3Ab7BmhFuSrQfweNX7SXnau1eVBnUhR63x5/ep6/dS3BI37xYJ54xPf+tppH5MjFIDmvXHLqhMV+pBt/LdK9tKp3WO6d6n7Al9SPGvn0GLqmtwi9b54byHO68tTYBf/KCoyjz/75vzIYIcLr+2TaHCnzy0D6jIKrKgzXnSE9tnb5Dg+NPAxAi9gGDtALLlUlnb+N4B+Ns5SSDKYqc5uWl1NjiOa5ITM5WgwNBqvTQ7ql4qFHIc1OWlzV5wsoXtpXs8HY93mmHtt4wYNbbApJVFzlzF00luDhtQz/zxCZ/5CC9AITB7vTjeItz/AgFb+D1QZJQYDwUAwEAwEA8FAMBAMBAOfzUBkFwwEA8HAgwy0Y6AHp79xGkdSYHsKWIO1GTrZ4tBzbfhZvdw/62J5/mOOOQRu/nQm2ppvkMq/T+ZlGbD3QQuo9jPr7zU0H5LN7Vyq3FHVt29szXHOpKE4xAUT/fEd/qMDE188wObhXB/RSxlrI0ehN5i0se7RD8qJYtgb6uuzuGwrLz9dn8tLy6M03LOABz3Io+J8jl/2UEMZ2W/5+UpoGyGb7pMla9ZyVdpvT9XzUSLI9yQDG4Lf76zze7LwjbUYWrmtDy7OeKeSdWxYZJNy+gRv8c5nMOjnfFhb2/ecEfUYlVMo8jxk/ojTfsNrcw2wAGACuTpxcXDC7OrUGPi9DMQD4N+7tlFZMBAMBAPBQDAQDAQDwUAwEAx8BQORZDDwtxngTBJ8Lws6ceOw0r+NcnnMwtEbuFUfHICT3E1s8Qv8MJTjvwbzXzs6sX1r55zXPWlQM7hnTrWF6x5V+/A7p+18M8a5xu82T+QOVp8trPqbL/S2eHtZEZ2SPXc5RSak0F8n5Q96Xd9emtOP1zbRausz3lvWc/m67Jxv0cL9Tvt1kd8ViXsKvquk5RAH31i/5y4qkRJvv+Cw4T3JwISgzwsDQxJaXv9o1Mihj+2af6QHHOLPRSKhudL77Evgnbe/kWfDWlZe65Bpsx26V8QaAUQBV6YeNEQdDqXmn4eKU/SzOKeTljIJt/Py+jVvrwt/5NJAfnv5XvKDf9DGaAMV7yrawDtrb+LPbSTXTEy8Np/rNjHyGgZeF+X2HfS6XCJSMBAMBAPBQDAQDAQDwUAwEAwEA8FAMPC3GDi4Wv/VuSnZoSev9qoXp1pgKV6xXLKVnJcG99GJxmVH55xWTbqJrEnhVyAPuqLp6IbuZsEBZTMuWwI34zsluXm+SvRamPmYz9OcJu8Mu91c/O1xoNnyXJPzhKqdWZXZb7E5B/M5Y5+cfcaoWWls9rgyf13NniEN8k/aj0X3zzzavL/ujRH3RqND89BkN/T2Jjn1eHtCfyAB+B7KZLsMza8Uyr+r5itLeCpp1e+fu8jR0asZmQQfsxg/Wls6MivdzyJ+no0Y9OfJ85Yme6Fz/Wv6nrc+nxejkdp8YEknG/cz1Dpt699N0nuJK3MbjXJz2NX/e8ZzGSMtRV9JdJzzTY2l+mb5d+X21n17NsO75/HOgY/w1kab1L9l1vYZ5oGvZiAeAH/g8kVKwUAwEAwEA8FAMBAMBAPBQDAQDAQD38dA1iEamB6uleEB0dIBzFAj35a5hsHM+JZpQ9PxX/OPbTX8LCerkfVAdPh7fJqTJqdrGn7iopIeW121b1LM7f1BlOc9Hck6jDoji8cejVcdWon3oodXanUOdNzROO20jzb7ev1XtspRVsxcfsSzclGuSW0TxoNl6Wj/KL8saIoVJM7UKSVbUT+JgKRcaTfwQA4wP9v/WhFUvYFCDEEupDcjH9pHIStHfCfyVk0qWEHVGdtZWzOPOvJO+cdO4qetOdIG+1Zj0fgZPzqzzxVynTRWQeQKqU1Ueb1FlsbeF291VO+0gZqPXEX+HGn6jaMkZ9SexAO1aRG91qrTIEkRV+OMsWYjpCtaK4f9aPjHTH01rPKh+VJpSBzaBF4oYyww0o55sQbUiHfuN89Pa5WUOzkUSUDtYFpbURkgmzVCkDa8Rm7EqXyOcy/amj9MeZ2g6h7HRHYKCDO4L5IAlT6lzNRxKf1vvorurzzcW7Spn63iUoW7FBdIdXe8YPca7g9FjoC1Y7bS1i2s+0DKLJST9rvuG+6nlJKllDA7FEWfmUUxgW5KA7Qbngnu2fvnlj6IlqQ+74s2ehERxWWyrIDq6r1etEHt3f9+EocgpWRI/0z1muvnau1ftv2zthT9PNI85WZCGmDmlZm/VIMB1Ycv07+bsoC0VDQNuOXhb2TFz0zAOlJD8Vr1LwDVUjqM49p4RXBbfb6y97LbVU5UgIHktRslVVgRC1ljw9rCwRLs2FereaxHWZFZX2ttwwGodZVhvaQx/q21lmWdqzUssryKZoM8Y83v83qv3OY/G/OQowa0NqxPjVStzfhES1V1fpei0JM8CzRAPvyulBzGzb3IvfaJae9c+00f+PtmZNV4Dd9c25bc2S9b7MImGAgGXsNARAkGgoFgIBgIBoKBYCAYCAaCgWDgOQaSpgMJDjxSGjrqf+t1uwIO6rLODjnoUpWDUOs1140E+3SUqRUd7rXE2sFf62+VHOi0sDq70zHu1pn32RU/OMvKua/itg/m9Vifcem31TWfM1piMHbmVo/1uVcAS+NSdXv+OkxHjgQPcYsMK7Sish3H18IP87phNSlE4sUXqQDCFnKnRmExGwwBxg9i0e/E122LifkuHWI27OLwPidwKpDBfRO/2bpWq7L1eMccNrySlHV0UOwt5H9vl3/JH2uzhpGHl3G8FGhJZ77H2Ft8zk0+1/W5hw6YXk2quXAt+14w3F1V+Dmjz+arjjekV8Z6+VneQb75N4geA14N8dJBr6fttm2Rfco2099tBW1LFaJvmI+LPIa4P+ZD0f8dDPD/F35HJVFFMBAMBANfz0AUEAwEA8FAMBAMBAPBQDDwGxngWxzgN9Z2fE3F6l+BOz7S/RGypvRQ94GLgzcOZ9gjgMPqJTd8pyrpMHgcGw7tmD/q3tpQQtb4uD8RagfUuW02lTtzMkdKPHXhA58NTzm7mHyM14swdyhUbznZKZ8slTTcZ6yfnV8saX2EctZNWhiAiXLSOalH7RI3Lixlolz0fvxFHOCRyLDBFYe/JTNn1vRK1ymUxW+4tL7ONzyftOdsAvvCF5V8StrsIT4/QZ8TetDr9myPW9fX9qTniOB4Zqipx1JNZOE2DCrR1qfbg4ej9JE8DOVBGNJ4aNoekEpa5sFp/Q9+sDXpmsQ3PvZCy5v1fMQ3c5oP2s/mhS+t7LNuVufjf4R/MpJ1j9WpMbADA7o9dvASLj6VgSPv3U+tOfIKBoKBYCAYCAY+j4HIKBgIBoKBYCAYCAaCgSUGxl9BOHsws2T7Dh35tbh+erdnnsXqr64uigAkft1FXXAGFopzfhkT9LDO9JiuWSUaTJcchFp7XorZ4ru85fueLJptk/K9Yf94zTL1b9tiPz5wVq7on0K25I7LIGfOWvAmGe5z6PWMLWCDSTcrmz8ho8ZN/NvdL/JxFD23UcOf4fRepNOINDLQ+/miL1B/QxuU2mlU36dLrl7U1cCk9N9gipOheZTo4xJ7xFEBp37hGqBtkvbvRdvPRfdXNn5rQY/D6765Ge/PoGiKqvKdw23Awzqptl07W7GH4HNnt4vuqBsQj7jAP6vaPQUZizOfUcK0QAxnfO7rxgJrmJw91/nUWV+mVcOE2rp4xw9l/ozGFyZPKfBPeOfYPalHQK9d7VH64OIbqYHFwQ1Kz0EOkG5OWPXzAU+TiHEGgbTW1sMz+GVv1+uDhQZ9aD5Uu5arzmuOkFXjO4jmmXd6gd/IwAG37G+kKWoKBoKBYCAYCAaCgWDgOAbCczAQDAQDwcDvYoBD4B4PVcchJ3ho8rGTOFBKOphz+GGSvylok2o+cXHGyTdd/Zu/+7h8Ips6tdZsfgbH2tK3B17MO5UiPyC75PCNQ94G+iZ+QY3F0Q1oAd1L6xwnff9lM5fF9nol6u9w9ns9BlWzNyon2A65kZ/j7OmR1kmc+54eZPPBegBFM9aIyOXEA6ysA1T1PLHBuuv26mH0PkFNpqgu5fi+2RusT5ZKBX/7jwiAv3vZQ5vUHNZesmIhgKk9QuPqtrpP6tKWuLyoCVyMyEH3HzlcDO+qELfwO2JX56MzaAJNASeASsmg7a02/lsl99apZG2lCuq+wCHFZ3m9Bg3febF2Di2kLtVkDtOLzyf2vppvufiMaoH7fdd0z0qvW05YO4numnIMB3NuOuP7m3xegOF+TUrgJJgzfzKaDTa8kpItmgP4TCsohn6RNJOBY5gwCDcb2tcENRLzms3a2DU9WbGOAP9IfVhrikbIe4T6S/nLEu4lHrqI6ehmnwglpwjyQXbDTzfxCVrcpLqS1jq5JFrD06E+wEG7V5ZTaRwsj96n1ZL5T1RkgyjlGnGfx7D+Rgb4rPrGvCPnYCAYCAaCgWAgGAgGgoFg4DcwEDUEA8FAMHCDgXZQhLxh+pZh8tLBHCemh8THf4Pi3IjBARcmTdLeDbfD3xGqOUO2+pamMzbXt+r6saab2z7T73PrYz3js86t2cq/7xt8gzq29F7t5yPMAU2vNgfjrXu31HwdONsI5bfgY9QqqTLmP2oXZjyqwmef06N+Lucp9fo8QUO0JephcOugGNFyIJ9RqQb9OaSeX81krvd+841EgSQJJtE/CvhfwlHxLv36Ib9KbQ89Li1+m4a1bSh1v3Ul+mqID2Sn/timr9+QndIeWu8Tns+LE2GtfEU9rrfM/DOYtu38wmcP3BMY0F4HedbRuu9qm/fzCL051jwzi0z4+Kc9n7dXnzXFV5VEAmga5v2mn8q1OqZW0x6eicvnE2g+XD81fbrXfHo8eUPWn8NtRErIBv7Jof53X0P22kXcL17XoOoEvDd06l2bHcO7+g1nn8VAPAD+rPWIbIKBYCAYCAaCgWAgGAgGgoFg4M8wEIX+FQY4OAO/s16OFVSdTuz8b+EdUKS8+3d8trjGlgMzJnCmNsEWB2+w4duXYC10q6EeiOrAsD8AZZBiHWseHtXDJuvb8Kif+TyOHJuu+NguMSkAABAASURBVLdTiNA0c8k3j7zM+cAhfXIDZsTsYYuvamv9mvR2Gm4sIvuh221NHv3Svj3jPouTse9SEfvgvsnbrJU2dYPlCYrddkDLwaUmLk/4Ndq2t167v99JH2vNTqiSlkNLDRfvzOyR2J67JiIlxos+9SBH5Qc0PCdxvWcq7m4olM+RBj5XWhxsAGag6e+Vve+kzwyQ/ece++nkn9e28PK6pUdK+AzyGKHk2hjjPbA5SQEkLi7GUXIPI4/AOTeige1R3Fr1MYMcz77QXAdzsWceoA2uz3ps1GNpKv69rZyJ2fPuY9LL7Bde7yvM+f6FjH52Sa/Prr+XXh89IgYDwUAwEAwEA8FAMBAMBAPBQDAQDAQDv4gBDlM2lfOLjEoudtTD32doYi16POPL5+JMjVym9d6uvejQWXNy3pWnUn7kLysjriE5mrthT59FWTWoabSR17FnBtcjdaOPBt1WUhdoucn9lHVPLY/+Xm0p2bLurd9bYVRm+iS09trpfmnunpb33vfK36dIbvw4ezrFVzjwmh4IxDzwEi7EuS5l6RElt16yrxNnExaVM5uF7oPTFjxNVMpyfKDNg8/J4KSD5USxa6f33rd3DTI4a3VO4tzB72Te4PPXCfhYw68rNgrak4F4ALwnm0/6iunBQDAQDAQDwUAwEAwEA8FAMBAMBAOPM8DDg2t43PO2mfwf7HaI1c9o5zW9brHtvwpOD/SQowFeK4oejlzDOOXgRq3npHNeQadu9JdCznNlbXodD7l66OmPgaIHQcVrzXrAWaSqOOvQ51GPX0AO8E8+SPp7AZ/EAEU1a5U8N3IiBhLQnqKYWNJjj2ymdVUl4i2b6YW9yjS+sQySHvqBqi+j/x/7sSyc9VljP/Jw8EWhyt4AbeUn0hWb+D2K1IUMHec8i2yLxpS/r2lWvyKrosIDbPlkD/DQs0FGvg/gQpPVLRUq19NIZkh1971Ocnw6KWQhO/uXTlRuyRep1BzULqol8zBfuRf1s4CUgRKTHfoGjTH+I8keupZwHuY0G3yClJIl5dX075dJdQo2rYh7Du0kPymwAumUVMeA9E8++FybWHvH7dLpbDvM88En3lJS7AEmqQS0ZHnELddF634Na/PZq6CNwwVIUpwEaHRJ+41IcL4Bj6ZYTPeWeEcC6m97xtty3PpqvvDKirUGVkrDs6vly9q19km10ca06H5PKdnplLS/9Jmgvh38UiR9VlHHPBC7S9wrWe32MR9yBPrAMzB+/uqzLXVgzDG4pUbgzNBAr04qJ8U/QyoDDAPagPYjSIN/44el0HyRd9a9iU/fP8MAtf1Y8Z9JWfwn7b+kG/Fkeg02apmSdhT5KLIbMXwe49+GF/dIcbs88phSspTSYLGfIE/SRPJtWPKo0EpTv8OUB6h7rJB/l7fbD7pbmflcbAVfb/mBt6a/Nf/p8S4u8Yt4zkKRvkje9O97Vowpb+Y7fG7lxvsaK52ub9/0v5OBMtSuPFmyrB15dqqtaQ1oyS0p3wZTfQYPq2DWJYpUfCogGxSca4RM4vrlDJx+eX1RXjDwLQxEnsFAMBAMBAPBQDAQDAQDwUAw8O0McLry7TV8Y/4D7/sfwV6SQaiigzgO59po3266qWRWPaTV+3RoY696aMa1V4YHqK7V4bjLXd8GRj3c0L7bv09emLWml+ljQ5q433UlhT2CXPWRhwPqq0bfNMjWATdyfm/dGxK8kf/dw2wy4Q2R7051vwm1WpV98fAhSVlH94v2vCcl9byT13gYUx0bh8Z9TZTlEh7dJ5N5FACWQ7xdy/1AEk3SfjUmfL0g+O7xuvXd3fcL+NgjxEgBBDQMjukOzRC/nIF4APzLFzjKCwaCgW9gIHIMBoKBYCAYCAaCgWAgGAgGvpSB/sEjbbB7KRxTgQXHOt3iYINvyDDKYSnfovC23pjVoO5bL3IDF0nAGbgYWFG4k2z1CYrkPXPtnpeYc98wrPaNqawBuGF29zDlAq/X35TPmJfao0e1XT8q7mxovn8nR1KbiJgAJ1RPG9DfE4rmUYkx8eu1DKPenozu2iG2Q/fTpeMhB+f+cvQpjepKDU85emCy4pozT31JDoDEQVeW+wozpLojo0fsq4PKeMKteNZ9ZV71ycZ11zrQti98sYbTtLmBwFT7F3pJa+vr6Ot5ycyzHJwGvyeP0/zDddFeWvZ+KmYNvcVJHZAk25VkC1p/Lt2PlNjQVvMlF3nWQLRA7b3inVobjo7X4iBfW2WtjLgOdZES06vfLNORr+9Rb8PXFxMFLDLwjntqMZFQBgPBQDAQDAQDf5KBKDoYCAaCgWAgGAgG/jYDSQ/wGr6RCXJvedMGrb9Z6uTVeixNXDh905QF7ThZwze9jsabGtkS9XFSZnnTjGp0LUtZuM+t/qhKc/zq5xxxvCP/5Oa1qu0x52/kwxiYj9Gvtdd3+gN0iD+07hA/lX+fsVAvqfjY82/JkpEiwBuuaQP6eyH1juC6Rz+2c7vWky0rXsPOIdbdEbyNKr4eh6q3tn80dOjFCjQcGujCOXsJMNAk7d8LrbF/dhbdXdp7KlQaa1D3Ay/2xq20igyKPi96ZEOrgctrL01/73j78IhXMy9a20IeQlH7qvEDg3xO4TfLNzDFmeABnz1j3IPgqpt+wlXD5wd5yMzuU7mDs3ffKUP8xvuQ1V4C7vkPY1zu5XTiZ8h/orvWmS+25lP7tSkfOMYe8rQop8EVNn5GwXnDMBTilzGw8C/mX1ZhlBMMBAPBQDAQDAQDwcCHMhBpBQPBQDAQDPxhBjhIAl9IAQdKScf2Dg6UnqpBDjjhBH4cpb5LnNZIpscF1r0wBRxoYNENXTSbN+TF4B0K4jhKtiTwFxVNHCy5cDsNVKl3P1kjW6EI/q1DGfiV9b4Eqf3C3huvf/P9qdyQED5kQDOV4jwgB/WqOKn+NID2GSdnQgytzj0PFNlmxTT/RldqPCIbzsYPtfB5BrvbTGmPvlKpsU9IaVkZ2kntey7mNFT+5HCyl7LcAUWgNlVuDql3vLLWtZz0oAopNNd8065H0+8iVWqSI+qGYThV902X+PXPFs/o5TmICl919hir/fIEXhyQ9T7psxOZjIelJyuph+63F+dUw7EP1sDeqFbL79RRUbMvxn0Flu331LJrBL93Jfd0fa8v0UTNRbm0zxSpdr273Df+gT632EsVRT8TuJtATZzPFVB7l+9ZKuAJqn3t8jrOrhXL/OeQPfh6eprqtxEkBp72esOB2GoxTe0b1o8M49U/C0U48riqiNSwFEVj1GqMqf1IMR80R3T6vx6QDZRGdQ0flG6kchAD/IQ7yHW4DQaCgWAgGAgGgoFgIBgIBoKBFQZCHQwEA8HAwAAHTA2D6qvEkLsfmB2ROEdWj/nNmuoHiU0+5qabpVqpE6wdgnKi1s2oTSXASXMba7IOdu/yv+IXD53hi5ok2nJC0q+heYBDTslP2bOqy3Vg8d0tNYKU8Ktvu2LDGzGATHkwyuKquetFiUBOcU80QFuqg64hIKeyvv5EBE1/TFgeqPDQpuLYWPMK2D9VR535xv6plse8P7IP98mkfT41uY/XT/aSldwZ7Lj+viraBfSLrN5yPRH4/7L3Lsqu6sAWXcunkkoq//+pqUrVvQtljobGAoONbfBrtw+T1qPVjymBvcSxN0M73QsB11VV+fgcxOX4XkQEx3tsPfiVg1ugjqpYOiGkmnY9sAvcB/dJOAZ+3zRWjxntOi8exAmiUwlQDUTzx0px6w9+JwES/aTh4Eq75vZzRRZc+7Lus8k9cT/rYUnW4TCqLvHshSsnjbu2rq6M/IYuGADfEGvG+DgD+QD4ce5yZDKQDCQDyUAykAwkA3MGsp4MJAPJQDKQDPyDDFzfPhq/7fgwM9qp1fbu2nDs+z7wTCHa6XPM+u+vagtlfPCo8kYD16O/beSkndEi3NZ8h0Ydv11ytPeiTdiTULTcYL/4mqAUeC4C7BaZuM+aRviaYJQGzw82nIHinndF3f0qJ7vIR7btuFf4Pcl3H738kctxLhcsn4xvG5eX+41QlLwFlL/PQfQdK+GdOQh5rLdPsM4qg2PkyZkm/yL+gXnLyb7x5VnpHn0SitZykTw+D3ElXzbcgVXz0onlfLzzcbbcr/v0ktkQU1FbG0tRTEDiwWOwryyrvGMfhDFsoxF15LwfHdonWGycaHjlipr3H30il8A9vogb3DPm1brER27MH+V23bwqFnyCV/mrjSNyb6qTIn1g0rhDBZ5b7GAyTXwwA1xbHxxehpYMJAPJQDKQDCQDyUAykAx8CwMZZzKQDCQDycCnMXDMBhdWn8j0yeFPeH7TULY6AxEC9Shvk7VW62q3TfmrtN63ICaeb04JCoEHCGboOGzieWzNwq8zsDDvuq4NfH3q5AZIJCTlY8F9EbReXue99frK8o4ZTu5Lk8qYUPBbv/z95ynW/ME+lDxlBQM/hufSqbr3geesPDBaS52ZBA+MziFfxkA+AP6yCctwk4FkIBlIBpKBZCAZSAaSgWTgAxnIkJKBLQzwTcDAqM+f5YGxcbdC0e7O3ptL2jcyvuAUiGBrVw3oKZ0VlZEA/yD0ppIAe6AzRWdVG661/kn+GbZAHTbMQv6pLk3pyL/K0T7181yNnO2kOE//KfdinZ3krwjV+NYIqJ2iwL9yrw065QCMr3Ew/xp9jqaf+wqZg01yPAObgSE/99OdTbygVJUDbpC1VoU3gDxV93yRgjrHuTLFGuiU998Ef+ZzpzGdIDJ9HPZbMM4R6+CCQyLbA3AaqApngP2p/L9W7X+tq/8rSb0ODrUmhpJzEHwwBpCX2mRAR9X4Ktk1qGoj7bMd0zrooVjGXFUe/OwlWHm+JGUQWRUr+FNqzMuf5vwPzjWHFWjuFK3yV/wqq8laMLZqTEBmz4dsKmkDVX6gpM/RjJ/7FKOuS19VZ8UOsoEr7HqCUwILo5RB1I+VReaZAxHqM67qTx9VWXZ6Q0JW/wZnp1uioKzhomjOHaofcVStux5abb6udf/uQHV39HnhrlNRDj1YtwzlG+3/md4n5K/T+i1F/QJ9++Ikcyddg+RQjHsoMXge+BUoB6T81IH9gNts7GNY6Ur0MZnmWpV9Dx5ACvjpofuQ1kw48dw9JtqrbjU9RIxuMn2ZuKkXDEiXsmHDoc8YWhfWoA73cFZIR7tulM6BLtoqG6Doc0E5kXdEcozEV8DjVvyes8fReY7RPkr6JnrV2s9m6FXlDiibbuiVMTMwn+Rtytv+/h8luH++/+ka+Y/7guI1gTjkyI9STlaHOImj8/J5Tuss3raOLdDpM1bV9U65RdW8At0VmG33x6nWTmrilcqOqLLlP2OunLCuJaUWs1ZSDthOr9pwJDI1ldW4PwHW0U5uVs108g/aONoyK4rP0YtYtfoBHV8SAvx+SagZZjKQDCQDyUAykAwkA8lAMpAMJAPJQDLweQxkRMsMFDUDiRtHsXJD42r3U4OvWl6ea8QqAAAQAElEQVTpfNQhW38rJq90rYx4cfOjOa+FuZDwQlM7umpDtmoTsW37+PIsp71ZPCb/74jymNxfaJW1IfxbbPfZKm2/5/e1nnPKoK9905mowXti5p4IijP64hiYSOBuix4qeeHgk/y4ByTwSnNaamu6KY4xU7kNHlyhVfWA1CWnb8BKnjAE7kuhGbFi9z57j2k3UTxkgPGBhwzsMUgBBIVcu2APs/faUBj3DjlOPwhZ8nCtb0k/2y4YyAfAF5Ts0pBGkoFkIBlIBpKBZCAZSAaSgWQgGUgGkoFkQAxc/yZDtZPVQ7au2dxqoVCeO6q2UKosAkXNN71O9SSbale9KIui2vSo0+pCzb/xsNAeTcFf0cNPL6sDKXHwQTYn6/MskmX8loo98CJmcrjvKUF1n4x9wOVTQ/AJmJ+yZqnS0c8/pWtwO66/pjXY8XV20moycb6m+3x7kR9w6uRrWNPyeGkYEsBlzw4tJ9kQFIsKP30w/y2KsgUSvsaRvw3mmYzBSeu7m+Dbcy/Kpug6Chyej18zJ91Oi1wVK50w+FfD4UeRhxHc1+Tb9D5oxOVlKex4cK8qskuevCeZyg7x3rspEkDiB48ijuP+0aZHxqBtWyozHiz1fUIbsQXIcy0mdNb6jmnXNca63tk4yzdMRk4hox05etf8U98T7brBN9jT/hZbzDXYops6jzPAOnp8dI5MBpKBBQayKRlIBpKBZCAZSAaSgWQgGUgGkoGBgdKZdmZ72G+9bu1H0e/QLlO72XVmoVrxHaeqJiCx44HFFs+bZi5lUTEXUxmDqlqA+oihUbrX5x87gXGwCsN4N64q0m2pXQctR6MrxWLeylDQVE7czuuTztXK1gTQE/wakrTHvK2GsaFj9Ih7YazH2EJhYf6ka4DuLXDDgx3Ptxuzhfo/7d7dY26LS+xhu5PvqrnWkyQN6wZI7HnIx57mfsFWFSeAXEJS/l1obRVfdVrbnbHuWuydd2ub8t72z/b6nKou+Kr8Auf+g0rcJwxOBfetK1jX8eVaoh/sG4eWr+bRHOYv8UBMDrEhhZZ39SpKV3zshF1Z6D8znNdPGMNXp/yjvptU4EplYm5en3QeVGFeuyXHik+03PYKf2BVkzUSxlo5DODB/lA8QpBfYDHPxukSDU33jsXXeLrmhVkBzYW2Y35nU9diOGtl6VsZ0EfIbw09404GkoFk4AMZyJCSgWQgGUgGkoFkIBlIBpIBGGCjDVD+MbBR5NuDKiBJT/vevj+lJmMTjw08+lqgB1y3dubf/K20HAfMB57xQl4OxV2AjPV5nKywMeo7dNqA77Txrf6qjfnKvyhHmTZQq/FTf/wbfKX7sx59G+2An5qsjGlgXSddspBTHacBEocdeJNX2e+9nZhU1ThO6gzACW33oLdo1vNnFy9sFvFXrGpN1XM/McA10Oo5d+xVisgk5YscicUGf3zrrFB2hM8mvqGpqAk9x9B2Vfh9omtUKHfiR3F4nlwplBuVHYpd6e1Wl56pW8XTSfyfrLp3b3zqJEJkz1bxlPEnBpMpeQceMLVhSL8ezorhLVipaujO3T9bKpr/k+5rSEDeF9gpe7gdIX7xs5PpmRndvzXB54e+1Tpdz2CmeECVVXMG+fZOxK5y7oT+mutbDz8r795fH1N/Prc8679/3+10XxR0b6rct4ROD32B6d3CdnxBn6bW74Hje4HsR7uKbzk6Ahg8UwRDdaPozJirgLUvVtESWp1jyuTlkPm4XsnN50AhIYG6DUkf5WeADbcl+8wxMH9/570BoPGMh+1j8YZ2SMrBA+VfARy3+JW8Pj2Pdl19eqwZXzKQDCQDyUAy8NEMZHDJQDKQDCQDyUAykAxcMqDNNgtc9v4LLdpb03atOS7zDW6QaF5qPNrCZiIbaCMeNTSM07a62bhpSrx25RW5SI5jltSxE5j3ayysFUmBrUgw1zqqDm9EFiFUPcB+1lcbP2WwZLNvV944H6+fvnVJ/+i2dc+KcWF+0Q+QgqZvQ4iyNeTKWisD396KsQ0W7lEJu8wx18r2tX2PF3TxhPxEHEDsxjS5vgDcIzcO+2I1rTSuFV/jlcvCEQmxSuABGW3PSHgFYcNt7zzdo20VeAjc6UKvyhGsveNJdadj4FM+uXbJj3xB7yCYDCl9577v3f882Ff+EQ8xjXjWIXaJf5Bk1aNoHT0xsb2RxejCashFpRc1XglzYwQxPyvqvo6e97Ji/WpzeI21cl7DNj7WP2oOsAts/iKoedvB9aU4gpODXaf5H2cgHwD/+ARneslAMpAMJAPJQDLwEgbSSTKQDCQDyUAysMIAf3YHVlS+rJl9MTal9gqbTS/wrD32L/lmARI8a28+vtTzv4dLeexnQ3rVIWyNmosFcgeXnbQKkC3gAlzqHdvCg0j8Iq35JjMPhCt1oIeVtXb+DefqZT3gGeu0d3om0JmPR1/g287grM8YoeukJul2+jFq0EawuOi/j2WmuTg2a5M/QdOH1yJpiy/1EgtY6lf7SZaK5m+pW4mMzfBb5Ce+aXzSmJPqo8LOBdYwwF8PO/TfHN45/J3MQXCgyCaQeMHBXAPmGPkClx/gAq4Jo+qqsB5VUrCdX/AK4BaczZ/ORb936x7Dg8Vz690lVk3x67UY1xQwz84OfCkP3V9Mfs3vi+HqADLD9BVZ5Lao36Xu3Srue5AreXq+xdkt8hBQ8cYxnecYJxax2t6KV+34GPIUzGxV74gO9y3DrGmJyUHfmMek554KSYF7xuyjS/wOuWf9LOWIJ9ehcCDWeVSPr8HjnJNfax0uAm37L5XJGfxSTp+Yi1bvJ4aVMSUDyUAykAwkA8lAMpAMJAPfwkDGmQwkA8nAixjQ5phdwwvDaF3FA7y2ban8O5s8xTef+xyZkL60fC7LzSutl9qXLQxlfx3eeYBK/UiEryN9LGd5pMcX2vYHFmv+2vXzehZe4/E1XtYYzvYPYeDdy4BLDQQdS/HQv4YYtyJ7c/15ReWgZvkk5on1i4ZJ71EVHlYdZftsV/k278D9k9vH8sXS2e5nlnifB0QX8Yak7Qw4qGKmqmnAjQmZ2qEGNHzhIAaw0LVL01KofL4BtfLwfoubIW//oLxF/w4dTE/Uj6usz8JxPl9h+VfzegV3z/rIB8DPMpjjk4FkIBlIBpKBZCAZSAaSgWTg32UgM38pA2wEXcNLg7nljG8KgFt6TX/Vk7ZVdOw+8Sf8OjrptGhMH1IkojDsm3fyzzc1A2z2BIg62qs286rn2vk3RmNOz220d1KvZ2A7nL1Tak4VvsdF/lWJE7+XPUaV1HYOsYzfCPP8pOPS869j/hpl1nXSNYExATOeH/KTiH9y3KNaZ9XH8g1cO+pFHv4NuT8zyar45rErij4O5aOgzDw/RadYK2WgPsaRA/Bc7fzi2z64OrdMS+TvmDYfUOtkk9j/lIakYhfN3ub51z/lGlDm6leaSvtP+n9SFdCxv74NSV1K5F9d9nart//JntiQHRlQ2QTmvf+mOTqd9PBtsqhAdj24JuEd4B/jdZirJUn/PRjnX7RWTfySzb6tX1+dfN9j/1FdfGqydCgwnWvVnDiYDxD1qXzYXzFj/cZ4zbgBNY/fPGQuov9XJTk740ocPlh3DiWsJj24Mou6Pfka7WFH92wTygCazJknmr5WtfYKxUFSnsNIQDrV10qsDTViBiipqvF8m163S2kefbBqAJEiw59i8mCRtCEV4HCf8Wu9KRMzMO41Qr1AnyuWroEIiKTIHff0a7qP9NVyUlYn3VXNUyiaB2Cd7h96bzL1XrNLjj2krxx97JUxneYScB/jcxXSoXa3Iw6jv7r/a94f76vyA6wTu39F7xEiWG1FoL0TI6AqJ2BItVWhE0dVwHvH+mTd6zqwBswVMPWDIlnkYoSpAscyUpW7xCGHsut/gaLDX9fnOXjq5DdAzsRRxXmn3AL9/FeNYyzgXn7GYOqmcNvyF/LmgDsVyLPAv+mabMZW5R1ggXM9Nd1fXyQf1tQ8Ec22ORrOg/tWzse9vf5lAcD/l4Wc4SYDyUAykAwkA8lAMpAMJAPJQDKQDCQD72fgZRGwO/IyZ/c78k0rbd74xpaGL0k1P34of2yuGlD/at8hHUM0CNBvX8lTBBJSTe2x0tyqnMtu+Fz1UtMmW/3m2HQT0dV2Pvn8sjm5ZFdxnJsnlXPzU6Um56fs3Dl44nbIizZwp6l71V/gog9pSKuvPHd+WczPhTkbDQFg1vyqKq6F7+TuOZKUdv/AtzHDw4E9uXBbOGp8bCkybo4t41xn9IcFb3nBaauvMbjdY9oawZ6O8RnoH/49Yn3Gyaz6iMW9x8T7PNfH/bafTyg47uN43t6tHPAXOuETGW0/ITfS2HLx9XlvzPnr8/zQBPIB8L4Tk9aSgWQgGUgGkoFkIBlIBpKBZCAZSAaSgTMD/J/+jge3cnzThD/dwdnstdJ2zWtWXtkHN2DBp/Inn5Ve3/elj81Rh0zwbRbKKu58RCTyWIts8/BVwJmDsqCepYPR4LKPViC7k07qoG886ZHJiW/w9NWXnffafGVewDmjaQq0Q+NFq18/p2nzETX/2h7zF9johPg0Nxu1Z2pa4EMLuTs/slcE828IDbF4bIPiTiL4hln8PmqW8dhaG08fWOt/Tzu8g4Ffo/zaSOAE4JW5R/47KFa0xlvsnTucsjZBaY3L77nK/J9rz5SK7gEO/wZlecbUtrGeh7KTP8O3ljDXMbA3vOAbmOJAEgdyxLMxeb7iFSmEXcyq1b89ik/qW4GN0BWTb3h3De+3JTk6xO9t7V4D/b5kut4E+9wXc+FQiPfOo4aMR5vz2LhH4TDD68HhclyXd8z7usXs+VcZYB39q7ln3snAzgykuWQgGUgGkoFkIBlIBpKBZCAZSAZmDPDgxnHH7g2qgZm5yyob2AHTNrD5i40jL3zU6VpSCxFLfaF1mhHcDg/KqsoaYvxSou+JTzV3qMGzezDfTbUjX/gJhB/qxBD1V0nNgo7JA8mtrtnRDV3KmqOoIt0sBaD0JnXaJpCCkb8wszNRe0mlddLpuiO2tq0vl8j5o+LtY/PrRXF1A/rWDWdSBVJdnK+hT91msn1eN/ZhrzbQtvyaMLlHAbyFpPwvgHXTKdEWqu568D4Q9rfNbmg/FkbVk0+Hrnmurces3DEqri2X2zK8w/rdqqxhoJuhuZQF5jmg6nPHmKfmyctL5uChxZJO20Z0bf2DyuTYYMzqg0P+IPaeD0XXsRmsh6lr6y509pXx3ozkutrX+tza6/ObR5D14xjIB8DHcZuWk4Fk4F9iIHNNBpKBZCAZSAaSgWQgGUgGWgZi465t21L2/Sb+VG+xNFCbNf4wzLQvVAXzb68U619ILPS1Y8742GY5Yq1SD6joUWMFUO/Bvhsg/mlP38+3Q0785HTtDL0lnV7zgDPz6rzLt6T7V0rI8Ea5hUnvEqFNllEOKYO+8djLPl/6qNtknmk9DOziV+IrZi5bSWoWQQAAEABJREFUT50qQGJ2FIVZmB/ljYzuruuMn5M29fFv3PFvGCL5hnGgU5+XZbrqCQ76Xq9qgPuAbIfdl8uIYZAnreMifkp3Mv79z5N4O4mDfo2q8PIAtzlkU7meNCfKY/MDK6Wj1aCMbXkdRr/msVjn1+e2aL5M645w++vhPKCoCESVGNKlpUqntl8/lGa/ZpQ4nNRysinExU4kyIU55JS1DUzrfMTo5zSWzgVmI4CVc89SqSqZTkCCTn7Aku6+bRFjyLBedB/qYYuv0A85U9K9zFrMupeqsIQ13fosIOr9PhFyadw9bUXvAdxTTrpqKJuvpnb+iGIOopp7YUygzDs/qE7sgeq8RnDRGvW57N9/zq28h1I7v5/Knu7RtIPxfdfb9J4gruuArqt6m4ZXLHwWmL3IlTIgQiSgfD+CXXIGUR8sPW54MHBbcP8AtzV31Ii8dP8a75OUd3SRpt7HAHe893lPz8lAMpAMJAPJwA8wkCkkA8lAMpAMJAPJQDKwzkBsHiHXtR7qYcPGN2hikwopS4NQ6QsOkngkzDpsLsOrIDNsPHeDpPyI1etj5Eebz745hqzXtZ/vlYMC5NfnebCopqH0YqE4yNux1TXBxrhhDE1D8bbQhI5KYSfk2PHmghK6Oj/EK52Isk0p2t4gq2Jmk7kH8YEHAmEYaIYWiwZyDzQKWTTuUSDuWT9PSSyJIVGq5D9UreqOTr1Gw5MSXgE2ZdqQYN3s0jpdjqa1UQ0dnXWvrg49QJPc73F2660tK15dw4YvZNtFwpP68RW4VUTWywNucp4jHgQvH5/TOz10mtfqeXaaTa0pq+br+Z1Bhe8DpjdMf47kulY0mgeddXQCR0jKx4L553rqI8FvX9rfK3axD/a3nhbfz0A+AH7/HGQEyUAykAwkA8lAMvC9DGTkyUAykAwkA8nADQb4sztwQ3W1e208mzazQWryvTnJWc9uVezHnhjfvqCOfNwBFsCyBWyD5V7T5qjZtX7b7TXMA9+OspP+6/3iG6y5oQ+s9cuKurAtceUo8ntGkaY265iIYZNYDccfuL3LS/X58TBXxnlfXenU6DFnW1VaG/xB7W3smrcrkfmG7908XzG40hW8szZPj3KrtAgVLJvQdaJ1yzejV8L4Z5tb/in/a0QULfTSnfrnl1pHpmvd/K5qb3qd5BdIPHB4PuSk9U7ZPB878KVY5cvk05CbPZXNmvcpKh7mz2OhPB2NVzBtvaM22pVtL98xFlXGAMrP4WWjuSx6zirM+ucc6mKgrysSv3+jqPL8oK+ojzHRRz3K98lO6kAGDaj65uPxXJYCJzcwy43ry9Vh3QsvO5GfY/Q4i21sf7bACiE/8KytHP+JDOTMfuKsZEzJQDKQDCQDyUAykAwkA1/AQIaYDCQDycDODNy9t8Omzc4x3GPu7nhXjGMHrHR/XrN4959KrMbPJD4dH7kDGaqNXS93nf/8ov90Yyd/QDrn/ddhoMa+5NjDneibxorRFtPeqMXPVEb9KCmKfV7r8BOYm/1EXiE3DzwrBgvnlmNLd4VKcJvDucvyZqup+MUMfOWSuB108Qe9/fk8O+VcPLy05GvpYg29kPcFdm1U1XtS4D6r+2tfi3N/b8dZHJ87ygUPcs/v+Wq443A+ND/XhrjONYW2jyeSbf1LyttzXLp22iTfWb6RBaGv4Z1h7+D7RuY7ePhtE/kA+LfnN7NLBpKBZCAZSAaSgWQgGUgGkoEjGEibhzDAA55rOMTpUUb5pgm4yz5/ooP5IL6VMIN2Q/zfZlPznzZ8eGhlbESrXVUvml7tXp260FDrcwf2AfYmlghiEdJSnHqeZovQ5iSbx3rSaYAy0Cg/+NlDQB+gD8Ra+dN4QFvFQbmIzO3sctKckmIVk1VBVfmulYe0nVUv6yHtigz/oRd10/j692e0j21jQbnIp9nJ2BAGXvaCSLUqTUn/FrCKex4sHrdLTn9WiEM5m9wtoSimQjizGGhSlyHpYjj1ogqQYWtxknFQJMswKrgJaQe8eMhumou5adrx65LJX0FX/8z/Q8oOa7K/NuEPMMd/vsatQ4LzulFJGVct8Wp/Gq8lNg9l1zp3GuaLOUBeNa7Jc725khrV1c+S1r0JVYCiqrVCWVmLF7Tmg19bL0XBnrSiFBxxBUopVko5LBjWOggHMAHwyBxAnstQ+FJZSnEeS1mW5BzXPnwU5TmBFFiHtKnrwIMoBO5nLXSPtQuUm3EUJXMSTChWjG+7e92OfrFqQJEjpIQfuoeUHl5VTDbJi1b0genW2zlseBXdhSao9GtyOskGulEN97KqnE02itlfkey/9W/DSyOtxdB8t6j8m9HK4088d0LVfRYoVfk03Xo6B3GVrlqgKv6qe1IZ8grHtDmk61I6nVCVY/Uxvb3Oy1W2e8zHR/1ISY6V2ADxtqBN6AaMeqpTNvFUlIMpLyWhg/edHp366oBTNcMPcgIzsa6TfxboVJCiuFRh16MO8cJ/F2WXilX+6HeHimOcS5XNoblRfowFnfLtfKzaB0n+rAkTdxMofxOwH+hUt/G6Mb36a8WZ4J6hlt0Pz0P8SuKNOXB/g6PaFavqrop/CUOnLgRXWpCDoVuC/Frc0n9R/+La1FKEJ/h6URhmDzpiPV7Dg2Y3D/sGjjYnk4rJQDKQDCQDyUAykAwkA8lAMpAMJAPJwNEMvNV+kXcg0R9UtDHkm1V9S1scWvYXuB2sNsWhZS7QWMJc73YdK7e0tujcsnGzXxtPVRuLbOjc1L1DobKJKbvY7sEm9HkTs2+Tc99SxzBl5JGY+4DhJdjmpecWdWJTz1ZevQcpDf2eu/gZqoeJql3WyibrMA+HOfoow7D9YEBPDH3Q428MY2kL/yJ9StvvFW3ulMFXTy6JeQKvzOQ5X9tGj4l5dvMT74Nxz5z3HVG/Hs0RHl9vU4/xRqfFr5axulgoi63RODA2iGidj5nXQ28qw0jIae97atNYprVnI2pY2dfwzcAazzd1n1Z4cW5Px9sa+ObY2zwOLOcD4H3ITSvJQDKQDCQDyUAykAwkA8lAMpAMJAPJwCUD4/9Jf2UrJ3QuR398C1lde4j3mgSI4tIT3wwgthGXKne2sIVSzGbztdfeU5GhlUwUJ74HVGkRA60aI2GMRX4eimI79XgkOOXHPILxmfcjdg4eU2Q/oOLHHx6r1pB/W7HjG3vesn/c8mGB/a1/tcWW8aJ1/tXJPBA8Obd4wMTVIdwzADyjGL4oH4Gi+/IERzhpbXJd8d1M+bUNDwhtfAUjY8NOhZPsYLuXLGmgxn0Oz/ds34oekY7Y4mkYu0V1Y8Ssr42qD6gV68rJivLu15WpLJj5bJMNsOFVlNeWeOZjqIPBzNcIYibn4wOWJ82BgeOdTTyUYU63zOtk4EOVIc+HxuagT2fg9OkBZnzJwOczkBEmA8lAMpAMJAPJQDKQDCQDyUAysMLAXRuUSza0yWkDtD+zpHGtrTZjtJdk4Jr+5r7BEKL1sXl8RMIOV3C0ffBMs0ly6CEuivQEqD8H5kGWFW8VOhkm98BzttdGy8nYhX9h4EyRqKfwq5uSRx5tDEt+iKTFpc4tC5cjhhYGimvjGqA8NL9PHOlZc+t5IuHzSF+y/QIXxtwF5DKPMwPtfYPyuef3S1zKne5jndYG91Hg1zjr/1vTVz4G/L2Na/jgRMSdc+bynov5Ht17ciBnbIe8Z+wG3THPTg9A8dOOmdfbPlYbdXQ602C7/6Wx+AesUUms+nRjjApyJ8ib1XI2Wuq5vJOLJ8xELCGfMHXQ0M+N7ImEteYMPGHi+lCtukPtX/eevccykA+Aj+U3rScDycCvM5D5JQPJQDKQDCQDyUAykAwkA0sMsJEClvr4JkGLJR02GQE7WYWNmUWl1UaNYPRq/zMdHpIM4EPCQlLeBo3wnLQZu2m09D0b9APh6byt8Z+6+KYEDxP+1Myo0NpN+pzKkeLxh8CNYU9JTomhRaPixdALaXBARTZthKvqBNu9P1WGg3rVqKK97GK1KFm+CTb07ibYdGadyotdta+kTfHUzjqhdH/ap1SMndolaq3WNaAeoF1DJv98XdcpJ/Q1vqt/6pMdJcVPjEp8/BGzEbLAYUA8Kj3rNGegFrMiAoANL8rFRNxQP05EhJLEt6sjxe/Xyq5G32/sgQi4tEEM1ZT7FcWqFkvGGkBG/69K8tZK03o3B/fPKczgxHZ44WuEjLb8X5hnnQK/5piJFhp8MWDegE6LGD/X27sefkKG/WInLSpg/iK20EG2dVfY5wSHYORxH7NhJe6LJ9m/fn8cZ15DKUtMDjhosKTS6rN4QLQpR/z/3/9TxbM5YDS695NFF4SuGL83q+x3jeethyXkZmsk6HEoHo8DuXn0YYrkwNQ45IW6hN9fokz9KsgLXCh1agHkClT9hEPrz1rsFVMQ1tqmvJf9tPNWBj5oBb+Vh3SeDCQDyUAykAzczUAOSAaSgWQgGUgGkoFk4DYDbCAFbmtPNHxDhrHsviEnvVcrjEABqb1gA9R3heLjYRY+7ouujSJGI9v2tnyt76yncM6VQ0pkKbApJpA7biK6kNFO33bE6Gsj5Fub3zaglmKlFtsy8prV5/rWvRcZBhIXx1r7hSIN4toAZd989sJHnm7mNaOLqqbQQNG8AnJ1+YoMCeBQP+2aPdTR1xlnzgH3C+TXJXBvwL7WzldIPPxlvQO64QF5r+nj9KfRLPtBpwH3qhL15RH7tOraCl+SZ2axPq3RcgaxnWv7lbAbMUnuZ9gtsV7ivY+HwN64eiL/QCgRE4j6IAkbDNVlgQJjW5g//EWfXuS+KI05yngBTfODRaw9NlT+uUgfG3zIKHIJHOLAP3N8wuOzWHtHZKl51eeP/vo6wn7afDcDn7CC381B+k8GkoFkIBlIBpKBZOBeBlI/GUgGkoFkIBnYyAB/dgfWhqz1synTjpnX277lsm+MaZjvRy+rPNV6wrYskIHEA4cM+KiQXrnzRJYnKxUU35Q9Jt+TmQnyYwK5q+bbg+oYJeV7UJQ6uD0Gb6DXPGkj9j89PSLv/7rTw/57a0edOzHWw7lT7VRNc2UPvE4aUwQkUPGDjs15ae1MwyYX8upb3U5fzPMPM8A1D3y+dU38cKpDalrnumeZ7gGmu1Ux01lQ7vBgX/8aMuL69jypH5kUfAL5kU847KH6xC116Q1t59LQcIjQpO5slyww+fj1QuYAK2dgF9jVkNE4aRDje/gUq0VvwUb56nDp3X1g1K8V/Ml/P7l3m1kbIIt+/UX/bfMxImSMPF7W2rMbcs3jc5HBc2Dmwedi1pbVZOCLGGBlf1G4GWoykAwkA8lAMpAMJAPJQDLwbgbSfzKQDHwrA/zc7HfFznZWG/G83vZNy9s1p+PuqvV7cncNOUa5z5afCL61QXiM/21Wie0SndXKNztslHNrfXY2/oxy9FdtioKoHyXxUYlR/i59RHR9z7TWt8WZPhD1x+TzFtb8lpNsl9dukzPyFlcAABAASURBVMnjJBzqVTw7OtbGwReZHLov+ZwEkpVk4BAGtODC7sFLO9w8J5t4Vw2hA1qFeb3t27u85ivaQ9r4wO/cYl/zapcLDyutbbjIgs4eZVCM+9yanJjoh9owdNL1rZXVOY9cryU2DkZZil/7QHSIXylsP2LM9hFHaI5TsLPxo+xehPkyRxees0EMvPaTrRzmkQwkA8lAMpAMJAPJQDKQDCQDycDXMpCBfz0DPAQGRyRS/AGSLLPRUfXnNlB1PKiDsSEKPACcARveLTu+bXuyrqsTePfKieGMPOK5DtthAB8r7h9qLqVYKWe0Rti0pc7cBWhrQf/h0PxVNj+FIuCPGExzgyySgPIZ2oLulJfGFsGsWP+CxWq1VOvsz5sYg60AtqxTH5CWCV3prCt/Vm22ZtzCjifFZfJVq/zLW19VzMox4uulfCqUogeWJpADYzqN62q1PwFZFC//jqO0Jwff6HLIh1a5Ffk0lfFtGtPnK7/+bShx5xyyuidmDqtUxc//XEAOwOu0AXFBnfbVAMhH6DTHoIiXonHAtC6MuRVvJ/Kivmpo7w5NmnVWFQ88k8c1D7Wi20A5wItDXFwb+wl9lRgVM/fpUorWWQ/awVExcpsAYZ+VDIoafBWr4lL1I49STlau4Ejf2K66fjvxjgTk7/cUdXoZKS4oq/jUITPcQXrIYMv/hWGuO6D47ALlQv2yAZ0WJ6lQlzj0wA/AFzKckX1fLsrH761qQsI3pCDbEfZlL2Lnmo17D+VO1zeoup+14D2pcI8dciT3Ftz7QKfx2NMN0QA+HFo8J8F07+ghvv8EA4PRF4iq94jq92C99zc59jFVhdwj6iEreQlSsCLZfo6s5KQ2+kY9tUVZnvT+3Tns9P8qy07QYjog91KKlVIUSu2hOOTMj1KKS04RG/PVgj6AJiBK6oHq3PH+pazEn+k9uUWnNmB6TwRVdWBxwYShg2TVPFxD0T2KzwgnJTaB4uVz06NhwdXJdJb9ovtFe214WfaLYE++WDmd3Kzhlvlr3NB3a/zT/Qcb6DT/1/Cs+9OzBnJ8MpAMJAPJQDKQDCQDyUAykAwkA8lAMvANDDy7SfCSHLVBwl7M1BeN05Z5bU1jrX0+/u56Y7gp3m3mPOB5K8xv1Sbf2eZnlao2eBza2HQZ9SFm2iJi2ABRR9Jf0VWH9gC1L9lvlNJ3DNyL9pHxw8ZpX5d7X6Iht/j2kX66pt0qtOV2DF7b+n7lUooV/ieO/UzeZ2lIubIufI0wxUPjfZbu0mbTsffSn+8a/LXK5f2RQ7fwAZG8kIs+W6U93kPCef+wIWrfLvs8X5PFg76YhNcEuIsXnsFiyNfJA7FXvXdW7q0rCBaRAF9LcP/RcU0xdD5cbk9BpJO8Sb4zpze7f2fq6TsZeJSBfAD8KHP9uDwnA8lAMpAMJAPJQDKQDCQDyUAykAwkA+sMVP3ZHVjXeqpHHnwzfWJEm2Ts1bWbe5TBRO/JCvbw87gZLCxmMJrk2w74QHNsnBSUrOro3NaV4mOHRg1xMp+zb0qo0/CNPASz5KmSLxiiOsAtvPr3NmSbssTFsdZ+oTg2ROx9w63xJ/Haw+DdnwIoY8q9gR84K5/LK1h5wRR9wsH58mBEDg84FLuuFXMcYP5uk2UYEXKovkEQAcB1uXUZoPT10Frw65esT0bOLb4+PXIDfi2T48EZ+T3hZDb6XPNHLKDvP5f6+vecT1Z1HynKG+wdN7yITfG5ZFm98Aw0v8TRSQ3QBFT9yuParYfPNAET932CsAT62kvPCtY9S77U7z/tDMbBP03C1yefM/j1U5gJvI+B9JwMJAPJQDKQDCQDyUAykAwkA8nAkwxMfobuflvl1pCjNsoGu4jbm5+upUgHeTNoqc6O5SHYQxHZWRWX/Lwc8dBCz77w7V4z+bGHfhKPqASeepikLb/aXNEiJzzPtT1PKdOH3rx/3/rcA/U5tntU2FLWeLiAT6CW89Fr9OehFR304Z7y0Pwa0XsZ41HoV6awV144j+Mnfa+ZwYnLxcpydIuqX9nIpLENyk+avz+BuH6JhDLyt6F17tdv1SO0zvy+piUX8ttzr8rtjO6R28N9FPg9EE6Fq96q7AIJHWNJ3Kv6FQcxk2UEu1fo7XU3+lg0rl7NrwHn+hyNerwlYttNxvwavsBulntDypP8x/jxB/reN5yVI/x6DCovRKCQvTWkV/KUDCQDNxngk89NpVRIBpKBZCAZmDGQ1WQgGUgGkoFkIBlIBpKBZOAZBtjkAg/Y4A/5wOJGmHb0aA/ggn+yDqiL6lMIu2Er5LJRegf45t5QHpWxRhsbfj1O2vA81c4Co+pY6PXMt10p174HU33puLPPmXy6HPze9NbqM6aF+Z5yUMO3bSibXq7V5EQ7/YCyVN50eGTyPZdqGo9YoWND/+/68fObXacZ/tPsCZpn/wli2kEnmw6zwoJVmW+nVumZRjmce3Fqr3kxBSB4h3vqgVtRuL7SOo/vNOdnjOMxOFZUqOIwMH77Su27HbKPXXwgd7OLIdl2u5Q/CYrL19GdMT2hHvMfJphmoCXhkfAQpovOH5ZF2XJPRwLyvsBO+cPvCBHNHKya5n4CFJ/fXyZSg1cH9h089O3kAAk62QJ975FnVk2L8EXmfbkql06xxUN2pJ6+G7wzstf6ljPX7oAn7y3kD9rM12eangaaXwNGW2th77JmCD9A88i89R40vwQf6BvvOvvQtRHyx/UJ+ushFOXXi5qDJ/l3M4sn5ey5Sg7ueN8MDE1OBW2LJrLxcQZ8SWt+/fNAyMfN5cjPYYDZ/JxoMpJkIBlIBpKBZOALGMgQk4FkIBlIBpKBZCAZ2I8BbXSx4eV40CqbNmDD8I1qGyxJRbtxbChjkyzUss+Bwbss9QM4s7HpMSm2u0xsUibLgHvbNGqq9Og4s8gt7EU9ZLS/TioXPVx4bjNcNnztI29FHtyHvKV/fz9RbNlYZnkF7veyNuK4vNY8Ggmvdv5Yhx5sGBcL8gNSIxRw3P3qA5KchKD17dxLWtV/uqc1/SxF+EA2zW8u9tFcCyIy4eFvj86Q0+yuWXi0TzzC53gPntuJ2JHSHbop0TJU/2kBF1x/yOtEwFgAbXB9xPO9+MOPwBy7Qb3r0OyPQFV26R0PnTx3meG6M38flq9rlg578CunrOUxBpIEas8jGUgGnmYgHwA/TWEaSAaSgWQgGUgGkoF/iIFMNRlIBpKBZCAZOJCBBza8NET7d/02oMptcOOeYdu4c5mHZfh/bnPhugV6wVro+CaOth8qaGdcoO1/rIzFwFarNzZUHwvkA0fB+FJYwRdyqT/GhbzUYR0D82+lFClgC6i448EmOAgP+5heymsp9jU9dAFR7RPRS63wwCDwUsdrzuCSvpCU3wPWNODehXxPFK/2el7nReuixesiaebeHzrt47no5tHjZEjr35XtuNfJTBya/LocHZ05Hpu8sNbunR9/8jR1G0Ty4HKPgMWgcf0hr9j7gC7NXcz1AetK1hdzFN3uDWko7Xi9XDgkP3+PZzbwCC60dG1dtu3dgmfgkSjvIuzt42vsMS/gawLOQJcYYC0vtWdbMpAMJAPJQDKQDCQDyUAykAxMGMhKMpAMJANHM8CW03UftzWuj9+1d+dNscpPAK+AuPmpYOQFdo7jwv6sIeKM5nk92i/l9UC3zi3+sC2qEF+BxdycjuIbzDac7ear3NR4VAFe/yB1/Nnp2v9sNXXhMbue5GND21E89Wjre5WPo3OvCNPOrzCwtta4RMCr81yL5844it+7+vN5aDkXDy8t+XoHoYcn6s8g17wssbCmu9Q+joc6MCjV2vn7wNg/tL9KVL0ngSP9bcptk9JeUW5ztk3rvpj4nAmq3vOB2X3jN2k3geMDf5vGPavEul6C7LLGXhaH/O19NJTubfon7OUD4J+YxkwiGUgGkoFkIBlIBpKBZCAZSAYOZSCN78IAmwvXsIuTG0bY5DiV92wV1PqnjcTA8HBJD3a0v6f2Yp02nK6BP+AvIldD7Of4PrTyr2xYdmxaCpJq2vUIf3I92q0koRqbWVOYKRyju6rQolMj+Zrydmj80oE/fzBnykccFo0rMUayqg6Wxu7Zho/qXz3STNTTkBPR9V68f4ilKs4eVan9OWol/s6MOZmgGvnUYeyftrm7oWzKjz4wlqv80S4d2ljP/71gTUd8xHaGclIs9P1Z/1+n3EGVBKX7U86C6iYUQP6K379QBKeixWTH1ObrRzpV9qrqHXwI5t8OKmbi3rwsHvxwQkwkLsO2vQghNAsmozJIYgl0xDWgKhfHML9VeVTid1Sl1GMwMwitoUkOSkv26CylGNeyRmmsolK9nNRme79kW9eU8yZZyUMxjDmq3gWU26p3JhHIhrWgDQwDw+6aHNQOE6WIQ2Huv5RipZTD/OoWbyAcsLQAHlkFporLUPhRqTR9dcAFKLqOHboOCpAC1x282JMvmbIzdK+WfZM/h9uGcdY/FSSgvAT6ZG0lsKJkToIJxYqd5MfrdvSLHECRI3LUHUPXaQ2I7dpcz2vlboMOY+XkrUene0kVeJfp9N4QwVTutwLvH/E+STlQBz5OmkLAuKIyoBzoWVRNfOjGq1uZlLCrJg70GT/li7VB73GoiocczzNtrOYR4Zn4QNRD0gawUXU/L7IX3MAXoF71PuxQv/scpT6R+HvZn9T+RI3Q8B9+9pFFZpSpriUT/cShsOStym8PPg/QDhSQ3r6qo9NcBSrl2qn7DBn2g3EO6aAX8M7hpAi85NFUM/iznV4yZ6xj8xlcN+oxjnPQ5361bZZP5BXSxMcqfF0U3buAja+ItY93bH6ocNJ7rI6Hxm4apPxZy2vYZGNJ6UfaYk3/SDqZRjKQDCQDyUAykAwkA8lAMpAMJAPJQDKwLwO7WiuyBiTOx0XDuWtLieFgi+5eOo2/prhiXRrsJK30RnNsbsUGKzKADv1IG2zJqrbbveXiRN9F404NvqGmjbkwR1y0RX1J7hFP2Khs5ImEJoQllx/WNkxaE5Xnc9ncaJyLZzUfde7w0rnXqw+eqgjVdrE2/jvzMnWBMnjQbA5LBpYZYNkKSyt6ecAvtPbZKm2/d/e1Pq+iltIXv/dMYh79KzNZ8jUG4tHk6XEG4r29+vvu43YeHRn+ebi5NNNh91pf6Dwrj/dxvIdbHDDP9YXv+3zGjTm+FduR/ZHzkT7S9vsYyAfAj3Gfo5KBZCAZSAaSgWQgGUgGkoFkIBlIBr6EAf7wBV8S7leFyXbd9W9HsBEtoHgjM+w4bujNuzE9Qq74lg525noP1pthrKLRU9N+rdj5tyoK32i5prapr27S+i0lvmFF3uK9in/nESnsmCgeMI1k/YB9zGOxt1RUBKYHXZavf54BrehxJfTr4tcp4Zola+TJii64omu6TK6L0/EkyOfZCfcXfIJza5QUmlX/pp7iphIdC7J4PmXIS3JBZ9cmz0Nxy6+NK8luvva7t93YpIg9AAAQAElEQVR09fEKRXMa+Lxgi0LS/PrcIlV94xE8sX4o7x+KcmQtD+ua7PGDP7CXP+xusYUe/pF7+t/i+1/SgVvwL+X8jlx1db3DbfpMBr6ZgYw9GUgGkoFkIBlIBpKBZCAZSAa+hQE2b7SDa453BF06sxH2Oy9tnJIMgj07ylOox3fPBrkyAQVuTBw5zLc67dGXXLVDw2rItu+xMpZwEnjMyn2j8MmI8IlkVQsT7mhH77OgKHcKSPmRL2uKtUJ5tLyPF3kw1vLU2uhkl0JvG09bzDH30vVcKW8Z84E6xA8+MLR3hsRaA8QQkvJvo78COHe6ljutC37iFRjXteP9DOiqM0cpxtxQvvnmpHwMGNovuF7FnXPmEp8tbzDc1qfl671T3V+u+dyKDKRzOVt/zqr64YA1Cii/BoPjWHjjPBNVi43RMH5cn/ePj2g2entaDX/gaUMPGBjZUQCUj513efB5eSDQdojP7/P3nWNztVjN1r8U705x9/byvMZAPgBeYybbk4FkIBlYYiDbkoFkIBlIBpKBZCAZSAY+ngH+0OX/KAd77Ks8lPAPb2poT8w3cbRt5dSE9Iqf1OLES/pmeEjv9D1y/h26U+283Lc+eZaLmHdcEyObuhd40o1vEjO3vlHcDdYkm7Yy5OVx+LdZiGZQ3Sxk030wQMkhnHXZiqS8LU6hE/XXSedd7siXa87rCocybepaP5SOc+q5Djk7lzEEa66khrafspr8oF96cL0E13ndiWjIu4eIaHPzctt2LS7pORfkCq7pPtInzvh2I5whfX09YIfxwG0MNkczR8Q9Gj++sIOHfh2cDfn6UFWz268GNfwLLBWtkZPuXaU76b7Pg9XOqtb3GWZwImqePkSpr+Zedip3ZvI1wuJ1isIoq9axo9CHBXUNQqWFg6hbdNIBEoce+GjROlPA4poWsnAoxJNAG2syytS/ASetn9LgmZihBizbaNdltYGyZdVDW5lDZk7XyvBUrtNni1r/LNCtlKO/l8qhRhZIrZm4Fjw72nTtSaeCTvotaBOMGISiOfC5ODR3M9ZoC3vwxToHYlP3gd5IW+5bpueeEXGiZqVs62tFCo8c4tCA7jWeqP3JiuZF56ePmNuQNwySKyBPgDp1QHlXyCjcn6xT5mBX62nsCgPcSa50Z1cykAwkA8lAMpAMBAMpk4FkIBlIBpKBZOBLGKifFCebOoHH42LT5PHRB41UUGwYQbe2TOWEkqB2VXSobC3UNB60UwlukNSfR7hn0w6ERTxSR0bbfVIxsqmmzStzed/oh7TxUxQxcANkB6g08TjPtL0PEdXuoZC+p6V84X6ENx52Ih+wvwMltMloky/rYNOYO5W2hnKn2al65DFt/ddrfi/SAvN7qOS/wcc50Xjw6/dSrW+WonPyQUR4TIoHKbFy0NtAuZjfr2lbGbJLs66r8IW8ZvPoUC58n+f5ouuJBqw6tU/YaIeKQeP6A2Ze827ocsgZkh4bHx/am15EAh51z1jQjp/X2771cinMxHr/IT13hkqEYGssc13WBPB70rxzq9GX6rFKwXNO76T5OWd+zQ0muIeBoZpiXwbyAfC+fKa1ZCAZSAaSgWQgGfhNBjKrZCAZSAaSgR9ggG8BgPel8tjWCn+4b95/kovNujsQAZ/4O/lTP5wLXt5q/GR8mwRgZ+uoLXrau/V9eOyCLWNu65Dfba1Wo4+DCAJt740y7sYdSMbf0P/B7qKN9+LfliE5CEEej37erF9DD7tV9Iqd+Is98nrY8SPOcswLGYj15ffQf2GadR0Y9zLTO5rKnr/4dvnO/BWLAcUyP7hmi/rAvO+y7trmtjxP6pdah7W4T3ELv4MTakNxFI9HxcOlaxOFZXkUX87B6HGfQpFrh8xxzUgcehSz/t4vL8pKZ/IL9C1qfOEhAgw86pKx4Dzes1ET8tx6vVTKPdrXbU17tb58giX1YJBiO894pW06pqnx8BAMTeiCoXpToIs/gK+bA35Mof9FHi2GF+cF7+Bot/7t9lot5NH+Ps3+O+5Yn8ZBxpMMJAPJQDKQDCQDyUAykAxcYSC7koFk4JsY+LWNm035sGcj1K7T5gabZ6ZHZnb8Sz5xUruhQGXEUtvYqcKmzKS3/ehqZx0bPPMhhALm7U/Wt28k4Rzc7/DM0rl0v5XnRkSenfPbaY2xiTZIzT3zD57zcmU01AnE0Wl+r2hm170MTJaVSOYBwyBaUxO1tiPLycCvMsB1sCk3rg7QKs/rbd8Ly+QAdnPZGqMMwviH5BzhPCEjEyTw9x1PlRrQc369F/Ge9ISbFw8lbrDgVrkstC42rVhY1L2/0Um+PmyDynUDy71Vn29q8OA+lvVe3vrSWHpnnMHLc02HhzGQD4APozYNJwPJQDKQDCQDyUAykAwkA8nA1zOQCXwVA0UPo/QEcHhAxUOqKfg5N3BkUqVoe4ydE/82Tv8w9l5//KEekLVxeOUB7wJMG1cAXVDhQRtZbGaBUzlZOdEzmnqq4OmZbAoGSifa+XfpIt9eo/q/T9dZVXxASgaqx2ZqL0I1jXR0am/R61VjXovyZmwZctNAM2/rrEpWfCgraHeoXEA1fxg+loe6PfAqpVgpJ3NfijVMVC0q0Mkxkq6qU62KreHAuj/FrGy977w2O2X/J3TSBUV6pauet0Gpo2qsCpHrzEaVr4hnb1nli3kJu3xDZoQaywBTzAD9KeCh9rwpfmzR30kf1IE/2gA2WlRx41Ac3i9/rzgix2l+nfl6Ux4hTfMGquQZ5As0bXqoqlFKqTrI4RY0RIfm/NBEtZ5YYLp+i2SRxyKOXcrvKVBPVgRVrx7n3Ns1LmtcF8LVwS/ohHMjP7+Oi5XSg3ZwVAikDsI+swqKGk6CqeKS8gejlDJyVspl+VbocKBL3ZCgaADf/HJJGYgL6io+dciMjZBB/N02yCycTOoj3IiuDwOrBtoRlE/SREq86XBeIUD+icQxzBnN8BFz4fcmJRpj5lIm+kP3a93AdAlxfQc0uvYwjPp9gvxBP2yv8/T+gv+qWM5Y8xP5cI1Xxcp7K3kAv98pL9qq4u8hhtRGf1er8R6F7apy1XgdZp4nrUdCcfi662V1/4pH0uOS9DbdxonJIdWqiZ1g0BtScs5sqPh4f3+VEdPgK+l0ioWfbUeC69pXDF3twmofS62dwuw83uo5NGXF37fVc3+0eT6sD4Gyj5Ve857duW21qU8GNJ/47QMrKnK9/Ke7QCmU+va9zlgExmfnwahfLfrcZw7lr1w8DmLRWivCPN9h6Chu9Y+Ks0JR/T/8SFIu+izAPNeT+Nacq3mXo7d9aUqXnYHLnn1b4vNcyCKOo/zf0jzv6/5pa53W6j2YO/Q1Nm/MejKQDCQDyUAykAwkA8lAMpAMJAPJQDLwrzPwMflrc8bAjYCqNjTADbX9uoeY2Hg6Gx0azw1Die2fofiguGWBOCb5K5R2DGXwoPuLYRf+LjT2aNgz4sfiqdosrdp8CrAJFWX4DjxmffuoOsSxfcTrNI+bpeMsa3/7dQR9lKcDOb0nT92fuK9/SDT3RP60LqmTNwhj/sAjKm+WbVzMkeOumCYW7hp5nPI5Jvhf84NWYE3n3H7N0lnrY0s3wocHYuc9DmnNk6o6vCd6+6GnG0GOvhVtE9/YvFCQ5qx1q4/ZsIOqxXaKZ8XMUvPr5lOkzQOY16UyOegHk8adKmE35E5m08xnMZAPgO+bj9ROBpKBZCAZSAaSgWQgGUgGkoFkIBlIBl7HgDZl2KwDW52+8g99Nu35v+gL3xQofwpRAV9s3hHRWgYnK7WHBl89sACuKjWdJ5XRD6h6z3FTl9zDdsibgxYU3A60LfT1TWvWlaG4M/8micq98m5n4tpkrFzTuprYtYFjH3GAseFFBXw65K9P8XourntVhTkCMrjpQBfPkj7PmwbdodRJdwDXrz8Rxh9Q14uO4O1wr8HhxockR6dPvgA/cID8l0DOLT4td+amhV29thU96wqM15HaMCBxzDHcF/AZa3vmyN17v5dmvab33jPs6ddJ9vBzkiWkxIcfRBlrcClU+qK9iOMTXPr7LSOj5zslGUzzM1+5tvpq3yu4GDTP4sQCq+Pu6ygyTWz3jbrUxga47FlowecAZTXy4OWhfWHUTzV5ri/PCK+DU64t1tJQTbEvAw3T+xpOa8nA7zGQGSUDyUAykAwkA8lAMpAMJAPJQDJwAAPaYDIg0xcbVmqgC6h708E23SbFZ5WITeiEc3znUm9enX3h8owqUM8VLfX2B6qgr90+w0OL2yPu1/DNSgWF9NGeiBpiQr3x9smH3VYz7bALysof2NlhL+KJnLzsnshLvvmJQNWpAVrYu1PT7KAXoAH6buz1JbP+fxxQ38H52N0vM34GkZ+6VHTKWAYgBKj4uqNl6xVeF/wxN2DJPe2Bpf6NbQteN468U83/JxXGMKvI94FrBhBBSMq/C3Hu109nRVcU7xstPilv7lpzKOjrIZIbMEZ2ylD3EI1gbslTxYOO4eoZfZ/dEAn+6+wnTocRZ8WHS2dLzOlpyL3P/GGjBw3sZNcZmUlVNxz9exXjw86GQbuonDm+bk6x+Rq4rnW1Vyau9red9+i241bKf3pCVcdUx8KK9nPNF9bVgG/A7I7Wd85xtHuz0DiO91fFeHPYswqN22dN3T2etUuudwzkvhq4Y9g/qarL65/MO5NOBpKBZOA+BlI7GUgGkoFkIBlIBpKBZCAZOIIBbbiwrwP4Ax3JPojvo8qfus03numw5Rc6DumwgYXWZBOLhh0hNx4SPpfNhkZkhCYR9TjVzgAbxj2mVk7V1H9G9KrZaQnJxk/kiw68FRVC0ncB9e9yKAjidH/a6iePrv4ZqMrvDP6duc76OmUN7KaotWqc2i4Co63nzHhw5ZtjtKEoSXJ8G4lvTQCadwSzh7n/63/M5yM29XHLw9EeaAw9pS/7eYy1+lqhC76w6fOjnE/wVl37I08d/wYeEPfkGkGSQwtyi75dJXMK2cyxY1fr68bcZ3SvTZDafY5Db7vs59/6/5cBM/aql5xpzdkWLncMKfINk0UFENFAN1e5mn/64B7Z3vfJ+wI7MQC/I0Q0c7DVtNTH95nx5oWxVQPtCMrMpu75GsN7FPA8V8c/2hF3ITka13Tv3/35Q1/6wNQHfHA/nrZurPl9qfVtfi3/3//b6X2iE2Wd8T/OVNv7FT6Rlzlt80ZUVXH2GN65rg/lPgdcS+MpA6/H6dF4YvySlE24FqPmcklHbcTiUGysXC93ZiFt24vPIYvg84pMFMkiF6ybfgY4t5DSg4fMmq9ZTlrLRVLZP2YNrhoUGXfIWtiMuppM3VNIiTYyU1FrxQx9e9kL70BzaOBljgdHZC7AoeZiaNxXYBssWY11G3JBh3sqWOjKphUGNKMrPdmcDCQDyUAykAwkA85AnpKBZCAZSAaSgWTg8xlgo+bzo9wQIfs+jRpVtoCQTfPVovbOrvbv0jkExCYMYi8F9AAAEABJREFURdDbjZkI2bcundEAS31LbeTlaDrPfs+NYdN1o6JudL1N5SMOXJVxK/G6h17X2Nq19kV7Wz+XiZ4akhUB1rXRfBax6Xn20vq+tE5E8Dv2YAD4JiZjxx4Vos6ogJo/5qiayc78wS85aDOSFqIGrwgzeHf3r3C46INsmR9kqxB1+gJt//UyuQWua+7dS6x4jvj3tr/dHtcK8HsoIW0f+qWacB/gapo+fmNG4AP57gTdv+aEWALetngKjUFyr9BF2wmej+yQ9eLQXRrlwO3Ii3x6cTh1egjcqRsMTROhrkn9uUrV46JOJgIqHnFA80N2NdD5kZyMn9cnnU0l8mrl0M1ED8V/Vzy3mpiFoJGHzHvzeCs6fFetD79WbinvHdxVe7Herirt18lEhLW2HG2HyfvzZM4iHOYNRD3llIF8ADzlI2vJQDKQDCQDyUAykAy0DGQ5GUgGkoFk4AsY4A9b7dt8QaSPh7hlHwYOAo97um8kG3XslQE9LdNgSkDF8aDOLI0Nk8LWmEMPaxMDQwUPHo/IQkoYGLp3F8SDnzBMHUR9q8RGgPFr+fX2qn8bpWjn6+Q42ame1Hbqu3c8n+rc2EXDXOEK37fHXhh7cwPzUBT2CMXjbZLtEf1t2z1leAZz8tyX/GMLH8hDoXVkWlPLPoZAljufaiU38JSRTYPjGkEel8+mUKREzoC5R6rpxw94Z1X3kpJDU/HJ+XuMm2Zm0NR1VHQdnYQy5EbGm0zcoyQ/pkeu/TVbhpFyOJQQJ1VPigNQn4P4Tq4z77m/LjcmU+YSw/ebOHiERzfxQe7RQMjAzKJpg8TmIbO7wXevQsygr913ZtXAAbg9kjwF1h0YB8ABcGtj66MFYnk0n1s+iRCEHuVA/7+jkAfgYaTps5X5/6RHTJav/RmYrCOtLe5nd3g5ap3cEcLXqMLu1wSbgSYDyUAykAwkA8lAMpAMJAOvYyA9JQPJwDcwUAiS/RrkD8LzU14hVfyM44CAMAnWEqQPtP2T+keug72CikxDtix8TnkS3V6pvyi9UoqVsrxNVg6KYWJ3UjnI4U2zHxHEzShT4VsZaNbXJ98fmjBvM40yaDVn9UNznflqw/ihcinFSilmOuzel4/hBO4dvKJfeEgYE7v8vrEy8qBmYgHL5p/JvHbV4uehL63jE1z2PNIy91OHf1LjwhYuA+r0/KirvOkYdSmAflStnf+THL3fc3vf+w+cncghz7Y8NKX4TgY+4Q71ncxl1MlAMpAMJAPJQDKQDCQDyUAy8LsMZGYfzQB/yPJ/5INP+z/Aa9WGEZsmCowi9UCnTbQLSOlP6AQnXWNlwWKTU1X/f+KRt2DNC46a6q5F4gPEMxqup3GDUPt1KvebaB2V7s9MGHlQrpQ7SfBnf9YJ2nWTXtXYZVinDdcGRXyagC0wxnJwAV/EPbpRWErAY++leiJO5V/rn3L6My2J8Rsl0mgOZqvlT+wqL2yJIo0VH+6DdlO9CGprbOOjMXhokXknF8A16NErtJgP89zVQPBDue/7M/N1AB/ED8jFlI+ses60BTq1d9bJTqdcD02qMc78gtLE0ykG3wRXPlzDfVlxSkfZaKpURmcN0sMmwG5AyY05/inHEVhk3UgaUmhCPKRIbFUxVM+hM8/Ry5GbMlUc1RFtzF+PW0GxXhwzxf4bg7PGA6qlaI3pAf88r1KKlVIO8NibnOenK8MAHrl2qLjs1X/2XPVO1olnJCD/WA9eVuZRV/GpA37P0L1Vvkv5z8oC7D9pClUP9ECn96J+jet+xVrn2hXWAxqjlwplZrOM93vukWXokXjJAY+me1Udr+dqdbiW1wKI/k56AdqM3MEwsOie5JDtIl18kZ9YNF/r0utokNz36GQucJlPZa4W0Gk+/9ROCqJEtSrQ2qMqD8Z2VpUZWciNjqrcgIrj0amNStUY5BnM+bm2T0mxaE3q3dFMsojUHlXVHswNMRE7MZ1Rx/n2+50nfx7DuEBVTthAVvIadKMfyXR2uoa8S/fQzq/jaibGdBqOmJuheqfoY5CNIjAXiqsKvr7kqs2DmJSgjSAw161WNNcTqI/3W963AXb68WJNC6JTzrzv9mu5KmogoRg4vwrkWhVLVR5LmMcx1znpM3gP88+Z3HccmqOTQN6LGPyd7cO/4PMgee54qvQnP90AfZLQNVh76KbxJ6waJ44ZyAeY8jqjt9AVtTToW+84/4hqcB3yiDvUj1CVaSQDyUAykAwkA8lAMpAMJAPJQDKQDHwkA7E/c1BwbzerzYuLGO7IeWn4hb09Gi5iWvJ8obToeZvW4tDVRqIBqwo7dRTjvzVjz2ZWVgyvta+o79mslPAO3KzqLh8+jZYetrDHwFKKlVImpqa1Sdek8jQFE2vnSnnxJvTZ8zGlrXwe4/3DrLJohH+Lkz5bpW2UQMyKP+iJytfLNjPzXO1LX9NM5kkwk7O26wNmytur5VQMbB/Ray5E2HdcnG9rlsmY5uGYHr5Nunat3I6rd4ce6Gt7nv3B4fDwbrTLBTtW9iv4Q1o9CA2L8aAz6qvy4dQZWP0aZX6rfIP+wVkzx6uOs2MrA1WKQGK/g0nbz9rPWsoHwNumNrWSgWQgGUgGkoFkIBlIBpKBZCAZSAY+lAH+/gcfGp7CIjr+/EaqOjvWe2aK16raVcEOWPZybfDjfewB8i2D3qfOVzZC0XU87u76SLlvFdyXeIk2ur0tGpblzq14ZVbAsmmPSXGOcqaGBfqiGb5PtfQbloxTx7p1de504AOUnextNYM/h3I9CVvHPasH5wCfDhk8Kv/ID39y40fRRnT/ALjTXHfelqffYcDnfEinnfeh6YcEmZ6sKyerrOSiVa0yObf41ISJHij46yFWaQHlaELcKyJHO+xVVy2Hb+Sq0o2OdevTgf7NOzWh7zSo/InHo1wwDvBegPTcKFz5zOM6B5604rTSzAjDhldbHppuCrejiUOuK9OrVU2+wPSe1H4zc33gjj0KcidrZBNQVj2Psv0IfxqWxxsYYN5u3pffENcnunSuPjGwjCkZ+BwGMpJkIBlIBpKBZCAZSAaSgWQgGfgUBtiwmcfClhCYt7+/HtGGvIxovedS92qLDGk7ji05x1XdvTrlk41eNn57/nWODcHBh1SGUi/m9b51n3OnnbtO/gMXVgnvonGPBhkezbRlNc6qapkdmjXFbGDW8+4q89ritfEEcUhxpF2+WDusuT/tZtGzf0wHWBwD7bTJ3C06QIW8QChQrsqbOmVk4ncYYE4BGYWk/LvotJp9pSvF5etAHS8+bscREevivR6b3n8MKEuLd2EGXx/1eK+/Zyh+l485unV/Z10GlgONu/Jy776tj/l6bNQ5csaDc4sNS0Hc+1ybXnpD0vmYI7zjD0y9RO+09f6a27m6jDrl3Zmx3oC9+IXP8foi0MCNOHyc4l5VI3PQKxRlGdPqa1/NXCcS333c5OEd6TEvgWP8M3dgyTrzSx8raan/l9qOvEP9Ek+ZSzKQDPyrDGTeyUAykAwkA8lAMpAMJANvZ4A/XPnWBWD/pzQR8Qc8+zVN0+uL48YKGxlsJSAjDKKPci9pCbS59L37nNsI9rF4tkLMgEzHVjgYds18jmq1E99gnCiN2vsX5J+HZfwbjvWkBw0KUIf1sVgv7agXSYJODkKq6AdReMGqOAH+7891f3pGAKqqXQ/x1wHxVgeY/xt10lF7b0XDZDI2rVj/c4+h96x02/LlUsb8pxk7eVMehgzM6vx7e0Vxh05VPz+niFyFbEWf+Vhx6RyJEY2nj7lUGM6Eeil+KIjuDFHot6jx/iUKI/CYR+rkF0CXtkaVauJoBg6wH3MapmM9MLesEq4vZPR/v4wMW6msdI82wMNRl2o76Gg9z/nvXcI4MIv+s9S7M99wFDpTGWN27VXV2QK7QM2HHvhosd2Zr7kredEPli2KE3hxXDGyPPjxVgLSnNidfos8esSaIu6r1GOu1XXzmOvO6zcNPKygSD3fkGGonfPO1y95AWJDCwko74Oq9zBBn0v4XAcU1T6mJ1aw6rM1aT1Xqhn3DuCfBFR3aecX62SsdWNpqYC3In1gkqYsKZ8kq8Bof49G0X7kBXctLtI6qUXwtSep2v6HMzuYrYN8TBChQ2a4BkBY8imNSiOZU6Ah3hrSKz96gqMfTS3TSgaSgWQgGUgGnmMgRycDyUAykAwkA8nAhzBw5a9zuthKWPtD//UZENHMK01g1jxW6QNjw2MFOAg8ZuGOUUO8vomizbG+ypnZAJTvsLeqih2wqjB2dEUPSrWx5Q+BecigYQpN23jmsB1f2J2ak7Npw7aa4jXF7bD7bEximFS2ub6l1Yk15reTYkeckn7Mw1R9yT1twMfceSojF+5doztFI6FD7ox1ruKXHJ3iBBILB7kAuuALUIZ72gFl2hK/wwDzCphb5O9kRias4gB1wDUg+L2Eq5i2d0PxNCEsFdFgjpb6+jZyaUB+3NONtl7jmLMiC19IdwLnXrh6ishYd4GlAfJg3r/U+a62CP4J/9tYesLB7kNJmtkAuxvfZLDwmYp1Ftg0ak8lOAC3bK7M7krcE+2ZeV/7UvgTZl23gtjcL9ObdZ9TZO2Aa1YUTZtoW7427NE+nxM5QT5qY+M47uGgVY/5ddl2/GA5HwD/4KRmSslAMpAMJAPJQDLwNANpIBlIBpKBZODLGNAWwmdG7IHxpzdYCFH92nLpH26pvKDxkU0RMzICLFb755jRMEj+j3zQ6g5dN0RVfwtVrxwnsXiqOgM76T9Tyxn25Iv42dd33GXrJG0gsXC4PdJc6KPpWj996FwZTvdDKGLP+dS8Ej0oNy0pkgjqpu42Bfyyfv7T3iWS+u04ttlOrecZYLrB85b+LQtwBljTyN/NnqtV0H3ZdE8xJDvufofmag7Yl7+U4yQ/6q9MSf6c17lP3Th5eDdvVr0Mt2ukqhcHM0OfLKuPGlBx4WAd04suYxZUXtKE/wcdffAwsoJdsB6ma2lO1zUe7ym1GnPM3ILHLT06ksTA2nhxw71lrftKO/mcdO2Agg2Vi8PsmscrJjd18UCyHOlgUxSDEnlz/xqqx4s+cfIHx/v7tz3o6vi3Ccjsk4FkIBlIBpKBZCAZSAaSgSkDWUsGkoGPY4BdrZWgoivkitoLm5tI+v2Nie+md9L+bRVSi02b6j/f270/BYKKKNpytO0gx/k7yP49IZ4UA/GUU7FSyj1DN+kWbYCi2Fu+Mr+9glQVkM5HbpleuHJ/n38a474S6hadK8N37vqsaHZOLs0lAzsywLUCWpPzetv3/vKh0cXbwFFp7hD80SHumTr//EGtV95/R2cQA8aGvrDQ1Hd89rn/XNnOFImAA+J2s2t2qw0fhdYUnmpnbqserj9lZGEwNluspXjR3jQ0xQUP9zeVsmxxufV++1tGtCtqi/6v6OQD4F+ZycwjGUgGkoFkIBlIBpKBZCAZSAaeZyAtfCQDbH2xARObGZ02S2Bu5YQAABAASURBVKJsevhYBOTbguf/nAd20oO4k9WuOEx1QLxd7bxW5kGqoarNIZ3adRq7AO/TRpRyrWtoeAl+kPhmjNzscnisiluHUf4//8y/GYIP/DEfwOeEWIe4OskW6Lagr68r//qn4aCT7NH3iQPZuSiL86LsiuahdP23f1Xd9fAHrkoYeZLlPgZiq4qxWmWOHJTPUKeBqrj7HDvp0t/LTmMAOqb5N3HWAi6XYK7bWVwfCmnXoyjXgBGTrMcck8sZmifTIhiVpWga7JFRvg4fdkWF/DS9/fUjs+jD/5UhD3WN+SjXsaw5q5ofB+1Cp7YWzonaq9qBc6V6SOaOMn2AGauDTfM5VFLS9/WryEOyzsgVUFbX6w5uuCs/y0g8LV4X1Hd6gkoQ0Wu2/epgnn0dq8FlKHytJKNAm4QS9IzbtmPL4dGlQmr5X/OMjqNR4LoLNM2zohxYC2aT+kztZVX8D864UIdiK2gmr7atLdMP2rZO9/i/BtQDFWXd0xBkfs12a/OectVngkAnX53umZ3uuSbZgvux19VXhb8BvIeA1TUxs+M21IaNFp3W8p9wT+yP6SpS3YOr5827YFhhflv07Qp1CLnq84WidI6QRCtIAW7aXCh34gf0Vt53PunhoA7FrliVc0RCjMA/TogGX2Oixvy9s9Nnzyp0ugLPiOmp+tTQyRCQ6A9xaiAMuqxmg+GTqP1Pi7iovciQr23Xt91eMu/xyqu7ZV12mi/yrC6ZN+bxjD5fjdA8mjCE6+MpV81ji4tg5aQIXJstivLUB1SzIp+C/3MfkrS3sCdfPr+yEZ+HnAOlg1Sz5l3+ZzlczYdBG+D39HAifeoS/SEeT5oJ+Ct9y8+eTz+bWSaWDCQDyUAykAwkA8lAMpAMJAPJQDKQDNzBwNtU2ZwAbwvgOcexqTi3Qkpg3v5IfZudXqs/P+LluDERU8g9PLFphR2+AWzsnFLZFbFlpF063yS8xzhj7tHfoHuAyQ1eD1XZcz0cGmga358B1rPwW2vgVjbRH3J/Wj/D4jvywyfYzsB92tfsaiHr2M/egi+Mg4WuxSbFo2Ox65saeQhGvCEpb8U9dG21+So98gVzf+TUYt7f1n3+Q7ntuCijCejoJcNMD4BpmTxApmEP9G704JOHvPt7gLsWW0IeQtqi+pBOKUWM9l7gFzxkaMdBxAB2NPmRpuLT/EcG9wFBZQjJQDKQDCQDyUAykAwkA8lAMpAMJANvZoA/XONh15tDedB9v+Hx4GBjcwLcGg9HgVu6z/QTC98gwJfboUEFBO0q7nhUw+boa8EyfeBUi3RPViRLPdmdr5vqZZhG8ozyzUGNwknjHxnXmLgoEguNStlknuJuIN6TeDzJ8v5sXobZ+zNf79a8PAbFQa7OnxJ12ei8swg34J0xvNM3cwHeGcM3+vb1PAT+b/Cnq4QblUlyleuathYDF28TEcujAZAbIDfHo4a2jhOPHrNWUsg7/RbdS+O+u+SV/minfFVXiujo7eLOKDRw09FJa0BBqrpwiJWF1u9q0ozqc4zp84y5LKYXc+zXjsobD8YxJ2DjkO1qxNNi+8i3arKGtwTw33BtHMLdEAC3iyPtD24+WpA/4L6xd6DYDext+9vs/cJ98ds4z3i/hoEMNBlIBpKBZCAZSAaSgWQgGUgG3s0AG1hHbAy8Li82KrWT9N1JrNLVaYLIrpWhTDuI+nWJZuCsKfPnymJJ/PpmsKT3S7LjY50zrppK5vDuJ04e3e2AFjxEFAtdN5oKkZMfGHV7ezyYtTFLohsVdipoy8jNcgL3mL2HKGy3OPtprbgGDQIbp2etPUqP2SgL8/KYpe8dxVyA783gPZHDGcB7SMqHYLhmDvczCx5//t4g/3QNgqLxU6NV10/AG198Ir7A06553wHjPflpixsNDKyOvjcOu1Dr31cumhcaBo+THu7PzDVPfylPOl9YIQt3pyB1ePEnTrpWzMbs3pzSFzHLYgRiLKIOqSa/WumG2REoqBGBzq+C67VFm2fcF0O2fVn+Pgb0af77gs6Ik4FkIBk4nIF0kAwkA8lAMpAMJAPJQDLwNgb4Q5X/Sx/4nubbInnG8bCV5DtI2knybaZt9hjSYtuoqRYc3uFyOnhDjYz+153Y2Q1Ba2xsKMXGEbpqvnLAFVo9iixiqp9/StOhrImijdAeQ59vjv6vmUvsmRHHGIPMeNkeexHZ//d/DDZloo9BhYWjj6vTPnhnJ0MuKDVNCk265iBnaGUcoE9ebQpV/ag6Awlxxvk4VKudHqov/RttnanvjM51zDpNQF/WWG/rpXWKeQQ2wZ+a/6zyb/91fxpcNZVVsqiNcZ2p1/j3HDvZQh6X63XLk/lRiNe1f6/XryMtzJA/keGBSfi9olknos6vdZp06Rg8Ig8MwU3jD+iytAC+vXPnE3bxgT9MI7luyJ17HFIXuHLXta97Ng+BnRSUdwD2z+hkupPVM4gPmO7Q6njyILsW4edJszeHwygo0kRKGHHgn7LQJ6nCPQfjz4j1GxJLbZk68PlWKLikTNsrgL8Wmmzz+uCc9dZCIdpS/IP6hZjrUsfeheLODSclUerJTkJR+Wz+PDd6gzw3D6V78xuGPSBYcy0eMHExhOjD5kXn3Q2ttZMujSJgBAmoQi1g3QDKtDMWXcBY5K+AHK9do+RPrsgA9W8B8wW+Jd5XxMlV9Qo/6SMZSAaSgWQgGfgaBjLQZCAZSAaSgWQgGXgzA+w4vDmEXdz7DpI269hpAvZgYgwD9wR1r/49thtd3LCZBJSpIZvuDUUsbFBbVcFrp327zkwPEvoNUZWNBws2iQdPxIe0B15VDwti06z/5ue6JaYe9G46CSBx7QhzIV23HUe5BYpAbb6+fMAHnM6ZbwuGHG5p6kGwzDJ/zAHy1oh7+2X+PGRLSK4t7rXWzOEN/9yJuQD/XOJPJgxn4Kj1PA+PJY2/tp22tr5XOewiAxPbauShbw/z+3TlGvJ7+ETz0ArcA67ixx0pGWtADn4/pu1xq9tHxp1LWbjf7SOnmhrPHEwb9d5qI+zKi7WFBbKmfEX10C7833IQjN3Se3d/xNlPK+yC21HFuNua92jcsnqr/x5fr9dl3QC/HzSpUASvj+g4j+SJdSSg3II2VhrX8YhWIctfx0A+AP66KcuAk4FkIBlIBpKBZOBABtJ0MpAMJAPJwAcywOYL+MDQboTENsoNlVvdMsEf7uCWKjr8X+/glu6z/czHCMXIBiX+keAe+4wjZuwtjSv+DRi0hl422IciwscqBpOe6SFtwJtQ2An4wXaRvYJx48Q2GaCsjvmhZteftz9Rx17Phox7DE8YO2IoO4Z32IVLx8qYonktslmULmAekCvqDzXDKTYdskBdYtPhYxTbJuUfUCLfH0jj7SnAIzhiPS8lx5rG31LfkW3u90gHz9rW/cX8feNZQ0UGBOzpfmX+2NSOe+GHuCe+lm5EvFuAW6GgA9b1lJ3N1xB1sD7qs3oWYt0UIOPAy65XTSX+HJsinCrN58rrU5Vpjc9VODM5nvYMNSywPgRfe0Oz6zMm+qP9/ZKItkaBLmB+AVQ4thr4Qj3yBV8Y+jlk1iI4t4wl5jEwNv6jBV21/2jmmXYykAwkA8lAMpAMJAPJQDIwYSAryUAy8AkMfP1mxDtJZA/uAP+YBWGaMvB9PzWOc+aNtrjtPXTZ5Uuj1zsv1a+01Fqt8tPCV3Se69IWimLFR+WnileMKaOVnoVm2etbm1FNse/rz57fkGOnPMc6bZWH0L3e3ufwdZ5Ygm5xw2OorqgVGS4rfUvN5VSslLLUlW3JQDJwBwP//FXEvekOvpZVYRG0vfN627d3+VhfUNRi7+i/xR4sg2+Jd2uckVM3fI7oP1d0VvWZooc+V6nPLDRt9orVMWt+cbWNtSreOdbD6Xv8c113/hw1Zkt6vcoHnAkm8Hg4Y26NCc9fvDVNWfwhBvTXyw9lk6kkA8lAMpAMJAPJQDKQDCQDyUAy8AgDOeYjGCh6qGXCfOOGjSnwEUFuCKLTxlmnjRQenCE3DDEeprIpAyb6amBLCkza24p/c0Maa7LVvbPsW02KgS8ZeVnjvaw2NhT4v+tVNKR2DC3mDwmYS20lGqAMmGdAPxBVPtTYfBNqQB3od/Y/Gv8/0vkbwIZkW6Ze1AcUIN+KQuwMvg1CzsbDX63TzudZmUlWwdRGXrVTHAGRNdY1rgqm/Ey6Skp8mfX9kvanpj/7k86fcgcd44HslXoyYJ7fSbpCOVkF3rZzwoO5qlgo1tqvMWWnreA64tRHogg6R//z2IwQFPNJrfw7hqr5wVo5oygnQG6msl28+p+JrQZn8DvOw4Xmkw1dlf/O3IfK5NuD9aU+5VkEBdI4OvX8aw6KcgWmfFt0elgtq82Y5WLFZ4NlrWNau3GO+1yr1mDtilXaFRPcB6KNeWijob1F20eZvk721oDOL0KXr4HIraoAiuRJMFVcUj4SWp+mq/akYAJFZdpAKcVKWYetvDChpWItQrVE4cVSlELrAF2juiZrA4MLgfvSScqg8D+WXMF6CmTZgtmkvj7iiB4+b/g9RNcY19rjPoj/DOZ3jrBdxF2U3y2JZREKjNmAkwD3oCjX2r+HS23TUQd+XXJv3DTqASWSsU4Die/Pitar+UUW9+iqTwxAnxkoDXGRW8BjHPKr+txRFe8c3Nd5z5MjP4p1dkYdrhox6ItA64I4pGHG5Hc+pj9RBn3tsXPYvLTT51IV7hRV+XVC60/Riq+2RdEO/FTJTvhT/JRl0ByhLo5MXHWySb/fF3RfjO79pLi8w1j1eDq9JweUAe/TA7aaqsrdlCNzThlQvi+ard7W9bhfdYoF/2Bds+9Bp1+7xaqugxGR/6N///Tmf/786vn9eUIzwWQgGUgGkoFkIBlIBpKBZCAZSAaSgfsZYMPm/lH7jHi7Ffa8rgUBOeCazjv7In7JCDPktbDQAeabibb+Qgmsa3iPbw5pQ8krOjEEqLjT0VvzjShtOu1jtLe5ZkuUmvYpvbv3W20itZFH3mykudIBp/D3sGlP4uHRw8B6XiXajC3lOm/DoLuEW6x3Ddmo7Jav6t7WuDo8O7+RAdaa8Kq5x0/hIY5fSV4TayFVfPBQCjdH4uWm0k8p/HsZv3r6PoVh4gD757/lytrPK58jHPoMFe/5tephoz5j4EXNiAYHxDcn8g4XHrtiHaUCjjJBV9WRYMks/YD+d2Ce+qtj4IHsO/N/db7/mr98ALw849maDCQDyUAykAwkA8lAMpAMJAPJQDLwIgb4w7Qs7ci8yP/hbth0B77xPvOmvNn4AbOej68yZyDmz6Wivi+XakUbc9jR0CcPeebbKcBOsmsOG17q9TpyaEJsRtEclu6/h22Uaj7WJi81TuqXFeIF0cO31RxqOAn0UVfxo49H84+kfLwqLm/TJs37Dnh0yDY+7hv9uDZz90p/j0faj5zHSh30vZdn+sBlz7/d4mttoOBwfljT8lUBmQJHAAAQAElEQVTi/yZReb8jMkFeWh3Xt2KY9nL3AtGqst+7o/5lUu8PBvx9fpmLYzK6IPZBN8SsObhzNGs35pjRWKHtTjN3qbsPjQi/e/rDpkxfHLAcoBOfEQdl2vaFvMW3Gk3lBePEGljonjZ5sMt2poprNQwwwwMitpBrw7a2Y8c6s0EOXvzXZcjRHngR8XyYM9B0YBswhw4NwLfESw/3reCQr3JM3mDuD3rggFhGzJU+pu6Rfkw0nxoILH1qbBlXMvAmBtJtMpAMJAPJQDKQDCQDyUAykAy8igE2Glb2tl4Vwov8eKa9L23yeM7IvsW3jIfifcI3y+4bcpQ26bS47aeKBkE7TFVY1Q+jqwobO2SnmYWNg85q7O33+FPc5/bHSgoGK+TNHIIFQ1fjxcTCmLc3NXH5z0GTG7gIDEXmv7O62M8AbQizKWzVOpHhI5ACvc/jbKG1zTyfe7K0ygCkrXaeOw6YrrPxLy2xxgDhh6R8HLiWmLA5nvPYz21/XrLk1y3dYEkh2ggryt8o/V5OEgCuD07C75ny4xKfz/rDhuzdaYa1C8bpxcydNj5NfcylCYwcW4w6B+XrvuQf8x1rS+XnDiyBR62wNlo8aucDxg00jHPYhLTU1nT/c0X4AJ+bOGtymNDPDfLtkeUD4LdPQQaQDCQDH8VABpMMJAPJQDKQDCQDyUAycDgD/CHK/3UOdtnXOjziGw7YgAXGRgSIzQhtm7CL1z7eVZdavaWVNzxcduMPXPaY8S2qFks6G9s8RmIGGhN15k7VyUGqUtOjOoUgReooFDUCxgDKJq6qNKsqSFMZ3SUU5dICG/2/3Xjyb4csjaENPZm3ETQ+AfLp7GRVvPNQw1Q2n0nrX2o35VVm6Dvbc7U+qHat2Pjy60M1ZJGUtgEV/cA3aNu8480nfj6Qn1y0qsg6/s3CP9Gh2eVnJNXm/ZJ/4qf/Vws5d8bPV4Po76XGSq9NyfmHEIH82749ythkRlzKx3abPkrqa1J8qDeOcT2qmXK0f6qE9zki1iWayGmCUP5E+YKYgotwBWdA0+8rHG5ZOdF/rMTrEu7xSvRnFCXAvbZFWMMT5ZCUR+i+bi3GjucL5+isv9XakS+ya8FsgiN9YhsfLWjbA61NylObmm7jHokE9JJ90cmhBtaCxKEHPvCH5L3yUWfYAG5HOWAn6pTJEVAG5A5YYz5GjehTV3G3Ax+B1j8O3N8QK/VtYIDA55QW88HtNUnZ+2fj7HJduNqOp3mOzrXCeNYF88R6wR4+nrV3xHjiAkfY3mITjrbovVzHA2PttaBRM8paXcLLg/xMh2LoMwPLqJKBZCAZSAaSgVczkP6SgWQgGUgGkoFk4EUM7LCJ86JId3DD5sSlGVoDl733tLARco/+/brzOKkvWWFa2agES/3nNjSpIQV2ugQ2O2+PZdx2EGtg+6hlzU6bprXo8S6yffC7rH6jVXm7BpI5RHrD5hN5bVZ+m2LkhlwKgrzp04NgJVSFiZa4tgH0AbQZNdF7soK9WH+UwZMm/+nhTGPgnybiSvKsZRDr7orqTl1x5eyxumN2kdfDwxu4rvWe3n28kl0Dv19FfR8Py1Y0n+ELOfnfhJZHXG+VvQ0P9sistcMaBm3b4eUhiHH1DfVH/Y52rnBIjn6tysnc3Xm8Onc4sA/cn4xTft4sVsCjlmJ9SPp6e9TOZ44TzZPAqOtj6ZUVMVH/yQocvDyxW0uUoFr4DGlNvjzQ73KYD4C/a74y2mQgGUgGkoFkIBk4hoG0mgwkA8lAMvBGBuJv+TeGcLDr6xmyyQR8H+PgSD7SPDurQMHd2vuRihn/l78Xrp+C9ZDXtW/39t8YOenRbxFCv4l4KS61FamAGDGV6vSGkF6ZnIpqQGJy0IbdPi5rYrJDXvgCV40T1OwhAmOAJs6H9mUv6jTNe1pTtw70J6BN+JQjYluLh/k5rXWq/dZ4qbzm8E19NlLBdpee39LEDSY+Jr8hnk8RwQv8UT4+LlYhFyjY0xv2wJ4297PFWwvLkwgD+1lvLQ3Wdc83nB5+R9Z8hi/kU/5gqM3l88tcMzAekXIdiZGobpE2tQEHYHkouvjAp0OqtDmWhzzc6vY12v3hR+WlA9/RfqqdgaiHRAdEfV3CHljXOLTH17D8D5LcAbGDQ33LeNHnlpNgjupn5kFd4tWeurpswwtf5As2qB+uAuctDneIg2o9z5K29QVxW3X/YT1dWf9w9pl6MpAMJAPJQDKQDCQDyUAyYElBMpAMvJKBf/Vv9XfkHT+r++z8shcDwk5bjrZbss+fkWCq3fe152l/W+u12pbXl4kBzD1P2kgTDEqTvqHtUVG10Vu7+x7SPeprPm6ex7w+15/Xi9V+g2/suNeC+fj7R9nNVynFStl3m6zc9PpBCvWDYslQDmLgq1bkQRzsbRZOQWt3Xm/79i6/0pfZqrfVDjvuNb9nzesrnq+F6u+veo81vVcxvNZqgDJgLKB8KDbmMo9hHtu8PteP+i09OOAzZegfIpUzfsBj9mXA520ul6zdbuMBqP+/HLdVn9cg5Oet/I6F5GPXudz3k+2uoaWxZCAZSAaSgWQgGUgGkoFkIBlIBg5mIM2/jAE2jvwP0K7fTGODJ0AfeFkwezviGwvAyBCwlXbGSTtIvpGkh3ZVG4ugkwz8qQwqG43wM0f90wbknxnf0AuYtifRl20fp3IneNmkL7i+f49Byg8e7MHIhTlkI+r8NKGq44FfKi4VvzUoit86xaQ8q9AppjrEqqL1ul3/LYsqK8NYOAOhW4b2qPMQdCzLnkYeehDLSfEhQVVeVfkQPzkWJcOso8Mq6NFZ0Zx10iW4qjjnYLzDFcywHXBb+NTaMb0q/iQ5qviosldKsZNgB7+qfHf4UyxlgEnSXpVfN6BKh7om1iPqeTBjTK+vtaxx5vGbVS2uHv29gfYWvT2RIP3eRl+2g1+j38HPWFccS/FFf1F/AD24AOY5d2Y+uZ3y5poQtD6qYMMr7Lg05Tq0HyrkhrV7Rme+nmmfYR4H9wLgaaE7U9D0Gpg1/zNVcgelFCunYlZ6nCT/E0ophrSDX6UUuQYnyTnKBu/oBFp1Tbrp2lUX6wBEr5osEG2jZM23GDueL/QR6d4iU76OdW+2BmMb/qXz3BEZhjzJHGWJQw/8AHwhrzurun/30FzVS8To0Im66X7mGBq4znlfQgboh/NOPjrZ1l1t0N5PVNmtsg+6QVKu3t7n0zXlsV3x817ZRkLc5NC21cGmaS13UvjTeql6T1PRb9l1sD2vtzb2LDOjPrMiFp/hfy7hHkS76bNWadANcUvoPUcRig+bgPfjP12nnfEN2Dm4VrCpkRpfEYeglGKl/CfbylyfpyOfWzLyI86A+XWtNQFxQh3mcZq3chEP9PWQvkjqpNuxFvQZuqoeUGCHHuHnLPmMcMYt550+X3TKJzDXP9vt85zXW30x45/H27Zny0UGgMTyIa61wHTI+1COXJDLg4ZWDDPnV8D1PoHcUPehg5lfFrqqfjm9zC0ZSAaSgWQgGUgGkoFkIBlIBpKBZOBjGNAf3B8Ti5kdF0tsKYS84Wmj2g0rF91senZspFz0vLJBk67jlR7f4munHFkKxI8ElOeIjbt5+yvqyzHdn/yynesZPDLmusVpLw/kSjnaCz7v54tRR2OPzPewcXSeb7c/kDQInje9ISS8B+5xz5hl/c9c1cuxHt+6ztP+vl/paz16n//PCGU9yFnPUrgdD/+EUK1Dub7hs5SeXXoYS3F6xwtPnfLnM+XRLvHxCNdwBLbGt0UXHf7nHV/bWw2n3nMMJNnP8bcyOh8AT4nJWjKQDCQDyUAykAwkA8lAMpAMJAPJQDKwIwPsZgAzNpOA/eiL3GLD8r4U2ZoA9416Uvuu4eTm3xbQVIY062RD4FsHKq0dGrLWNWl3u5OWz6owt+DZqNZskD+Y2z9pB/bUFWNcoVOEUqa4F7CLTZcyipTYdJwUD1hTdrvSWev/iHZPWGs51vRHBPXbQcS6gHrKx2fLPda9Na5YmKBp+vHitWv1qdR1nzLwqnf6ynwKo8+non96MGFwB0F+y4q657pDt8XThN0w4L6k41fsDoS6PdnZbf2z/loo1ucOreXx2iHr56wxOnJGUr8HosrVkbtx5hbztMqAyPaZl0SHMqsC2NBGe+J+BpzD+4fliGTgFxnInJKBZCAZSAaSgWQgGUgGkoFkIBnYiwF2K6q2s6r5k6t/YfdCqdrFiy2ci8ZZA9vGYNa8Vl194KoA6AP+IGvNwOvayUpRGZvir/N6jCdyAJfWz3N8Ll1qPdwCgRqMby/KCWU1PXFcGepOrvTPuvRs2sCseawSKxgbsvBvMzCsL9ZEi0NJGa6ZOn7DnSDmuD+CKrusfXD/6PeMOCxWnjIBg1fu/AfnF+9zLvG55o9YwFr/v9IOB+C5fLXk3QA/29+J+5DeuOOJa4tZBY+u2XYccYN9QtzP0jke5sazVRNS4sADD3AcLqi3fNHO5Uw75cQLGDhiWb0g7G9wkQ+Av2GWMsZkIBk4noH0kAwkA8lAMpAMJAPJQDKQDOzEwKlWO2kTGBRJG/Ggg/ZbFlEeTXVjaSyMOuymgLHn7gKj2QRzaHTUr30jgr4WJjZMj8KnsOG1YXtNm6xmyhMJfCT1GIukLqDncKWXnvjZQn6+kJ9K/NMaAN6m8lkqxk7xNjj3nf9tNmwE6CeROvwUJeVXg7zw2SkG8mrhdGvn9KR1VxxmvTxJ+syFiknN2k1X1lWjYeeyihyyZ7521FN6MF4s2t4vRev/7t1Jhlm/EosH/lvMlcixhWZ7rpL1dzPwQv+sceAutRi0jH1Fs4ZZJ2ry68L7DzzhB3QKJlBVNqMVbHfO+o/Yt4+aaXJtt5h1P1MNjpE2+Kh6HwI2SC/T94wjHwt3LTq1AolDD3y0CGdDG++VhbiiPaUz4LyIo0FC0QRaH0Xr4sQi9yu1+LD5qdP4KoTcm2mur4CHMg9gtX6yTjl0xd/JFrVO1fy9brFzpbFctIf9kBcK9zeITwPK4DxYc+X1NXnWpESczCc5Ul+C0reKonf28dPmVXE3lX0tz8cwEGuc2WUOfF6GuRnEMY7/Maus8n8s5Uw3GUgGkoFkIBmYMpC1ZCAZSAaSgWQgGUgGjmHAtzNkWpIdKZVee7B9Ap7zigUQVtpytCFpB5QvQU+g7YUbbf3cxY/0WxNjmfYWY8fbCr6ZNXinDIbqRMDMpGFSEUdtfVZtu/YsszHn+98ySny4Bao+dTxioyqQKq/wxwwjVd33mBjFyzbzDAO3tNEBt/Sy/99ggLXAmtbSNpcHp40PcHZT5Vct3HuBaue+6yWNcgVkwBs+9cQNbIiNeIfiTgKLDXiAdSefjwWie1T4Qi4aUVz0eTyLCv9Oo/Mgzq5m3C+U87kvXQ7RtSN748NflS91Hm/RrPnVyHvweJ94wBx2Hhi2OKRdQst217haNHfZ6BwyP7Lu5UuVrS1bezI97wAAEABJREFUI5Gn8dEy9+Gt9lPvGAaYj6uWbypcHf1Pd+YD4H96+jP5ZCAZSAaSgWTgn2cgCUgGkoFkIBlIBg5ngI0z8JAjNsICKwb4pgPYuum1YubpZvw/nKdvdy6EQO6z5nUfRMA2R2A28A1VYiUql9q8Qs7DiG/Oztv7+rAhKn4Y61AHNiUOPxTy+E0hfM4B0+cgiBWcW7aUWLtgXbdobxaYkT8+i+3/KnjRbnup1f2seSCGc99lvtP+s+atUpGCo5oisXz9OAOsE+Zbl/ZL5htf4EwrNUFr3sCDUcjCgyPPkRxZIjVdUh7jsbEO1qvuUDh1j0dmNreNf/kev8HY9sNAW/+nyyvJw125uPfz3gSmg4qq6J+sim+ght0OrAP8jveJm9b7eG6pYe+Wzlo/HryP4JS3ObxFpyKMGirfdxCXQ4wiefgNuJTAfdZ6bfgL9C3Ts18VhA38ulX8yEle0zG/WoOC4Ipyy/2j/O/JFTEBLY89zf4ztrSy/5lcM9FkIBlIBpKBZCAZSAaSgWSgYSCLyUAy8CoGav7F/vKt4H5u2d4Cfe3RMxZAjG/LtPGzwFUPzQD1dTASnDXKyEw5Ny6Urvf2AzrFAPraceeudkauIzqtcPl2j0uBeh95A9caT0vqY+esgC6gGen+5Zv6EYho8WPhZ2jEP3jk0vZxQ8BteWhaFfwMtceCxhAHxb2gaTXyrCrU+medcu40d6BKbvFDPmCL7pLOOPaA/Jb80UZuteuMPKknXsjAC+d5Kavi99+iLiCRxwMMwB1oh87rbd9nls8Rn0uPRFpKsXIqjwx9yZiq+zrw9y5df37/W7y/qzOUXhLZzAnuZ03vrPJQNvx3KhwRHqum9SM3mw/ev1pUfx/v9Fmt03sbEYepz5JVa8/X45NhwZ2N6/XJ2Xly+KOp9DlsGE18c2wY9g4V/XWg9Uew7/B+9pkPgM9cZCkZSAaSgWQgGUgGkoFkIBlIBv4VBn40z3bz45HyEbTwx6/2N7QJoxKFI5zcssm3SIF12pisOv+ZUQ/YPi82cRzKs+qBSmWjcdiE6pDUr2AShWKr9jfy5ptE1IWih1NFdrSrYNYV8z75VEUmOhtzGzeD7OEX2xb83/8OWYm63KrWH+TZl0yxdEJdQKdwgbjvQKcwZa3TyD9t+6hJCgY8H+VZgfIq6CtnQwr0m+ffSYAqKTvjNzeO2eoopVgpRY6Wjz/F2gnOB/FRZt5NSQ7zqQTtpPr4TQvFzIYn8CQ0rjJG+VYHuXXis1M35TrwVscgSil25IZ7VR4R73/lZKdS5Ltfd536qsepCVTsClKxVoG1C6riNYfpmiiCDXrY9LyN+RKGdvy1+BNfwL1W2bJi/ymGUoqVcobt8ioXVsY4m/hM6xAQJxKUIbeq+TMvd+IBVOvEUyeeAOvDobYqSEnLohptPHTmG8imdsbQhk7F5kVk+zS0tqv8BubWo31NzvX/tXrRtbEEO2ltn4Z1JaEl7HdmFX3lu6TxRYSddDMP9NdfOCaSS1RdY90ILVVUhiFNcWi5Q+ie6DeGkHcMvaUKnQFinOZp5m02vEb/uk/rXqMM1RFlrKh69QhrITXf7uHqoIM7FYPeW7Y7KVakz69RnJTyCDcwcNHc/9buAbT7kANOpSjGondP3aPCfPF6p/srMUbrivTPGbKh7iJwj3Uw51oD/Hu+gX4NVDu5L92bde/uh1T5qhomksSX+RV8L9dYug1ZtSI15oL1W/Ue0KP3XxVbCxvek5BF8RbqknWAjfPXWZWtTkBW2ZEb470GuQZioa9GgcpOwGQZ4jPiUZn4+ExV5bBF6YpNUVWvNyOpnu8Cd/JF7rU2fWq7afBphc4tuF8+65bO+ElxwPqrmjdjDh2daJmjiVexm/IrDc5j+WwmuLflE+urLHcd0IonAaeN9VjvTdOk6Dx5nprrBXkxh9KJMfSNxl5Y0AyZwnCPYyxqWCq70hOnk+6PV/GE7RyaDCQDyUAykAwkA8lAMpAMJAPJQDKQDNxkgD92byq9UOE9rrThsbNjLIKdzd5tjvkFPLy6PlgbN9cVnuolhlds9Lif2SZOp/pF8GO6Y+FCJRom8zhRr74JvKRXtdkHom9vqX1WN4kP9urqQo6TuF2bU+V0gWXdC7XVBuZ2KYbVAXd2VG00M4/4qMZma7XwSds95tZyXWxv6Ir+kPf4fFSX3AKP2shxdzAwTO4gzJr5v8PK3ar4A/3Ac6mvx5n2KarfgWgLnS+T9Zl4Hx38xXy1dD2QfinFih7MtmY+qez39OYBH/c+4uPej1xDWblQiwYAid0P3ncxepR9bG9FG4PeKrcOu19Paw5fEneNZR5bMJ8BDDHvyE9D1ec4Yqr1WsbX+hid+FQGmFfw7vh4wP7uGD7Bf8aQDCQDyUAykAwkA8lAMpAMJAPJQDKQDBzAAFtZ/OmNfMR8/y2BayPZJAQW30a5pvzyPjauwKOOOyv15AgLfa59rUjwDRlgkb/vTp7Us3js1ojPNhY8tnUcUUcPeJnGOZSfgXm7wVtV7uYIG6X2dXvBi4fA+MMVMjDGQseITiWgAFWaHzF23n6rzjj8wS+SOrg17rH+omF9Du5PNXwBFf0gBi8Mp6L1dhLMGKvzcvq+OstKn+mFPyygA9SUxw8zwBw7lCNSYt8j7ilIrTt8lMlDBl9t8tlKVe88TrIN7hz2NvXDYuUeAPw+AKdHp6g7hs+tfCH9DqM2lzv5lumtlvr11WtT7ku/cyandu0Ucc43ppHF533fXIuuK+h3qGzgThfEG7hz6KW6/P8nXHbs0+J5ylRIFQ8/4mpBTpwRxKRh/wo+mRvmGbm/h/stEotDQ5lqoGIeOzIAvzua22yK9bZZORWTgd9kILNKBpKBZCAZSAaSgWQgGUgGkoFkYAcGXrBp1EbJ5oxDfg/Yf2xdPVj26DQ2pPnWuG15MUR6Sk3nK8eg12vw4E7wHRbJvvHQc8TnchJL69Z713MvihW0QxbKzHELfypMrj5WNhbGPNpEKviK8ePmEQ+Q1FnH3Wj8BkL7LPvM+zr2QF8bzmPs2BjatgrGttg0bl2paoZqKcZD7w5exxzXx/Q9ZAn62uq5rvQMQ2EAlao6WNHO5m9ngElWDsxxCzXte2gdWRl++pPrxMYVJj8EAVTUujeHLb4ws9ihxmt96v7Ig+t7e2B3ZMg9A/h9A663e3lOM2JkPvELnrPoo2UWi17WKdaqiquHhvhKQq4qfVAH+bEekLfCIn90R73xmoLvLRbGkY8VxrWFrxb3mSMPRt836qzNL2n3NfIGfc38/tLWo32bJKYAVsY1FI3bzDyhhVdhnNcnTH3pUF8bI/FfmsSHhT2nc15/VbjjZ/hXOUw/yUAykAx8FAMZTDKQDCQDyUAykAwkA8nA9zPAhs01VP3pC/hmDHKOZxkI32yAUUaGTXZUorwmGTPHqKvYx3JfYBMSxL5YyL5X58hvh61YNivYd3TIdNRvf2NBG2m+EV4VRQ/GzO1Qt1nuJ/FH1r3+yaBwDoXiB/F4waqEfGJL41U5/MA36OM042feLmHGPwdbNWHdAMpnvT+N+7OOf+/N4+60Sqth86SkgYQ5lFEVugGyPJRooUfVgw5+3rvq4S/oKj+PDP4Uux4Fy7W6VDYHUxAgJcY4FJtUTTQInYO6midHzP1JnQCOJwpjhbwDUl5XHEdcK3TDw1/nWrZYmyDGRHunPtMsAfpppy1AnTFFJ/olrh6K3OdXF4pRjoyuDsrOxxh4wyjWAHDXmmBfF6r4PKuiJl0Latj9cMuyyhUl4QdtS/DOxROxcx0ugb7FQVsa430q5JYxG3VEK5eTI95fqm5KwKwzJPC+0T88zYGlW07nfPrM3hq0Q3/ESoyUW5OKQfm2LfeUuYfJgpHZ1nGsDyJh0FPrYqvDJ/TIL3KDOeL2+NXYxs49PdyoK4qSVe/RnRW9F56EojWFDXUcfBDFHJcuyQHQQw4tfLSChQP6Ae/PLjvez5fBxYTNcZyvr07DAio+eBATMWI7pELUu2yV287BdbuM+51im1z6kZ0EkPAjyiG9cfcT/kGsu90d3GEQ3mujT9k5atqy+AADIhIemeMAVtoy9VeA+9wr/KSPZCAZSAaSgWTg4xjIgJKBZCAZSAaSgWQgGfgFBrTHwJ6rY5oPWw9g2npvDQsgxrXlaJtKIqJFkh0uj0xlmgbctjEobhbVNwtjg9A39zePfVCRlMDV4TcVmtGdyqAd0zNFywg19Rt26A7wzVgNP/jQ1vDggWgo4p8yUGDaqrUJzF/0esyoeMtwIu7A0OTLJcpjBQtj41CgDVBFKhZsUb0Tw2j3xga0LN1p4ayOrahFuiGjfUkyLjhCbhmzZCfbvoMB5pg553JxeUTYfj2wkuSB8ng/PsLZ59skQnhH7gdx63eOQb6cZ+aXbLhrBag/DjJhNFwFqN9EDLyp+BkKca+/FrbrBMVt2JrnIpjAA+C265gyc0ukoPUwr7d9l2Xm87L1dgteoIHxxde74lHu5O+4beKqRtUnOLjG/vj5DadXRz3Z2dqPXPQwv/8c+aTtLxsOFfAPeE96Zfisq1f6+xd95QPgf3HWM+dkIBlIBpKBZCAZSAaSgWQgGUgGkoHvYWD8htL3hLw5UjbdbijzzAJYvzN4oU1foU+7Vie40kaiOS5Ud21gQwUUWQUSs0NbagV0Zkh79HUiM6EKXQO8gpOZ5/2o/b3G1Zkh6mCIWcX45oMi9hkqxB2YjVZSBm9FG7LFNNhhzYvcQVhruu4shhWXcjXGqXKYKiqDqPfyZCetPdDXL8+nxXFnPXxidwkxlr7ziCz9AgPMKXPPsna5d1JcV9h0qUVI+U5oaRsPBJBLQ2mnHyz1f0IbmROn860K8pi4mEUBvnGoO/Uxfgar+OEu+gpfg8trQpkTDbfsozO/Fsa1vtU+LYvVvrWOIv5brOnt1877HCyDbVZZ67yHgJsj+CwGrihi70r3U11k1fNp/RrSpNBmwwvfYKjuIlr7fHYE5qsYrndxsdlIkSbzBFT8iAO+A0cFRL74OMp+2u0ZeP2K7v3mORlIBpKBZCAZSAaSgWQgGXgTA+k2GUgGkoHfZIANJDLjJ3oBD9B4cBbt9D0C7cMZiLFtOdqQz/p5xga+202kDmMvAr4vXQVLddgMr66yrOtdxs8wgq5WlbsR/PwyYD57zThjDUT93bIMuRJHny+lQInCJqnxNwegADYZ3KYkt3PF2x5ua8xtTuoLPif9/0gl1v0/km6f5sfM/XIg0RqyD/p8Xms/a5xLpRQrpZwbXlm6J9C74yIn0A6c19u+vcuv9HUl9kM5Xvf7tuxflG8dfpa5Z2Ap26W2Xrs9b9NqR7y4zAP1cKkH0fvHG8avSz6DtbiuvWPvi9bTjhE/bepdc/x04F9oIB8Af+GkZcjJQDKQDCQDyUAykAwkA8lAMvAgA18+jA3ya/jE9IqV48PSxpGBNU/aTDKgfjZ2TqROU24AABAASURBVHtvQuNbKOU/K4L5NwjkjKPoYR4beALVRWisCcQ2gcb0m39/ehj4Z6b6Fpz0uBbw79NZ11nRxhJ//Bc5BxKbDw01vmDk0KioL37jSw8urXbWQ5rEq7CjyagL5NRV5WSCxlTKQlEfOtXbxBtSbX097MqgcjJH74N+qckvWZ+sg/97E1Vutw78LIGHs+QEz+BkVREARVLN+TcFeFJkpjw9X9UZU0Wk0jRgGiVtm79O4ulk/2vw0+NPZXHXKWXZr5qcKjkft29dDro/sxHVyLVo3Rb5R56/yVHlOmCDnmms2shbwXre5K66Jy8Z3Hb0i6taeQjOOkACyrJDv8NMKoLaNd4Ui0Mqjxy6eu0/7g1uq7NSuGpkSXNWlHeVXMKfgvhTPOTv0LhxrIbbqZgoomRVejqZ4WMAbS1KKaZDalVqVWXqQyxu5TNP5NApvzVsjbqIr1JOVpANto4/Ss9jKoprBWt+mXvg/cWsqgBUtJPKLmlQ+bhDXggCmMoTRzgP9B2o6fLsKwvnpf5TKXYNpRQr4s7ixXtyi2jfQUY2yGIn3YNOZpKBonsFeOZ+QS4tzIqZA1+U7Wtf3MeY409NgHsNsVXde3WTtKJ7aady1GkL0Fd0X0J/DXXoD4neaI9KA3R66L7ORaK1ZL62GqUdi70vrWT/zNOZ3hpnoK/6+0XoLkn4gAvkFNgEvR3Te90UQ/uOOc1NFRo0h8RV9D6L7DQn5BH5Ugb0tajSB6xZgKk5fJwa+89c4kq+aHModS0d9Q6HzydlrmPkMeD6AiwhfbpxJx6P8ia/i1wUM+1nKPBxTajsFs6nsBXSXHeYS9kqKrY4jzRTl134bxUeKAf3RXE49HGSmKrIBw+Y3D6EBda+1wzloiRZO+aLbLu5rZqlFLfMHNeTghCKYAL1UoqV0mOrzTW9TuvmGo5dzWtRZXsykAwkA8lAMpAMJAPJQDKQDCQDyUAy8GIGfsFdURIBFWcH2zbD5pY2eHwXp9Fgs6epfmGR/Pqw4aAvnc9scET7WfPc/9rSHRGwCyh1NsGqNnFAu5FTfYNMCosJKOO1rkX9xxvlycClheXWXm9DcFdVrnRe6ep9P3H+ENvXmH0iu48cWln73Lc+MrodgxomdRA2v0/v6GlmCo9g1rxQvbX8b/UvmLRSiva9t/m3PV+PBHuXf3IC7aB5ve3L8pEMwHwL97X7GsCDWz78VPX+z+cBM3wCm7wuWybdNyu3xt/qv+lgo0Lx/Hrl/rFZP2lte9+797nIIJDQUYf3IX9gqbKaXn6co3m56xc57Of2Rc4+xk1kHfKVgfH30Sv9fZqvjCcZSAaSgWQgGUgGkoFkIBlIBpKBZCAZ+GgG2AwKrAfKlkKLdc3P6uGbC2xNgCcjqycrgvlG4slmrzdVmZMbrocn8wiwrg1XnWfHejBTjjw8dqny+sA39Sj3hYRoOoO4A/MwNd5Apw6kxOSIcSEnnXdXIqaTXGHRDRQ/P3UKu2tGcIG/FowhDiTjQlJO/AYDzKlD6SAlvu7QpfJ1MXNdHRI092LQ3KG9eIiz1uiHzAI3sjasny9P7tgvyBaCwdwV8w/m7UfXlT+ftwJPuiu6dopsFaUCzubUcK48WbpiS/5N/s0v2iWe7dAXHgOHOvow40VTAj4srMPC4dPsYcavGNbVeqU3u5KBn2Ygk0sGkoFkIBlIBpKBZCAZSAaSga9nYPgpL0N+YzLEHbgSPxtDV7q/v0ubQM8m0X9rRNsr2k3qxOkOJjeGhKcWG4ehpjj9K4CK2aucJlA+/Y/IqZUtHKCiH+rzcUjB2951eix/33PV4kZG5KpGsZHYb6oUnTvyDtC4hm3trW9iwivgJ/yWLaiXOMCywmVr60S9sjDOcGSCb3wipWIhKSe+nAEmXCkwpy3UdOgRvrY4mS1RH9KuR2/40hN57Bs6EypwLwamsq5ormVK8L6/T2Xg9xx5cYkntb3xIALyJF/KbwzlRa7FvebZHO/KGL8tpqkzF9HCZyIQ9eek7hC4fc7IZHRXil85xNzHiYOW44n6/RWuk/H6xPYM9KHzpvmcRXN/ft8+AgJenEO/1syQL3b9cnftXw4vd54Ok4FkIBl4GwPpOBlIBpKBZCAZSAaSgWTguxlgowZ8QhbEAXzjKDashsDWdhbQB4NaK/iGEtAW25u+i3COxmPQxozvjak56sSn6rbDB4sX8g2MI/fallCQS/yPfg4seH7Vqv05Ov836VSvQJtLknivg3QOFWsBhK1R0kKlAR3izFvgCHhFqirzTRW4lI3+f34I3UHnpQLf5NpZrUA8uFSbuurAS3Ve6PtT1D1o49+B61GVSrW+rIH8HHDXyabsDNxN05IOHIyY9j5b6zRRPU6aIXHON60d6nDjilU9XmxOw3KwkE2XF32UTHBrAN64ckLXbwIr/dm8kYE3qk3WgSZUU+9TqtVrrC81uTw6RPwAfAbW1h8xL93jY3zESi5RvltyD2txt4H1AcQVCC1iB9SRgPJzwMocPrMGty3PaD3naz6696MbpjooS7zx8FzxL+IpU3wNxCzvAQYHAuUWpv7dA8Fm48t97+7kikH8B1o12sxYe462aywrbo8X2euPXV5o3+soe+P05MPoazFVuaeGOcC6AcRubYzckAwNcI/lua7Gx9oIe9gGoUrZAT/RuL90FwqH+yxl3hRU7aN6+TW0f36fbJGZBfBNnCEp/yq4Un81t8wrGUgGkoFkIBlYZCAbk4FkIBlIBpKBZOCXGODP+MA35hWxI6fxaw+IPaFp4xtq8zioE0a/SUfJ/GGXrb5esb0iH+yisbk3bhyuBvRBHcy7YvdtvzYs2qjTj1wCfYHQX9L7sLZYQENYsY6QZIEcuhoxG+Q9kbtXdFLd51/FHY5JLHLv9UW78uvzh8aiwtVG8p3DLTY+6b9qJDu/jgHm1FfMMM9HJ+D+5Kv14/7bhlm5VUcXzFS+otq+kR6XA5YF3YOq3os6ITjnet6fKFmVL3/zRfo9aM1LO5NrOs+1R65iwCg/Z+2e0Xgc9I9Pc3Ak4ZxrDvi84eX/n7133XKVh7U25bz7R/f9X2uP7jG+XbjnIxAxBBJIIEnVUhYT+SDrMG1IYlZVqe3Qo00GP3PjyltrzEzSu5DAK95KjQeqwIjT0ff3ZzT60uvnNt791lgzDg31eOGU/EazxAqk8NTBWLA2GI4D9/TWxr/WjkfPf8z3NXs5+gED4tk5l1pIFf/skQ+A/+zUZmLJQDKQDCQDyUAykAwkAx9hIJ0mA8lAMnAwA74Hxg7FwXaPMMeGlfZR2v31qVmCn7bc1vgpMP/Jytuu7S2KgmBGW1+03UFMYCUZIvWfAlnpv21mhPL1jlgYIb3xu07kDjZGNc2EPNt8WyO0t2j7XisTA5hY0YY0P7VtvrU+6VHlRltt/UGE9y4D+uaIMWTvWDffO/ngOWL/YAi/2vW7pvaZeWJMkOvrMCqN5N4FmqavKvrbgiKK+JGqHn5UfoUt0HtZ1TtiqaV/NltNLYe7226Qe69i2T7gvmZRPksatAP6QlL+ZrBuA7vjhFefWd2tvbzbwoMBRW81sj2+3/BwcoX8iaVeR6O1Cs2u+WELTJRfqGALhImiQltXdcfBmnFoDDFLDEefz1B5QWAHTE24z0nzkAdzCnoWp4OWajvbyBHc+p8aQgdMW4+vedbiAV+UeQjPbSNwvMfPWyTPFp+P6LwInr8yz4spLScDyUAykAwkA8lAMpAMJAPJQDLwKxnIoL+bgVrXfpXsd8f96ei0JzRuQRJL1NmOpA7YxEK6oitwoiUk5WexzcZb51drqeuqdV3LwrP5rY9jcyp6I7+Q0X62fLe/NudNubE8wCblo5TmDndHvT2QuavtI9+meWL2b8vhX3S0Zd626PyL3N3Pufhjo1HnY9dwGUN4RwFvgXf4W/YB2WC599lW3gfbsdSrPgO0bYeWefI2GozPGVvzQq9O1+Boqy0wW239C8p1GkMnjo/gWR/ZDIT16n+mIniNVqQ4mcSgOs1/AiQWmCZURQ7wVlS88MtOxL2GeSroDW1HzPBg6mtFPgD+2qnJwJKBZCAZSAaSgWQgGUgGkoFk4F9joNMX8Hv41/i4ybdosyYwdvK1tgebF2uA13HI0QV+SqBeZDXiKNpoqgN+1D4cETtSTX2s6PYwbXSBvv26O8E+IGAjrEXozaVM+9GtbnB596YTUeDboRFtPXYX2TwhBn8ILJ82Qrl7TkhB4xcP+BBq/TFgnXQDarvW5V328NXpWkEGuh/12UXjiYZ5WPR0SCObkfg1Pe1WGBbpMneAPuILVFNeQLnUEbE+zAhdGWtodRTlGFCDBeAXHJLEDiPkAzolCyhPYaaudYuaWwOhoakij8BFgzVzWk6dFemVya+pZD5j4Fxqnrn2opkyiPqT8pqb4lGspniKJpl4MRnxEjP1Ip9FF0g/rhMXgapy1fxKKg36XV+nIrsBVf2g/wqapIT4MkTco9wY3zU38aE5v6lr3Xuby878OqM8YKObp9VKKVp/l1U8a1hLw4CPL2bMKvD6B078hFeAOSQ2ftprCfShg/5aqDFurX+1Xde63xdCripu6/C1o+v0wjxedBfRGuN+dVECaygXsyJdYE+9iuZTKJpYkxQ63odUl9vxpy/73qccPDFISSkG033JmMAnLDCk57Pa0vtPUTNAL8AaIU9b6Aud90gFQBDkDgeaE/xGPkjPSeuD8hLo1x3I+j6VtK5aG5QNjoH7gPO+9ZRzsSEW7p36PKF4PLbOCNX7rn6rFeUG1Ds2u77aq3i5QhoVm6DPs46fUfDzI/vVbTDeCyeclJ79p2vmP82Vx8093+NSgoM//PcgTuLtoQBJwjmgPz473UjlXYTQL0oLVOdSNuVKRXFnzKoiMYeva+naya/q+cqRco8YkbR36pu7p72F8Z8RBXJaRlVuPUzXR9U8d/pc2ilp7BR9zjHH3NMxde6xYG6tlIsVgRiq4l/DfNxNHY7uoIpX99HoRFtH243BYxvC95o81tuttcttU7Ycx0BaSgaSgWQgGUgGkoFkIBlIBpKBZCAZ+BYG6rDR8S3xLMVRlhq/tK02cfmGk+rE36PtVce9Q6qMv6eCzXv99FVt4rChQ3mLPnqvgE2jqjVlhjfz17Xk1Q2n7SMq+QHfJBNpbj3Gh/TGQ0/8pwN8rxt9zbfPvfJatUKqYB7AUttc54X6UjxFG6ducuZ7Sdf1lk6zsUsq0bbLbgx6gySuwBvc/Q0XEEYmSEBZaIqqnXfgB8w93FuO9/rmdn5T/crDERliDbQMTOvTWqv3x8pH0HkYJQ9Y3xnr9D1Q7wR6z5q2HRb4YGh4ZONp7Ax2sPArxSTV4FlPZ19MhrkCYYYyiHpIpzsqk1ii8T2SOMBR3rAFWnukB2iDC0D5r2PCQxDwx5Me7iZ/PMtMLxn4BAPpMxlIBpKBZCAZSAaSgWQgGUgGkgF2Gg76CadlMqvxk4h53oGLAAAQAElEQVSf+nLP3ok/wFsObmglOjBUWyED9EBT2/xMudSLlVrs0iEv9r6XktjgrEgNzFVpA/P22zostXlRjjbk7Yj3tCixDY6IEGxQnamQp3DjRm1a/TZiNuyFatFYIKE1xZnrrNOj/uqgZQJVmEOg4q4DP55JNeOnjbwsC9gCKg4xUPo+ECP4vsi+KyJNr/98VaewKBdJYKq4VP3MgzkCtz7wHrjt/WstZHpKTnrvMaA7BBI/DuZXON6n7hR6z8OXIfG76ER6fo9c7NzdyD1qaRC54qkoV8pLOt/W5rESr7A7tphr5/asjGE07hi7I5y8b1wU74V18kyu+13vHsFckC1MIs1jpRamKAei7TjZW9ZZPF19q+7XFfI4X0uWiuYFLPap8XKnX92HHPh3yJrcGVDxxANeAye6WTCNV9aZ4/xEFyLom5hX0NfOO5PnedbTcjKQDCQD/ygDmXYykAwkA8lAMpAMJAPJwEEMxMNT5EEm/4YZdiwEdmt8m0blWWJscMyaDq3yqz/D6+3mwgbvGrxBa3PMTsWo3Rn7eGydBsauwwqyzLoMLNjdmt82PRHGI6SJvxgZciGI05qGeAwJ7jh60G2+yWorL/Hsec+64YH2EbP+l6sEPfj2HJ8xGOORy+NHL5pCrik0AesXMCok5U9DYY4hEDuxgbHxHyxsSRmuQs/LnEA0fkj289mfl0LwNbnevTTkK9ugukUf5BGJDVZ5AwLcK/zeJA90SZx7PMqBuwk4JgrWw6Klt+S66PkzjTHX/v5zRvLtpyrsg1dSZbzWwaPlstmFbHnuMWBej/YjZAQdcsnmUf7xIa6YX+A5qr7k8oU2riPAeydYMhVekZ3uKVVY0vv9bXD+vizgE8SKYR7e5/0zntq7yWciSK/JQDKQDCQDycDfYiCzSQaSgWQgGUgGkoEjGGCjAxxh64/Z6H/it5rLyjZG4DbR/zqzH33z932s2+6HLWzLMNYh7bGu8v1DmvwER6PEr5fjVzSPf5uN2EGn+CdQ0N0VjOt/3XId/84bbS3cTf1fu1z+HyvaTSvatJNVU3EKVzzihHXFKD/83bTqvwpaJeUz5jfkRM4O9VUh/lZbyKqxXf1Rbi0i19K066G2dGtAu1bQVJGEc0Ram22QO06v6Gofnw15hxxzV/tYFg91gJqVo7iTycjnqofNnovb0DSAe8SIW41XWormFoSNTg+p6wCTZGFdtMC00u3mVaqaOsHQvELNuhwtXhoexUUpdfPB9rnXRUEAUgpJNGq2FrQltjPAumEtuITI7UNf1MTjFUWLkHltEQ5ODYv3hxbh9CBZFDwwvVOCKjlBCfZfcVh1eVa951QZqV6+6L5x0b1QDScfxA+K/CAl/Oh0Fvy+WFV+7dDysBZYizrlfxPwKo411wbPyFOJwF84aOeadhB9SNZDoNWlDwxxe8yUaWuhsTHByLYrylK55o0NEJ1HSZwQP6AMttgmlhZbxrQ64rO/cahxsONzrOqBB9QCfXwzEKa5D1NWFP11R2WCISZDojXpPKQC04GXDcId8HiJGQxWIUB3zaH2FgFjAXdNom/x3Dthflv0reefuYrO95IekoFkIBlIBpKBZCAZ+CcYyCSTgWQgGUgGjmeAzYLA8dZ/t8XYxmjlbUb03rZub2F/BMQILy8aXWyMYctyZQg+AssDm9aJjajooaEM+P7SoEoPdeTQ9JrwTa2whty+ThVas/fE2C2hoAe2+9lidb8OMTBKko1SYCrTdDhkF57Bje05D6ov6t0M3NBQNT+y55uWddDXmhrznM7goNCIYYzH0/W2hqZGyYu+JmUupDfqxKawt6mMlPjooRBv/auR2MBtZ7ZsYmBlXWwa+7SSJk6r0hx290V44K7SL+r0XEj/8JixDDpZRgIVTz/uJaMYuAf5PfqYQFav9XthHOP6C6yIz/E9QPMMtxbyC8IbQ2AywNigguL09zMVVw+NIUW/L6jsckkZJdkj/8CS2q42+fPFJbu7xoUy40DUX5XYEvzakXzV3Gw8Ftv3eLrFAGICKAHmc8eotpt5aOvHlZdiOc76d1iCvRafjOpsvvMB8CdnN30nA8lAMpAMJAPJQDKQDPwdBjKTZCAZSAZGBuabNGPHKQU2DsApxjcbXdlG2fETXvG/4nflIrdsbDB2Hir7dg517LIp/e2HAnigjG+wpkbsYK3fjAzL0I2/AO0D4HnQOE+wrsHMg+9ORnyzPm1a0gPmPa/Xh9ydH8qvW2wtsHaYFyyDtq8towfatmfK2ADPjM0xv48B1hbzzbWBPDsDLlNw68cjuG3+Iy1xt4wskeMzvENzxDLgboEEhzqYGvN7vnz5pD7yBQvT4Y9qrMkWj/TxwLsD4VB+pP/t/W3ulPsHcGQWgHuB9x+fi3dlBMsn+CIHJm/1oe8JPicmm7yI5WNxTIJ6XHlSw1eOlhJrizJXMOUnzeWwJxhwzjUupIofO5h71sFZAZxp+6yY024ykAwkA8lAMpAMJAPJQDKQDCQDX8VABpMMbGEgfuVtyC1jpjpVW2J12rRQ6+03m2kLOnua8AhijJfZMRka3B+/x9fr3uulm5O6mmE33bsbZG/TGPTAJuXHSp4v9ionM+qMCkl5H15jpZRiF8FOffW5rrsoWpsLvWWhbdbUqrTlXu3a0mmN1aVfrUpooB9w2plIwDMO9oTHRp372TPomaByzMcZ8Hl+UxQsJ/Amd9/hZkbwpHoqGRNPJ3PxTl8PUvmiUPTO/CDYbd23KbFwwLbxv0+L3FqISX3WqY7jPlcu88K7X/iea0T7XM71/u161Wck8CoLsPyqjd8wvpTbK3xP3IfqivSzouHKOjTWNJYMJAPJQDKQDCQDyUAykAwkA8lAMpAMnMEAmxrVN6GqP3Sbl3lAtAb+pij/w9qh4PiSPYeanznM/xYavwbP2BwDZrTV+mP4jTht9vI+HmoNmHXbNJfOijZ2ZNCqZBUP5o/cilVJh9qq+mx4dV5XjzY4SiHboWOHqNLlh0IclIFM0a6iH1V+KNTRd6eqACdAtSod34CQpOwg77He2Y/4A8TdwnWlV0qxUor9ZwMoC6UU89el2Pgr9dSkQ5yZtAco6Jh/e+JFTMTC0CrWZU5zUd2HKRdvV5xepj6gSJZOfKCwCCK9GD8RCOYqVRxWAp91dOI74pl1nVItys2hXIrnZFZ+zMi3qA0JiKmy9oH0OklQI161oQeKl2Wk+xGP4ki6/VgxrD4NsU6TCuSpPzTfpRQr5T8rQPNeBOOnhkCvdfxZ+WvCdSg2Bdbn02ndVutYD+qvAWIfyvSB6PsZ2qmb9MqP1pDwn3IC3Be8XXou1X6xcnw+Gy2KfgN10OdeQJGIihoDtCW+mQGfMc1lf5/0OaVJa9cE5pU2EFnQHbiwDu8gxmyWuq9Zi80DlxVLKVbKRZeMrkddV3YpZmrTBWsqSWixmnmZOlDa9tqryISAH1muQmeKweuvWf620XGdr8kfMRH3th/rrIj/Fkflw32zRdj1Ns27Dq0BExSFv59oPXAvDcW9MhLWuKr7vqkui6qxgi5m/p4jqZazDjwpIbviR2VB8VTlViWjr3q9+nqnfG3XOtVFznvuFD9W9P5r4moJ9MXftPb3prOSHOxW5VI9hx/l8KPWrgcxOlTvGkTc3LgcVdxc0X+e+Fn9fCXjfpAb8IpOfQzyo/IZR1GIgM98SHzXMffr/FXnQsqem1bCsMAZ16NTblf9iLW6LX3yGGQnO6BK3gCbMVCyNlDxtYPrA+i+aELVGsS/G1XidYivqOEedHuRxvMHufOdqvUB51i8FFopnYd+rtbt19rPoWkuptdn1fVZ1wdu7Dn3DrUxiL+nlhklA8lAMpAMJAPJQDKQDCQDyUAykAwcz8D5X9KPj/lqkc2GFteeV0pwEujt+EaHNhP62vlnNi7web6n+x5utkjUADMxijKI+rOyasPKN6OcY9MmpRzJWFX9CPsytekIX6UUY6N906AnlMrdMUWPPO4qLHYWtQKJ6yH+rpXbEvx+dJ0xzeA2NF8OC82bmuABuBHZpwy8vsnC55SIM/C5KNLzdgaYrau2lttYactj418oLCQ2ZeHVJLEGWjvzetv3O8qPMqC/xddlRXAv3ER9uCfFAgJeaU5Xjabx9CJeAy+ktxpn2A6JIu+7VZ976oP3aHRfA16XuF63yoj13r/VQ66BaWZXzpgjMO1/ooYjDcMyUPHPHENqns87Hv66ow+f8gHwhycg3f9BBjKlZCAZSAaSgWQgGUgGkoFkIBk4mAG+uoLnzDISPDf6/FFsRgRuvbH1Am57/lpLUZpgb16Mgb+qk0wYPyhBWVV/OBlyr91H+qVeDITeZVaP9lel50diM0O081MFSDDrfqnqnMmn25clpKmu4sJxURuQWDiKXQaesGrHvcS3tTjOsiwR60USUFZxXE2UB2wQRTGWDjv3lfEC7mtlbzKQDLzCQFm9j71iVWN50wHcJ1yq7S3HOQnBE/f9wFtS+SInkb+JXu7L1AF1D9PnmB7u7UhvPfGkQIyfSAUnutlsWnnrvc0Cm8dtUZTtyNV/SwC5bxn3vA4zOOJ8dxbXVZEvx0Lo3n6nf2HIriaP4c4IlviIO3q/sauda3j+jTnsiZkrao9+6iYDyUAykAzcYSC7koFkIBlIBpKBZCAZSAa+iwG+5N+LSHsrvp+HvKd3dt9inOxKtDg7iLPss4Hnm3mNgxXCF3loht0W2QwNmM8lOivm6XoeYx6y7uWrqf1xx1jZcm7IIdr2yed97/OzrL0hflQWB6sDHkcsKq03juPEHeV1zQN7nmBbaW4JADWwRTd1voOBvxAF/2EG/IVcHuXA9eUPNB4p7up3q2bxXs270DvuR+4j7n3EYIe/WBeBw43/GoPc8wuP9acRO//wrjlgzqe9J9TwdYLZp0yW64etp8bfDuK6ZK31Ek5bnedyx1ZYwTaI+qclsQBidHwqoOeo/VS0h/rVKj7U3jcbywfA3zw7GVsykAwkA8nAb2IgY00GkoFkIBlIBpKBZxlgI22O0db+r62MCKx9wWfPY47R5d7C+BMQ4VUGaDPqKs8OYppjpqIqG2BEqOIHD49TYfjetuIY6yrPD35NoEO7Wkh+DV2t/B03DGi/cPj1gRNbcyN36r29/u9k9XZ727QzjF+vjTwPmpNYp3poy0/8BorP933P1X+FIn+TrVqncidukFW8tFCnXdHr0z+37jz21Pqzh3n/q3V+OgQfIYkBjhWuVcUf6NQAqiToY9dK0TqgTBuYxOM8KngDk54dFc2H5kFkaYzsyKUKBx66fplX351V+fYRwOCrjaOTFjCfk7LhJ3+dJmIfoEx6Vqhbvs5ioJRipZSzzH+tXa7nCI61FuW3S7+2dF2FPDAAZjUQZsl1DkMpFPZLjagyIejeZ7pqi3Cxzi66P6rz5KOT/RaqHnRwy+O+tMcc6wpAKXLP2O/WVUYQMgYZ9aoW8c97meZcIJ64nQAAEABJREFUlX/nIHX/fKvrd5TPp4851lsVl539ZxO6nzDLeLBlKJ9xHFLWzOraNYeqpx7EB/q8p664fsC09bia51uPs3fXkubUgF8jul5cDiMgYCj+XTHkDAdLeFPiXKlvcpVukoFkIBlIBpKBZCAZ+KsMZF7JQDKQDCQDv4GBMguS/Q/2H0bM+s+sEkvgvp9+86D4pgkR39due4vt02/HtuV5nNQxjQSt7nK5z8H7bkKiAXjvEyfZjk2VJ0bvG0Kc8udzgdw6mnFz3WjDTmCu8/n6dX6vpUlU7CTu5iMswAEgf2S0b5WMAegjZYe1QPUIYNLtrOTuff1prjGv91r3z4q+Z1Kcsil8Xzt7k4F9DLAmwXwUyxzM2/9q3XOFCHBoklgGXMlIcKiDmTH54X6n+0X/gOU4f2Fp/Gx0OFezVH5VNcgY+OeuzTz8qhzOCDZ4ec42a67TWua9r+MD5nNmJqPclsJCTjqairoN9E1E0ZfOPmv1GHFxjVFe8neNa6k325KB7QzkA+DtXKVmMpAMJAPJQDKQDCQDyUAycMtAtiQDycBrDGzZOIufEHpxb0Z7S6f+z/5nwyMusEYkX9zv9c/H8ZMDgJ9I6jHXOKZOTGxQIYnRYp42m4exqjnpga3NQz+iSIRk2suifFssh9Spuc9ThYUDe4GFbqu+OVmq2Qgzb/O59esnfNihL7J0yDcRmnulxXa8Lprf4rC7LzlZ6Wctg9tuxoDbnne2wA1zs+Yzfkp8rb9vVx7MpUNlY077njwnA0cwwBoFR9j6TTZ4wMIVxZ0LnBc71oHfEeSGssQ/crC2yDjk70ubey5Yi5x5BWSJXNP719q5usBrvDCatcN7/cU/a7zOo9tSaMjH1ph7oAG8D+uz190xL3ZeNJ64PGeV+0O++4KfvU9N6HnD3dMQ+12daSf2nXc1U5Z4/6HP0Qbe7/mf8sh6+6cSzmSTgWQgGUgGkoFkIBlIBpKBZCAZOIqBtPN9DLCZsTmqXcr3rWqP5r7Ck70e4rPGCwMBzt0Shd3AAoiBXm7MeVGNLkNpJu/1zVSfrvJrhsHTBh4OjCxCmm9TUgP79gt9hI+31ZdIVV+pVXrAJE3PfTWWpxoqfv5QLA+D2KLz0Mj7Fcaw633fD7rvD6b3ZQMYSSQDyYAYuJRi5VJU6o9SruW+5R3nT/h8R173fYxZv/WWNnrtg8N3oH/H7NsPO8/8HWb3SENBQMjHtp/ParuPR1EUfp20f261w1/+5yu6anxGbMGfrwDhsKudddKL+tkyYrku1Vf4ZOzZEX/QPumt4c1hvdvd89dnH2k+AO55yHMykAwkA8lAMpAMJAPJQDKQDCQDpzPQ6UHOPZwewDc54H/YA4+J/7ne3WzMxMZIrfyt1x/r4E8bM2zOLIEvuPe+JPPMjF+5hkv02Eeg/CTGYfzdshbEaYq5WOd7OrHxhM/AOFgF4gKRk3WdmfIsgwwepDo5qjaqgLleP8Y0rtqPnkUK3h9yMnRzBY6IzaFRY11lcuEnE9ivg3vPmbyB4iiOYgXSBfSKxvWH4lWUlNVlANvU58AH6O1JS3bJMwC/3Q/2zNfQfPxR9Uu5WCn/WU93Mfy2IDdy7P0RDzDP7cc68z7F3udh1vPS5GPtq1NFfTrLk4FO86nhGqdGdXfir+OaQMq+Wk8+iAfIeXhiYUTZY6BvDsZIieAF1mwnEj125fSj+EFHn2AzVOU4gr623pTl4dCjah1XriXFSNkUJw6YxxbGpjVQLMTOmvBcVCfuH9kAjL2FuBmModsDNgTGiye3qfLt2GNbet+3G+Rte6c41nBsNGntaAa4VLnPgrBdVAio+N6j6D7R4mDvurKGK9as8EC4cBc1083UnnmVwv3/it4GNgXZNpMUOt0LOq/bR1/ch1oMtxlbk22wvN+yXtq2veXWN+W947frawVXftPEEtQnQ37mvUNo72fLZe69V7T3u16/s1Hq/tyXq7y8/yAv/5vTWunV36d0TSkmu8HP43kXN3w2afOlPNpt08Px+H4fHfLtbVHfLjHHmuvXZvVYq95rHIqL9eNlb4P/K/y9Fh3Pv3//MtXBdUzVVWk9qmSD/n29Sr1HVRCOwV4pxUop25PZqCk3nqccm2m+Kp833GfkFmuw+nrrlHuLNjfar247FbHBeGQ/vk5soyO1Dx5V+bR4GIrit7t4aMEVWC8tvPHU00XWBd2jbAnq3XRoTXN9ruGRDUXwSCX7tzOQmslAMpAMJAPJQDKQDCQDyUAykAwkA4czwN4LuGP4QbeP1J6Py1NOWwKQ441q0nzhGBMdCy8YuzN0j/lVXToCd3xt6KraHKraVEL1HJ5llVBN0vAyBa1g2vpMzZ3cDMQ2oCMk5WVteo7E616IGSxHtd6zrP/G1q2hPUsR4wLayB8zo22sZCEZeI2Bf2U5FT3sLeV60VJ35mgCXjnyhFEe/rY2aWvrWf40A8fPCBbBpzPD//rVfY1wXQcL+yBbV8P7ht7TrkWfrmT7ns6TfXw2XAYPSa8PROv4OfKcOObhV31m5QH3vP1afyWOV8ZeI8jS72cgHwD//jnMDL6FgYwjGUgGkoFkIBlIBpKBZCAZSAaeYICNF76agieGawgji+SnD+1dtY9vjJ9oAMQWeCbGrWOL9npGfyob0fATVtpSM/7n+TPO74xx3uWnDLijutKlgcQ4YkVtY3PE4RzINLxtHLpNjQn2nyHBMtlvGcb6VjCrqtgJrCnhr2gWBZkqUgMSf+Aouk74ya2i/GzxFfNKJ0y5dB6oAVqAyiescyzfoGlo42uaNxcVta8ql+QVkAXaJMSRrfJjJ79eze9+eEr2oOv/vp9/uLd8LveY3c9F8AbP4rfPk4fAqnCl+nvF2b51d+B+hy8kfs92+cA+PLgKNHjhL59IUoB78JdTXcxNn234fBlY1NneWKzz90Heby53+KR/q1V0A/42s3XgG/T4nNpCK+kNXne4YA5a7Biaqt/HgN4tvi+ojCgZSAaSgd/GQMabDCQDyUAykAwkA8lAMvAZBr5u02SBBmIEC103TUt6VVpA4u7BPnAnA1UbcqBXVkNfOPzcDX7wBQ53sGpQG48rfedlu+BQ+VsLbWCaY3m2iA3MLaENru1zLepF+5fVqnYz0QWhT2+Uj5RVucUcd/J7z/bdGGSn52VmQUncHYc6YwewvgmDNU7XDWTvpu2Ihnt2CUjxFWG/KwwD1jPAQvHHOIXiuJbU95R9N3LIqY/nEFODEfKeY+j6BeI3hMj1AsNaPbZ6zZyUCH4dWjjEQQwnuXps1gN5rPaMBqY7031Z4A4NTGV/X3jG4FNjRPJT444dxDzDR8hjrX+DNVZxC3gH3xDbETFEbkfYesKGLx49puI99c7w8xkPDyHvBPNC149SjfvyfU/3e++HsHWsky9TyHevg3f7U5rfcvC5LnByTFpuJ3tI88lAMpAMJAPJwN9mILNLBpKBZCAZSAaSgYcMDF/w44suchyz/2spIwJbtzdGd6cUFM3sf8qXqG/wx34XkJX+4Q97MMO42CAaqi7QbeEbzjZw7NLVdBI79X8knz9kwUZfMjPWVWajt7t05ijhXx0rh/+qO37d3fAr9vp6Z9XryGr8LbPqOlXtAf6WWQvao065xxib+CPmlTAObI6ce0nsoHo+fUxKxaxTf/cjeUX1v/fGX4ZVG0qgU+AjFKaGmeo/6vuRzc7Rj+FsbrcZoyFHHp3m1B8CM8emOI2cOusUT4vCIm1QFLf/nTLFWzzPTiM7jftfB21FNgDLlV9/CCax90aGJuU4lJhX1p1X4xoL6Y0HnnAE+qtShllhEhwEQozKjOoecJ3H322kbPU/c4xG8OM9aoncQ6rp5KPI1QSH+5MD562Vhzv55w1ySbJ0WcLgXYT4rGoJP/QZ123IgwNUCKQ/wpfcMT7cVJ9nlf0p/NrWve8gV3fMcI8AZIq8o/qGLtYbYN6Rb3A5uKiSetPhzQRwXx5Bn7p3HXDZImyHkajDO0AXGf2/XUZ+yGf4ezX/qU+YdaiZn5jFOhJQfhX8tDEIO0ULGJiubDvxBbuYL8oLmPya+/RszbzM2rKdL8YEsPVouAKwAQSyZcgjk23/eH+PmJChECxE/R+RcX96Y7ot6290m66SgWQgGUgGkoFkIBn4CwxkDslAMpAMJANfwcCwd/GxWPA/d77UNtfZWGczFayr987YP+rRGQ/uzDeQht0cNhzsuRcWQIz2slzi44rofYdc3jTqf/rKPOs422kvEQCnLdh8dqhvh1+0QTukKIuiBiDhRz+3elaoRsreeNKJeJjb8SEwee71hZFxjCq+uSg5tm0pMNeM0Zq2KlaG/LcMPURHZLtXZGuwDhUkMYKhaZfQuDkvTC5mla+ylTXpeFnFNx1kGzjPJUkGyPE8T/+aZWdVE8hS4r3jU+x6HCKfOCQ+fxDQQVGQU5gT1bJKDcA2Eqj5pONqvfT/SeskP1vMEouj9HcsuNky7hgdeZbfxdv0ofdN5lUo+BM8eBxTCEn5t4LchEn4keek8e0V2AUvOX5g4EH3S67ng2GVawTQ1/vuz9RteTHb41dr47H2sgZrACz3HtpKuHy2BIca/i3GGp7hAJwUej4APonYNJsMJAPJQDKQDCQDyUAy8McZyPSSgWTgOAbif4izK7LXqsb4HgLjVEZ8CzwuxTR/vrM/PrekYUiJySEHQz38tPJSu/7vh8Kx/4W1QfkJgfcAmwlVNoEhN9uu8gwkhsNtTpuGnn2Cnyjlp6+KdtUuAiZb7LN2lLZnJ2MwJjE7LgQ4a7tWYywtRZv84CJpIy5mXr5vx3a/ikYUxYZdJFDTi4cMzjfk1VS0fsAW48RjGkPe5muOUmCLhaN1FMxLJi8+f/B7RVFb0XXby+L8FPvUK+I6zz+5Xc4z/w9bfnV1vkodM+v4YCC4Bh4HCVFBHo7eQ1yvxR/iHO5kNFh1/wNF73V2gq8inlrYg5fUH2h8ezf3ILAcJz0O8V0E033ZkJqHXi6PO6q1920nzLT9qld5OtpOI4HEwlE0n/wkcI87XhbGvtrkn2vcCH6BV3aeWCHPjm1dYQe0ba+Xr/eH9Tl43UtaWGPg+Bld85TtyUAykAwkA8lAMpAMJAPJQDKQDPwRBjKNzzFwxPbG4dEfFhRbJGApwrmT0Au5NOaL2jz8NtamrKJ3vxpukaGwoY1ZHUZLILqOlLVW67oea3bJDaz1Dz8zNXRHtCGH5jUhtVKKlVLWNF5uJ8fA3Nhdr5NOKoG5lft1Rt3XOLNXBE9WEfXWXx/dvLXV2F1mHYPdA791AOy0+NY4M65k4CgG+vvCUdaW7Pj7m9wUK3Z9gGT5mjBQJrVnKlgA41huZWPl/EL8uQV/GzrfnVbTG5ykizsMsMDmsNPnxT/j6bPsGeuMbGzptdqxpPxa2+QafsHUtw59lF8+AP7Wmcu4koFkIBlIBpKBZCAZSAaSgWQgGfhjDLCR5ZsMemg2SnfFbUEAABAASURBVG04RPluutoo4AvszZdcNair37NQ+a6NYzoXrHRm/OquAZ6P/VitgOjMX/GgcCo7af4Y51o7jelU7iSrQxUzcVQ6+RgQemG/lz++CdxvBMMULjUG4aAMvHLgCV8Xq4rRTHI+t4o54gtpauvx47lVjemEIhtLqNrpBqZ+UEXpHKbtsT4G81elrpKG2gjVjziI16F4PA7r58rLVR7UbkOOxWU1f56ndpdSQQIVFemPw7of8cHcd9ZpLQSKbAD3iRPZkYJVdLR6NMh6B3boi5ktWJS/fl3Jk/wX1QPEEai+3n8UUSdU+6kmFFP4DlOWxmRY85IDftU0UBGNHhoLP/hFgmbUqUV4rcqzil9gpmCA8jPB8xQHrDepWKecwKOggrMYx9gqP90AmTGHVf0z41f3el3EIB/Zf7Ufjh0zQ/gGs+aN1YE7z6gtM1yJ9bNNJfFhBi6l2D3Yg1cpxUopbuM/KwZK6dvKpdjNa3i/tJA3Cq81xGpTKAYmdXvtRTbYMwy38AtlvHPau17EA8f3cHQscd9Cch872v7cHj6qbpp+/9Q9s7bodM8MoAN0A5XQjVSfe3gTkkHnSRPHfY73FmZKzX4UKQMNUF1jrIePUYtVaQvUGduvWxlDryBROh43+SpPvemYPgBIXPNWxUBRri3G+RnGTXgTh4wBVWu3ijPKRboB0+cSfbIz4jg+u1uL+KkV7vs+4v+pVWFVq42krEa1dQ7KgPYl9NY4Y7sFbWbuV3kj8Yls7fRaR561nhpzLKGi98mAAiIoq+Ki6nMHuRXiEwdV6BpQN81Ti/63/3T6XgB67tC7oudNZkwuFAkrG6h44MFnuxbEbeTjqKMn55v8VjAqrhSqkqha+4G5GpnB+ByhRz+I+nFyWGvxPoccjRPNWOkL9LfoWx+fxVu5gwVPj22mxpyBrCcDyUAykAwkA8lAMpAMJAPJQDKQDHyMAb61g48FcJ5j0gK3Hq4bJ7d972khLoC3kJS3gE2uVu/h+Em6aM8ha2yaSPQH/X3p2PPUmrbVtHmmM7to3tX75Qy8acdpz5hRVw9XShlrO7w9UBXnWK3KLUD9waj17sHeuoJ6pKPz+EiF8sfgO7IKCKmN2WPjaJikCMIB/sa1HB0hQ+kc+R4vbezv99h6/+vlZLeZYcgATdMxRYyC1tq83va9XtZdaXJH4pbxutWphb0Z7NWfejuyNmdnaps4gbei6oU9J0YDxjxlgIGbUXmwpffgmwEz10QEbvSGhnt9g8q6WPK/rp09pzAwm/CZD+a3xbT7ztihq+rhYT1rnglsGlDW3sxAPgB+M+Hp7g8ykCklA8lAMpAMJAPJQDKQDCQDyUAyAAPaSOEnQwDVrUD/3gZu4adOhGV7nfV/s+z69R5b7Le4XQ2KsoqHHn1cxUoFV/9zJ6WadGz1xUh0VhXoKJy2gP9tj8Utuvt1CCN4NZMfnxfJJx9ZPsy7CRFdfOMNWdQHJE45ivIr3UVzVwaYpD39umhkEfYfjHp+9H5/jNCitQaQT/MCiO5O98KIaNJIXTtR6yU++5KJf/N1pdx9ndkffRXlBSTyOIQB2GRNBrSCDrG71wj3qcDesfv1yVKZc60I/sOMqvKO0F5V++1uHOHXshz6NYvcOO5ZtcHFf3poMxSftbQ4jrUTc4dcVGoaiYExIZuuX1Uk/puAtYA8N8mL5rkI/vZwo3hSg/wSV+B5LzL0/ODZSF1vus4sMOt9tXpRqKXFJoMasElvQQlyaQ5J+Z+E5tU/exyb/LsvmWOj//3WmNXfn0VmkAwkA8nAhxhIt8lAMpAMJAPJQDKQDCQDycASA7GH5JseqiDv6S31XdvYwgbXlneW2FJrQSRsrptRqtrurmbjTyxa/1JTX1g7i5TouquLj0AMWJPoRd8J2x2eIz66PudwdbiEkBa9g+J8dzbfeGZtod1rHXfGJvNcybaZrqmHzuLX+03bqVWdFO/Im6qPjsEPIwHqtRT5oDSHbAcnLuf9b6pHoA/doTjHfNBAwLz5z9ZbPr4/yd8UYaykkGfFHjN4lv19dpezJcZ9dvZoY13gaZVJOrg37bHxjG6nO3OngZ0VPQRWYfdRRVdgaTD3/8BS/2IbFCx2/OLGhqdOaXiKalPxPYd84TPgTtXmcvMpRrdy8+CZopxjZtZ6dFVetMbNYQ9fBLSEhwMHBc3s+FmF8tD81wUkk2NI/yyl/Gn742C1RIqUQdS/RrImwYsBnfCN6MWIcngykAwkA8lAMvA7GMgok4FkIBlIBpKBZCAZcAZKvVjpLv6TuDb8z3naqspsKARcWadLg+JbW0UtwrATWySLBvVQwTr1X3FRnZ+O6IE1devotEkA/IGc1y/GaMAmrpp2H4xVOHYDWVLEyrBTBkLt1ALMPG4ztQO0BognA8aLtmvstEyBLTBt3VrDelHwE2wdvKAnUwa3xTrP+f/6X8XmuZCDoHIVBz2q8XfOAlWb8+vQA9Smvxtt/FitoHNbjL8JS5Pi0ZSL/b//U6zeKLzW0MludRTPOqzBqakFdBAdHYOknxFFEYGheV1o3RoYbPr6ld0qdPhfG8mYCdYUj21XWMPaNpf26DXGqBlycmayyiIY7aiuVTZWf3WBXJZAUuJBa8Qc1BNHMsBSg1okONJ22PIZ1PSyfLkXLCF0b6TumdbiRmFnA7b8itT92OXO8Y/VFzScAbUPsiD13uD3MjWfenTKstOdorP/9L6xxxXzBdbG0MdcrvUvtfefR0wxmT4L2a95RdysGkDgRScgwSXkoAye4YZxh0GBeQy7DVaNmKNT2xMHZrTybIIn7KwNkf2ivhaqPjg0yGdqSbZDmeUWcABCJ8rYiba/LJUvn1H8nqWcIf3QdMU19+YAttsy9TdDWUa2b/Cs/LlOIuctcoxKczOWXysQxWsWcnQykAwkA8lAMpAMJAP/HAOZcDKQDCQDycBvZODwfY2GhNE2OwtDO8UWQ/NMoBFNWAFRRzb9vrmsug563g3cOhQiG5DmWyhsUADTA0v16pjG1TZooHeG9MqDE7YDra0Hw9SNlxZqevGQf22UXbTZXjx31V+0uDy8tUs58r+jXch0uf+ZVryC8NzP95KlznhgywPcqvUZekRTrOphQNWgzor6VHjq6C0sDe3UCCT8UFnz48WTT31+Zkg7+uUbhKdYPjrSjfbIpcV82PoMzzWzngzcZ4B1dl/jvF7WscA9yO93Kp/kjCyLvwfpnqf7LPffZ1zxkDfQjo/IuZ8H2v5/qQwXjmIWXMHJuznAp0OOiUdix6ERrEmwY9Q+VVblvhGHapMb4Hp4yjDXkuDXr+TTdp5y/iWDtE6M3MFBIWHyIFNHmYmQ/HrSskUeZfs0O+O6fM5DPgB+jrcclQwkA8lAMpAMJAPJQDLwrzKQeScDycCvZcD3hoboY3tD3/2NdsfQd5Rw2zIWUsXZwTZElf8etrLhxBd3YL5LgbWZmaF60YMjgAbomxnZom995oxNRzXFbHr1ditxAbVUPRyttfrD4Nrp4aDq1v2YDeW+T9XQ2SA76YB+7GBbbVW2AbatU1Dyf+6h7MVxEQyMj/+0mticOdf5jfX/lDI/vURHURl5FJSpZ9fPsA3zbXdfxADmSsS4+itKFTdjQIyjPMXF+Bf9f16SvImYP59oJMhqY6VFPWUy8BsZYB0LvDf4+6HKJ6fR31tPdpLmnQFuy/ANKHvjG0/4dLzs87n3FlazQ8NdjnGowd+vaD3uPg7PINzwHx5A1PdLYgMPRvr1u6D3YNj53fCsz5pPO2IsNh4ZIPclPBq3r989KBzmGOwb/a9ow9IxuR5n6Zh40koykAwkA8lAMpAMJAPJQDKQDCQDX8tABnYAA/rC73tFIQ8wucmE/NXhoeFEX+1sW4FJ+86KzPQjZoaoBlCgjDQnoS9Nz6Olofk6YmhYFX1+1R/WsVG4qvhsR9VAINEePJzt/GFs2xnluWxHvljGNFgxQ1eLFbUdzctzsdzam13uexTVdNS0Jrs3DWo74yDMDXY9nI26bg7dgDdMT9ibg8uF9c06m2q/v0Zs4ZU0onyclNXWyXGGP2RJ+TCBIz4URrr9BxhgrX1Dmn/qAv4GQk+IgbUC7ptmJkFo8T4U5Y9IhdzGsz+G/aPJuXbVAP6mFhSQ39vpOQGYXzE7jWNFKZqxA6I+k+TYNlHv9J2hbfuOMkmAZ6J5NE6MPlLZ61Ym9w45RJ88WjRGnwmpGf4ri/kA+FdOWwadDCQDyUAykAwkA8lAMpAMJAPJwOsMsMERVi4H/wrZsNtLvnoK/M96k7xBr/XqufJTpivQzpWb58EoewJsAFBGesfj06pGLZ3VS2edpBn/y96MNqs/1mnTLFDYTFLd4/QHpp0xBzprVLViPTS68VXUd3EUjQW1Fo27wtQOSjV/+KtOmdBmXQWdlVIc9sSraEzY9XLUJRWGx/Uj/9WKfBdTg4352Y+1+Zn4AFWS9h7FfmQIyOSmYx7P0qCqRpm1CdT20oExrd0qWeWAPMwTrspdlsWDz0P3Y2WASaIH1GgOq2YTqDoexS6yf9G1Eigqg07tAK6QPX9aPQqmaj3ZwS9WXZHdIvuUyQF0w7xWtRd+J+aPHHeC1gDnOVBR6L4WaqfcNU4VUTCUaRtQJLHbolMM1MNuuRQr5RbR/6zER6fYHB4H3Cox3VPMUTV91Ux9cU2jy7h1YKOa5z0GJpu+booZxAwLurfRyTyA1HHAryj08StXcXgtd1Z9/shZ3FmAlJS/BagnjmSApQW9SHCk7Xu28MUss6wvFNaUi9ZEizW9re3Y8vUluy63Duz1SrlYuYNeqz+TFivXjHMDktd7RN9uX/tibrgvtwFSD0Q7eoFoW5MxFm4or+m9vd0T0JpgfUygSNXXOUyfQ6qDezX3dVB1L9MN2RxD4FL3Ono0lVKslELxVBBLgHjivZI4gYKS/3meytGvhWK8hVVNDClNMb9n39ZluF/Veu/jmnYOeA9z0Avke1KnbT/IkXwCYQG+Hf75kc+WPeDBFFeVe0DZSFZt5lCHPoeZxjkoT6C5Ey+mDKuuX+A+9bnL5ZtOVcFXxR0It0UFUGs/LyYdUJRDj+qfS4KvkKGPpE1mhkN8aJ6q+Kjus1gd8jfD08VMXPTrqar86iF/zXVXlYfPg2LAMnWgJOwequbyHoqZRx9SSdkUNr7Q0VSP9XMLyp9cGw4meS45Z+2Bpb65nSWdhTZmdaE5m7YxkFrJQDKQDCQDyUAykAwkA8lAMpAMJAO/hQE2GQDxsq3BJgDlM4B97IYPl9FIx4jFxrF3WsAKmLZGjdxA1I+SeARhz8tN2PjstKlT2ecIJd90HCsvF9zny1ZeMcDYNooo90REDa2z8A4f89h7n32O875rHS1wbbktrfQPpukFt+OuLVULrGqdXVt+SWnIsY92Uumb4jx2UQDR8Zflo1n/S7m3ubblc3P8V1bSuSzes85cChOiVb83JPveyMBkYl4ruw5+AAAQAElEQVT2y3vQ75ndNvc2asqBx5SQsz98G99/W7uPx3+Hxv2Yya+NM3Ju276hfDtr9/O6H3Mztilexyw2XrsPLJHXgebS1IyBfAA8IySrycBmBlIxGUgGkoFkIBlIBpKBZCAZSAZ+FQP9Ty2YP5rkf3+ztcGmQ+CMZLDNF2/krX0iCNz23rZgBdz2tC3kCdq2I8p4DpCT+f9QV0vIZ5wofWyBteEXTVYRzP9/v+mlQT6LKuq4qApUPPlQrvxkROTL/8T3OHjy3eKcMMqQJ7kSSdFmbJH/Yp2iqoc7xR9gbpCPHKAXsbW6/CRz8flrW2/LRSksYcnm7eiTW+6YJzWwpuK8rHVGO7mrTP7kC1T9Rw5fzX8818gxVgPyj6f8L6Xn12+x4jeCosyBxKkHawjIl78nHePst9x7CpwDpS0GdD73GP3hUzjX28y6/I3+Z13vqsLxGIPiMT7/tHhXIGf78WuJ6+psR99qX7k7BwfHpzXDvQVgOdYSZUA9+qgnxMCB86BZlcE8koFkIBlIBnYxkMrJQDKQDCQDyUAykAwkA0cx0Dw4Y4fpKLMftjNNRTsfelA3PHq28TmmHfESfzgT+LXTPeRJ9SOsY2MWvR43mvlvjDP5Ji9tAhakgxFgQwAYRnUzGNAC/1ew905cSLDZ7EbFntvOuvHXfW8c+Ioau2JFOQLnW+VRigsdE9pf8bU29iGZEUQr14ytt+MGLGpgerHjvY2EwQy41w1L3PUenTA60cEwmDT+8cp353sM+eQYOMbiFit43KKXOs8zwH2Ly7gW3gmBnXpbdl8Kt3+/k7+DJjnMhJSL7z8g426Ux2VznKW7Ad/vfJjv0nAGgeijHIi2+5L3vSoCAve1f2FvfMYK+fYUNB983hv9qr7pLqJJGcfsLTRjvYhPZrq1Qx20ba+V3ZVMsJYk/KDM/cwreTqcgXwAfDilaTAZSAaSgWTgjzOQ6SUDyUAykAwkA8nAIQywoSCwE8CmB/IQu+83UurFSncxftLR7OIB0GbsaBgbKgM8z6Hca+lcBkjcOfh1dHQje/xYV0H1v1v3U+voSawaQP9VeLQKkVQmkGE1K9tOeXd6pt2ZkZ9HoR5X7rmw2Yv/5e9Qe6+hsYq4Kh9g3Y8puQFSGv7mWd/+Y0V1gE7h74KRuwAHP/KP7FRXFEZII2TqlaPTxiCIB8F7bfErBh2KrS6is1o7paW5HLioylUN1uZpQ1sVx7WaxugBABTuDeihPrMDYBLZD6A2cir/NlQ6xV41j6bYI0avKsgKYq6QAdoHdJLA55B5FKj7WNnuvb//LJrNIdekq8U+1tV0c8CUQ8qs8xuFSUMRfT365r5ccNg3/PJzUfxbILU/e0T+kaDqes+I2lmyaP2ZgARn+XnaLhy0eNrQMBBbXJx6VzKXdsirmkHjBJjXLCIm7aLbeIgBDnF+x0hXLvJ9sU5RdJ7zHeU7XdyjArFOkLTdGXbThT6AF+SNwsEN+ABhFr8g6qOsamVt3ID2os8vwCQF61/kX/ri7z/rc4u10KrRpwblVQdIPDhcU4SwrgMPhpzY7e+ush9SxZeOTqOBhB9RDumN559YdMxNzBXlEa17TYSueXPAge18MSYgW+7vx6z8H+vXhYS3KX+kqq8cRdddWfh+VGf3LNbYK35+7Vg4vgfxZ/ewMXFmfKNqqiUDyUAykAwkA8lAMvCvM5D5JwPJQDKQDBzKgPYezDqZ5Ks/UsWlg+6l9i9q81TGeMgFjA13CtORdxRXuvDTw/c5ZS5kaXhriit2HjdjwzH46OdOvltHoxkpeTmkV4454U8bJkWIjU0eyrIxSXxIYKrgPfCyc/nFD3l3Kr9sb4sBcvRrBJ4DVVt/Knt7GHnj9k4Nnxsl+uCOOt2BVo22qEN5u+FvYqGHvfXVxnSMY1bo3NJS21znt9TJZQ3kAKOAciIZeIUB1tkr41fGYrbFglq874ZcUDm0iSuG97nKTx0T26HW/wVjkAaaXCE1qmM5Gv6CJCnQ5jKvt33XchVV/XozPlo5rr1/oRSfqST53KV835sV8wC2eCU4sEV3i87g1/NW/u0Q2iafNdvObeUx0sFNjMITawpEW8pzGHjjN4RzEkiryUAykAwkA8lAMpAMJAPJwFsYSCfJQDJwIAP62u87ArPdgKUtJamgCp4N4JWxe33ykKqwU7ZroCLcPebWQYGrFlKhTcL8WZm99lKUbgabgJ94LvViRbEDt14UgAGvaadQo6RjYGiaik7jzWGLL43vvfY/oeOm/XSjzcNBtJEOaVAPqPraoTzNyPfS5/WatXF0UTpgbJgVcMsGGTqeF/qjjiqKaayeVZCbIttAYtfBGLBr0IIyuUcznNiwLuzNr725MG/gfpiySlKOYX2J8/tjfnsvCbb47fn8W/H7zGnZfkvWfukoGO6VQMXTD9IfIUK4zgOnO/f7/sV/A4T5vdAOeZHPIYZ+qRHdfX9p5OeGzbrmPRjJGgHnevywdW4oXGMhTw9HN5D2s/ONPxgP3HQe38Bn9gA8HO/BrbKmwAnm75r0dSzKQ95VPrATfwea22wq72ubqUrFZCAZSAaSgWQgGUgGkoFkIBn4VxnIvN/MgL6U+z4I8ijXR9p6FJN/w+8ead3019ppM7dFVb3HjfKDBt8manJuig9G3unGCJir+AYZjXSCKCOPANm0duZ1O3D721Zfl/DSKcfKvMRcVeNXFa8OPKmj1h9fH26ejTovHH+qnmu1qrxBeOjb96/zGL9XclnFRqFmwIcjgVdOOnVD/seYn69dog80HlADTdPfKpLz38roX8rmG2fPY+Im8eaJwKXjzX6v7s67UZxn+Rr950qsGPC5CPZ7VrzNpDTF0RTv0SAaKIO+vjSi79lzPsbKNo/+OUOfPe5pnxNPWA15L4Ij+vADZrY05dMWGuaw+HRqS68Fq0tqp7URrRu/E8idLh/6qdNf8Xv5K4lkHslAMpAMJAPJQDKQDCQDyUAykAw8YoCN/Ht4NP639/N3RFvwMCVw7pdvHhIJ8avE3Jnq/pT3ymqnTR5geuDSwjeA1FY7PXC7g7CE+Ra44csvuYbODrlDFS9DjIq3/7HWYnqua1SrCsvQgzz7kR+2SeDlFlUP+zrB/Fex0S91Py7GT+KCKiegSOqJpHwqFpWx3km6+s6T86iwYoM76iOX/uCRVgxLEcE8j6j9xpTmlq4qSYxVufSoyujHYZpbG/ur4g/0efBTXUA0WvWC+JZ/yoCxrO9LKQbs4FfRg+5q8olvMLPf5xUxz2WfAzrE2aJW+jpNbXVUzVXXIHSjvYb+4L+UYqX8N9SOFIpJM9MNcxWWq2IDfb2Y/fRQWMYUVnFznefOIhdpGejHXc9VnAKTXVBlZETt7Ef/ONchjpA/urA7oHn5EXobmp+r6V2lUoqxbuqwBjvFA1jrRVNDbErG5NIv7ciFMZfFzEyvIvUeqgzHRVLAqFADyrMK5NqNuXby9yO33B807E8cTqYyQUr8kaOUYqUswdQOok9lLapS+jqdpRQ7+qVLwkxmXV5UMPP1fZGvJah708GsYRMwwOsUBmg549bo163AAkP3VYzvEVrjlK89u0seg2zwq/mrZCWI3VbuDyilWCm3CC4ZXXTS1Oo9WYVfcsznBy4jdGjcmk/YYTzlsHGWxAcI+/gFUR8lSWhNdPV/dR+9olpnDt3nqxD6cf8f6+qjH/j7gdZA9FEvpfi6iLZTZNHbgCaCdV2Viw0oyuEyIN6fpOoh8Fn6R7F7RacqsqouNambiBhR1Vj1fuM0LRJohk2H+hWGoWsnvTrFXAHvw4LHSn2AdXovbOC66iuDbtSr56U5HqTbGXTactVY4DmpTFpVXCHN9D5N9vqc2dePPDMZjT2qDpHscaqiz0KmuTHlW7Ra14FutaJxgTZHyrQjTbbApXa6T1VBWdYmDooH5st6rZfOOtasdVg32sgL3gPEVpr4WWctfOALp6p8q/gcQd1RdenMCXjB0WwoKwiwvgDdSEDZ4PoeXOn1EzG8buWfs5AJJwPJQDKQDCQDyUAykAwkA8lAMvC7GCjfEq4HsvPLNurgyRzc5ZNjnxpWCJaNDiQWFEEUqa7ANyi0AVUXsDJkuXnw5WEMGmzGD81Dy3ah6NkCGwdQHysPC/Kq46HagQpt3q+b7S2Qc4FEqtqkenmOsLMA/EyaB+5u2qVUtTFYtYGloo7ztnfqbD3KmR/RTiXiC0nb0cA2WLU7cLXa/0QH/sY85/ajHnLVPlZWOx90hPGQD9R/Xfdfzet7JuLfYvjfyvZ7Vtk3R9KsCW7FgW8OeTE25UHsi31qVLfOVvX5pNN7NmUwvn9RuYvBwIpOUfc99yvDXm72+JXTy4YGA+QQGJquQjleK1FCO8rvk3gNuNdmTr1+c1oMfqIV9pB9x+Mxvd6x5894PTaH32btvG8Iv42JjDcZ2MpA6iUDyUAykAwkA8lAMpAMJAO/jAG++LF588vC7sPVTgGbFaBv2Hkexu8cdaC6AjDhTgLMDVhzSp9jTWFo/09uAK4C/A/6oftlETZDWvx0hMs75kvfRyysxb4W584fLpNftEylkhoafPy1OrReBbaxgzt0rz1HlWS5XuzCg2DBfTXxXFQGc29zvXk/Y4Csz7uGOpmBoRrCB8hp8O/16DxA8hMbgJ/acImvdbuew32VxcGP+CEtdLAfBkS/Fc1F6S6S1sOOfeGvKB98g7B+icJM0g6mzTJgYNo61tTl+Y0N/1JByTs3yH8p77+TKzP3Net3vEd1IhhIvPHgHuGQTziROPVwX0yAriEXp3pL48HAb+GaNRhrhHLE/6zExmjvt5CwN1mSHMfo3VyfMaz/hGqfeymOd8VAvsCTxW8Lbzz09Mn1xHclPuNFQkw9iPpZsvV5lo8lu8zkUnu2JQPJQDKQDCwwkE3JQDKQDCQDyUAykAz8Ngb8C+03bdZ4LB7VIpU3PWpgCFgc8KhR49kKdvgGMaVHg17tlw/3RdQCuxzapH3FqtJYHL7WjjK/Ls7cb2f+K9dMcdFxELBZlVtVrsryjlX5lc6qwuJgGgMaf3Dsq7Hc6eBX5pnyKPwkhvK+x/0dM5OuRzaiP5hA8tsJYcScE1pkkieiprLi871CNf2Kw+PtrCDXAiYt9YlyAyr2R7SrFjyp+PzhMfyYIYHNXrudEGCDmTmma960Wt/te9XSBzrEgScb8gMhPOnyLwx7denErIX8C5yckQO3YIeMw5XEuYffo/r39m5yYzzXbWvd89UCQ7btf7FMji2+OUdNiYeHBH779ZbnT52Gfmf+RAYU4MaD69Ph5PSDPLe+OJxlc7jG7AgCB6ujGG3Lz6r9JsBx4NEF+fdYluyqzz9nIpf6n2uLrJxzVZAPLREjeKj43Qp8fj8sQvgIPDCaD4AfEJTdyUAykAwkA8nAwECKZCAZSAaSgWTg1zDAFz3+lzH40L7gjCuPSHsoIemmrG/+KhIjiBbKsR/CJo2hu5bMxwAAEABJREFUBqS75WBMi5vx8YUZ6ZsbW6w+o0MUjEMCymbk18JmL+YNjDqzfqigL3Rm3UN12LAhR5SH1iMFGxnd8Le92IDmuSi/rs+8Q/nya/u6H6ONX0sYkr/11UMxSsfbGTwExwPWFkOzhvR/qyv0Q/LrDkHonScVrwlwKgmtzEEg4lGgdg+l6yxgKlf/Vc4/1kmCIs6KeAEmLjtx0/Grnn3iZVoJ3t8w60wOrrBjX1yn5Ez+DvhoYfgPnwQdZUktC1qKdIDbiYtd3RxuX4WQ6Ktq5DyChsNB3IJig2XPTfGGG4r4RyPa0InyVEpr7GTktZdmh5oiNxUnByOApr/PW73UJX7ZQdRLIA2yD1D/q5jnqPr4U1bn5cwaM1GPBM940nBjzc8RtpRJFPdLOGix38I4gjjIsb+fmL/l2+uvTRZGbqQNX1yzQNVTD/8PSbpX8R+weB8+1dnMeOTcNsM9YC6Qbd8ZZXyAsI1fEPWjJHMJwh5lEPVvlFwLR3LBumbOyTvwubybzPjcsTOQyIV81ofq/ds7kcITfnz4w9Ng2+2rjH7cE/03uzS50ncI+GQ1GHK/KrvP1hc6QzzqfuUosl06fnMONoEZbVX5+VyYGVJi20HMS7BO4+dYthyZhvxRASxry+wLR0TEegOYQgLKtpRL2+ZKs1P0z5rvVXvm72lkXzKQDCQDyUAykAwkA/88A0lAMpAMJAO/jIEzvsW+i4JZ7FQDz4bAeB/7xJdmH/f0Cc98/UeCfYa0J7G8kf3QVCjgu8U+/4+0qzZcHOK1asex90rU85GKQTrz1sd1WZTdfnuoLnMxM8KGcJ21HVb1WJSL8jbHdsvBSsjtI6+a4ZmNIzZhPc+JwdC4jjml5I7N52Pi3obXYuPQNwhUQM8jBokdOSg8ENs1HxiadA8x+FrtPfQxTpQWK+t6g80t6wWXQB7W7anzTx3/TqZ/atq+MJlxJQ3X0LtD5L7c4kz/5Mp/oOE3J/h7r9+zzvS4bJu7W2BZ402tp8z5NHbec8E4x9Puw2uREnPN5xp/ShaNh3t7bJC835n/ekQwstDLNQAWuq5NUwLJKXDVGUpuS6t7/Nw3tB8msC3os0Gt07gOc7HFEHmCJV3agWJc6t7aNs5YkybFFo9t9Vw91ms18NDWm/JC10JTM+CYIuvtGEtYgROkwDwBFZeOfAC8xEq2JQPJQDKQDCQDyUAykAwkA8FAymTgDzDAl2/wPanoq+jkmzbRqc0fKU2jpCcw7fkNNSKPvCgvx8zmHljuNWdlffSjfogG9vILKwG2HYjJoUaXeFjY3SA3QPcSisYA80zt5nVR+0U6Nx3eQCQ9FIa3cCpthYZD0Rv3nFXEF3jk4jLoPtJb7i92EQcAXxdsjTvCyp9G8WR2sXe/cA0W/SrOPqb1uIryKpX+smiCVjDvjBH0gXn//vpgcYjFOfb4e0v4KE29bzVnvERlIufK83qvjB+AjRZ9b56TgecYYK2ynljVrK/nrDwe5X6Wl/bjwQdqcA8pupdcdP1eOrI+0PgGU0UctNgw5CUV8iRnU86mnF8y9uRgWA48aeK5YXCtkeP6VtnUhjgaXDtFtpGAsuNoRwv2mFpypAvpUCzUtwB99JDEDqg/gx1unzG/YQxZgKkqLeDx/JNBoLfh86gmZN/SnE8v6srRddv9VOMXvDyO/9WA5M8/razbgcdYc3BSdB91KE761kdu68EGdrdpn6ilOYeN8zk/MYedpj3fnWNSPRlIBpKBZCAZSAaSgWQgGUgGkoF/goHfmCRfsL8tbv53O7iJi50Gb/zGqD2wg07kBw4yt9EMnION6qtq2iuZ7JNQ92eNzYhjssMyaAxTXGiieQ7/Ncn8SuVjgpmbv60rrqNdbbF31VEA48xQvg3xjJauasNSCNusseo7mNGyV/YZcQZ7Rx+rHxGEbKy/j+LG6V8vJqnjDGvJwcYaRr29BQzuHfNr9UXiGbFv4PAkz/ez8bg+4nkal8cxbfpcDT7ANAJvIc7A2E3DWLH5ZxvTy8dKcrRl6meBn7Z12wrvGx6azfOe1z3WD5+2xyRS/bMT8rNBx0cpfar6aCBVgfCnWiIIuGwR7e+SHg8xDSCW/b6fG4Wfv4Z8APzXZjTzSQaSgWQgGUgGkoFkIBlIBv5hBngwcQ9/nZr+b4ZqG2H4whxfoIOTpfzRKZezvyR3ct1ZHf7GqUmqYg51EQOQkrH55lsyQ0iDsE2vTiNX0G5sbLJl9rRa1cOw2swBhqrafBNP8dWmj/KPNqIAP50B0G+hrKShFo01gTEtOtnrZL9to6wRfpRysVJ2MenjOLlvDeVZvZfVGGXyId6L2kwPXoviMM1t6X6MtdhDgxUzukUx8msrq3SIrygus4t1wz+TDdD3d1oeWstaH3ADcHOFOjQu6tijHJLy2cBXp5yR99FZr9cpJ6C8mnGdCAXwCE/zuGkr0jfxZ+JOxszhv+4teGB2YqQs1QbR/Kp0V9XKYKdTPA61VM3jyEGn/AIe9/8xq//HqmKvpplEqr3XL7RoJmW3mpGrzV5q7tf/rP34KpyRnaRyemS/j1+5Ri6Rs9bxTZ90fM7QUbnv78RJZz/iEUSeyE7OeQBA2UFYajvrIB5sd4ptDfTvB4EvAUuemQpIiS8/SilWyjrWwyc/EBoq+7Ub9V6q1XQrWEev9tZzkTeuScdK7sbnByDdXQcctNg1eEGZe54R8bbrd8HCYhMWwWLnrBE9f09kMmd9h1c938gVebiHVYO+HtoclTj3K0AzcnXwkx2lFCv6zMC9yqF7qZsSD6X8ZxdV4F5vJqZbqpnWVif86J4GilmvM8gxBxWq9DpJ4ubeKxU/1GQB9ylbk/u4YhjbfcQ5J/Lq/fCeIYbllzj4XNu3q+1J12v5YT/gn+XkgjhCfy6fdH8zLPIJOSrofdUcP2ZD/v1cV823oJtn9QlUoGP/tVwr3PUwt9OXoz3e96rmGIx+Ty2waov1/i691Fo0odPnJBDuK/Er7hoY4qwbpelzeSBy/RFnPcSffBY5E2NWINavFjW8esgu+TjcLgZ1ldFOcQAxtbkMzVehuS2OKlPVWIstqvpuYVa1FsDVUF8qupeUy8VKKY6+9dizWDUr5q95fm2ulF3JT53OgubGdG9TsnYDi9clCldZNLbF0LOgOfSkWGAgm5KBZCAZSAaSgWQgGUgGkoFkIBn4TgaG75hfGRxfbsFycAuRz5uqRgKJPLYzwIYD2D7iuzXvLwFttWgjzLTZo32gAxL5gIn7CWonSwo6Hka2ReehkWUFLs2udqJZm0yDCtd2B/dD/RlxYsg7wyHDnUNeVcdli8be9/DSBLW72CZHebeBHPBBBn7XjEW0IT9I3Ntcb8l1i87bAj7X0R+4aZICz3+CKJ89b4yW46TbPs7cey21JA2eyWeOoeuuYMxdhdM6B8/M72k+HhvmcxyYag6xTRvfUiOWFm9x+oed5APgPzy5mdrBDKS5ZCAZSAaSgWQgGUgGkoFk4EsZ4Itd+fDmwUvUsIkDlowoL7YgwFI3bfQByt8FnxmFpOj4n9wqnXOIpEXD4Zc4wKLS043xNwiLcis+f/L3lDViuzeWfrBgvHR2sc6K6QFwY6IpLgx6Z1M9zBkMAHJDmvKe/GSAmDDNxWEODzZURAU/sUH8E9OsHTBp/EDFuVN0SACfgDJ4OiTZ1Ao1hz31grunBuagZIDl9yQLumR1Z31y8NuH6a7o9xHJF661Z8PmGnXIAJQDFU88yFPwnO94497lOseH4vlqkSCPt/66RbHDHdzxrLWwQY4B3seetbdnnKgdV3LE8S7fe+I8RHdYwuQHNtkcxqAbc0N5GWITpeaO5tVBmfLEr9ThfOg+XnBdMrtcm2DVQ6ceBaPz42OrnuHZyNlh/YtyhEK5qFIUJ+g1fu+ZpRL4vVk8H/mpa/n5sHJkMpAMJAPfxUBGkwwkA8lAMpAMJAPJwLcywBda2/6d/+NpeLyPomjz0QCq4NGwxX49ILTAosKZjbFxo+iJYdEVOoFFhTuNsstDQF8AlGeqC00zjWOq7kcTtWJNe0gGpt16YDv+1Cj5u5GpylijH4wNqwWiGC2NhVX1lzrIqcXUGM7nmGr0NfIK9C2PzuS4qIO7xY4zG3G6L/6baIpsgJsOGuiT/dXrB52D4D4GX17ea1exGlgYx0JZaH7UVJhsQYdv2D7S/85+OGnxnVG2Uf2FMksO1rWibe9vRWCcQwvP7Uh+Oyedrtl66ZQrIPrXI8ZK4HVrR1vwmTX/fLN23zn5rhFrA2lvfvFrm0Gfv+Zc/mFkTJmJU9u9g7gZc0+VfnDPzhl9XLMel068PRKD4xdci3v5UIr2o7zIefNY6TMu9JlLEPVbiTa47flIi+5XxnXL5DruRbElbnTmWLYp6rwDCQjDG5oTXHJ9BZqu7yzCJ9gQnee8Qe9PqMCJkA+A/8RsZhLJQDKQDCQDJzKQppOBZCAZSAaSga9jgC9y/E91wL7B1wU4C4gYAXHzxZtybDiwXTFRVwM6k34awKBIscXQPBX6wttvDKq5yvMaXvrZENluDvL6kav/YZdOefRdFEBfu55pQ/Hawq/RbX/lGfUWbV+t/C3Vzmq94mpJ7LB74w0KaNwR9YZdJ1ky8nJoZNRZe6pq/wr7wujPtAE/QAqRYdXD3isidiQw5dGiqN4/IO7zjHIvrRN3DbArV7b0d75oPwtsVoKw7xwptKJcWygzqahD5+sBM+DaQh7gNj/meD7+Ou4zJeJR/CTdBqBmXyNqC2lx7fm1xloR1N8fsuEXuwb2DcOZevQNTacL+eO+YZIeExkQa2AtAPSFopgDrsr4gDfsOnGN/d//px9CuS/9trM4cS7nkjyCGyT1vwryA5GfylwTUT1J+r0JVwO2uvGZ2jlmq+2JHhy0mHTuq/Qxd+YPgXUN89Bin4WJ9nXFDjw0b29TxU/WlKcB073HMQTTcnpS4JgFg0cX3KOAKDOkN551kpNufNjfz7t/zFE7LhHAJ5KGGfr10r8zowf8Lq8OZKh7jnRGw4fkGMJQUJh9akP9Q2Ed6ta5Hiw+SgtdOBjUDxf4/7//13wd85aOv8OduMG4dkN645MnGJkDu7fmyKlMmln1YGjkHqJ7Smtt6NkvsBXwz4CYkC/aKB4N7okt5vaV1DT3ucJx9aKbEp/pwdNW4WkvRmfX+RfjY2sWkoFkIBlIBpKBZCAZSAYmDGQlGUgGkoEvZUBfYL80ssdh7Ywddb7CIleN0wkWFTQ6NgPUX4T3HQTVovVMO3XFp40Wc1BfxjTuGCvpOzmD7LcEBwPTEUPjUwJLIAa35WhblDNFNtEq8d4ow4FyuGmPBvpB1G/lzNWtwqEtvbeI2B+0yD75SVhIPca2Qr7AQhuNBuPaXMtvZVxj4jNFxeU0IBW753g/ElefqGis15EBb9CJuoTzJvsuqZ+JwQ9zwvVICOAll7dZ7zXHetpA716zX6L/Oj9fkr8MlzoAABAASURBVMiOMM7PmWXrkCvuT6zsHQGOqm5DNaTEVx/9w99qSPBqsFx35B141d7x45lVgZuD37PwoAlHvAnyboE3uRzcVKvKuYepTPP2SGJOW2lUMFM5XUEza+Ha8v5SxOCydU9DW3+5fLjBzRFxnwqet/4HghgT4zY726DIZbU1jg3mFlS0XrWGza+ghe5dTZo3AgbjQg4D6otiK1eaXUW3Eef20hm/VcHhHUeclPchOc9jeWCXfAWlNh94bl0+Jw7m9UnnGZWel3wAfAa3aTMZSAaSgWQgGUgGkoFk4PczkBkkA7+IAb7Qgl8U8u5QV78zq4MvtuCRUXTKoB+6qvp2CTLajpOt1bbceiCqQNt+LbMJRdzXllmJ3S9gj1YBfmZjd1Sx3mLTUN/gumqusWA+C73e3Vx7lckZfTBpPKPiHMMhLFycbeYG4G41Bh/HGLQWwP/uH38you0XWzJ60WYZaHu+p6wYPZiQXrme1Ezml2vLzlJ1nvmJ6p0Dn1AnSkV7Mx/9Bpr5HKGz0/Sj+X9krppzYH/2VZQZkPizB/kBrR9fD5In5oonB2tHeMWb2zkx1qNMk6Nul/5Te3FPPsr277CjmfK19b5o4TzwPq94KlZ0n25B619FUWKsbZeUW+j6pk9NLx4yZOBFMy8OZz1tzYfrHF3wottxeBEF2ONSUtFCjgqHFZSp1rA9+7nigDjIEyiS9iO4LPOZR+KUo5xi9ZFRcgSP9E7t14Ly7CVP9bNg/OO5L8SUTclAMpAMJAPJQDKQDCQDyUAykAx8lIFvdu5fHr85wEex7Uwg1EM+Mr+r/xSjtxHUurSZss35VItdA3Drw24eEa3p2eGvWqsFJsYXQpjm02qv97Rany33MSrdMd/Iu/ockzDYH2VvuR332E5VIB2/Crsddmp5KaaIPOSeADaOWXK7x80u3SYmioKOXRbOUGaT9gy732PzG1g+m4335hjeQq5lx+XVYk0v25OBVQZYQKudx3aUUqyUcjV6lO8wGfLq4atLe8N9rA+hgQ+kjutFt3QsYVF50tjnrDNPcyc965VOn6/4jIXGjmGoPwVF99S4QwZB67sC8A8zfCfC6SHRu5GjwndjJ5xu4js2/YcR5wPghxSlQjKQDCQDyUAykAwkA8lAMpAMfAsDfCG/h2+J86w4Cg97BDYlWgQnZ/l91W7VZh2Ir/yVb8JAhhH+q3JNDxG7Tg/WOuv0MK0C1U0ogstBX+J6yECnDYUf+zErnaz89Bg2b6qc1a6oq5iZIpAOsqhcgdfVdT1eLnW1Ko+AfMpitKk4HEU6IPR6iZ5pjkEZZK3KyaH8aoDdA+Wk/MwkzayKpxHk5nEwljHo97FI9bhD/BGfCHabVTETd+k0H4qZsiEVtym+MsZLzD1KvRjtF8V7kV5R7PGTHWb09cBPJ1uGbfkxIDcKwTTE/Z97KjJ/Ec/mIEY16OgUP/PXmSlHUJUL4VGtyiliD9l5f5VqseKKzI9M+aFyGaC6rHp6jKmMk36HYfVxlCIbAuVT4TEN0ZTBk+bzovm7SA4tUyE9ZTLEz1r8UVkgD4c5l6LIyK1SUH7WoEoPTA2fUbsomKI4BKXZKZaq9aYUtArNCmVHVVlQjMyd1AzY2gverFqVUotV9Uuxi1BKsVIEyoL9yldR1FsgtQ8fpZSe7xX54fB2ux+WndaqOWzhVdXGpTuHmv0ofj7pxI27xQtuiJN8L0rIywu2SrlYuYOFIbuaiq5RsGvQKcqXq1VIudbGEvMNV2PDzgJmwThMpOtjlgFNgcux76QC7zs4Ilvuw6b3IfM7tW7j8kkcVlTYeOiWjzlDxpAiI4Fo+4Ts9B6IXz5fte8hlOmr6r+B3p/Q9/fSpt/02aE0iPEmfVAn71M/et8SCXJeZUPi9CPiqUMcvUPF4BOh2ZHUO7SmdmjrFRT6z4AqWT3uqpgD3GqY3KI862C7o0FcmEP21KeB5jpaO1wnsabVO3g6Uvjq7Q3KEX7nCD6M2IQaOSnmOqJaUbAOMaPQdRHUAeJMn1vGcTG+kR3fn+Cij2Q4a9xQOkaQa2ces/tWWXKr7Xvx01d0/XNP4L7Wwph44Ue+gGgyMWOVNSD+tvp/Vo+5IPMip5SxgwQeCA1CVXyVmFxWxRf4UXn4oqM8Ip9RaqwfbZ83cMJzD860JO4ykJ3JQDKQDCQDyUAykAwkA8lAMpAMfJYB/7L42RBe8H6NXt+Bp3ZuGqbd22objCypXMPa5uZJLTZwTJsy9tRrKfDW0JYkHtlo7e0vVzYs2JgS2tFjZDfu6WkRo24Uo2Nkj1FjoxdoCXjDi6d7w+VHIXq+o+w3sWi7N/L5PjmS26Xx+ARLfae2rcTTbmZt979mbLuFYzWfieeZMcdG/d3W4Ocevjv6jO53MMAK80h1y3T5z51gAPztxHnIXory1DzzUGWSrdrGulTG8l8qkGOLLbmhv0VvUed28GeovY2jDXdLTJt0Bjc8qOz0QK71cU55S1RbPGMHrOkOia11v6vdL1oeLn8unrd7ftXhvWndOG/5AHgjUan2DzOQqScDyUAykAwkA8lAMpAMJAMfZoAvbv6d+cNxPO/+1W+/z3vmoRT/G5zvz3AYeMHijqHM3AD+2/niyIuV2mOxW40eu+T6saRR7WJdDz2gLSqvjz+m5yIzQKI5OpVpBcSp6uSoyt/87zZGM3MU5Vb6PNa2ZVrGAzpjaxlLBxUw6F5kr3jcxArU0Ncp3KCohXESiwf9xR9yh61ejWRBX5uf0cUqOVOe97+1rjCLHAKJXYfnsDqiiNeLY1XlqA5dh8YsuLxstKrEDWxUT7UZA3AXmHX9uSp57k+qaAjXN1LFzUeMYRz3iM0DZ4pu57nQZ5bOrRZdt0Xvs/5TYN3W6/dxTPAHHmu+W4McBeVsyt2Q3L/eGEbRugi80a27Ksq3eN5wcNFnHeuzV0z2wus759rG/JStl5GlyZMyaJoOLRbxCriXIA81vmAs/Fyser4LKvpccG0tWg9c+9eWx6WinEILPgEcgmg/TbJ2WbGK28Bpjp4z7FyIHzhyPGfm7qiwC9/grvJBnUrpIEvPmSHn50b2o54dz3z2FvKcDCQDyUAycMNANiQDyUAykAwkA8lAMvBpBvxL8ae/sT5LAsHza6mMBICx3WGTl3ToAZP2XRUZafVbY3R5DJ1rsM8C+oqfP3ciTqAICFNi4SgNewvdY+9gaEnFdRY7NjViuQVMUr8dTA+47bltwUKAMWCq1XNCe2Do7zuGivmjbSyNDervhLF+WEFxjGtJZbe7xRHRAR8wOfWj6QN2e33Yg1c/7IHSwd34HNDHf8++eIIzsKD2eLwZ1ytYGH5sk8c4xOur6pF5kcBuXOCRevY3DIg7m6Pp/lDxPLeR63V9cY8CXPR317eGbrlO5rFjU0OdZfczV9hYdzvPBLDR/rFq5wS6xWpw3cpjc1uwhjMWEF3ch3y2qayD+VzvnfawbgLTns/XqvLtuGcP0JXVZx+T5dzsjzOGPx4pj4Nv2/R+8djiI415bG2KlMEjG/v7e6+cQYxnHcXaQEb7YVLcFqHnVlw/NEz2W/SWDTEygCW02nypHwrPTZ60jidPsg90Iut+TSCfMUv+gWfGL48Ry8odu/QjAeU/iyZBrpvded6bQHFp4IHRfAD8gKDsTgaSgWQgGfhnGcjEk4FkIBlIBpKBjzHAFzX+9ztgb+Bjgbzi2L+Q6ou+bBR+AlUgL74He07DF1oX3ijFpw8Z4H/TD+BnQeCuh2LQN+5qF6tFEaBDWSjA63byS1mOfHTG37kFRZuGPabuO6XTwhSn+SZvMRul6VXNRjJVtualKl0ONcMFo1XcdciMeLMbEJ8bcv7Eqyqd5th/JXH7N3o7jY126XDEegip6THs/Vg10ElW/5tlP8bfPcNmN9iIMjqBWlUSyBX7xIw9ysdCyViLsA6zxRQi4bqMmHppQ1tRf7Gi4OLvvBl5kjWy/q+s/6+yFwvKp8qgDqvd8LfAJDuhb1eWKhsKkm4vwjlBEgNmu66zIp8B/NMXMblUPNXzIQ9iZ36QVflXK9gYYJJXXfR/xAaoktKXU2xKyFVFnIjOFJyZZsFYTCxM1vcIdY0HuhFPyLEzC3cZgK857g745Z3zXFk7nbG8dCswepGRZFGB5TdC9WcOtylj+AFLNtTtS330pWAoh66qUTxejteV3j8ov+rBbZCR7Pn75DaD5DjA54Iyw7EUuGdJs8kdY1SBdzA2nFXwfCNXJI6InogoC5p4HdZCrUZ8gPIS0L/XvzSGzxgAzpBLOke2dRddQwIPgQFz5pATYgAGHarfO9ADMOhxawyS+r1xVuB5gJfvah/aOXi1yNcOfcFGi964t4gb7g+AGFgnE/Sqh5z7zxh4AVWfm81hE4dlwVenthaqzg6fX+VCc5ijDKiz9rFMnuh6mc7D0cZJ+RgHpDbHXcvjvaTR8ramfnARTg82+ZXmmAdmlnVFmSCRYMv1WzQPju6iW85Fwy/GugT+WVUtW47LFqXUSQaSgWQgGUgGkoFk4N9iILNNBpKBZODDDPg3ww/HcJh7ffXlmyowJaajNU1VGvS0za+VMdpawPewQceXcPx591zPG885LW120AYeeWQzqitFHKENZiM8v/OTwYNDIcDjGAWNqhSDWaDKeEh5LM8LGkjsPk7loftaMvOfANHc9bbbHhtfxALclFrRmkeh5tcPdyDLisd3YEaL5AjGhqYQ0Whc0zopoqLZtRGT3tUKHsGqwsEd+AL7zJI3CYbcN3ocKceU943eqx0xIsHC+Jsg0KMRuaCfTXcYgLfAX+cv8gyph1dixmusbaC6H2pU1QLetvMkE8Y9EXQydI9ddY++KM9dua1549fWlzLYECzDWgxDaLKNBDjPGgDnYDDxBiGn7kWz7O9RXlk8kQpxLnY2jehRJY8A9W9C1ftwD71zOgXK3z9LzKIkGTBrbqs+vLYtj8oYFBSDuU98PxpzcL+CVgRbl+dO5zI+3hWGoTgbighfFxQG0D1vG7qeEFgTp+N6HuqeLeYW4mMuAN1PwGOX2ZCtiTGMtvHlMvkJvn5eNnZjAMYiF+SNwryBAfO2k+ui+2QP32Pe6VXCIf3yeiY8N9AO3LaG8gFwy1mWk4FkIBlIBpKBZCAZSAaSgWQgGfhCBvSd8envip9PR1872X0Ad7K4+U7bBH4/f0bqC/CdjR82bwAm0UYGwjYy2o6SZfif2xflTnnNLrGBtf5N7UqMHAJifdOwPUphm1jBdOzFZ/e2Ha0YSfkWFzVdTAlILh0XdWFhqY82fIKLNtL8QTFrAdB5GhTUqu1pH7ET35q69691ylQZ1tFcBZst5v1H193X3CjxqY0cJJ463K7srA3m7/o5B2sKh7WzEskk5GCYtQT8J/HVN8Y6FgbFeX1oTvGAgZ5zMdvfQ6TNmpD408d8tXj+aoSNNnHqoG3bWpa5raqrevgGqwp/uUMEkjt4lCbvU4DILEzEAAAQAElEQVS1Cx7pv97PihH0+cL8yjG9FLDO00M6fu+atkaNmEHUf4v094ThvZHyUtzMW2Cpf6kN/aX2r23bHLA+J+sz0lF5sMZx7XJp2b3o6GLVLvy2EdnBj4SOa0mV6aG1YGDaerfGui+KHdigqao8m/8fv7HfznjpuvR4Je9cn3PPbazzvrYOU+gG2r552XWbxk5lbxMZW8ZL/amj9fGUgT2D+Awn4HPPsEN14RODkohjsG39oHWMv7SSDCQDyUAykAwkA8lAMpAMJAPJwC9n4BvC/+iX09MIICtwhoOFb9Irrjr/1bQL+meEhU1cAcobcBs2g68ovi1FfWasacJG/EremdbrVfyAuSWczttW61MD16FLpVUjix2dNgvj1wUvKpzWSE4gHLRltaka2YVU6+yY9WiMT/egNesdWt8j4LTzX0nNtqB8RmxIVc88xrzlq2N+dQ2f6c/iQYo/VLF8HcKAJs8Xc8hDjP4yI+NKnsU9tLPeRM9Qm+m8Vi2lWLmUVSNy+4dmh2xWU/2jHetza3E/sz/8YsrBkyneY+9Jk4cO4/2Xz3RudCnPpTZX3nZazh+jgd6Ox6HPAX3tjWfCcHdLkY6drsFpSYv234pX8mFsYEv+6G7R+006SzmNbWPB7OycblzdLt1tIdwY2jYsHwBv4ym1koFkIBlIBpKBZCAZSAaSgWTgDQywwX8PbwjhVBeXUgzYyqvwcEPoN1qq/81LysHJyrDHzUUPblZQLvIjn4+N7NQY/2f7znFS5/ttCzX5wSbYiMnfGO2/SRe1XfwnHJSvj+B0Md9bd4O0Cy0Xro+eHXZizqo2yioPrIQwHHXmkzISVMUN+J/2mg67KCaHxvITEKB0nbZylWf3Y+boJFVXNdKBGx5y80UfW/yS0U427HKxeukfH0csW6XTJjcFaFDUiVNVM5wrXgVjVZHXgnebvPq/5SYDQ9xFspAP607x24+sdiZTPw5Tv9EHhj53IQZML49F5kKqyeDTYxCXyB70HAe4xE9IytXnWUy7/FEcP3Kt4DyHvlw1B4wpQ1tVjLQ5lDdpAqlpvOJtK2pEv2vHeJuu25nUyFOOKj9hmDXmQdI2gLYJ1M6Y6pzAxYAwMpPj9Tm0s7YCzDHNVTZbSfl4aO0SjNaxsdZw7uvblLJy0CJkLmrkZdNXVYwtOq3xERoz1b6ttRx2WgOjLcrC7Yjf0AJvSyB2Xffw7DCDbubdpdnQal/0auN9pqz15VkxljKIMrJPlVKLvvX5cylYMysL92afGXX3y14FvU+YUEqxUoqKvSyl2OEvrq0WrzrAlt6FTNepSZZSPIetZkvp9UtpZMPFmh1mERS9zxbp/6fxoJRiF9UVhI5ib3vBAxeReVQTt0TBNdZiojBU6Pc1MdS3iE7GAWsKuWXMHp1SivPo90nda/+z/p9uzppuea0XmQMSzaEeI5cfjQn091a9+XJf1n3aBHXLVLVOBb2TG7p6Z9dqUpthpTH6xiKxuju9BxQVmFqyZI68Tpvw6CAvUP2zhDIcpCn3IsT4+LwWEj8m386heEACYiCWNoaoh609Mua1ak6q5gB0WkjI6tIURvU58rbaz44pD1Cpa5yUrCheZA8+h5FvO7Yvd9Lvx8mWxndCpU3jkR1lb9Na2ZPMZl1n0bXlxq4c9PERAzmQT1GeoEqSL6BcTbmBrrM6wCSZFzc8nLC1BhEmcn+M+RPVxvyqYRh5rKhKtIrXsEoZmDi/ixgwSMZsATbhj3UM4GzkDi4He2cJ5oFZJg5T3sSMBHzOC6z573/Nveb20oN5YX6A+T1+beS03WOYNmXtykCWkoFkIBlIBpKBZCAZSAaSgWQgGXgPA+U9bt7rZcOeWeQdcjFA7IDFzu2NfPEG20f8Hs3gD1m1kXJkntgEwUZbjjbkvSl6+Pj53mB2OgBO7oCcqzaX7qjc6Tq2C44CWKaMvMWsZ+CB1sDtmPe21GHTCvmqZ3J61gbrulMsz47fNu5OhHe6Htl+Yegj07+8v2emP/+GVIj0GURuMTbq50q8XfTgDJzrKa0b9+7Ax+kgkI8H8ZYAWOPAne1Ne0F/oclNf+rE+25d+1xzQrBw2cJ8YZueX+kB1Oz9F73ghYeHbT3an5dhLSSWKAPKx+M8y/diDa8h7+ma3WixBoA9++oH39h91tyXj/tInj3FPTNtuW95fD4g6HwA/Jjm1PhXGci8k4FkIBlIBpKBZCAZSAaSgTcxwBczNk/e5O69bvynMvj2Cm5d0+r533b1LfqyTD/oG+bnff8zn/8BDoY9rbmxQ+uRG/7Aocbnxgae8OlQfa7yat3tykhIbQmqBv8CP3Wk2tMHRtcG0wcW+6tviH3X9SM+mlhZu6vhayESO2iGXIvV/P/4Y4M11OKq9J4SMZanXDGq2EUP8bFhO1/96J2D9qqjH/cqlzBO4xYQIfrIW/31nlvdf7GlXxfFf/qI9RH4Hi6KQgmoeNJxpAe3pXuHc6l4kRJPHYwFTw3+FwbpvmaCc658XcK9yu855OwFR8wteMHE6UPh9DKkSRmHRfdpYJIm/sf77KCHzqsoshWY2iIKAd/jO/RU46/VRLGJDoufEA1eQh6bL9wKbnSQcE0Q/onPO/oTbWDe3vduPkcerDPW0uaBzyqSDzETO9hox9lgIqRPOaDqzRF9yL5zGNhXJuerjj7Zt5WJ1u+vMM8fy0L0O7WSxECZtQb84qLxAW6WCg3gwTj38UAnu5OBZCAZ+OcYyISTgWQgGUgGkoFkIBl4FwN8Adz6xe9dMR3vx7O8NTt8Cb7taFo0lMdpoGl9qihTN+P43kwY4Kbz5QaiBlhHvmzw1oDvZnRWJfGAJ8dSsrejN7W4PWmGDD9qev1Q3FUPj6thddlc+J32Dq0ar+0qM9kwfx2YuNvbf2ojIEoyQ04t0TKA2MFU4baGTgM2YoGv4dbp7chDWtzPVkukxubmqP98gJgCo6mzCnDLOgy56KeNJHIKOQxABag661FLHi0DV36K7mE2Qat3dvmx/Wukj3WP02AZBfZaPSpiv+6PMrY3iR36cS9Egh1DD1DV+pWVmCvnTPVzD95ZBL9f4fk5bx7rL5hfsot5JVv/3KDce9l/gqB98rbDoHtQ3mKQu/4dLayCQVM+r5837gz7E13Km89Y5Kx8VNNZ92k/f9NJE/lEOPdGxXWBZOafMH9/iHMqRp1fSQP3h0TvvbhD51Zifw60nrPGyGMwj2leP8ZLWIl7SNTfIoPikHudQsnamHH9rCn07fkAuOchz8lAMpAMJAPJQDCQMhlIBpKBZCAZOJ0Bvoj5/zLXlzq+u53ukP9pfg+nB3DrgO/BYGnPQ7R4c0iDJDZLWowmYXOsLBeUexlgw09rFMk64uwNLTKxh69aq9Wqh7n8Cmfgddr68bXrrjaCE1N/UfzU1YsmGxxImtRl41pT/94DO2yAzYGPdqO1KlZs8yt6Kc/Rtys35df/xbIf83+qK2klIE/K2YBsxXiNMG+jPeBjxAV/v0ucoItvmo1ANa/moPV8OM8Kf86zmvpwFAJlCT+K8uNxQcAbdarKj1yQ8XfB4M2Gvx0sFT+KEgWkil0k80HZFU46uf1ihmxh7XWpctF2utSs54Xrk9p6UL2eDfq9tOGFn6H4BqE1pfhN8XswEKv7xtUx/YqIgMdG8hsrBjlkC+hBNr3/YBEGpriI10BR2YYbCUVfx1IX01Bpn3kpAI+ple+NRKvM82/l3gjKMBh5UZls5jZoox+gEwg9DYvi8ZJrq8ULHoiz6p7fad5quVgtZLbZ4D7FKtsNOvnq1CTXBih39oYX9yrA/crx2Cc8eXyKN+TjUds0Yu3ItH/m2DZqu1bEjh9Gdcod9A+AxTiOAZ0NaPL1rTbuyUBFP7DJnDm8xbwY+v0NXVo0WLzkC75Zu1pzBrwc/d8uYaDFPN4yNETekkPL24S7jBgHr5pvf18271Sj4uQ69BlT9cmD9QRiOFMN8BLXCG6oh85xclhLrCecjrnd96DMn7jGyGAO/MsX6xeoeD3g/1p7tUR6PzL5P7gkDDdIYQtc+alTzGFIU54d1yxQ+SmjOwZV6ZIyoMxaiiXLPKr7wSHSIlbiBeMIrI6VuwWs3FXIzmQgGUgGkoFkIBlIBv4dBjLTZCAZSAbexADfAt/k6lvdTL74wgdYCbaW/iHnSvf25vCBBBqJ4Au5Q/VjD76cg7BKuYvv/tH4pCRyhobUVqU2yKrDjM0Oeo8EnhyaPPia21bz/twUb2zizu1RX/SnxqKNst6fKtZJFfQt/VlNbzzw+cgdnIGrHrG3uPYsl8hREGdshDKSeVaL2FgecWSr+5NBpMTdAz4CBKdL+K7+Wid8eY4Yk9Ig9q8zjX18BJNI8HjEJg0IA5uU/6ISszaACfXZG+pe7nOGohF0980fOhNA4DMhOBcKAcocT4YhE+NIbI6VoUA/GKpToQ73LTnt+L4aV2zlYaxCoyxx4gEhgd4NPkFVM+hbzzzjTeDmynvCk67a++uTJt42DF5Fr1XlXJUzIP5+XYsL/yywEk6vdNNZzYwuEJ348MZoQMqfAe+ozZ1L430ASn8RVUnBrcTHD2IBEch5xHe6l1TWmR6+UQ6Px0lx6utJ8kmj27MXZ8rFgK/f1qH62uofL3MP+VSKD5l+qLAUOesHLPVd2/IB8JWLLCUDyUAykAwkA8lAMpAM/MsMZO7JwAcZ4Es8+GAIH3FNzi0Wg/ANi2lP+7/1vYf/EQ28su/k/vWlGzeU943ep419YkfuGYk+eDQGHceQzyP9vf1uW4OcK/lQcXKstU+UnqgsuGqsXHsv2tkpWgcBtkToDTSDXi/KKPleJAHlR0bRAVe9ntGL4gbX9uVS5GXK0TSG0Rf8S52yxKkHPthEQu5xdNFWeVG8y2OUwHLHTetFLUXqDpWPP9yDzIZU0TdoJdcO8gos6RCv2p0zlVVcP/DVYl3zT/X4fIobHX8qr08n47wqiJB+P9RC/Ks8+1Wr5JBAqb/pEKm6x+ETON+K43zneBP8/iN5vsO7HjxvaYRU8dADlk28Yr+Kb9ODOYfeD6uX97srGtJC1ckBq/4eW9UsPwbct0apXAR8A2l8+eHZ3IlROXlud1RO7CK6Ip5dyk+ncHxpD1JN5xyD1Zhn/AMbuFBI9o4XuSvV/hntRoeMCVUfG5VnJJ89YpzWdV+EiUDfkudzGIj5a+d0m6dt84PWNnuplQwkA8lAMpAMJAPJQDKQDCQDycAfZeBfTotfOfvJ/ONL73oM0+0X9NENSXkzYhASDAMpgqF6uIBjsP+L/fOhnJIPUwFmYdXaGb+2GGmGwhJmg5rqo1gf9V9NlWHLbmgp02iG1qfFpRQrpTw1fn3Ueg+O5r21wu1SD21figh5Mby7nTbPfzRxf9iotr8weGTneXXw3PkwZlU/O5wB0fa9TBEZINKQlBU04i7QuYe7g9c72zDWtZ7qaaN9ysDXDlJmOr42vKMD81yXJf1v/QAAEABJREFUFspS29HOb+2NXj2u2/6vamljbMttkGvt0vFch34EUPPXHh7vLLpvi9ljVFAuh1j5MxhgqA5CSuNnzaHpIFG7rrFEuY2m6TqoWPX5+SY/0ttp/5UoiQF3ISn/K3hnno/n6LHGs/HmA+BnmctxyUAykAwkA8lAMpAMJAPJQDKQDOxlgIc38Xc+Va4D+PLv0Hc//tf7Glbd8T+3d6DWHwuYxpWLHK8aP66DjZWqzQ7QSbagbfK3XhWjAfF1+fkxUFRGp4o3JHXK1ZSP0Knd63PpfdJRrua/IrDT1lGnh0uO4xIcLFXF2cYBu6DTQyVAfxu/IlOEVU0qiRdNjjnYiBLqgMH8KHofnWmgw+td1ZRWY7xnKS5+ZFOWlfM4dHOBuHlw7dCoqPPTEmEQ3uVQvVVuiSfwY9bJs+axOuhXbIoxYi5NWQb8kIZLTvhx32qsyqNH1fArqnIEoRdjNMRE+RUYPABVMXfyaZoXU7kOcSlTn8cf9dFfJemPHKmPEEUa5nyhD/i11hetzxZFdXLwubRqfVm0kpz77+yilfyfwNwckN6qCfIG5NRizEn50k+d/B3Oj+KmTwlX4G1ia1gTP2KtE6rrVDIWL9WBnyK9onXE/F4UHfOLVPHgQ1YhWIya+KxEMsQkxo34kGbVTH3mujPWVaUXEK+qsiT1uwfaWhCjDmUwNvz+glIUu4tcQCM4O0mfP60/f7/jP3Iopt7nxUr5T0Vm6zJICUMhQH0J0f9ILo1dbyMSLK5rPN8D1xPIFL7azx1q8sPXsDqR3nDnVEqxUtZxM5T34xY3CtsbilQvCpKPMi69XuxyuYxQGpMZjbox2NZfwZWNhemAi+4RICywgkDUT5P+U3p4Ip6LKX3/u6AX2olV9yh+hW3r3zWVuN9DZ7LVYy1gr22bly+a6xbz/qPr8d4SdjsFCaJuft++XKt3SmgBEwd31NRVzJxLSdX6g5GXR8umVz3wzP1rhN5DeX/t6/p0oPuaf17We+WaLNK5CHymMNYG0PXHn+DoNNlVY0EnnU5rWi6s09uQqlbF9YGpLJqCUdaTyTeOO8XDZwNiBcRU6VO7jehzp10p3J0TxgN0l9AGVZV4hQA1Xooiw7jKZxx9LCJ6ME4dDsIl9btQnPR3SCCOqFfPQfy4rLo/lB5iqeBLevix2qlFn8c0lmaH1oVxH/HKOacqfw7FQbxXL52KgCgDanpwYGMOn++Zn6q1U/V5kzVl5PnA7qvdZHCREUC5VFXAVahkdo1dVdLXvHSKNeBxq97LOuiXQQ4GNXTtwP9a3z/cnqknA8lAMpAMJAPJQDKQDCQDyUAycAIDj7+jneB0waR/C1W7JF/AVTr9kKvTfdx1oAA+RT8cA4WgjZa1KA+ITibwsebh2XZsghjflmmrwwYOkvoWYANs0d2i87ytLdZ7nVKKlVL6is7XkirPHr65vH0w68jsEM/2a15a12OsbXlsPLJwALeNiaZ4J8i1pNba75jKrpMYyLk4idjDzMa1hgQ3hmlcwo3ivQYMrPSzRAIrKuc0tzGpTAyjo0llbP3tBWU5SWFen3Teqfi4hxRJa+F9mgc56nHrC93e/skTsQUex7FGwtQCNWyFpHwoCAPI6CBuHnDhO6DHZtLkGLQHQcuzmH6OxSDenrX2eFynz89oVT3wQ06A+0nDKxXyAHMb/cNEuKxDLFeNJf1r7/mlT/s/KMOYx5BLZulzkDOYKdEUaLt8TNuwXM4HwMu8ZOu/zEDmngwkA8lAMpAMJAPJQDKQDCQDhzLAT5uwWfacUf4rNF9dQW9hbgv7gO/Gvcb2M7YYB7aPek7TfenL+twXsYN5e3ihHbT1KJv/1Etfu6hc6sUfD+IL5vjBDSC3vdIL56KxLUz+eqhDBz6BiqccRVaX7PMTT+R9oR8oWfhU8dSDWEA4oQyiPpf0gWl76edLjX2JLFRZOIp2mV1H0sR9UZ5Fei5VVvGUA/vwSWT4O9ZJ5z+1ho81u/gExIC0anZP3/a8Wl1dO6bZKJKsKRtfXElR8QiicrDEDzjY7Feb02Ra4FsDjfiQ3xrjhrjOXLob3J+twj1hxNnOFuxD7wgtFcoLagc2cUcW/P0Ab0OZ4oFegtMtJpV2r3ZwDL3R6fmivLlPg6LytHdbjTDFmt5NH+ijqPcGQ1PvDwY0pAj/yh27aHLJ94IUlPphR9iNuaC+2Tg/xUlw/j6yedQGxV1RbLA3V1G2vo6Q5p9p4BbYt7y4rogRfEtML8Zx9qw+FZ6uJ+IKbF7KGmd+X2Kk3X1pld3tz85kIBlIBv4pBjLZZCAZSAaSgWQgGUgGfh0DbH7sDZovjYG9Y79Nnzy2xCS9pa/Ivr+h8erW+TsPYgPT6JQNjWDs0FakrwdJA2PH+YXyIx+TYFQ/6sCuoENZT4y29U651wGUJ4pvqBALaF1N60pgZWdnqtdaaMsxnrntbFy7Gky51Tyi/CO7eMKWiohlRFjImcbdcTPdR1X/jwwYFE7J99JZv246bamBRxEd0d/JCMQBtuiAmvxQoi7/4ol853h/nrce25hue39TC9eIZ6NlxCpbi931pLPWn+3bGHCupepSfCJVPfFgVgW95/lP78kn90i1zHzSAmbNB1d9HclmSBVPPmCYvADl/e4YxWjQjqZdbwJ6PzChWme0AGnCt+DPHIdB8D4U/xnBPJN34IjEYRg7fPbQcqa4ETHynrrmTjN5T+Omj0l+y8NPsgU3EWxv0Jo0sH3ETHPBP/YCM+1fXd2yXI5MMKgNObetdkIKcO+Zq4y3IJSiU+Ns7IjGZdl+slzWyNZkIBlIBpKBZODfYCCzTAaSgWQgGUgGfhcD976UszMzZsOmx1gZCnwVbDE0HyT4TtrisVm+0SrOyAk5DrpYbDCFbNMji1F1raANnGIXK5ImCahXlXv0X6HtpFfEjSR2sg1XS//bn34Q+kXKwDq1Cv5rgHneKgV+ZVu9+btQP1artiy9HakNzJtf7SajLx+XwUInCSRWjjr4R4JO9QD1Hn2skWcv1WZAOdmPSj+aR0E89H9btxh8OLRueADMQzwknLF/N2Iltleawwex4sflEFsfX7Xq8/BjVfFTvv79uh8tPLVLn7/fFui5YFwP879/28kOHFftDQHVFbiWgLGmXKp+1FFlCLsSfiytU+/QyTkYJCsC3QB96poctMFVYNKpSrSHVJMfxAMD5Aq88aBTn6+saw2ZVtlF69OJbe4ZB7kazOBR/rzmjHipPzmLffFPnsl9jk8myjyAeUzUH8Wl+08p1q2gqt10xdoHXt2wrJCV8hAD19VQtC0Zhu7hkmurxcsO4rqRxO5j3l/2iAH4Be5OPFNmNdF3KrhXAcMbCG8XY76B2eMZ9ngj7kGGpXatRNuaDDv4pbymd1S7rjpR3o3YY7eTMiBWGTCH9S8Yo51+5w8SQN+tMz1AxX/oGN/TRRB0wAA8TfAkHzJprJn/739kQBUdmpKL8dPdAfUcdBB5i3tmieRe/6t9ca+SVMbmsBdfyo37gmNL/Lro5365fzL+xUg+PTwyQ8b6NeWmlaXQxLnKKpx6MAOaEQOUuV6CbuIanVMZgB76fd/QqO+rFkDBO6VVVCleuXtStnf7szMZSAaSgWQgGUgGkoF/gIFMMRlIBpKB38yAvgDehL/h2+DNmE826Avs2e5xAfCDBCoj+ELuUP3sA3+3PpZbQ49eEPV1yVoIMAKsa7/aU2MzQpvMbMa+am99/LY8eOgbD38rmyIaxpUQWLe/tee6hVKU89ZRS3oRE3Kpf7lNCbnfzvQU3NgwZd26tONf2AbECJ3uesWN66z0HdXs2csRMVE+ym7YYe10SrRYp/25Lpr9GcC1ogCulRdKkUHIqamjvEytfluN3AFcg0/HRyzEEJLyY1StFltB32dvf1V59OtECynKalo8vH+x5+hGBeM8fcNcH52b6a7RI3g/3sPcIjwKumeZHtbwX4JufTO70rl3856bfaKOF4emOOQTZnYMwUun1QRiWKcCkNhyFHNWsBSYD3M+1Ug/HDsmo9T5jx7BTaQPR/O26NsiYzy62EG20NJqq0+UtTZ0nTwx8NQh17yupeccKj/uQhMzsLrF2mRQM2Cwid2m9TcVyQxMYt5Ky2TQ65V7bukDMI6cervJQN2hhWSUmu4c128vd5SyKxlIBpKBZCAZSAaSgWQgGfizDGRiyUAy8DYG+AoLdjvkf2mDlYG+/8l34JX+ttl124aPlzttYlZHhAJHgP+xHvFSj/7pF3lqS2AEiFGvyyoTt7godnX4w2DkkZA3EaDDwJrlorVRtGN4BTEVjwgGAvbiqygc/2kUbYYVU4WGEd1z1mXmopFA4u7BeuAnU9HF7USZJCcNr1cUmhvBNL69csIJ+zf5jH46u9RO89+ppcK6ZL9x74VDT86s1vNF/ogK4/IbRa0xWkwadsILDnrg/3KCh280Wc3pJHH7lldM+LfE83wcYtevGSQUg+etvTpS15JPNnaOX9/kyCUawMs7QUYAjsH5vvEmeMKSI7fwPPcOO/O2bXXu/eCeNleMQ25C3tN/vQ8v5HzRu/FFa/yi9wlz7LFdpNxC1cnBPEa/6XOGw3keWyf6/1KlNHNN+ejcsQnCLuVH6zB0N8kPKvnqEX/k85V5feGD8qOmC86PsnWkHV8TRxqc2eJuOWvKajKQDCQDyUAykAwkA8lAMpAMJAP/BgNvz5JveG9xqp2Ft/iZOln3ut7TW3gPMVUPkiq/2rV3+pHzNNNHvFxDnI67tntJZthE8vJ4ujti1NpSkHltsF41vS7zvu/sm6Hd7o3XsDbGXaMlZDRU9yB33hHSK7MTUwu8ufr50JOWj7F+enRWu846odJxgCdyA0um1tqXdE9tO5xXZXa4zRcYYFH7cMXlcunU9hE8kB4ioCrHrErTP4wlNsSlN0t+nJnnYnhu1MeT/VAAYmu86R8bAssIi0hA+c/DExWnJyX6lGWP6aSAZmYXXS02zgZSbfXaMn2JP8eAr+UvmmePZ8LySnArzTH0xg76IBQ2yd0DNll9Xem8uF6PbZuFqi8lYFmb/AK9xs18ejM6Xriexs+q16Z7pXwAfI+d7EsGkoFkIBlIBpKBZCAZSAaSgWTgQAb4uQx+XesaHrrif2UHRuXr1zq+ZPborJdVsgjIK8w8EuvqjyPqo8knCnw95fsouXlZNkKaNnz526f8Wl58elm+R6lwqgbW4YvyjeRvpwoKVqFe8wg9ZauMqnWzv6U61vHFeMUhA4pMDktndsOlvfbCnixEXMhOOanJj6L4TKC9ElNV5OrvBpgeJgIeLDrUHrqd9CPeDj8Dimxc+FlX8YeTKvvmj0xNr34roZRiF8GeePkcygxz62XZiLKK00O+i3IImOpT/Ij+H6UBqmRVXSZ+BE2JJlF1tSknc/wMOj9q//GHzD6FUm+PKi46DS4KTEXpiRF+WqdVOqDMlVYUXg8KChqHsg3vlTlSHM1+JMAAABAASURBVKpOjkJcwqQxKuJWVvoH7IwHE966gYNqVZxUXxNdU6ZdYEzYPEF28kv+cqy5UO74G6CwTNM+tlc1TPGjYXMoZtnUoT7uURAx2PX4yZEx1Vjaa/S56mEnMlQscqgUZFXxKKyq5KrmRZEo1jrANGeK0QYwYAZilgXpoStzsqXzzVGkBLhGi67dEryKnCqUi1qFm4G/qYEERyaUsMdedAbwDlR904FXUe3eSvlPEv+0zqGuBwep3fupIi0nAw/MnN/NGhpQSrFSir8vXAZp73hN7sud6eZ2hT3/YkXxPtDCmJjGZCl9zqUsy0Z1sVguF4trsZX/lWKgct2a2UX4r1zsovYiqRuGDiJUx5GHc4m3IqtIifHAn/gd62alFOEiIK/4z4oB1nALb1NfKb2uPXjF2CI9yhKnHtX6n/wNJ53qQCFH06q8qAf4LUnl9iB+lo73Y8xv5Hpf0L2Y+3HVxeygrjn3NpVbG99YjjhZp53iHes3Zb2n1StCV2n7fWygQ2ybX2LOlxlMjXU75NXJyhURL/EEaDPNAaAMKN9AOZpM+ce1QX/U0Xu7CYwFpZCRXOvgO0QpxQrXsepHHqyxoqAugvtXw494/1GszBGx6MahDw/VPNaZc/oBOnxmqJoYUKTn0DCZNHwULfTK55gGUhsOKaq/r1AWUV4J6ZXDTswdcQfCcNSrQugxrEGPWY3zeZvXw9CKDPvGIhAqc873whX9o5qL5gWYZsKhuvlLOTnvrTTX4t5zRdW1VtXeNej1it4DsI2s4iNyXJLYs3wFAymTgWQgGUgGkoFkIBlIBpKBZCAZ+AMM8O3/Xhr0g3s6L/TV1bHqedHvM8NjTHxBXg3vkA7luGAnYui7Wp223PfuPoeJkNom2G3jiQG+j8EGhFUr1W68kvMcdvNqNYZOt1Vv7A29q8LnV5sgqwqTjv2Vqh3QfmOFjan+4aTXH/okR/mrwspxp2tlxGeayWQO2z1T9vQL3wwOSflYbLW8UQ+1wJ1AUbnT/Ye7yBx8IkX8BsI/dcohKSeOY4Bt6O44c99miRs5eGtcS2v17UG8NeNFZ9AAFjuXG119gappOzWwbONfbm1ZWfoMuIeb1tbh43yO8QC2W9+nvd3urSYBgtueseVBtz6Gj6oUiD1g804UboADYG/8RGcLr2vUC52/rsm/I/BEW6wW4fgEyiaTvPNuUkylZODPM5AJJgPJQDKQDCQDyUAykAwkA1/KAD9NAb40PA+Lr6C+AaT9A8reeNCJ3MFzdqu+cldFAiTeeMAHcQPKt64Vkzr43/ltbpQdfbcxHtyOn7YUHsbyVBbYReOKP5hlbJmqHlTrxK3JT5UsB9mcm6lqYOsCqLhw4Fk0KtfLBAuqLzWFj4tVsbvHFDmYj7loWBGOOHxeZdrlEQaftqEgnh67fSC89XNgWm/22mtptK4fw7JfP/JWOjN+OgenKp194Ab4fIpSRXC2yzfYVyK6Xt7gaKeLYqVcrPhP/xaNDaholJGJ8xj4RRxzPwD3yNAyJ6MRqi+przQvqW5ou0hH8NjwrOpZxwbz3LtcTUm6PCuW0S5elL+/s6osv2PXxoJG+WisLA3hXuzwTrQB2sAbf/XJ50y8kdXeRMaxjBf2jm/18e+QHZjFdtv/iTIxeExyTkwShx7YZ20hwaHGnzDmucK/8Ml4Pun7Cdo2D4m5vh3gzKsZKXHSccYaPinUNJsMJAPJwHkMpOVkIBlIBpKBZCAZSAa+lwE9hOBBBPjeID0yvr4CryyeVnrJDSyOebZRuxh68FB8N6Evv3tf/zbbIY49KYmXTobAzTCZU5eZdPxBlfHyFgqOac2bDj4V0Vrt0q2YHWPrFcqimhLRXFlgWWlxZNvY/vpPym3fEeVOD4yqYusUZ+fraoNV8kcXLKqLF+kUYbFbjcw9gCVVv+sgbnIDT0Wm/HnI6thh4AwyyIU4yAXsCOdVVdJhbQGfa60z2l61+7nxRD/H56KZe+7rIrkv6Ex5f7wxX8yZjOSxiYHgepPylygR851Q1D1ZParPtVkjrBeHOkNfxSeP4d7p9y2stWYWAmi7t5RlgliJG0+PhqDrUTDukfIh/XgjMqCy/B5i9saIbOs9f/x8wnuE40bx5AbyBHLzYq7tcC+ToszuOZhvXxsygNwzdlFXMcjU2IV9EA1kDqJ+toxYQh7tj9zgDVnL4MU/d4iI/5+9t21ylYe5NWXuqalT8/9/6vkwNedpPOuSETEEEiCQpHs7mxXZsqyXZZME0t17st/OjrzmjxxAGSe3GkX7gWdPac5J3f9ATodCRs5Lk73IpYGHuvCI1IXYQ9v2BfBDetpgY6Ax0BhoDDQGGgONgcZAY6Ax0Bh4PwP8pHCnG0wF74//akQuZWtYpqfLTyS/ZQfGIPe3dLx+XdGGHE03NjrLFvD7KX5lPMTXiAFyCGz0u9csaUJBr3uHP+ply5k2UIH86WCpy58ulk4WHBqxrMSzbuzSRgdy1nzNSborw//5ldQ3/h8rpAwyvu02w2Ori4RLpMx2HcxRKubQzLFPG9+Cmhb/R1lWLg7jTyQLyldF+wpgM/rRPG/LvjhX/WmA9r779CciekNuVD/2+KwAf6a6e8Xs9U10Lz+gzDrvWSmbb2GllEneO9pX7CfB6/b8VIfWhbUx/v8yrUuW7DWGDf+vXK/xgmyspakeXALWKrImRLSRmSdBKTin2DLHIf3bDnGsxIdwZAWG7iYhjibrPJ8UvN701OhahULeRs5qKSfq8rzUPsvtEz+ssWOw8zYLPPR/n9AC2RK+rRJIDizli245Z9ZIL8Ne5bJF0y4ykP6P1HH2SsZ7MFIjRw9fRflIFYxFOuKQeTX8lXbdEa8UwC2UCPsCrO0e9LV7+j537xOvVWDx9UqJ6D1pr8uwJz9q2pMbNQOfS/hwdpFMqrvGNWHEAG88JhmAc+D9a6I+9srKDPDcHlsvjTJNZ9/S0KqOzxqAuYAMWOsJVmc/HyAf/DpknrV/+wpSvfVgC9f10j8zAT9Xhvqyv8ZkuRfYW8D3l/ouNXTZocq0iNTaSSZeQxUL/tW1CaQ/+/D1Vpkh8V+3+WxvKExGq2DWRqg+q7Fx2lYzsemrGdLz12uV15BUA3BnYYF0xfj0rCEvhQlNjfV5Nofz65lNG28MNAYaA42BxkBjoDHQGGgMNAYaA42BjzHQK3JAzV956Cr1Yd5X1zdeLisL2sRT8+pDobjWf1b9QhpSMVlCN4L8Al/N8dDQ2K4bHux+8Fj8m2Pmg9DQnodavbmg/I2bH47Bw12KUwX+B8tdgi99QVbMTIK7Zj83Zh3YOdy4Q06zXpqPBZD1aj4ac26QSz5uOuI7QoXroX2Us2H6C4K8SSSw1xXzYg6+QPQXZG2+MPyaitgECEn7NY97ZrO2sbfIYM/c77SFvzm+KVPOGjDPiZznumk/LJCBqUXrLTMgtnSY375etvgOLfsisC2jOHc5j73E2TTX43KmP97lVULgvUXveY853Rc48o+ckY/yxN6hMCEf2b8+RpReX7SA8NarASSuOJznEtf8PfuKII98Uhuobcin7u9oa6qWa8eEqSl7Qi5GJe25bhw80OB8cn9KEnnAxWlTlMJpvnDkXKkRNSLNXxMZ0cDbj1uF0YLzOhvac93b0/yVAWFuLfFge218XR9rgffAurXZ6jXao0lt7BMMtJiNgcZAY6Ax0BhoDDQGGgONgcbAv8rAeN/pHyXg1fpjfnonf7oiJx6IsLRB9EOm3BmI/l7p9dWTUOgGZZezX/TTBbXJkTa51+AGRPhRudE8LDs5AXe5ih8DK5476cmrkw2Ay6Rbw1KfeiR5A+QYMaXS0Q+QWDjcXmvB3IXhBdUGFVzJLEkG1L3kyEPuuVewSYR5fzK4sfOMFZgu6LTh3FphqVnCamwMuGrG3vEYvo+IBFbNTxq4xaCmTgWVv17AnjopxMfcUNscH0vmPrD2kwEfqfN0RXu6hAF4xjGynNfm71K00X8jkpISdG6qcfjg/AaHHdxNhDOBPazXLBvf86SzeChv5xcJQr9dkjN4NAPPDnEU8pH962NEoc6OTzqWVaO/dir+675XPDjPt7grVheqS71nBqAa/CFZY0B/C6AabLHdZoO3XqYg+2fipH0d0MBbD7gA7CvkmcGdbzkM3+xidXVk4TsOMgHfkc3vzYI1BqsVjK8rqxaLA7GHarloOCh59RiaTTQGGgNfy0BLrDHQGGgMNAYaA42BxkBj4C0M8Cda3xLoHwuSMzd03lF01i3Q/I5Am2Lkvjfw8r6qSuJifz04hgEz4vLnhtftzxnJ+oKQWBNvpDFRPOo8rurRzDJWBYtmyGJwynNKyTrBeOz2v1zjspYAD7DE9wPzl4cUb3e5Lwfd5oC8AttmPLNKeg15ZnPGeFp34kP+tG7za0aoI/DtSZPnt+f42/MTx2d/m/LbKXklf1783vSKtTlNz2mz9UuGi6EWlS+F+eLJOp9eya7iaq8n7MEr4adzlczoMH98V4+pTJM8rXfvHw1YCpGLElGjaP3ZZzLmvQ1P2AaMxnQO/sBUe34v6/oQnO/5Wz3CNXgxP7lgfQLPvLUvgJ8x1MYbA42BxsCHGWjhGwONgcZAY6Ax0Bh4LwN8kQXeG7VE46fAgfmf8ys6s85yGsAXMQ8QM9YkXwbWWLN7Va/rUpsiW84/Alp5H+rLXkuSvkDfWPKtpfrY36CvUc3RZ6vzL+3eevkG/yWzLpmN39G5f81RWE31nGx4do7JA9g5j6x4vRCy9ooO1LqxrRyS4P9nrGpxScIOFdQX+P8Vi38rXGaN696JuPlxZM29gS/dVfgY5PxG/OD6j5KgTd5JmQAtoqhW/J9kWfkDU+5aLIlcQXmRKnYahyOAHaCdqRdM6vuRj4IfjfWCPN0Op6y3LF4Dt8FjLX6K37+7EO8KrkP+PaesdjaFdJgbEaNoep2/vUYyKj1xIwZfANNAzvjLqqT4y+KjcNDLvzxoLnsANa4CKSVLKUX3dKmwis+zllS198qzVxKBrH4BeStX2ZS9qb7aYUctIGtuztoXjqwdU1D0WbHKumbnlnbxOS9M20rrq5xUulxZyXButa0vF1q2TlALx4LXkF/xOo3t/sRHkcqbGPiXrvCiWrX6erXX65jWezr9F/XEoQVuaaeULKVlYNXx4k3jH8e3lp/S8tqlVPTP8k5a32T/mTaBjmRnPjhLe507AV7zdTJ7nJSSy6fx/EUkyQxIjAfehbl6HC+NlIpBSkUW7f0zo/Ga7/LeZJsmd7IDeESq60fvzyl1liq4cuGJsvVSZDXCjPyi/UzyfgY8G9H1zP7V8Wz+Sjm66dUHRgKj9tWGnEGQO1UbCe+A9qvuD83vNGuA56aujjy+D+v9Uu1e7y2BrLZMFo+hKh+jzRrOgd4Nqif2Rq2nPddV5k+bvSZz3sY5bH1vfN4Zc5EHrzqbjTq1pS4rwfuo6qYPqBnQ3gJsa8Ad/SIJ07lLAAAQAElEQVT7LS522ahc5d37rqXNEhVkfQYCZR2zfw5SfGorBvrwkDXXjHkWD40lwT9fSPYVqCPJroa5v+KXMynTd4fSuW3vMdT0w+dmm+hsxyPx+q/Xxux59Rb5sYWBNAay8nBJwMp/1rwa1dCuZtb7BOiR4nbX5A3Gosg/i0Il+zSmZO1nh+rLoNcygqGusFuTebBDmtqgXANnQ67NCz3nTrSbbAw0BhoDjYHGQGPguxho2TQGGgONgcbAmxnwC6s3x/wXwmVd7G6tc3bNv3Xa4ZsSmwMcMMy6SHdwY+rA/FenZPGelcOrfp7NJwZ4Zud3RRaMuFFydN0X3BWV7sKc7TOlZCml4p9nEkdWqEYHrTTKZeg8EbJ9YlGGs+79bHZaplz+vDX3yxM5HIAKEnciD3t4faLnoKdk6XVnH/Xw2/P/KHl/ODi3ob/ttaum+w37VuUTJVBHN7MDXTytTXs0VuYondL47c+UCk6vQ04//L5wV9K7F21LPNmIqbtU9yjkYu1j4lM3HhsHTy1/o8GDwh4M1ZXCzxpudvpseetMW4rD/Kny9R5fXvJl8OuefosHEXl4l09r3LMevPNOZ7deY6Ax0BhoDDQGGgONgcbAFzDQUmgMNAb+JQb4KWHwrpo/dSGYdN0Lzq4T7h769atkBT878Jf4o3ZwS4dawU3zva3sX3WxRNQQWMp3bSz0KXcGyv/lStvUv8FefBAn9hpts2yW+htMbYdNHp16gBrVXDgYBQtDUhHLofZXHuLdDt8g78xrE5VrtcF5tzZ4oj6pjqQ6QCd5out1V4rZqXaHrNgjSX0HfbUlbBA0fxG8GuUbUs2vPtZYjvyR9wWgBfcjTTNlIPhFvuOMnkb/dI9zPM7rc3KBQ8Ffqx7tQMbAsaiKYODZ7LE2Le/xaM+i1ONEITOgtuLWo+e3FcM/rRAPnB/B7JFPYoJHNteNxW+Is93AdZGKZ99PWlOXRfWnnqkrXhNCogOfKJTfwAa5643fxDZ9NpngE0m1mA8Z4BWJVwRgOlceGbvNI4M21hhoDDQGGgONgcZAY6Ax0BhoDLyZgRbuH2NAXxrFl0hXVc6FIZB/Lhgl/DYW8kr4TSJqiyC0QfRPkFEPrvgt1AD9AgoX0oCi/F3Pzpn2SZ21yqm70zaDYKo92sNTDTLhZuDcX3CPnI/d9+883pugwQz5BWA/UzcSbEmp3p9b7G82FB6wcr5+eg+zD4FtfFA89oGN06ZmwQE3JbM57/LLOkztXu/1yrPc/MzWw/XrLp97UEwbkPU1iyOlUielywPiinrl+g2HFqvs3sVYrCe1AepcNLpKOfDuP8hhRA8sBaSOJX3TbWcAfsXjeG7R7zU9oOYfP1T9iRUOvLGPff8uuYbjwNK4PTg7zR9DFG8/euJcJhIOXT4yPmWMKJGd2gvkSuvMIMnrWFjN9j0r6d4i5jFv22cpjq9tyO0zr7FUHiaMOZ0fhSUE7hnOFcv/exTiuvLBk2yNOb5GsVbIB3MeDDHT35eUEPKB6aEhzhf8FqkgePk4qPoDSXwo7Acq/VjI9gXwx6hvgRsDjYHGQGOgMdAYaAw0BhoDjYF/lQF+2rvTDY2CKQun93Rhza0FwAUgkhhI+rTPBr75CXJ9jeK3YvBPzUhAewnMY/wZyDuQ/K5e0hR9aaI7KXlEtux/AllfHA1SRh89/P9/iv8HCpnJUdBdoF7INRjrNZZ/LLvM/v880Tb1TeMu1b7VmaVex5HitX1MlN5DzrjXBlgLZFZOE3hu9/lY1k1Ex4++e+n5n7hGaLV0ZmQLP2oYNTsG/9ZrfoWwjTxFowGleOqBz4gBL3Pn5MGfskvKLXDLVbX2gtbTkOLGHOzbW734MM0vkL3a6PDbe7vX0NSecTDP57I+i+3Oy3nnzfkTN2NN6zTXq8/0GqYvPmuU3+CWRuvdCdokBt/wj0ck65DmvtQ/euCf16xeeQPa/tJy1OGDeZ63uElAgXvVD7LmgF6Bs3ScV1KZukbN9ocerB81Ue/nyuoVuoa6fpQVMogXsr6QJ9caNjywHJpN7GZAr28632zEbgfjBNYh5c66nAwJTO3R4C82gjeLPRxFxisHZ1eNGJ9KXos7mdUIiz0UxvnBHNrh4yrpr5+qPWQdR+UY0OlrI+zIQ14gyL2pjRx5p3/E59Y5w7oSj7iOrXOvsFM+nkvIc2N02jhJ5zDgM4BpbafYEk9rQo4j1DewZe7Uhj2slCzkMS9Tn3XP/ep9vheyb9LbKFsO3DSfavFaErgmh/BOvYAoSED7dGiPWUDcn+7/BYdXToXnK/03342BxkBjoDHQGGgMNAYaA42BxkBjoDHwkAHdTLHAQ8PzBvN5rh56SoyW2spNOpvd5rCTHgQSqMvB05Jr6bkxtDR0kk5ZuKeQ3tn+tGxJzuDgjaxlp/u1Ys8z4KYYuPMwGmiEtsTiobEkT3CEvN3kM2kXZ9wpy1y7aD/Z4oOay027xeEHShX8YHRpCF68xsTccg6FHfpov0/WedCOyM+ywXaaf8zcLosP+B/BZKmJHkD1CvjitxfffPnb7znflMfxuHBTZo+1qSD2mVLx/Y17Hytmf+KZmijE61K9SPrvAxksITJQUs4+Z2LomjyPAXHv59ht/xufg1z3QpT3b6QXkn11KtwJ/kIhufruKa59DLk/JpSCRzPx7NBpE/KR/etjROl1hgKTND36ARIcyiU0SFQvwXkucX2vzp0p3lz1Up9zAXBeOF7y9uJk1U39ngdsqv+ix/vpInDiljggLGmD6M8lk0Gtn/frscdt9jzR8IB8bL1vFJ+A93mPo9L3ebjK+lEij8auyqf5PYuB9gXwWUxe5qc5bgw0BhoDjYHGQGOgMdAYaAw0Bq5mgAsjcHWcZf/d7TdWlg3O1equg1/GS57r+OYN19zUuGlKi/tHoPTOe8YnOOKRefAR8oiPmOM+VLzLUL5BejzFvTqU86QgEQ/ZKW5IDR06+G0PsDY54q6NkwMgD0AbRDvmPfMTdmuyvgmIrzW7NT35gPvxTiogMT9y9t9RYBQwn9jU5/f05/aX9T2qvHsWkluPet7yHGoBy6Om18dkZX9kldwbN9+zbkRHJkQAGnjxqD3S3uCO/S+zM+L72sqfDSt+6ytAO05mIMnfEqSeH7yZgbl+6LN3wdBtYoUBKPQvPDSeE9xzjgnjb2Np4JcdvBqtpZxVotcrSXvN7rhe3PFagXM4HL4GvfenBHwMeT8615DzXLel7y9dWwxPsUn+npC87sID5yCw6lFGDJYq7cGm85w0ObyqOR5Ur93gX9iOytca1AY8e+K+5u612YpP/Z4L9av/msOF2fjEt+B1L5g8VLEG4KHR5kHef5WJnznIzRM3GFIpYL96HKVNO7DBxfkmrK9D1Tr/kh5FyRnwjF1zypOfKzpnZs7gY6Zq3RMYiNU8wVVz0RhoDJzOQHPYGGgMNAYaA42BxkBjoDFwOQNc0vq1Lde3l0czv5lgX/Tw+k/O50oql/MlYoVlI+tz739OeCyXKepww2Flikb3H3keBxdDLJrvRkrJUkqvh6UGsNsTkyqspIIa7HY/TMj6shQM3dMFvvlT1Mn/dHM27xNTffTrAV+pat3ru0aoLWr1mCylN3iadFAcBiyBNQeZ80rw8UeGbnDwiRugFs5DznxRcmA29FK3noz/ut/aFzDA+tZYDoHF8kjT7mEgpc5SEps69szbZas385SuDLArm9H4stPZHW+pd4vNmO7vbjgnKiGkmm89LqH63umdhnprnF60IuLf/art8pueyAks5TQmvjS4rmMaWLc4PLKW6WGHw0T3u5YzejDY0gR0M59lo4NiBEowKr6w8c35+YpUnNEHleqsJjSsoDsrRvPTGGgMNAYaA+cy0Lw1BhoDjYHGQGOgMXA+A+UCNxtf4AT0reD4RQ4RsekuuoH4n/z6ZR9P/IQ1UFC+c3D4BXj1xdKsL9OHR68vou4gHz9CL/hkxc40JCtB01AB75zw5HEqP3D7CJXpXZO6/AJWNfoXUqPsLf6Zbv46/Bv9cKGK4DngVZo/a8SlnfT4T94AP8WP76hVCfJLi4IYUd7suRo5/2gPzv4/xMhJefPbjyDJf6hr6XsnmaWkJzP5KnsopTTqpD50JM0KWr0966s7HpHHqPBGNv6IKuhEBEiSPuRP6skxc4OT6fqqFnGW+/vfFPDpeuI3lsSgWqV2b+gJn4yp6UfWM5A4fLAH4YM1DidKXzUSuzfy7HWuxdpnclfQrGR0GIh5N0ltveET4O82dmvhy7JZp2i8RkWclJKllG6GJ7eoBZfUzRrxixtJ6xGwrKSocwB59SLeoTHmk7tL9fEFbv1Sv/n/jayV9PNB6y5bHdot2X541pe/tIwE1MfHuejkDh4ldd6pc3+oVCxq3BvNNZqkfLXTDZjaNwvF0oqa0GtzALgyLTSzbna/vaXKtUf7ASYmQFLNAXv7IyniGjQ0HElr0QlD9070cgHuBmYK9nuoOH9B0pei6EGM/VZJPY/AWa7l1kuIzmJObM4xMBasc2HSHweeNjhXyp9u1+sGrw/+Qqo2cZ7OLgap6yx1aR1JYwNMMgspJTPNASklqQUlk4rLa5+dq04xiNaV2Alpandmhj5gq48sE/ZvAEN0gPb3ghoF8V1yVNuAjZU/OG1t20PkOBGS4RXegfeXvGinswcDSyabdNQiRKxefof3SNN7pL9fhtSYLL36UYoXToMxlGx08untupwXvOY4evUFf9/W+eK6iVRcOZFKz4N350TdEw+i4FZpG3sx8iCvaC9JagIqQbUpIRoV9GqjbSDvO+tP+FDRSZ878M8OkPfTjqRCk/Vas147qWT5o0xB1EncAJ8LJlBu2HnR5BqZSZ+AdNQQMPYO+0XohazYvGaCH7WZrmkSrLGE63oaA2iDobtTeO4KENKni9ReRGTAmNCLgyyZnXfF83XrTSYjmJtl8yPbH+UJzO2ymepeBJNAnJdIzUV1JlSS1tOMvcw+Nu8Fp1YGGPTYvRQBNV85xIfvhRVZZfBKlDa3MdAYaAw0BhoDjYETGWiuGgONgcZAY6AxcC0DXKFeG+ErvXPDgJtJkdxVNBAH1HGuihUxHsnkN4WPZ8BMEDFog+ifInXf5lU/cJ65afSqo5X5WTdWQBpuMGXdcMpqZ8UEdkINK6E/oo41prZMrap/KRG/Mbc0ELqTeOmd5+IscosQ58krPJecz8vxt3qC20d4d11rubw7j38jXtIXpbwX3aqF/1vvrNfPlGZ+qxBnNZ+e0U8N7jJ5QfGo3kdjJeRZqT6PVOK9/ZkCweHAqsy/sDns4NBERTXwbDI26ayT51kwxp1LotI5F7gGr3gls8DNzzGvfLZ5D7XH8rvVp9aLLrI+32V9npWnNx8kDt4c9h8L174A/scWvJXbGGgMNAYaA42BxsC3M9Dyaww0Bj7JAD8t7xf870yCn+4fcU1gLvy4IXKN9+/3Su2A9Z1nuRV8VgAAEABJREFUy3ozBuZje/vhA59Lsfb6m9vjH9zpde+EmIC4gPbc7tU+sWvM/RETzPXP+uW3m9mlK5aDU+oC5LBkiZmPw8eSwQs6uTS/B0xDfjyO5JiL9FQARp3G6zu45AdQb4e8Da8Park7YoPtPo5ZkmugIzIEgD3ulDvrC/ZMm9p26na335AW1+Ql5bmHcrWo06VtepALMOW1aUIz+g4G2Ms1viOrP5UFp0Q2fn+ac3heGq9o6APz8Tf1Yw8cDMe5Dw5Of2HawBv583q16gmewarB4YGyvmU6EeAhZNFe+Ezd/potHmgvhPJcpEe+/vqMF6B42tNye+Jx7yqptsBr75/3vo9oyIF8zGtP/n7s661N4NJefKT5fHiulOLDwNzsoj6RA1d83krWi8NeZ66kZVXRC88O7J7ZHB2Hb8E57pSXCX0FO+0Br13uvX64Tfm4a+aD4uEFR8XB25/hAvgWuDB6d6Hv5rox0BhoDDQGGgONgcZAY6Ax0BjYw0Cz/TgD/LmmlftIH8/taAJ+Yflgcn25TBs8MP/gEJkt4FmBdcazuwzuTfNd1nYH2+5H/sp09cY/MdZLBSTmBzaBGNPU5ZsBMVBL0w2aG+yCRx2NNpWA80LhDSx4hBvImK3dgqXZaIsvYJc8SIVlBh4AUrwxPE365BEwXytbfDApsGjwEeVYY6wBxc8zuRnNRx7Ue2f6eYXvH62V16i1mNcl1VKSvGeA9WLnjuZeFFM3g+fav9OHuEf4UKWsd42FNFhXPheAheGmWmFgXO2UDA7p358FaGPvI1ecvUV9n92jsE+tnxo88r51DM4E9rDB5dI89IGlcVt/2bLHD/eqOn19JUdrBsbOdY1e3/r0qj07+IO2Vl5Fq1xIJXC4ULiN9wTaHkW8X1fa4JkYNwTPyMHgZBGxHrvltfBHHMOrhNOKfDxry2gvX4LWc1hJTTrHsxwdOHrNAVSKVPfEw72qPJe+r544h5fJPmQmeDJv87Bq9BiSvsdN63GDfeNjUj6dJXwy8eAS+ck8zH9s47MZtOiNgcZAY6Ax0BhoDDQGGgONgcZAY+BiBvjJV90rskCq4nEzo+p+rHlmYK9XDpF1rVKNB5fJXJIiR+XJjbXY+8Mo07jxgayxcOOkHqZd4lFpwCzn8ltJWZfFN22xPPKMj//3/zJjP3GDrsTtzb+U9JsqWNjt4TqN3zTGn18D/v93Zdn3oLfM/9dVwfi/vIB0BtxON0A1hz/jxv9/laSjXaMKtbmpDIx6FlF5IQ5dl8qDHArMssoEvcjJgpOk/Mr4jzHHIR31W2bCjyYKPfUX9NJnoZf/Gln9Elv28Gqa70B7HVhjf01RCM418ij5izXWx5HN9coRSd7IKeCAnDXPAG059eO8s8jdbXwiKvUBakSWqcrPOS4981uEyhfdgE7cB5La4zlAexG26ZF0zgJ+EwlsmrTLaKiDHKllmEvtDvWDFzX9EBsuHz8xix1SI2YoZjT/pIShLfhE8XAP5vnppUdLxksVI5/I7DfHzP6e2llO7HcRSTESfg6JUCQjlobXa841B4bHIPeW9PrQ6Y2K1wZgai96Q1/DX8MWLVeVxPMaKovapcqsRi5qOme9nAfU9IPsaJBFDXT38PWQWTcAC3SA9hKi1nos5hOddj12Rdu/+O302UA80PZlJLiCqRQDo27Qa2jnIS9OhKR7lFQ8A95fcqedob1ogSWTJzrS5b2z03sRoK1XpXEW/PcYjZozG7GfQlqhUaXb8CB+Ur/GMHRY8Buh1Jn0GY+ajSBAryfmOOz64MSoX5JCD3pZm8b6UV7INbupHtLJRzC1R0yt9vfky/c0foEY1zpQdmC/z3NmwNEc4VlnWjQrqVpGXqJdD2vWeG6qXQ2d14RDcO8xSVVDXXsHrqr0Hbm3GI2BxkBjoDHQGGgMNAYaA42BxkBjYBsDXAM+sOQCHDww+d1D1A+qKqJbX1hXw1/X5IL5cFJeLE9ZN7LyxA29kYPJyP4Ofqb7yL0PjtTmBgsYNEVwk6BXEylRHdQMKtXYXNIv6Uw3EI3ExpnHG6rAHAr00CVGkzCaIOZH1d04tYPRYmhgWGNQrwp8DOCu1ardOweGfFiHxbDUtzjwcSWrNk2CWj6c76Xhoz4kWA425wUrMOVq1ntqgL1i3r0+oP83MOf12qpZkEBEin721zm0Nw29hr0MwJ929cjnbY1jhNHwqvar+//hG1PEQZJJgP4x4GHLzK12W3zdbMQX7yu81z3kDa4Dt9lntKDbcYazXT6y8du/BTbsr4GP8CPSQ4MM9WHpPMMj3sCKJ0xWhvao+TLUjDhA9Woyny8v45s9BBRn6fDyNUB88lDz3IMA1Os5UDPutYiIT4A8AuQ17LIzUmGLBI8hn/v1Wc/NDlngG84FavZ6Dzn60KQq/w9lsBx24NP39rLFREsZE8V5nfYF8HlcnuypuWsMNAYaA42BxkBjoDHQGGgMNAaOMvCrLnS42B5xtOIH83RByS0UsHT/guvSwAMvHx16NT/2Q/xGCjxww+WKgsgTjpHESXQcr0Vzf1rHZ17u7Pgp92eTdoyXmszu4lh5wDNjpbf9OSlPsDYjacEciwbZ+M0RYP4lM1kqE82xKx9ajzSDqb8UMuyWxopu47N4MoGbr2DjrMNmSfXAJojzZ9GZcrIHv6HjfuRrce5GZZJdUpzym32d9mBnuKwhk88cJHdCZNw4V7r5mhwnOP0tLrSQpXYrZ7H6dunD2VaEToi2mu04lYGyjJyrnc5Zc3RmLu1rHsP6l2R3ZcXMmBD7t+7zuun6A77Dz7qESYH3Or02rtuRZWDdKkbIOdpbpNe3xfBEm+yvEqqd9x3Vrk8Bi94HC6wWx3cpnWd4DK/17EGvXGrta+2Ig0xeA2sD3/aBh2eRFRhIkAtQ0w8YAN458gS/VOkcEu2Ik1fm9JpcgTwcVEU+SJmccOCJdYS/kM/dQjx4brnFInIgPpjPSardP2+xJoLbz41e6BOT+gNHXeEHHJ3/nnnP123k97npoZTZwYcmtkmNgcbAhQw0142BxkBjoDHQGGgMNAYaA4cZ4CKKySFp+70ib/z9p0ndD8rdavfAxeYh/twtf/p284QrDS+6uCZlOAXefjXOk/kxHPGIuQi/M3LSpT9BwSxQWV9unM0Gxi6T8u00fJr0OPFpI1mubHAMKtWsifUcM5PVbkrJUpfGcVpgVBxqvO7hUNitkyBri+1Wuy2+ntlUsWgGnk07a5x4E193islo6Txa5mIxed5pPpn7OzuFxC69s/J3xvqdq7I/6w2clqXe73rLDH+/22J4kc2VtS2l7PE2cH57913yclzn8Y9Pv3Tmu3M7Od7U3XSNp72TWbzU+aNclwJPWXg0+9WxpejF5/pIGT/2HF75/Ayee2EGWLJ8zhMxAvz3K1yTRR+55LXp3sfAZGVZzjleTOWkq8AXs2jTGwONgcZAY2BkoDUaA42BxkBjoDHQGNjPABc2/BQx/+8pF7b+/3D22ehzYfuTs/1UXxTlKgTzApX6kiZ5kU+RyiiDPP4foc+C9qrpEeBhchGJQymoF9T3AKU27DG5Ch6zcu61ay1CVkPejNpYwxqaonF91Vcaapcj517c3WC9voQUbvrC7Y9WH2TdHKZu8rqidrl3itlPxOEGS8GP9fVaK5+sWnwf9KprADmB8IMPgD9QqjajDsBP56fcGb844ZBPbHInn0B94qSUTAdDu5E0w/MRad6e9dU16kBynkUexEWnbHX0llS/DciSjBck68UHoAU0oUy1EtF9qtmrHsB5nfofA6ZzovhRgmHoOxsmi5tQi+YbV/IXes0shhufIx659L4Hs6Hrh/zgg/492KvFdjqmipVE7756o6YaYdsPPPURRzLGkBvTv8AMrjtLucCc/wijmlOBsQBCFvEFJt5MVQmqP2bcS3Fi9wZyZXJ1w/3EXRo4zFqDXsg5W6xjrzbIru+1NL1F26QbsRqN3KmhRhh3xrkNzMp4J5nwa8wLu++XKSVLaQ7tiVSwXkE2mWjXaG6Wlc5pkWx54B3ugUZOPpL8BcS+muwpoAE/pNK+Tg5XPHjqUrJ1wEEyHtggA98iU0oL63fTPc+zk0kS5kfZ13PtmX22TdbrTK83q96lYqo9iREvFjbP0WfbndrKQ550Rmp/qLvUlvozh15vzYJzZKRBPWZJJ1VK/1lymSylAlt7dMnygJSSW6XiytumsUBKyf11g0wpGecNYAqyTLrwOatmMIZQ34BZMnO8/hIqT+wb96Y2kpiAtl3zgMOsWnqg9csei/glHutS3jNKn2deL6cY3qeGz8TYbENvpnPIFLvA9FosnSH1vqjXZeKoe+rRaw9lxdQnO/uBc4oUsn9e/PEciOvvy3qPGOWQT/R79QPY817iGLKVSxvBBqFWAR27p1c8UGrvLHEOKa9h+mkiyRMxPTfVo+7kyKqjhvUaFpgDWH+gVdFAltCg/AQP9VzaMhoPYpe5o2ql0cnvgBWLo2pyCrBecz8xNvKjfWwV4ADEvLDPWr8CpS5K+CgFJ3F92WscmNbcnNTwcI7USmhXdaZXxMmugXOwFqVXolmwVazN3Kbvtpk1q8ZAY6Ax0BhoDDQG3sBAC9EYaAw0BhoDRxngiuvo3E/OG68GXy9gdLVUD4NgYWxFvWB5XJWHGxnHPbwjy+PZnTpz01bACJTItEDpzZ91B0S3IubaPX3YBzGHNoj+8/Vdzy58rMs60rpVGcEWlF79/EoG4SelZCml6B6Qr8w9EO5TUzaTDR+BZ8ludvrM0ZPxhXxQ1bPm/Xpssf2u3BeDf4FyO2EpFdvyfHXqRAFXx2n+v4fl78lk2BUniHNq+k2vUvOK5/0JqRQGJso9HXnnC8k9U95uqxzfHvPsgElfnJ3t0+whM/N9oT72wCaPe81k+EhHsZiW+cJPjazrJImnB5mAp4YzA/zPYXxhrLjoZ+alO+RYOkeilpkfefbc65xRgI9k8/Gg7Qvgjy9BS6Ax0BhoDDQGGgONgcYADDQ0BhoDZzJQX/Kd6fcaX3xBx0Up8lgELux216yQ/PR0PY82OJbFVbOyJd2gINczIuAn7uXxE/D0R7wYAO7cl/wgJTYdrB/YZLzLiIyYEJL2ceClxtxTWac8V2/oq/pYlAXrlDvtgW5hBFWvG3yBITvZ2+Rn77H7JJKCr+V/hC+5+1UHtYOlpKlfgKKl4UUdvsDi4AtK+fR9SDJqv+DpyFRejwCvHWRwxMf3zdHaGnieGbWDt9XPWgNPDcZruPLUJ35bEpzq9MudwShnEms6TVUjd6/TsnTd1PJX9VTW+/IVX7zP+R5+FJgxcDSzIc7KdNaW83Zl+DJ1p7r5Kyggqb0UiKoDG1+GltwMuvD0mI/BeKN4ZDbE8XOi02cgG2GTR6ceuUn86oMaVMtQ77tLIXoN49xyJKUCJE488Fj2cNK6Rt0nBtjgKsmm09szUHN2KCevf1BzjvnaDP1fJbb6HKUAABAASURBVFRkGvD6C8GvqjySZTWj3WRjoDHQGGgMNAYaA42BxkBjoDHwCQZazNcZ4Cq28qLLvKr3zc15pvP+89xnpT+fMLfYH3Lu4dT+rR4SK8i6cAenBhqcES8wqA4Lz1bOQq46coPV0d0DCqkvQdemEQyLtfHnejzU6DUFSEwPrZPuZElXW6v79JA35i7a4atXff3i6CMl96t6lQ5oP7I9MoZPhyaTpYTy5HkOJTFX+U0oZgFq65fnjn+mrr/z8D0KcgNDRkvlDkNTQe01pqP3vR8r+8vMLrsRSfICaSnMOYf8PXLEGgt96gxkmZ8a/lHsy8aoYI7HwThPwXvrF9ljWrTBqFBDNaQB6rVjnQGx5K9q6xZPRnDwxOSbh9+7b2GC11xBrx16QUSxAogF98Ocb4H70W0a6sbHNuszrahJ9Rugfe8bbWDpDZYxZoP72aGRFa8BvrvV9niPZ8TM1yQxboDnwDO/ZIkNs6PurXOZtwWsOQhbYoLo75e9Uu3NfD9L2qcf5ACoCnl2Pr0ZLtOP6qaxHWSE9bn84/GGrHXgz+mHhj6IfpO/i4H2BfDvWq+WbWOgMdAYaAw0BhoDjYHGQGOgMbDAAJfmXAgHuDiO9oL5V6mOJMOFXGB+u3qTPxHEvABzftQBGqJ7CuRykx/urQFqYg6/SVpuaGbjptUmJ19gRK7g4d4TwdRZI1Ln/6niT7GN4M+zCfzfUGDUZ/Ei8H9aMYc/4wZiPGkOKP3esKEdcfZIpetrQF13mDnKWbEEyz9avhsyuQrIAv4/two6gX2agiHL/VUph//vizl9zFdt9CdAJ8zSMdaBnEPve0sd9toE0h05lKGB7M5609d3upHXF2QzVy9+UalBuwE7/w0MahiQxSHoVbcFrDyijtL7xHOvoBV0o9CAsxF6mfjBTvfG7Am7GwfaMLPxha7HYA5jncEZ3I1A/Qp8rcSubxryVvsVf+Nc/OCvRgz2Yo2dw1jR9ewkfRls2kn2Kx9ZWS9B6gcHtANMOHeRbwHrTuAaHnhegyvb04yBmrZgLLYuO39mXnW15537QVYje5vESfLVKRl+IxSY2nv9LNkrO52RNkHYeYikHpB468HrIdAriDkiepWMj7MqMVYkea+fY9OKx9dXuYl28WITijuNA6Ijw+YqmVRzjTqOUjHg+5CEQGXAuw+Ah9GmGr815YWi3ZvaSDgFtG+Gp7ZIl9rKO0OvFHv5J76EdmIWesG059HUyOqAXlITeb4EcMceCrwapNOHP695kEaAgBcCK69Gmc9PlsShQ0MJDH3T/nKw1glGNXj6wbnmK7XZM5lAC7xvnrTXUETgny+AA3tdNPvnDLzTgp32zngtVmOgMdAYaAw0BhoDjYHGQGOgMdAYuJwBLo4vD/JNAfyOwDkJ4eocT+d4yboJww2IzE0Y+7bspjX6DROp2H8bM5X18UP3aI5PPjCTmhwKTI33LnzU1TLZfsuOm2uA6T7L/Ln4QMkNMqTtejADxCTagH7xbR7HDj6cAznKyh2/3pevkGo+OXyW2YO9zf7PGkcqlCmU+WmgqfVN9u0x7cKHkvLktoYI+1o+mCseTK8HxQI2zNePFrCTHmf6GlOixLGz3GANJ1g2+0Vaip5jPX1q5zUUCdYtrxhh1QNz/3UN87HWnzCwRCH0TYyig3G0T5Lv3zj+irda4kllLbvhfVHgTcFfG+dWQ1YL48OIQVdgPnveZ7XAXO/z58rL+1TQ6/UfmKTp0Q+Q4FCyoUGimkDjeKkxGZ93nEes8QbmBuf2+TK0vN8Ri08ApUcG4Gm0WX1P7Xca+LoTI7Bz/p05/PL+rr1casdCzlldgtG9AEOE0fOtL96VS2FdbdvE+ujneYNIfC2Hb/B8xtwCWgLzsVf7/rmz6y0D8XB29a/m1+bvY4Cdtm9Gs76Ygea+MdAYaAw0BhoDjYHGQGOgMdAYaAzsYEBX5dxGAJvuT1T2Se0dkT5o2qk0Ll+9yp15UOTyzRW81djp+M4cPt2fQiLvDFYUPk9z7oelZFAD+KNZQ+rJUY/Rngye0PEc5AffQM3J0elOFMBuMvCkgy+wZtaJho7fgl0zGPWss4x1s4qbduQBxuGTG+RMbkjiIJdDsHfBfLTuK++6W7XHkaGBJ4AJMUW7zg96nwYJgmkeafyNmqk+etQCor8uh/VdN3hphBx8PeUFKdGOlxjws0IeaqnuynG/c1YM367elv+raVE/mPvx6BpAzse+vj/kzbl1nz8aRgLfVw2vOIHvy27gzd8AaK9k+Gx8ZdpNjW9w09Qt3oNYyVp3fTsZv+XNe4vxm7ACr9nArno4j0ne4QKoeelBjEBSheZItv2BbWD7rM9YJvEba1rW9c156HOK1XhH+PyfohxfocTr6wA5OveYcME+PNf9X/emZRlLZJ3GzocabQU/RHwL2xhYZKApGwONgcZAY6Ax0BhoDDQG/jwDiZ9mf6HKdGQuV6KBI/PfNuc+yag35P5U8FlmxZ8NLr3zn8kxLvRDzqNgM9ct9yPvvLBj8CLoWBi0sc687PmwFn/gsIMtE+cBKJJ5IWkvgz+X3Gdu1w/jc1eD+qgIXrNiZH0hDfpB0t7m9z6pUll5XvKxNhL6lNTqkt17XvJ2pU55LG3ILSE3Jz81pBfYEuarbP6JZGJPIL+54NhFyKU8P5i/Uvpg9CUyvle39sb7vRm/lpn2hq2+5sauCWkvPQgFXnLyjsm/IsnnREzLmK7htLfia+pgxeim3uRT5iklSympdfYx+JzkTUfYcF4Ps58mxWc1EIb8Vyog+or2ps9S8ZXcRRHDLTKK+0My++fwXtc7YK1I9II2h47fX71K8c25JJ9UF7vtiVkbbgw0BhoDjYGrGWj+GwONgcZAY6Ax0Bj4+wwkfUljD65CuQnxCFzA3U2XYrwW5IK418XwDCY9kKmHzxo3wS+gJa9inryWfHMvB5j/f6f6wq7/MRM8H+XaW295+GJNTUtul6VDfwNfvo2QTcwpEjv+n1nmAcXA2VJCJ+moyTlWLkp29FryyaWOoS7XyS4LUYPP1Sx+2xUk5ctvtCSu+Id18nnZ3H0e/p/Yois1opMLP0LPvksJ767e9cQsr0sxva3ZdV/d8Yh4fZ+0tHkAa1BgqgeM8/Ep3BxojYaaevFUYPajXfsjo057oxt8qDscnWXV9iObrAS16uoritrG78vkzhLokaa2YOc8OrlJguFfoH4VreBZ61Oj1J+9ttjvyGz+y8r859vqlvEfVfgzzk/iUgTIp4069swI8UQK70AW/wV1bVklF5AKkMJqRF1SKs3efB2zSSaHsXCsnyYX/1pFxerVv0EEiRlLmog0xUxmTB1hxx9yJdc9WSinLNnLWRbOObJqMeWdfQ/c1jcr+dAxPsV58c+pYqsXZ1PGSImNR6fzOCWdVS6TpZQMXcCueiStNfuqhsdKeg7YJJfIqZYy3nWsGbPqYExnzXCnPqXknKa0LJ+5q2udtC1ZJ9jSI5lRixh2uWRyho4Y/MnSXqT1Wk+gE3riOnXKskuW1pA0NsAks5DSTUcNgXCscB4mheKdUu85Zp0iJgEp4QdseEPk1/pBtyqwBVMDeC2QO4XKQlhQf7R5qwJER4b+OkmuAgE9iNrOh3cePlHCOO2ZpRfMjAHwDoz+w8mHB8ktq5YeJH3G8VgRr1fPR8y01232wArAxp6TLukzUick1eawEie5zOPnj1m487rOs2qVLO+L+hzAhx/fZFk1C9kkp7DhMdY89OeC9+CszxWhz3moSRMVUh9ZekG6oR/jYX+6VC3uU/X1yquDZ10Hcb0D+Oxf0OkzSTfyT15K1KzvpbtBaU+40aCN0HWGx6qe8BNATRs5BbsoMB052iNOoNca4IfcTbXXKJ8Te9UOtC6yjXlI5k3QqyckLabDsvjIZklQ28RBEmx48Bk64g+qUwTReP/JOm+VjodnHYn3CE+Da4/YQzz2wCo+tmijjYHGQGOgMdAYaAxczUDz3xhoDDQGGgP/EAMp+aXu7oofzmIQPPGKSeCJ6RcNk/GTdHTFfW8l5WwaF/uZC+iZ/pLuffjdYeY1zftrDvNwo2RtfK+euCDm0QbRv0m04KaJ1rI2Rm9yq91tBq0yq667aBgTtBb0A9IcOty/biC51D7iZg4/sOF96R87VRKVwb5clq3HGzq8puhLjcr925tkeCwoMwNbPASPIbfM2WODX7BnzhPbk909ifYlw6zpl6TyMI1ni/O5OogMHqb/BYMlx/K8mM6DoUX7L1A+2xV3Ke6eYHcujit+IcHHi/3ATPGrL5U+EPhwSGV8eO7yRG1wHYwlfdZI6fwIpq/rbPIYAoZu1g31Xpn57CbEvHzy5+Xw+1wGhxQGVmYwBFaGN6tf9hH5bo64yxDvNaaT75OPdQt5sw8vN83bW0rhPuO3ZzEJOF4vTLSt0xhoDDQGGgONgcZAY6Ax8CYGWpjGQGOgMQADulo0Ls+Q9KdYH5naPezpapQfhHY8NLxu0GMrj/0R4AUszJS/x/z0/hPYzAYLHk5R4Rvwk95IsNUxtmDZXgX6zcfkdeA/sGx/0yY14VzC7u6t2f6H+9O0kGpOD/IEU63F/+s2U49dcqQm/I7KHY1xvm7qpRFZcc05O+rXnjzwy94jd0zJA/lOeEwSeWfQWSzq9zxm+ugyDqI/lVlrVDDV33rMBVeXGWtJLeCWwWst8gbPvXgGz81+jQVV1/g1iU8T5TUNTLVv6wWDbwu4I1CWrV5p9aws6aj1l44PLvsGGofXC09S/K/OYAzcG/A6F7gf3abhtRlssz7RirpzzcG972HUP13fj+7VwCEIr3vn1/Zb2kOcocZYJ+SW2djggV9+pM08QPsIqJz5rLX7PeLk4RxF8FpDPjS+aLB+EVOVno+k7yDldWpU/OEbp3Vc+hUwA5WKJirWI4DuNCidpNoLTJ/RBL+IiHytPZ4wwMtTbfJp5j4dv+aitRsDjYHGQGOgMdAYaAw0BhoD/xYDrdp/lwGu3L36aIR05eRpfWRi9rwjR1yQOp5bv9XCc1J+y0F1J8ICMwupV6fNTN3FXHdynz+VZx6ol2cgsXYo99sQnRq3kect4gSm1jU3/JVhIkwttvWYV2M5mnwt3Imqc5DF4sH69zIkxr1BREPej65rbt5ogXXboyPkJPBnGMEhN8qMuWDnfKd7mCMvQ+v7BGsL7jMj62xZhYD7cfNbjjY88NGj0V7pL/gNpF5x8JvlOyuGuscOyhpn0nHPo+bfakAk+LeqPqtadk/gLJ9n+Imc8nCu0OfU3OebWXFuIPfNbtZwJvh7B1yuMcIYuI3/hTOy1zeR5U+t9v4eIiYMjPtwWvKt+N0tOdJ7VPlsp7ZH8Ui7Pe2bQIwbshYtsM/PcWuq9ZiDC6VQWgyU1mnPWfu474a1VNv02jJx7sEvCGz4rBGcT6Kf23FvXpC3/BtWz6N0p8/r+eABTO1P6LnT3rimoQnsbfv+hPzbsZ63AAAQAElEQVSbizsG2hfAd5Q0RWOgMdAYaAw0BhoDjYHGQGOgMdAYOJkBv5nRy+kNurJWn+P+sgxNoFx4Y7cdzKkRM8dbHBqkHfqrpMIsuvZ7acNIdiKwFPxOk6TrMMh6qqGuDuYDOMLa/MbJjdvyf0eZ31NJ/BS7vfHBWnOjxOVyXHIn74JbfTn/GOhd9tbnLKg6yXyHYlvr59GIg26klc5OeHZKNHxM5J0vt7ZO9eve7PAbuKxSMYxce1NdFXKWxiH9WOd9fXkYc1L4k8sD0BMhJG3Qz/NGeSpue85U8y7XLA57BLlr4r1xYf1ef5WGlGvM40z2iNZgPs66cOO+lxPgp3tlJ7Wfu+wh2swvNXaWO92STJKalKScAMODkCvLg99eN56zdrEphu19yBGlJO3VpD2dkE99cI6AMKQN8BS6Jv8VBmLVtZW0J63gi4rn3HDofLE4RyJp2/P4MfPXwH6QdvhB+JT5vzKT3neQOn94IbLnD0X3V+9axixeX6L9dTK4G7OPDGFjaGNj7KShPwjq4vV16J4i8AeIjjzF6QMnfGGY/QtDfX6gTgIDzUGAhdI1uucQd5DljtRGeix2C/09vrbbkrve6fQu1Dto65VgcMD7X6dVZ48Lg/ZMkeUsoKYfrClUOFxz7lMvXlnTkMb5q3P6FkUZEVyV2wQ3i/2trFewArOs6Vn93mFi3kEO5KLR9xy9wtRQ991H9sqdB/YeeHcKfzneJ2q75pXiE5W0mI2BxkBjoDHQGGgMNAYaA42BxkBj4LcyoIttv/ewlv+z8bV5M324CTkbfls3VZHIpddthixYINvsgQLM1GN3eYw4YDRTw+8fSV5z9HIr6EZWuZmk7vwoqc61L/QVb7wZNnUTtRISTEf39/DhEKnL98N8dL/jYcby7PX6hmmfE6wzGDOIXEfFgwbVMozcM48570J1yyg204HQVAhuU6MnKb+6fe87WF//y0Q6PS8d7DmYwoI2NtqK8apB9yXgu5dD/CNfcZb0gi5XllSfeXV4f8Vjm/uvMsB+ZL8jv40DcmJnI/flphn+2snsmKm266J/QELUgWm/c4r44rWF15hF3sQxha2Om/EaZb/yoXcL1cyXhbxWl0oHPub1MAjm+r195xFHK3H2+ntin1jbEapX9tRKdLJQ99KDGJxOxCMu/asC4juLX9Yza13BVbHu/Xp0M8UH8A5s8vjkmeIrMMnmPZ2IG/I9Ua+O8smVvLq2R/6rT/OPzNrY9Qy0CI2BxkBjoDHQGGgMNAYaA42BxsA/yQD3HuInzZcI0DgXrEDfKSxZbNbhA2yecNCQGNxLYTq/NTAH+jlU5ly1sd9b+F+bkHInhnX5K5mqW55ZE2qo++KhGIpkimNVHHvyeJa/4dPxxNFsmGwSBUo/CLWOH0lTHXIWfqWqDg0YqFRqYgvMeSErKZcOnN/ptXaax/8jfDc0KJJCBoLLRVeD/fVCCT0MUg/usa3nvasNk+QIlmMG98ujunmoG7oGBgPWqDTlmzvMk3PlPg7+meNSEzXLJu1BJ3HKcZ/BC26H3wB+sOtvzrXPrcZtpLX+AQZ8X/+yOsu50ulVf9MO/2XVlXSpDJTeNz2TlcBrKK8ba6k9GE9aQF5bwdJ0pi7pl3T48j0sn8glm7N02d8zVDufi1R7Ri44J4+ANumCxQ4VZACPRewdcw+ZEiNAFYecHJ5ERNbUM8gmxns9Cf6ltBR23qPESnpf7wqc423+yRFss35gxdoCj92ZaV85vJ8eTPybQ0n1l8/d4kIcwAD47dVSAxV9RR18Lg5cnNDX1Hxxnc19Y+C7GWjZNQYaA42BxkBjoDHQGGgM/HsMcP8EzCrn4nSmOq2bc2/gNIfPHC3UN52SdVMpS5WLTNnb6khec1zJb52xvvcR19mB/l1xiTUCOsfOCQ38gZkr/lR1VsFIEMPoQPRd3s2vFFXTbXc+vZvj3N/Wd0+qnueBWuESwDEy63zuBf4kdhb/e3LYZhu3jEgWbJv1yMpr1wleJJa3Fj3TmD17nJPKsyj7x7fmtd9zm9EY+BIG5ufrl6QVafhniOi8Lr+8Wn1JRY1rWYY+JLZvhMLykhh4Y+Q/EQreboWIzFtn2sIQTLXT3rPxqfXYW4y6qBynvNBIt3f/HfmmWcR5n+ElHfoCRkHpERqU3m97JvMV3Er8bUX96nz5bA4+XUR8mv90Hi1+Y6Ax0Bj4ZxlohTcGGgONgcZAY6AxsJ0BLqIegd9ieITtkU62zLr0EnJOlvsCfXfE9zYDsmRvsrrdAIkUdNGe1Qb3gxqIQwYyfWZiMrM5hyklS10KTy9LjyEvc48/dvuXh//n1nJvSUD63Uy/gYsH9XI2HSNEkoGSP19m8//E5tErY6CMZzULiNor3v/9Q6yseOY8KMXzD9ZYMCEreZDGxe4VWPHVv+lc5TUqYQPM6Ye5tD3/1Hud/Ik8GVV5d6qnANsRijFvV5M2N1lDlsShWfO+VMq9N74MpQ0iLm2Qhz1PbY4faXtxMSBrbXLufe/iv5zD8Zu/sh2OXHEybSu+5g9ml4mUknGeUGuu4tHOq7llLVcvFJm8ZrVl71zU6yQdfkI/l74Gmpouq3DJcYmWh3rzkOOSjHxLntSshVZ9/6kJktrYMNd/iUj6up2WXwE5lRxJk/DRSXYmIuzkh84xwy8FKIa3t4YgHXFjAjX1koEf2vKDXuIfPdhHz/BZarqUbBl6LUqdnfX4vX7ggDWcV6AT2c+Xuf59fT/9dP72Ond7l8pJ7SMZ6K3bwFq1az5TSpZSjc77etKR1qYd1+szpVmn+Un+/5M0SdpFGg/ZUIvegi136Q4mXUrMSViPYA5AISYfri6+AfZlHcor59iW6xjD31GkKtdOOXf2nzloC6ZeweMIKaXC02CWUmdJGLozkVSMYBVyJ53gupn5SV3nTvX0QLllxepANn3e+3F0WhXAe06BLT46aQHvP5n38eF9mPfiEXqPyoEYV5/3sPJ5JxvnFX+aOSC3px6dNkkSt/zWKTIr16xPvS7VNv/s1BufAWr0/vlR1wLKm1xNsh6nXyM5hyZmQdJaDhC/Jmi6zHWuqP5MXPvMI3v8rKUtiCxCz9oE0Fn/Y4EsTsw0T8XmATF/SfaKhR4/cIikb7CkNTFQFIefWctefOK7V7xctenPkd1GNUgy9izwzb4XZzdY7Jth3b0+Fll+mfPM7yXjeo/SRp64jrzW5MR4oZPhU7XmAXMTXgPmutZvDDQGGgONgcZAY+A9DLQojYHGQGOgMfCvMaAL0FvJSc2Amo+OjWaPXDCW33nBS84EvQwTMscoj8IyljQNOU44vVG8B9fItRBYAtNNJ/viBzmCSJE2iD41BnTnJdSWdZMFjIrFhhZkUf/9Sq9ZNW7JFL7AFtslG+ZmbvAI/YDM+dzrNh9SWJr3km5y0+/sdaKiW3bT3k1/34o8Qt5bvKbJOhvzay7a7BUGWOVHWJn2x9Uw8ttL/As1vGkNLgjzmP1Hr2aPxi5I9Gtc7qtb/OrLya9J/uREVJ0+RCw4FUk+Vg1JVfXObiraJIA6Ouoosqi7h9r4ALfJ9EBo6nbovl+SNTg10wn/p3s/NdXdzia17Z69eYJ/Tr/i8/nmDIph+wK48NCeGwONgcZAY6Ax0BhoDLyZgRauMdAYOJOBThdy4Eyf7/Ol5A28L+I7I3HLALwS07+0XaVI34DxU+qO5SjsjToHXF1zP49LbEXyL85oL+cz1Xo2U9WsR/41ZsNv66oyfTlmI2z2IEfWaqZ+0k2WxFdaXZBuGO+e+Hn3cFJAckICdZ2Z0NEHrC/SVEeBTR6yV/0GJvqNnXTzv3HGTjPlZ6/E4PychpymHNzZCj82PthfZEM6Ux+jyUuN8I9vj/OSt3oy3kCta+1/nYHxrFKDPfcb+eDsZWcjN+fvxnry1zxmx0y1XRf9PyJV6jWViC8+9/h7J+21KCQAVsYZAivDeAYrwx9TJ+2VGtcnAkkANsCRiNvnZP/N386y1rgX1mf2GhJITa0zD1wGzvS75CtpH6dhTf23gC3rE1WvzwWA9tKsm+71PMNDyJvv39pK2cRfgT14eMVhKzvmme+5ap9rfUzro+FTjqR4/plrkKc43eAkyQZI/FNHtZL/VN2t2MZAY6Ax0BhoDDQGGgONgcbA5xhokRsDzoCuenWDo/zofbR94G88UZIqQYBSpxRvPuoLfe5f0EeSEzg1nV0Os1a/wKxXGkBi98G8wDwB6dOP+R0gO/7Aaw159Yw3exz/3Fl42TxzwTB81HLB7G0qdlQEq9t1frsZC4dPJH4VB373rcgTvzFc3TLyGKF/p6RGoDo9bHCcdP7czhwsfPjlJ/yDnY4OTLmLAMc17gya4q8wwG7utWcANXEjHF0NffvB0NcgcjuaEO+71Mu5SvuuPgIcdf6F86jRodyQEicfMCnwmvHg9b+8Uq6TKw8PZp+c8pXuFkpEFbjbb5tzkQe+rfJ3HLWdLVjb7OCQYVacHGvr8pCbapJyntRBLaAyqZt6fWI0wJBUiEvAOeKQd14nzPk2X7ayh+3uUeyKus6zaGbPcAhGdcyYS/E0xB5Nz2p8sZ96bZM67D3+7HekTB9E/2ypkE9csi7gidmT4Vht31hPbN86zN4EFwWtPs1fFKG5bQw0BhoDjYHGQGOgMdAYaAw0BhoDJzPAzdIaJ7u/1N3NeVyG1vI2+ptbXMgnK7+5YJLGRS1fROqGlm14cI+qRrkRxIV/jXB0f1mbNMR89ghSXT9g+n/uzX3syiduUv3k7LeUesmf3NuPuIhndCD+VFjqsyi7IfQhTeM2/n9f2UJf5PB/X+E//W+N/Y+A7liFWdP8ppxIvZMaWzqS6nMohyRYwPdBr/sughyzNgmnhRnl+fMQxY8mun0tl7J4h47NJGJUkbHPh5Cd1rhGGvRlfYb10qbIDtUhe9Y0qQnwyt4NxPzBTSU0oea2Gnlvs1e4OaTyozOVOYEvucaoi3qR6k4PBgyfg9qNxIxPlhTn+KU7wWC+V+A+5U7nXbJODmmbYtimR7UOnnOVd7Uv1l1hD8KCNsBv6Jr8awywf6Mm9h/bjRXX9jNHDH5Yei5K0KVyIUdyVTMEzcfQfOp1H7Sx1vlmNdAdhFxaki/OXX57EBjBDvo7Yxrho2aXZzitfQzvp/6+SHscg42hI33S+0unRRsxDCHIETlHkj2Y67+pT35jTcq3zo0u8A0KHaA22NyWFwKZZECcGvD+ZkcHDHkPEDyW5CnxVAf11FjIjH0RETXDLTinks6xgCtPfPJzROsUMtbWU53FwQbM1Nu68AmG92p9QtG7NFUWJMvaNlS/zd23WYlCgzP425Obz9EE5tHOavMFcEDd8w45jzjhlJjoor8uWZuAHK0b+gh7uYYW18DzmXb6Y3So88jAqKga7M0a1dArze6VyW1uY6Ax0BhoDDQGGgONgcZAY6Ax0BhoDLzCgC5BUwXdeDjkTS4OzbtyRmuYKQAAEABJREFU0pATN2niUv14uMHZVgcr5twEwAU5RZv+G1GFiiSRMISshrc2uVEw2uIDSKGbvtzk8JvD6p5x4NmhO0zBH5ItPPcvk7lKfZ8taZ4aNsA2PZj72LD29dz6sa/to0QFSzOUhZPzZH1lNpk9708Gqw4/VAGGG5nVyK9prjFn8VrI/gZeI2XFDN2mVZP9hxZAG30k/ffhrIjskxrvq6BFup4BdkmAaL5XtYd1+A17H1MHyfhXQvn5i3edHAmDWrfQxsR3t3xQu905stcfxfHrfk7w0Ku++KzBlygnuJy56NUXxvcYdScHjEvBuL+Gqs0xqGkCKAO0fz3q2rTPxI6/cyBfrs15JADewMseHztgzYBXQNzH5k9Hyd/fV5/7Cgv2BfB9HAFiMPonSFwCj6N1ow2euSa3wDNbcx7X1k3R4AeMdtI9d/qVFqLwPq8t5VQ2vGblrjeH9mE1dO/7LRrWDtTB9meFB1B7+Y42WYFrsmlfAF/D6w6vzbQx0BhoDDQGGgONgcZAY6Ax0Bh4xgAXLmDNjotdsDb+p/W6/qV28KzOhO2AZ7ZnjfMT3awdOOqTuWBtfsqdbqALKwZwQ+31sGiwTgofG6TEqQe1Exc5xiLwJEooQk4G1elVW8DUtulDtYeCWCN089m4M0aV2IAwPChHrpQqcagpXBEKnSOUG2Wnyfx2yTNz963Yq3YaI0duIq7afGCAnPR1pZktBYfFwNJ4rVOB483J3ow1Bayxo7Y9ua3QacB+z4/r2+4XJgdf2jNKx8D+fN49Y8j5adiwC/l0QjP4JQywT7VlrYan7gNmnSTwc8EHfsmT8k5KFZjaaq4e2PjOlh11Gu9R/rrlWnv9EX6QRHvd42seyKETLSr4NUcrs6lTYFM5j2G2N558TOaHn98heb8HYxV7y99aJjwD54poWycetOO9HXg89tJBPzHNc8cPCOVjyXkK/LXpselLo2Tk0NoRz9uDR9KWeuhdKDwQkVlbQPvCeG9wzbpFGKqB2+g/l+KA/Qd8Dz6fsceCfBTB3/to75n7Z2yd26jG2YjO6RLvpzttDhsDjYGNDDSzxkBjoDHQGGgMNAYaA42Bpwz4hSFX/+Cp9T9iABeBoWTnaWh/hagS8j9vzJ8tfpJYzr3VuJlXzm7KSeu5xcT80k7mt2+BopCX99XOzgELp854YEEnJO1zkVKylNLrTkkdVJ7ixmuoiMJ6g9BRf9baRv8yKc6zgH/yQl4PCJljKSrMLOm36oYYuAE+jUbytU0pueaKJzhlPZFX+N/tEyp2T3o+IaVkqUvPDe8sNs65m9cU/wIDS9t1SQcXvpPWBjH4xfDa3ph/Sml8bUwpvTFyhKpj9qE8V/peqeM8cB9mIR+YHhlKKTnfR+a2Oc8YSM8MTh2vo9VtD3KncO3rT9rLV7l+ntznIj/P7WQL8Ww1Bvd8vsvv+Jw+xBtzoE8+SGFpJZZ0Mm3HIwbgtEL7AvgRWW2sMdAYaAxcyEBz3RhoDDQGGgONgU8wwE38V3BlzuSF/6wvcJK+KAvwf2OiA/w0M8CuRlzj1LpJO+nm2xZYb0kBevsxq+3tOx651xekgnGRXiGr3QtZvC0iD/+3qurKA1KtE+fMO6vKWI/5RXsmDnm6zJa93Y+Sn04HkUce7H7k8Ccn2TFHHdXJvghk1dILt36xy8P8XnF6tcPvVZIYAP/K0ko+2lN0WDftqSz+rcpVW051UZv5T8Jr+zFd6AeYqXSZ4URt1VHqog2kH0yz6gTW/2j7subwwKBcHTyS5rEmDtpAIW95SjEcWblF/ajoA9pm8kQqAjrsAj+aB/AJPJZihOxUfWfUUlB4lcGwD9zfjxybWY9O8sqDeEDRFIY8FFvrmwf+e61v9rby1RB7l7Sy6lyHDOXt/pB/7RtzMspodt/Yi1N49d/OuO72DvFK5F579UdlT5Ef1iUOnI+fcX97KZQ1gMzBxI8Im/QVo+RwzbNSsSyes5Lrhay2GVrTnuqtF+frkVkHKljD+swyEvNKz8b1TKFo8q0McG4JvPBOfkNnfxLsIHeTzGL2vB/6kKy6tqCf2aF7h+xSskUok06wpYeS9RoZUxuxCBl5TYPsFo2OK+XWz1Z+8EcrZ8h5yiklS+ke/0kHInrk6X6kDKnmdx2+N2EymanNvqLuAr1mpWyR+yhl2htzCpLmyczfXmLtU5JRV5BSWuQspRU9897EUtQb4aJGS8bhtVv1iHGkG2hMpt4MKdXs0AiBaitxZsB1M/NTu2WNbrGUyxn+qafGgs+UzXdJPfSjz66g1/t5r3ZKyVK6obY90qZaj6vYyLKPp540ZOhDi10gdGsy6zME6CVBtPl89iPHUuvzjem9HqQ1N5fpyafGPFDSZ6JHoCYQ87I+swA+UwPaOYqspT67etHDxJSSrytzyutDp9cHYRg/KlJK1glZednw4AfuyDkrH19H6ZHE9pxUc8jEwguMTdHrs2XWzHLgq0ZcE+QqbrG85jnJLbxpF6l1O7LOm6zz5g6qPQs3y1kr6RULzNTzrseVMqRRb4VOY+1oDDQGGgONgcZAY+C9DLRojYHGQGOgMdAYOJcBrn3BuV5f9zbklHWDoX90gTtE4iK4xqBeFFzk1gPzfj221N5rv+RjTZf9opvigZn3ZZw3cCCzjcd6BdORZNxk6brjl/9JGQEJP+o2FXLDxgeGJ+oEQ9frz3AiRT1X3XKgBKV3/JmbRQPH3N887mjLTCrHDhmg/w7U8VK5WZfSZYGzOM1avyx5SZC6nB0BqBjsmPLQNKXkXOqMfWi3OEgNiwNN2RjYz0BiypfsKc/FyjNp3YEhcDdwr9hodj/xgCalZCndcMDFa1P4klBrmExPll/z9XB2mo0Sb6Z6Q5fPGSkd/5xxSopzKjY4ZQpYN9Xo9R8o7sIrqoG7gZcU4REZWHGobYTFyuil6jqu0rj8DJoWU0efjvzlHp/v5tdpMBGwC3ajVQ/i+EJXunnTbeZK77NLvPEdT1+WDqR8+JWZFBoaA42BxkBjoDHQGGgM/EsMtFobA42BIwxw0QeOzP0Vc7i5BI5cYOtCkws78KxWvqiLn5x+ZnvWuMeUsyvXj5qIozAPD2zAVvuHzjYMEmsJG6ZuNIHVZNRTI2J2ugGdtK9C2ouPEs18l9L+r7e3PpL2OlgLSk5AJa+ZnKpP1ouLSCprHYBJZ5MHa/Mo7/jCkXMYTCaPHcXxu2PIokxa345iJWkX7XXPnUI/rmM5NvPA8qi0LBpQc/FQfQZicLBNs3xQuy7s9kr/LYtes+RYa6vGew9qrPHe6B+KBteBD6XwJWF9/yoXpMRXHGVleFVSVnReyMrPTflwb5IvuFqeqhSXB96gXYhNnZ1enxniL1icn4VH0NtHiQC/nXgF+2IxH9zPkrt75S/XwJodKgyOAB7AHiL22ya9FwT4DLffw3yGctZ+tLtPKLb6oNrAqtFJA7F/PZ7Wh1SXcFK4BTceWXpJAqv12w/RuLkE/+QzlF7K134xEC40OOmH/qDEXTXVc53pquHTmlQETnO4wxGvzWDHlNNMP1XzaQU0R42BxkBjoDHQGGgMNAYaA42BX8NAS/QwA1wYgsMOvmXiw4vbB4MUD5bq0DQu3MHSsPmXGmWEi/p+sC+ai58Vy2MqzFr6GnpyUFmgmMptaQzP1EScoVsJojIXaX7baz7Xznw418QSuJsl38QLqHvioRg2wGPRnruP2kPOx7f18Vxj9KZ6k/Cf/2Yo2m3+plbMC0xHolePwmXo57KmYXk/zGec1Iecw66oDgegdkJf8KLChuoBdnOJ7npE1DMjUR147lN8+Bezsta+u7PX8Dn5ydGd86MK5Ro5P3NBTTWe2f/qcTie43cWNK+i7u+pqJ5H29+w9jg40Zb4jpSM11Lap+XjzkiWxo7zgykPga8fK5958G1PH1gxCzw1nhvoxca5Qc7Hxj4R6MgIcSrIWuA1w19jwnnauVTkmK08h4+/LRPlUTDyKWTo78OSzpI4n/D91MFBg4gT8qCbcZr8TOqIekaDaUMkhQVyOnhFj/wEuPU9fUWMRz6pEigH5+mR7c6xN5tThUNryPUR2J+CeGAtxonz/jhwqEF+eIzJ/loanROlKJh6IzCYav98r30B/OeXuBXYGGgMNAYaA42BxkBjoDHQGPh+BrhA46diA/Qj600XrtwseISsS58t4Kebl+wimaMy9VZuSupyN/J0X6qUq95Ht+t0oSortwgJT34fSj40bOOgVY9JnErvzU6X9eIk6nXdeU+Rp+d22C2zxZfmUy/gnoxL6eJw+tTBWuJ2UH+QNEjmB/BzMz6zpZw9tmTlNv60Gn9mbRG9bsDqi9TbmG68q7joMz/a1su3Qze7JX9ybz9a0ez2SS1gVuz7UVbpbG7Cq9zaHJyXSXEdip565SKvt5jEDWTLQ323On4s839i5axTo8BkEyh+smrBR5ZtQS/7rLgTMG+ILfG2gz3kUETOpjzkFjWELPosq3KUPdibc+dqnlSf6giesip3qFap3VWZrWdeo3TSE7v4Mvmyr3mQV415YvO95MmP50wvcyDB4bV6Q0/Sj3bZiFHXz+uOjA4dzHVfms1a0lbzhaPXXCDx9MAOhCFtwL4I3V+S1DXH76zPq9Dmme/pus9eAlEhbRD9Wk781QNvbGd9LnD4n/NVccQeBM3zoPcMzucRxz2THu96/slGr5nIR97guZcBUmL34ev7ZFay/9GrtOnlLVnq//O2nfkI3kyV0K58J71udiTpuqRnXtUC9KXyQ++v6mJaw4f0pCE9f+fBOdRpAQNrWUbVIbGjLvqm+fTXIQMCuaHaSLgGtNcnvjRCfuN+1vrStlPiqQbqqbGQKXtBu8ojaoZbJN9TnSETBq498ck5JWrgRN8rroLnZFRZkOBbryErUy5Rk8dZjr0KOXx5ieTDxMUNZ2UoP/LNNQQ5BqS95FAo7VkbYcMD/dC8VmSzpEUBEejZa1bYnSm7M501X42BxkBjoDHQGGgMNAYaA42BxkBj4BADujhiXvaLcFpTcKEIptq/0lu4DB34qCscrRbGUIHa/tbmZkrpYeMYnRX9Jc8EkmPW7dgF/uCAGxDcGBKepR2xFPZ2aF658r/x8MzPbfLelmIQj5wd4/yXG+s5B0+EUPxJ3F43nXsNgNpOqgMHHhxKhjWFV260d9ws87pXnDJpZeh2c4kci5Hcl8bsmZhgpv7dXXjzO0OQBOpy6INBRxN4d40lH/xVT7zuj2U9zJw9IsDZsM9hIfBw6tZBTwSPWyc8s1O+nityj+0W+2f+vn0csgP/Qr239VjaYfH+BSM3y8+2yIWVQZ6biTxW53HxrUiuK739z5rPZ0j3MbRXnCi6j/B+EnDFzifWLHA/NQ/vvyZ5xe13ahT8/UPStj7mu4+5YOv8L7bLF+YGz2Dz6/lrufBF5O3z0QmFee74AY9zC4s4N9jjPiMGtKO9f+oTzrUPx/P3VOerzlqyGOMAABAASURBVMrZoNjw47FpKw9eS1ZnvT6gKKMTQo+dExvEiDXc71YcwEdgv4OHMyIv9hZ4aHzFIORc4fdLfV7xDvSlpX5bWi2fxkBjoDHQGGgMNAYaA42BxkBjAAbit+P4EuDi623CfSm4BQGUni5KvSWp3qkHfh0X+F5LlJ905uYGWLNhDKyNW9alK1gwSKqFGIBhdREDoqeqNd9tNYKUxrcbFgENvXhEnnhX+0VvPt3z7vRdKz5dc/dE7eA2oBs3qi6Ncx/Pv8173CIDhwiDQ9MdnJ7fFuM3xRRrbbbPWRs8QY//7gQ/j1wQg9/Y5ctubsymnLUmNoGtPFI2t7OVRycegT26qZpNTA8Q18XefsWDvQLWkk0aABIrB6sbkKXqN3Gllp5pFdjLjyGG1sOc7ZcdDg4Gv0NvXYRdyHXLvzGSVEaAmtX9o4dXqXOY8yDwG0pVykqzs3zq+SCXlxzsITHtrw9D+5I425zGOie9nqRC5LaJm62oUZB/m6xP2uxhiyG5g2e2lEgqyHd+oUMsICYKCySwlqzGttSyON2Lg9sx0qLZWcqkfRw45/1exRvYniFcgc6n1bXT3u7nTEvyOdMfvqim0/ryfy2HNP90YbfH2V+EKmgv71fUI7d+KIR/9rwyhgc68EROoNPeAgdcHJrinBya+bsn8ar1uyto2TcGfiMDLefGQGOgMdAYaAw0BhoDjYEJA//2l7+FCi5KS6t61oVx9KpmqL5bLhZ0bcqEBLcoQ083dtD5Dxvw93TpDIDXwKA6QQxxX/VEYlt8PAz3cHCL95sN+YBRU3z34rT8aebJ4Gi1tzH1UmLs9XGF/TSTkuVU90rUB54U6sHoK0FPn3sszz2zwjbk6SXI4QHfj6bIYzvWGIA4sDb+N/Q6hZcL+brSvy6hZd5WtV+Y/+rirxaxfUC+U+ospaW6Qxcy3GpSNK+Q83BXxPjnfIrUi5etplTRxm7dHpUfbBzN5/G8erRuLxT6ZHhhxqKqXk6+CF00asrGwEkMdCf5aW4aA42BxkBjYCMDzawx0BhoDDQGGgNXMsCXMI9wZeyjvlPi9+nM+An+8FFfGPOTwZ31Bix+Ansusy5tHmFuP+9HYEm+JOyUk5rnHUNuKf1nSTD6xl2EgqQv0Pw/+ex7s9xbFmwA7V5tEP8/6E/WV+ZgnJfN52/MOGsu9nxx5+2N87aaKRv/PQOqq+dk1ZE9tuqk1iH/7PofmUqvtVYxaptl2WZ9efsjb6DPWWlngwc1tB3Uli77/yWr+fw/tIL35dvny6VLt8uaRnbu3thzcm8jivrwM/um081YlaMcS/694oJwmlKylOZQTuxJY+1vdZjqAlky41Q1mXijXZBN7u1H4z+mefgA8mMOnReWzPeb77nIYrvUbEukBzQt+pyXWXVk1dsrBm0NK5/ezPPUhEFmJcmasc+X4OPYqEbaYkF+qK340JD68q7azVH0Nvr/UVP1y+TSQzyzHkl7LEWuSq5XuyBbr/6PZa3GDb16wDQPZPmhTofo+lE5zOk1F12PP9XZqw+SJAQwBo8K4hzzOtDLNitej82lxRMyK7SSHeJ4PlVc9gR7ZRgeRdamcZCrYKoNYAvMB9mr45RZQyQZcWWDrd4NTHvOTnzgvZfvXg3WAwmnvXKd13kfVpP8fCPPQFgp52iuSmw6Y20dyiP3ySIueaBfnf7rBrQhfP2Q70s+JcXT61VKyVJKFq/XRSY78mAWe9ghnykl953STSqQrUJ2MZa0hwrs9pqrrZX02u2w4w9qZDZyDUpSJkmYH/M9PR8v/eTcdpaWZLfkt8w741k0Wa/zhnM3d/9Z1ueslJKllMbz6NU4nWoASTKl4julm3zV/+752hdmnXWq1dTulEvxkVW/Xq8TvU5PATX9gC1v6CnGkOrqEI2GRdKTQ7otR6947BRNs/CxZd5RG2IQM+bnTmstsD5aePtPfHRCSkndAV0Kc+nEXXerW2bSpRHFMJkXY5KBrDnA+8XqmueII+mxyGF7pHj/QPIesn2m+esPUa164ONHr1Eu9b6P3xqV6UvNrPdcYoxOeu2oCjlrl8nGBNp5yMVcP7U1zYvxThz+J4x+o8Faspl8DI5BF6MLUvH5nB1YsDiiouYakXfIZz7DDkndgHYWL+DZ/HeOZ60LnxfJMZCHdQy5lk+M1xLe1uzRY1tkr22i10ftHfpvgbYT20uRjTzIlc/uAB5GPKl/tBN3S+1ntTza0c/mtvHGQGOgMdAYaAw0BvYx0KwbA42BxkBjoDFQMaCrwvGGQ6WmqXsYiNOBX3C64xWHm2NtNlwI9GwuPJdp2W+EPLMvtsefiQeOe3g+c7mGZe3rueABRF63dmn13JDQzYte/IbNRC4nNjEpneKvtB8/YxnAkjbyY3iQwOPyH0ycF+OOdtjP5/+JftQf8uyiit/sr81bfeeths1uZKDwPHZ/ceNIJbFjQlI+fhxSupSylup+7CCPjwXfFfgzmT6Iuiv7I8YpJUvVF5n40BZCHAJzAZMTT/88xALf4HySh1iQl3JQHXve1xSTGfOQ11OxFHWaxaKF8p1aHe3J+2m+lnPAff3DC+3LuWWemvY8BtoeO4/L5qkx0BhoDDQGGgONgcbAAwbaUGOgMdAYWGMg+0/b85sWbpHN/EJN0vsnPnXyzP9xRax0ot+5K3xHDCT1jLqFurABcz/RT7kTR110J5KfInffE+20k3THKi3EnVqd0SPHyIb2Np/UANasyR2YPSlCPBkYHSkH1W5a94Jx4FAjaVaNXjcT+8F3kTJYOJSFWy0MDSq8YjV0JyJr7c1hKw+4S3ll8EQ1MRzyiZQ46aB+8MCd6kta26T1TGpTs1s/meY2X/5ECWAtTcaAqXbTnnN4205+sAeJFPIs9/gDz/wNsbXO5mdMejbhl49TX43fV45ORQOnZM66g1OcneOE1WHnIs/xKC/uTE9eK96l80Nt13ln/5O/JsivnzvydSeXXTKD19Tl0cda5hJpef4wmpCP/RwbJfIA1c4XSoFj/tqsVQZ8CXkCA+erxvXAC20/FyIW8gVfTNUesXj/tG0P9jUVA6Y7NBXpY3rxG6X0rx1Eoc6Qy96ItzzyopaiAs7Ti/42Tvd6xOOaOeNgbfyRnnmBYvcgUDGonrUW7MFANfJKk3yYX1aZfArQA8Y+BpL6WPBrA2s1rw3QvDcGGgONgcZAY6Ax0BhoDDQG/nkGGgGvMcCf2XrFw5b52IBX4uyeO1z0cvuY2AAfugDtB4k4F/KsOApxrtsFb3tiZN0gzQ8n9Lod0y9EQZVg0EHvHuJ5uKsQN0dd3hueoCFHxfNsaL/qMnzhJ9p7/MrWa5c0gJ/9iMgh8UTb3Gfva5O8vd93mbG0+ESYo1hPn3t1A2peeLBHHYqBlLgdpHrrTVpL1d0MmBi4ae9ackLMAHvYdC7HGpT23azvV2h/ZtUBVpMNemRrfm5JwRxNiJVHqvvigZeC5HFedLd7uuriPFJthvxIDruTfnGCNrZeQcxhv+bBSjmUfpyT1yVf9uRV/r0OOQ+p5iUHPPG6RTW075acBF6J7K8PeA9sdLYxLmbgzuui0iwPn2t4bcvd/9xNe10RdUr6a8aaR43768na+HF9fsv+35efL4fy2jdrwVo+fL9qX/HnW7WiMsL7dXwqwHj0WlPfO5K0786X0fI9jSwesql+5WPDfhJFnhby9SzCS8hlj77nlode06o+c2h9ka95K7M3PHs9j0ve4GXd5OZaa8f63WFlLuYrQ6+qyYn91DvPCiRJHy6O+9a6DfvyoQ+CA+ehsqz2daX9M832BfCfWcpWSGOgMdAYaAw0BhoDjYHGQGPgjzHAxRhYKit+Ijnkkg1zwdLY5CqTi8Ylo3N0S1649ux08Qn4okGXv+rZCO6ohG5p/p2OOucYjRYu+2rbLRfMo6/tDfLn5tn/939pjjo/FK0mh671EQ4NSTJIngX8ljK/4Yhdyj10yOZ24LeG+W/6JBkUJK1vaWXNzdILyW9dmYZGuE0ZKvd9ZPnyMeF26i1n5SCkPluN0CP5M8o5/1iBbjuq/izgKSTtKQpvN130e6mEyEm9vUfWhJqzaMN/lt+k/fOf8vt//k9voljWS0cv5RxS+UGu3hifEhxVqM6M0cYUt0AqFlLi6qPXPnOkTtFvQWkB9uwSTPOmSEOq2QppAzfpR31B3rVxrTxgeKzUVYV7k9deZr10vdz0kt95sC8mIE1XaH+bOKBfIant0BBm6upQx3mhTpAteIg96VKWRw6PZ73zCePgiJ9jc3pNAxIkojxM55Z67fhCBtiJvtd8ra5IsHpNZB9cFsf87ItaXKoc6tOJoJaFsDMe9fnquz0+v4V8IQgUJb0Pcd7y6gzMC6IVMM4sR4S6vb6E5l66GwWAl0BYPZqfxR51Zhn1Wscck86S8umvE8hpVVUEMqi6JzWDk9qdv/dJIapMJat6dS48iEHMCAG/gMBUDbwfBjske5X5ZvJAIEAbwDegvcPnHlNFtdz1xr4B+cx4sXghNycGIzckJVljs5s1Q/LRpxoD3i6GNB3qKqSz7v0kxRkH3FJI8SyPUaOai4den+M1C7lo81hJ6v9RzGDGfhuaxp4GpARC/7ok4BIeeVatrIfjkd3zMSJTD7X9r//Jxp4GvZS9MQrg/rmvxxb4COBzbj2MKa4ZbY2zIBJnH+5PKRAK0CdUgP67wEq+K1aL0xhoDDQGGgONgcZAY6Ax0BhoDDQGDjAwXKAdmFmmLM3n8quMTp+xBVPt6T1dEBafNITxBsRNW1pnP1MbONvvY3/Otj8Vu6rpCjHgl//eqZ6wA+UifT1vv4GQsAxUTrxZIvhNI/VdYio1IqChFw9yDMi52Yv+Yjq+QPS3SNlrXyUbvlCMGx1bpq7YyKOv08gfdzQ8Rq97rv3KrGPqsibZ0hDD7ygvuVJ8ozaXecniFB2eo+6QpzgenXgE9SQpXq3poa82pOdGIfHLnodzgdrBdMLX9lSGclOdemZds9YY0A0Um+iFVK3jWuuWoYzgIkbxSB8Zun0S/8xGgn2zX7b2NSRu4GWPzcHFDLBbAteF0n7wvXFdBDOdTKYHAqg5HicViBtVYvEaZhHTTno4R0QJnOT3oJueHxQSl7y28Xp90M2Dac6mxpHUrKYfCuoydCGxAz54yhNr6XBvQ1wPN7Rd/8YnhR0rVPvVyFk+KAfwXuUwIoBXvT+en7Wf+RIYef7+UWF+/iEf53EbVc3KqXzeckZuQ6e3FvJCJbAmp4fzT7aqz9eW2mgjFyKtqBcsN6muqWcpNIkHlsaf6UT+M5MH41EnXwDrI5+Y7q3XfsrqgNtUcrz1trdYM1DP2OKLOaCed237NSaP5da+AD7G2wuz2tTGQGOgMdAYaAw0BhoDjYHGQGOgMTBlQNe/uq+05UJ1Os97uoB2uemJS0CwyfglIy5wHSqr1Lfuzu3Wh5/cpuLCXUEMueyEGw7A85Cd/6aQpsCqUID+AAAQAElEQVRExEYuz96jxSPAG9gyt9fam8MuenDjJbJ6JQQVOcQdXHLjV013OcYIhWu3PaXcqf5u1Zi16/IBx6se9w/UdVM7eO7lBAuV3YmfTgR3lq0b9i98oP+vF28+3vl5ckLE97pQXRZYidxJD/+m6o0qVS9S1Biwv/Lwuqg28FcK+9t1JJUHJE46+pP8bHXDflupQCcYI+DVkw0fROrwKRjnsp/TrrWXH37+ECUQHuETLMdZ1sbc5/IWLTwNcsgnO3Fe8HNnuyyGOBMO0W13wkvvduvHlknOkmoGvDc9tj5nlM8g4Yl1MNH8jAGlGVOeyiR/+AXGRDDy/XT6SwZZXALzeOklX+dMFrPKychHPHAeg/Cd1AAS1x2sh3BdADxThWo1BWID6DOX0aZ2gMmJ8BAb/JXrFl7HNhgfMhnqpkbAOrsf8UD94+u1K3c9hQdtG5+H7OSf14mkDvCBf+ApQUZVJ6yDSnVJkx19iePmtDHQGFhgoKkaA42BxkBjoDHQGGgMNAa+hIHZFdiXZPXn0hhozvryLudy4yKr3QvIeb3ocp9tbfz+InkIMDqiD0bFRxq9alCJh2Lf17jdzdLc+gbddk8rllALFoZDPc9h3l+YOlOFp5nabz4V3brPeqRul3mvPncpGbCrH1AwYFLFsKlChwmp6P4Z4nJE3KVAj8bm9iXvPTNqDzEvZD32qfZKLkfSKeQcmdnmXMQAS1LjojD3bk/cVvfOQ/OWIB7sPZEiSkgPvfq0zWp1+ucH2JirWUR1IVcNJwNYA5S4B7Q3YZfxJo/rRpHkmsU7c1nL4TT9s2L3BoKcwN652J+dDz5rkFvdV3tBJe3uYy1zrj9qZ1nXLL1QdCcFL878OTxmPtf15frIB05+6uXfYxz2S6bgsIOHE1mPVH2+L8b74qUyaddz1tqCXZN+sXH7AvgXL15LvTHQGPhdDLRsGwONgcZAY6AxcAYDXMg9whkxPuODi1+B32YNjInosoWfRq4xjg2NmFPLYchM84d2Hi6Es1/4ZcveT5b7ZL2AbUr/GRwPUy4ROfeKCchBdUcUfXGo4LaKsENGrbT9J9Tlz+vB5zLkWNZVPPXedeTh/7Ulh0zuyhmdDXraSbxoJQyQV696en279SMg4eX2f+f+yJVq6XWjQEAvUg04v5rLl8lyaT8y+VE8m/zodS9NZ1n7I0DMl6FcM+iVSp6uAzmC7Pofy157Vh4/Dus1SYc6VgO6AF/m1qAch4w7ChUP5ijc9Irj/S6pytt5YDseSbYeQxx6O/qSUhmnDfC24hGTGgPEz/AhaIofoz9Noj0W25e8s2rBj5ciPn4090e2ZbV63x+3XDrjtwgK0thOSirpNWMCe+3BvgRGnsqRPAuy1vIZetn8DKCNvZnc2M2HGVsg5aytWqBBM+0TkKVnT5MD+BEvGWh1eyG/Vt7T2XBe77+6zTp6fpm6AtTZW/yLcdbW69YamS+yMpfEf6BOplcna9VNNZrqdel9DZx0ZPnBdQ2pNh5Jdpxfa9Dww6PMSzpPHXoPSo7OUkrWCejtww/yeIQPp3dJ+KV9wR6JYKx8tOfypX5i14OXvKxM7qQPqAKKlCYOuoBzWqMGYuwV6f7kGEn0V3zN58qtWfefWer0fp8E00tnb9l+LKXkML0SAdYPkEOy5w/yfWSXrbwz8fpWvHWK95+QHOhBGTvxWe9vptjmMimWCXkAfXDLo9NrCkgpmXXJQErJkA4rj5TNkukx2PiY2iklS+kGWcyOTv0BnpO6Fx5Kc/TOetJJeiL/IQv1WPEbYg4y5rjR7Mnf21wnjxgCUxtQG6DtNlc9DVWMsYh/QiwIqjFzyV4FoeYzBzAb8nGZYvg8SU7DOaoPQKNf1A5piOrQAqKT6umBHchaQ8BnjqTPG0jHjzzyWUQ8Z0lg1Mgk8uG12NtPQx0ygGuHcoJnb+f4DLUk43NkyGITwefzQ08poBMPnfi7Id/oFgdeu0/q9Qwk/KANvLP/Sa8h1un12V+V83hSdqmzTq8rt7z78tqtz725gq+VOFqTSWtnDnxnXQuoEjW5NuoW+IwCUkqWUoru+VKuRbkBnIeU2mrc1sM8d/Zojc56C1jqDXAtPULc+P5ZkZy91h6NgcZAY6Ax0BhoDFzKQHPeGGgMNAYaA9/GQKoSylX7o806qY8mcnpwLuxxiqyBrkaM9bpYB/XYtF0WDcYCk3GUE0V0yrzoXSOTbl5Mb8jsj0MB4PFMLAL3lqVWxu/H9mnwAWKWt4v7ULlED7yz+6k4vJ9fa4rNU9duVubxHHg674lBSslSEmSXtEclTjjSYx9ey7JJ3EgKuWx1ovZBLmdFecKGwoRFslT11Dz12F3q7gmnptucNQZOY4CtDHDIOYY8C2f7u8/roghByH3ANc2b9dT99Um+j5OaCqgZEOqQDxMajYbJD43PH/xM1K11kN1W2712I/GrE/dE32SrkPNrjtzzRaQGVrM4PoBXvqvEQ9YXdv6lJp0LwHUVbpGPuWAUYH0+qBmMnvngCkbF6w2yD0y9TSL7ELzDiXc+9ESuL4XGAdjgpH0BvIGkZtIYaAw0BhoDjYHGQGPgOANtZmOgMfBbGOAayn8C9+0Je2RFRUrsPnrN4NIOqLlweF1+/YsNWDC6QEUkfnAekMNaCMbB2jhzH42vzZvr8ZGs1xdHwCTt5IdXbMZP0evGRhLn5B5YDqZcZJ9kb69mNPxUOD8ZbknBrTxoHd1dxUN5xkeASs3zVUv5m3UesgprWx/8dD4cpcUJ2X8anvHF4bnSOUC57I2Ro6A2hxzs884KaNLKgS+wMlzUcgEHAfLgVwq6vrOsdUhag6c+iqcve+6UT0DNR8d4jqhSteEAxBRpyx4MxV4pDk1cmvZygb33Qfwa743eoh1kgD0IDk7/gmk6/9h3F2cCR0DR/Dw9O1yv8zanZHrHEJL5qWwnPeTuuScqE5xLyecTXrQgxoBMgmC/S9YE7J9p43szWZgTnsy0DuZte9tjc/7J9AlQaUnq+elBXaCY8wzQgHp6rjtm9no3aR8F+Asnr3t80UPssZAvujs6fb7W8ZnoqD+fx7J6gyetrddI+1oQJkIrqp85V0SMLzr5kjtnvtjuF8KQCagy8c/TskUuzDisUuGdkAQbQGRw2OcvnZj00gGOpM88x4bJrOoGs2bSGGgMNAYaA42BxkBjoDHQGGgM7GagTfheBnTBZYHvzfLXZ6bbBjZc21v8tPtaUWsX/sv6Ze2a71rPzECtP6ftFZtxs0RX5cSxzY+5NRuUyUj8AvozEAuVT8cGoCjomF6ah59xUYMIZT096BO/bi0bpMTdIb24MjAZKxG5nW/UCCbjSx3myN/S0Am6zJcLKpkItLe5dGuZkpvE0UNx8QDgPqtvzpn8hzzq+6PzlL8FniTidcKAsLQfUD9x8XwYYu3Ery+iNqQ9flBTjcfWbfRLGOBcBF+SzoE0tDfZdwdm7pkCR7x2KZp/LjDTCTue+2j3eFuwVQ1Z/viTmOW1ccFmj0ovBeTs2DSPGgTlYcpj05Q/ZcR6AnHga/uZ4sjg4Qu41nVTZrKjEuA+fZKULnnSCGsNLqlX/n0fhSTmBxHvvy5783O5ogOOwOsZVk5fd/bQA/l6HVixjkNt5fXjhTzw9wS8roTJls/p2IOYc76EDTDst5PLxx3wvMVzL77La7XiqU9k4ONvfxoze2tk6mVNwZ7Am7MVxzagfQG8h+Fm2xhoDDQGGgONgcZAY6Ax0BhoDFzEAJcmQl7BcAETFzJ3ck9WuuLi4qlGuVnHRahgwjzeHv+D7USEP3wDXeyO41uu/GJ+LUcH4mxslwY3E2oUbfVc83zZz5wrHiRLzA/Kn2BmUOeO3Wx46FL3SoDB4iOCNWKNBXIv0J7qf5RObzlL0o4/+6ahPPw54ZDmNxO1UeWjtDVVB+MjbPj/v+TH/5SZS31dqrtZGZ8DevraY+jkYvdBFppud5CnJCW/mRKQqjqUgOd/U425q154KNAt+168CL30IKmdlHCCK8lbfdmW2r3XLh/pf1vWnAIyv8U+o5X5AljnS06dKnu29+r6yQWULJKaNUz9MrL8nIkp+E1thY0+HHkm4gi5PPtbtb0SAxKbDkiS/Xh+Zf/ts5pHUbPJ05IRc5NeF1NOFnLJbruulymQeHpgB8KQNqDm0DX5CQaSgiYtwxxS+6Ehl6c/aS8a5/zpjnHI3gqogoTuevSKo9PLANEt6b2Q83nEqznIK7706myAQCOPfF7Y7t+nbjZXXOKN9vP+OPAVDS2DXuPMYQcfcT5Mp0fdkr4O09Gze+TAZ8Xwq51sgPdJZVBWhGLDYIdkr+JjfYoieY1YBdat946QdlIFvK8D2laq2+vq3t43tyKEvLdY0USdkqqd6c6TXCFXJm1X49Bf83SuertMpelQV6wbbTVZ5sN7GD/k7L5UiwGcmka8rRqJwOuHQ0X6+PVP7OuI4vlFZ5TiJ3hyOQ682KB2vSZr31G6IV/0WE+nrgDnbVan7/jcrs/1zrniw3896cq24pvz93+r1P9lxjp7//WgEw8qKw1ATxsplVcbEt1W4AMOV+3hE1QG7Jqq25qNgcZAY6Ax0BhoDDQGGgONgcZAY6Ax0Bh4nYG4qEWON1oqt0ntgJrnHgQ91+NGb9w0csgeKfH0gIVHRiqGC3mu+JfMfEyxkOP4M5+j4a6GMik3LOS+3Jii8cyFcvMbSciwxdPQJm9qA+590I9t2bpNPT9s5nKwnatP6MtzqUIlkwnY5JbcvRY8gDJLbvweW/Ix6W5D6iwfmADOJ5BKRrplRTZged5Xa+En8DRRahSw99pt4LBIO+NRNrZuBp7hDB/K13NF0n8EbGo8sm1j72Lgdq6a7zebPTgnwUz9evcSp/O0CMKeQ87Hzu0TgUi8dnHz3+7OC436uX00rub76ykSHPVzm0eugZt2rUXMAf5+tmb3eT17+vQsqJn1A762p0d47lCFsQJuqLbLF554Owjcu1GkqNXlvcUrmnh/L+cJZ88r3uZzIScwH1vrV/XqPAteXGrKuRmSm5zWx6Cq4wyqyqoerdSzZlghA4Vn1eh7F1lPuo9Uj17VJrftrz+vZuHRrHwZPq/fTn14JJ0zvA9EfbSN1xDtrVODPXNGMvHO7u1nE14YX/CPChzx+nxXso4F7QvgIwwfmtMmNQYaA42BxkBjoDHQGGgMNAYaA4cY0EXioXk7JnERBXZM+S5TfnIZrGTFNTUwbMCK3Zlq+Azwk8pJV7jeH+SeWD5vcUKMhJRR+JdUz/yGQr2HqB/oa7PHN3zswINL7Bu4gcdvbxjxBecg8qq8J91BA5WqasaEkNVQNKkHRP8iGSwnpQI6z7uzpNjATAOLN8/WEsJ+bSz0qfIfukeSmx2MdzydhiRPeOyUskv114/pCHPBVDv0ROToT74H7UTIRByg6sRwWN/ave9l9Nj8ZVCjmNR+s7hhZ3/pQX01/lJtrZbvK02CKwAAEABJREFUZiBfkh5eA37K6vS9JJA75dwhABK4Uk+8JwB0QKodh7/mU8TqHHyC2uDhhNrwY22YivcW5JFEmBfIWuCs9yLQpzkfR7w/n8OXR2FFPXqDVAah+d0y6X0u0GWv7sMFaU2VkznDyT+TxNonZQYkPnaUT0R5V3xyDtxPVL1eKxKre4szNcHlmT6/1Rds8peD2N/sbYDuvfn2Cifo2syAelcfZ9fInum05cGz3NnFz2zaeGOgMfAqA21+Y6Ax0BhoDDQGGgONgcbAdzCgC6VHififl81Zt7EeWf3esfgTvGdXkOUQSPhBG5g/uao8qf/sAvjxuBy401riepiFWt3SGzpuL6UO6u+1vmqW7yq9cf1TyWdrnMg77Fdmz83C/EpJTLAa4+Gg5dwPyJID+PPN0vNnnHF7q/bWQg+y1m4N47rKMKVkKSW1zj3i9SH31DHkT07UICxGe0jJdJCMgfthCHhn+lQ4uOUwHf3rvWCoSCgKnFI5d9RwVNzT2o82408ycOo+28LQBXswagh5S+MWjBZg7N4O7U7gDJzi7ElsfVGWUtLrfycg05MJC8MHpuAlpYMTmfwGBP21JOx3Z02GK3iWeF0o7RU3v0OtYk+tAWeBIwwoH03jOaDuiQe5nehu5oqcZ6rf1b2Wnrdx4eug12wDb4v6hkBeWIlTPq9fv2BVyBJ49tzN+q3bGGgMNAYaAycz0Nw1BhoDjYHGQGNgDwN8ifEIe3wdseUCgZ8kXcQRh6/M4Sdygfvo9QwkHh18CfMI+rJG3zzpqL68ka6+QKPd2X+WcneHR6EfjsmXCVkXublPllUKcQp+1Fc+5P3Qib6zzLJbAv8frGD4EIrfm62+KjJg8Cn0+UemP5YHmVKy1KUn0ZeHuaxVWeaQSd3v1GcvJSmT8lJXcfMqwhY7kIda+yHPLOJq9K4XmfpCTk5FkNqDjUmaxrPiZvnpfxjrLJOo/1Q/EQTxEbyo9/ox+tc6E18gN+onjyX0Wh2QlHPKWdkB8//jtJM/+HMfsjP8OUSqarOfZIyB8B1FzPuh3yPl3Yjv0MTodwqv7ngQiw6yoOyv0s7iPctPDVM/qUbQuYQj01r6nN4s+7mS7Uec9ELEttlDFPn+wwbMhk/rJvFfQB1KcOY5a12Azf+PZ69D2TNFa5Zzb71sC3r7kV9gqtEhG5dDH5/AZMf6J81PjM3iX9nNQzzkGl6Nz7nKDwIEpv7En84MX2ikaSWkirV3OZ2wq5dlnfVakLXR8yClmhzkt4qBn8mEzR1/payso68CK+2VzZRKrE5yDc/ir83bqn/m/33jA//aC6a9ANgT1omjASklSylJJejzQifY8DhFEJfz/RRnOEmWTe9/6R4mvVmyeNACcU75uaHB1HWWNH8NMhmPmGM4QisFzU5t3jucWnQ1NPbagfeIIulB+solbVCp1FQKhelhbU3rmlKSSFrVIlNKdnsQp8ZtJOFDXV4nJL7i8HVU+qtyyDKl5DWnNJVGTcLa/GG6OOysT51lYJIxcJKE03jvwSXrlpJy9aXIRt8SI6boZrxHOvpkSSgGtumRZJV5kowjqa6UkqUU6Epb3KSUwuxE2ZnpusFKNfKbhBOOJKZqbHapfDwXSZFTu6C92c2KYbbyuYjPOrRjrUPqQ5P4yPpolNW8IevzUC/wGQpkfbaq0eu9OQt1WJjkdajW0ca2lrS/BXBc0FsSV0k1g8gv6XMjiPMk9CHhAFAjyJpfI+yukr1OwF55a+sYp2NSFYkOa+NIWl9BenLI0k3R+9oztgRqqlHPRb805wqdzi7zzwt+rmyPQI51znvb7InOekXtx6BZr1kBnbWjvjUaA42BxkBjoDHQGDiXgeatMdAYaAz8Kga47LL8IOVHYw+m/aYhLsD48uGynN/Aoa/jSgHUBlaGL1M/yul50Mekpdmm9ViaMtGrTxy/oNZNEtrXwTOQ+5BqbjqGJDfZvteISkBErduh2yKd/9lNHZZj7YZV7RN2wu7eDzeGbjc9UkqWUqqnn9K+xSVeNs9HBYR+Ocg0j1tPFd06t6lS3zorrYpDXrNWrP6oOkgLeU2ZW5bhmsjNa2PgixjgNAvsTUvznp1HMrHAXvfL9sk63fROKVlKBfbk8SzHJ9PH4aQvyM1s7P9bjfTBcocVXEphGNqd3NF5uwNtnPAF+STlcKM4WdqY+n4zBZp9rt/vY9uM62rYFv+ZVeQX8pn9N4/frap/+avKGPDE1b5wV3mIDzzxGZ1rhA+EnoRsXwBP6GidxkBjoDHQGGgMNAYaA2cx0Pw0Bn4XA1wYcHH/vVmTIVjOkNzB8ujf1/KT7IDL52+qljWp8Xpu3CnIfouAWr3mbDaJQd+mD2yB3Waa2fp+0uChI+VOuSQr/7dVsm2PrDlgm/WyFbHA8uhZWiLUOMvvYz+dhgNq3h2Fu+Q3k8Iu5J3xS4rET9fnXjunYKuzlE1rLNjKw3OH2ZXxQY0FGLrKJllWNvyEfy8Z+t8ntV46d57mDU9xDnv76YwvMVB9W9YHDmp8Sfb/chpZxQOJduxkAN4CTK3frzs/jzupgYQfarP/vX3gyefyCgnk64CLpSl4A0tjEx2vSZ7DRPsFHbgAV6WCbxiSHDmgf1W84tdDKQx7zLdTUb/pWYEJynqD8fX9xPCjX/F6hf+dqSYRPoX55xobHgMjQ+814b60sKnCax6XZ+Of1yWwbPFZbeSH/GwmJ0fXXuqEJJifR4lnh73xkYb91Q0yvTO2YhGvhlSnH2ONp3tuDhsDjYHGQGOgMdAYaAw0BhoD/zoDv6x+Lj70LcIvy/p96eq60PhzTuDlqE72y17+IQfO/q3euJK1ub6XTW9xL0EdHUtkx7xiL6OTD/wSo0jy6ZWG4y4SdnPcGQ0KORlayyL8LI++qg3vIUt1eFUrCfoq0hzozsaa/8hGkhwAodVFXILwHXJHkPsVlGanH8zBLax83Dq/tzUtar0Ozn/DWIj1Xrd+aeQjzFJTjZcqaJNfYUA7rOw0bQRex8Er/trcZQZGnhmmgzwKzh1/H4r3jG2OtMQPDUkLPDRikNcnz4HO7wF7GxzLOBlzCz/iHQ58DYrmmM+9s7SChKsRLjTkn01eWpdwrPqoDV8gYlwke8XgugPQfvu3Y/O6fG2z0gDl8zZrH2ZZDSDx4sGigRfdfGL6R2IO+/IjsbcHZUWBz9BeYk+zt+P8ZO8AH7/kKXgKOQ0y5jZVX9ojZuCSQBWh/BjJJTGa08ZAY6Ax0BhoDDQGGgONgcZAY+B7GeBCgJ94BboO+85E+el3sJAdOddYMHlRxc2NGmbVddRD34uDupFjYLx5VHvTajD2CDOnrFsNg6c5xjlc7I6doRGXnCEH9QHhHlROApofffJT9/gBHwPrusVYbjoRQyiroQY2CqyWcSOKP7X1k7OBXmVnvnlVv/z5rd5y/rHbOlh51LwVzeFnpWL8H0z8v1zIrN6IpHUePCfl5DUhhagnZ3IUlHwGGsugl4VqyRNk1SNb+ykyy2jwf6YIbuG3hlJRGGIKrAN7W5rbQb3gptnXkt87n8XDyJ9l3xdFyzPxBrCuqL4WnCnKNZt2SQH7JylfpEpTS+vuz+XJx9REcn5ptmELaGvoSw8V6WsZa4ocUt28ToOPca9lgwNqHzG4PCLgNCmXpE0ecrMfcgKTGmP2lpXpZQwk/KANqNkV7emNDMC6toGBN4adhtJeNH9lmKq/sed8KbFa6oWZY4SG746s+qa4M9mp6M3G85Bskpli3KDuwpGk4ywFtIFUfvgeqBWuVZzFc52YbvDhJyq5ISmtOSJBDUVzVc7npnFv8innRg69Tp9DkrgpWHV58gA53Oo11nwsTI30SjjNt0D4ifWvYjonMf669Ihdb3xJBsoXZWhf921s6hobXbK2rHEa1pjPgDU2ulk3IyfWjlcNtXl/r7E+cT6iBdf8sc758C/oxzm3nKrqiwF/vYvOd8uoCcm6ZjV69rg6vdrl0+5Je3wDFZ2dH2tDWDehXOCdF5/qczDa4bLaKX5mhb7JxkBjoDHQGGgMNAYaA42BxkBj4F9h4HPXPb+KYWgq9xF6y7pQpf+rCniYLJeGgYeGTwfnXug/nbTVwG9wwDxYmiQ9NklyaRhdDGFnunkXkrEzkXp5u/mfX4z7XpIFR0lXidEIMHAE43z5OzJ/4xy8O7TA1GIeV/WOnG50tMeMtQLEuJvn2Ug75KCWH6i98RueRCZpVjkPGrQO9pHz7b3f+FQV91L6wzpX+wGuAi+5jslB9Fkph99NcqjP9zrtTZOa0YUMsA0CF4ZZdk3g5ZHv08ZJGHLIkG59n937w5jxRY+d+eCcEWnxvqRmHXtLpGl+5SsJ9zofmDjDAkyUX9ehBFAnxsvdq+8vVI4PZ2t8bUZbR/pUm01ALsgXc6A24JvqBH9P0smK5dcdkuULsicTdg2zEwIbJyoP473JZTb2zgQb3Tw1W6MWPXjmwG2iNuSzCd807skfTIh9Dg5Of9O0WJFe+yjrtVo7yaiatl9TeO+KZOCmhvk7UORjlz6o8NIAT53z4ypPjZrBKwy0uY2BxkBjoDHQGGgMNAYaA42B72eACyDwlZnyk/WBlQQ7XVuBleHvVz+p71kBrB14ZhfjcAWif5Ykhxqv+9XCupPw6h3/zT/y170Dv19QZNgWm/FZ3PJ/8gJTe9R7g0viGq487YmYIClugfkNB5s9Ot1FAzP17q6zJBoS2D37+QT3LzP3rxhqVkeyrDrMf84cTquhV5vir/hddtQpF2DOLrEDGuCG5Qi7+HHEfTJ7Uh9eqcTGOnQTSzfPzIqW8W+GKvSVWc8x1mvdooxgJ2/OV3KfSQMBNb/0IG/wLD1sajyzb+NnM8AZ5S9jZzv+V/2J0Dg/E22BHU7b/AymF7AXH/hRNBYQjN70eumvnYyDcWBzQ2k/sMUneGDy0SFyA+tJPK5vfV4ZwXfnq8m6agX0Ge01j8XvGc+ejRwhJV45eN8BpVK9/XbyJrhOUr0zjyy/wPwzVTrT9TFfysfIxWU65uPALH64AMAwOODil0zhnAlY2WXq+jklaeNj0hm139xgtwA+p0c9rKW3lThjQM1rD4IAomgfpwqorgHrBe69e/0aQt6PnqOBc8c57pqXxkBjYJGBpmwMNAYaA42BxkBjoDHwhQzEtc8XptZSupyB7DcVSpgsEVDzwsP/jHEm1uMgOff6EnFAn9WeYj6bvRyYj31LP6vuAuqCA7CUHZUs6TfqcAtk7vHEn5rnHvgHM6/lz1Vzk302sKG7teqtdtOQC8lODXb1UqcskrBrllXnnN09lrwtZY0d63rn4A2KrL30qdh1eeSgl4hBBSND80wRd+KOuD8zj+brbQxwvgXeFnRLoN+0ByFwS03Y7LHFfg/8i1+IE3Q8fPHd4BcXmIWk/VsB7aDOP+oKWY8tt7dbLs//JdqvK/PshNgJgSNrcnY+VQ6vuvb5URuy8v3VzTpX2h3cVb4AABAASURBVFkvX+BA0vnAnIunxEerOgxLFaj1R9r4eTrvC3l5mvMLBjUnfOH+gqs2tTHQGGgMNAbWGGj6xkBjoDHQGGgMfCMDXAAsXYRxTeQYv6y6ffEWdfiXH9E5XfLlkcBvtS0h4umLCBP8i4Aq1x/L/E+od18Yzu3CzdtlFvNCSv9ZEsxvUpqllCxpyIaa5/nO+9QO5vpe1ff5R0MVxFPvMNOA0Bv/d5fJLutbFGCDzHApW1lecmTFwXFWHGSAfsGP+f/Pa74LNYyUsGTmXEmqm+UH9KPMKq0gy3cy1SjYwGdI/tQY8L6Fbzk8+cAzv6nQKxf+H2IlZ5xvWZyrEEXrVWdBLxtyVin+fxb/0JBdErLW00Fb6Omrpqy2UZ9D7gZ+kjgCcmn49C2lYdogpWQpJWn2H8xKKsyh6dEnhrp+9Px/xeyf/kfpBTTJdcmSVA6p4ifRXaqfSNqd98q97INedfbSO0Rocj8y9mj3TzIxkDUni8c8SCdfvFngfupLmhKnyivyrKTnrnos/48FkvoBG/PNFv6o29uDnyR7A8rW9WpnIaVknVB0VR527gP/eMzKFbkGxoFpPxQoJ9XgXyBLrs3bos9aU9M+L27YfWnLtM02ylTutQe1F7P2S5bcPPllQ+oB4Yg2OLfG8N7kjYGy7jo1obrTk5BSkTq5LNEfcJvVqynoPd2AehynQnvQTDFOdXqNM7FljpQspRnEHTxq4JrgE69xziRpAatbc0i7tyQ16GVVQ13TkIM2wI73KiT9AuJ0Kql8nkspqZ3KkJ5jz6j5JUepUi+fFojEqCv+Skno1mROneYn4WbRqdlpn3ZP3htkdurR6/0gpeCcVSs1lnNGbQ2llLQunYBM1nWdtuINKRV9SkVa9cBj53rm/ycf/1WjndpA4tKDGIK/xiRFAhKvHix6jY3++uQrrfWXFDcbp202k3utD5+DfqzXfvqxbP1Qckrad13Bc4davYX64nPIKLWH+FwReO73WouShz6D6LNdFnpxEChj2Yq82VDL/8/evyi5qjPRumDK6+zo93/Xjtgd0X+hM74UiQUGzNV1mfJiOKVUKi9DgjK4ai7jc7fsIzvtGHOIBq5dnN8A2zK/+OlUf4C5WfGQH8Poc6LO2TeBs/JdA0te6jVDahPpcpAlsvOmNwPBgwbULWPo3oTfN8w5C3wltBCanbVGWRznhTpkcsmRk8qUJziAEzX9YE94o701BhoDjYHGQGOgMdAYaAw0BhoD/wAD5T7kHyj0N5W4b1F0bzctrvR3DfQxe1Ec3Pfe9Te88xGeSYRd3CB3cbOsBwXlBn2xyHnXoT04LaafkVFL7mtZ83UsTc3ijt8ke+d54KtXnBR4BuHG289l02M6HqKsPcBJnl0KB9XconpRFPWu98H7rll7jFNKllLaNAUrUIxX6tO5UWzev2e3XfH13sUhC+Lm8s3roflXTSIFcin+nuyW/lXvhd/yfpXP5qcx0Bj4DANcF8Bnoo2jzMWd041nfXuPix349kSOJqDkobnGUVf1PLmtu61dGCi0QHbp3/Neotzj+w96XaOLMfDjymYPgc8kVn8Z+pmIH4myOUj7AngzVc2wMdAYaAw0BhoDjYHGQGOgMdAY+GcZ4Dd5wTcRwG/ygmO3ytz5Axv+8gU/wH7IixvTuj5yA64rqXumSV90Jq0DY6744W9JuVMDoB2Yps04MNXmmBhQL5io+67575g7h5bVzpY0AiQuPfBZ41Lnq85KdR47zxkyzujc2F/RUXinYpASHzhSH8qZ9bdjQZkKjs2OWXgQOEfY4boWxMhl0v/qkqLhGVzmeZsjaquxbVazupiB6dbiPAAXh/l33ek0vqV4zh2uDQ5+JuyLwpm/b8bEmo3jOYSeHFQsOhDqJj/LANyDxaiskeD75tXIR3xz0NKa4gu8ml6s6WPpU519JN56+ln85JT0KbMgZXveU9C29vqRDLBtwZvkMKnX1NhzNd7M3zucctL+ScO06Cfts0H5FxqJIr7h8yRhK+hqUvVa828w0KpoDDQGGgONgcZAY6Ax0BhoDPw1BngwD/5KXUlPS26vhRjZksfKipZN99sF3tOb35hKnjyK9/LPTtHmVhe5za2S2GycLRnet3n+tVZZmQOJbQfG2TqtdafzBGTJbXPfWxXvR9f3vf81C+2O0fC0Pxo09gbZhqQ9tvhEr86RDDrtWuQQu+64cachIDE9fB0ZYxLGoDK6uRn/BCPR9bTOzPOhV8NWX2G5avR2EC/iIeJL9hpfdY289bDH4LMs95mpJuc3ZK9uojHwUxngHAys5qgTis8fXE84V2mXnyj0Aqse3g9y3gxXA3y+n1JbbKqjnjBt6+evn78jvQof9T/bgefAkcgxF/luvvOncrFlnd/ZXzdOUHnzBHopMRzsCzAo5hryEeqq6Sr8Dg3tK3wB19351sdiT38k3notWfs7m8iQNHKSOVQF1L3wwOuF7v5pV9pH/Xqt0cCyfpL1zOfiIWBiZwmDYi3VNnaAgfYF8AHS2pTGwE9moOXWGGgMNAYaA42BxkBj4HcywK2JMPvbxty8frqqPperfvOehzfAb8KpJ5s/KHSdvbz4a9AaLwZvFA/dRge4qX8x5x5bUBYvQ3sV+OCB3xRrDwDr2mgnrXuSg4CpbTgmmRQNOnWb/hj887AjdHpcFfB/Pndsf3VPlPr/e8rljPPs/wx0p6Uv4P9BlchPueUKprZDY9jwz+86pMeuHrOusy/tqy+9Z/efvdep37k9/7+wrCnr3M2k6ypm+XKoqFqura9PnHkjH1DyJC+g3FQn9TEG4CRgjPn/O+tLNXx5bVm1FR+aqwSZC8w3TWci2EyWpn01grR3HKLGkvLQVWNYf+JIZXBmPOiKawk5edv6F1Z9sxZcG4Dr3LNaHsncqfuhL/WNB/lTWwlBrgIKYGoPKBa8MwewR5AqH/V5OB9aX9ZWccM/MQYcjAKTlFTjoKsD06KmmBp9+A3dvGza6xmo9wDt6yNs8OjnN+f9BttvMGFnOnTixLn3Lo36fGWHW/oy45weYCdf8oqv/vpgfuGBw4D5K/IN6Waqwwdn32J+LXvD0QaBkV7vAqcg5rnyI29DbQej7Z6vMllfAAs+/2Ds/dMUnJ+pNUjCHQ0N7/mbJ6c1QWrxOyAX5O5wo/Lmy8ueAkWl966HxK1HH8dj056p5Uh86q6x2Qc5PAE3NTa7WTIkJ9ZQ176kNeHeoMbStFd96j8j9fLV4IdrtDfhQRzYAKteqsv12FXqoflcI/Nr4TCw2nCv2mJwzroWY2IEiuaq95ySspNvrbflpIpA8Z4kgEQ7LmJATF/kqblpDDQGGgONge9moMVvDDQGGgONgcbAH2Ygbmg/XKJuhu+JeJvjmXSDu8463dXHAy60M8anVFTl0J277ud3+tIkPQIwh1UveeQBGKi0P7W5p24qPlSHKBnPKwp9HarnKKxzwdjmfI8oDiW+p87zkfFAZOQK2CPAtLtdKtEV8/1DC/4itZALjjn3XnnTJHIFs/NUy4t+IY8Xu/MKZWe6bGhf0aoh3xvSYAYVvNat+bsPeYMnoDXGJwg3GlWeZsjQ/S4JUzV+V/a/MtsNe/jb6nq/kb8tNQJz7pFiAN0asPPdLc75a0LTOVwQszTq53b090rN5+zngoUfAoI3bjABb8wWhjWTWGDB4jvVMBI4kgc/swLv5sd+cPuXz3HvZt81rvXxfYYExNEGRJAjSXt7wxtrDNhjAzbMO2pCLDDkf9TR3Dw4CMyNz+m0kyIfzrE5kxt1ZPvevax8mSVZX8f7WT/HgrwjG9og+rVc0tc20da6+R6K/lG5J+ZrjOmpRlbouF4ghxm+fkOvNS5ioH0BfBGRzU1joDHQGGgMNAa+l4EWvTHQGGgM/HUGuHUBn62T212ec6T80Jcgwsnwz5vcfXe4JYeTwTWd3+x20BauPpwvOT2ar+cmalziB6gf/vAv1Y89yJtcQ27NlzlgqTD8gKXx0Cc97GKvPrRfQeivkkmOHP2aqHv+WCu8944J6Ltj4bno3OTkyuoYCBOyfagTUPPMQQz/ywz5E8fvXBGdv3EoX3KUvMr7u5nj8aS6xvUXz2Or63tEwWuRvNdgZDuO1L3uPeuabAVm2vl2wUvr6p6Q4AKX7oJHncA7K2/ErLFi2oZOM+APnuUl95CYPbieg9nBptzMAFcP390iPE2vpRuup+8D4V1R8A2GCZx7gHEwDPzyxsb0RclGy1Nm2TmH3wLek6+1Dddp+8hLa/1SsxI5GJtzHxh7FPjPCAKAg063TCMW8M8cN8fakg95RD5aazgBMZUMQfSvkn6dluOkJazjvfgnN+Vlvj72C19+xqzkLRK8NuSK2eVDIt4/VxOXHPcHCA+xliwT3mJNke5Vhug9nCva214G4NI5nEw8tnITJ63bGGgMNAYaA42BxkBjoDHwjQy00I2BxsCtDHAjFTgTSPe1L9NzzgZeBk4oyPXtdJIBbw13GuATLEyj1uz/THGnuvWQzu/ymTBF7WBTRWXCmhtZ5Bv4ltvh8PBKF6kCrfNatcaDhQaH9pWNu/xOcqQwMFFHN/h9lZ24KBNfMy368PE6HiOVZEqgVt+8vuYP32zHK1czss97re9V44Zzb8VFP/Kcl1KylFKvv1MQA/QxRvn0uu8Q5AEuiV3Vd4m/5qQxcJCBi7ZieqQPXR8O1nnlNL5ZsCSPgg5vqnffQZD7vF/i+d21kRLA6WATJ4qLJnDa/SkHS1koyVN+PzWZ/CexTnWpO3DE0dX5rOdApusW9SjWNeqx39T+XA18Zl9mJvJYttgzgjfs2UGAtqMfGOl8oH7DaA61zU9vz+WP7t682xfA9/LbvDcGGgONgcZAY6Ax0BhoDPwwBjp9QXAGP6wc25sPN3lr2OvvOnu+DNSXRPal780C+uJM65X1QM9z7u6/QTJ/WlhuP3kH5q+SnzcPvJH5ADmlHn0jVv4qQgP0ATpAu0anL0od4qBbAX8p6PNlU+ZrVg4e8xAvSlAq0Tws8eG/cZxtYI/+3G/qY/tQPqZ6QPYvSDuL/760/gM0Vs5VU0mpR5Z8IsvXANVM/TVkzGRB6+fjypE8F2AnXnJp//f/MdN29XoMhZBp9Hk+NDj3l7lSa04Wf+Sp/a9cM+jnFR6yRT1DzeKItiabfYldzcEm5YfW+mE6mXRo3om65FW+rMBMOQpyKe9Wv6Qy6gC1vm6njvo6zyln1QmUc2dfKuGLvy/xOPUc2vh0UC8+xIuceH3I4qv3K3/MuQMlbFLIJJqTZB6hkwHrkT3HL+X3ZbSfe7LXUTe2ylUlWdclR/a+mJQ0B3w9Y0xrIhYxp/q7+sQqOao0paYSrIAcpXgTmHzX8Gb6y/BDVHGt8T2qUW+jU3vvoWlm6T9Hp832JUXkmlKylJItvnS+GfAdzJkBwvo9LzbMiznMBykUTV7AAOtpOuFcyp+W2YwvR3tINXt09tD1ifU9mtQ4AAAQAElEQVSIYdoC/xxqjRi+QuJXUa9w9UjKVY6S6pRYPFJ6WFrB4sSNA8P5mkU7czhnAG3HQxcWwdtH3pibNDGgQBWHDyWQgM7llJKlNIYmLhycw11ln73txmwiahDShDvoVggLuP2dbwTskVKp7T/J/3RdAykVXUpTST1grJ+mmhLjD9UzD7NkpnMlroVJvRrqnjo4b7PO35SSPYTMDx/jpdxZ1wHJNKyBTuB46C1pb4G+LY0UVj5wZFt/MQeEFW0Q/bskMQTtLTPl7rDNr5SSpVQAX+nxUP9hXnNSzT06cfrk0lZemmuBtGJ3bCjrXO302UinkYH80OeiPkzWWutjkoE575j9pzfwsKwsn8jyCTRsYG7+T9A9tA4Bs04pZeOfyi8ofTOtm8NMBjpiPZDqVgec1UjiM6UnA/UY0/CsT6z6NJ4VnR5a4iIBbUB7P/xSqfBI1jGpjqRIxs869qLq5+dzJ5mF1wjklI2xVyhz7ZEsvM6b15DH/Mg5rUrs99l0TeCu1PBcx7q/Hpfa5lDuFbJoLJizQTfNZj1aG20MNAYaA42BxkBjoDHQGGgMNAZ+LQPclPyK5EkU1MnmunN3exr8ongzbrkpA3WEGbN6uG6P2j5vL0977UcRnx1ig9DU7dAh/csj3aBTM0B3CVTHXEx0NbIeKmTFvyTmnBMF4xbfhxSHWF6zHnS47q63qF/SQyEvjKWy+gcaxSl9j1O6w7vX6nXzZWwNHtosJOXOehcLJv3oSDAtUAZKDDgv/e9+31HMTKpRG3I0POM2pWQppZHZ/Z198fZZb8m+eCzvxZ42KL323hhoDMBASukbrg9EfkUaqca9uZ8pI/NNHXyCTcYfMuKiDT4UbhqG0GCq39V/z6lb9HG8vcv/GeM+6MjFnO6zWY3S+XOdO7lk7cBPIu3OerfWeS8nnT67b83kiB3Zg+fculfa51guPp7+X1vn/L/6W9S8T2Vx6saBwYyawKBYaLQvgBeIaerGQGOgMdAYaAw0BhoDjYHGwF9igA/+/ILtr6zJb6SoAHy+Am6sAmej8xvHXk7v6KFODeL0Q7sEzKzPZTRg9mzZpa/wG/JS50vO4FBjxJT41iPlh7gVtND35/Na6sP0n3Lgr4zJ5dXinIaaatTeBr3Wo9a/b+src+VsYMG4/AXtwqDiPTQEJO49yDGgld4SLJkS3GK4wSaxrxQ/ySWcbJhyrYnim9fNatvmF2tDzksTGANL40+94qp+A8pDPb3bADv9ItMapx3uc0BdNfbNbtaNgW9hIM7D1eB+zTJLkpxhSPXM9DPrCXXPHJw7w9WAKGec1XPxBWrdL2on5Qokjhx8nngM1/5lD0n8J9lhX6T5elv/IgXQd3+hYA8IqtPA7RX0sThHPhLvTUFaW+P8Cmn/yMu5/907991KxS9Ohkzp/nqTfhaM8C7Jk+NURDydVezik95+7vSHeAXTDKl7qmv938pAy7sx0BhoDDQGGgONgcZAY6AxMMMANz2mG4KZoabawADUBTaYf9zE19cXOLKULMpJLrPKic0P7Po/D6YvCfmnwqbpLZU6tftwvzD9pajKm/zVKocSntbBOJjqy4SVd3wxLMl8nmyoicZRt11x/A1XNVSV77htHpnJDLBtxsgqaqO+0cA3dDwX1YEcMUCN4DUnnpVqxtvVLXumzH+266+PsyVxkIgN1C7/jFyZ85H3IWZWOCDx5vBatpm+8cSwe6MhFG6CW6SUJw+81Djprk3/HQywP8FStn6+sS+WDJq+PjNn2ZCBXwslYZJ2uX7RC8zO3K5knfxKe5G/7ZHfWKpoA2/Mbhs+w8d63qwj/5xrOX0Ux39GSOrno+ur6diA68usggzOi87zk46Myn5T56oj9lvIq/wOfpR1+HY5DHxPw9dWK+iyM9YXRDIa0apH74xk7cAZH2Xu8fxUTfqfnGgN9G7+JTCNv4+UruF+ylSyTldB8dpLojxBazrjmj6eweBNKZR+J1WPn3B+KZurD/Z/oH0BfDW7zV9j4JsYaGEbA42BxkBjoDHQGGgM1AzwQZ/fAAVJNzv12Gybm581zE7620pom+LKijety0JAX1+NIZM/cukzxSlwnQx0u20D7He9qIM9GVmXO3bvsa8d6lVq9b734C9fyCDpAcdDMM+/f8Cgftf/E9T8ln3m/7TF/5usy8Y/ndzlIn2M9iw6y/JhA/Qls9pZtl1HHKIXXMWL7yw540FqDR4qlEiv7750yom/UgXlwavygw8gLoZZ1YM16gBGLeLGgNrZa1TtcCW/zpfaHaj6g8/bGqrBc+90VnV9FDFUCjZfb+oTpHXLLEt782KvsGdAtJmS9ZY1P6nGh1B4zEb7IU40/OEjm1GrX1/U7iu0yQsTwDmKnAyrInM3jAHb+mID8tdQDrE1sy/Jaqu72k6ulFc3gHWox1fbWm8DzkcnUyDhB1dpb1z61pydZ4C9V/CwxHWoxuC+XstBeX+DXHyf3x/qXQTOqSl0onAMeOeDcX5mcAoDZzXp5xfnzQCszkBe8eXnIRlzVj/kMKDmpiPsQ26a9GrEGoJdLL262a8RD85ByHUPrMcYUTf/oggcvs7H3tezHypsd/rZ1KnaArfReNdD4qZDOcJzQFEyWaSHZbWNPVFOdPN20ZrJxkgSaUdeUZkkMY64WJ0jv6yj+6bt1azO2DRIzTU2108OPZQTLtgDgU2x14xw6Nc81jNpL9kItuN1TU4135wTOxL4haZUyGc2wOlSSnCtmkiJE0fSXH1q027LxmdadXXgFzCq7g0HtYBwTaSkz89I0z42zjFHWPx+Obf/Yfn3V9YqaAw0BhoD/zYDrfrGQGOgMdAYaAy8MpBfVU3zngG/IazMoJFnEgOqsd/TnFYVmXt10fmBkvxIq3/g9Btu0PUA0h80eOp93jxgAOZKChqDMbCnPrlKgz/imPkv7eMHWHl5LqVp7OG+eVgorDm0pbb5k7UnIelRkcA7oze5HPVLB1tAjcii/a737NySS2fJ12s5Jx9RUS77hDtJUOukenMkg2uQ9CUw8AdWnsubqZcOk3UP1lS1FffoSmvz+4Epc77hBMQYbukjQ7dPsjqB4172xWzW38LAsH+3RI89scX2QpvlLXhhkI2u4KtGPw2VkSfodUsCE2dSkzLXEL+GookZap+6rmk+yeAbPwQE4f6flfACDhIAh6CaHl2kQ2uqn1RWf6ESer8ma5y+feTlmXikIbbHn8tAA2659w1fAvsM+F7e6+ONPX6B+1asN+b7hqk7sHWm9lCVz5hb48zb6mjdbqFUsl2f+Dpa5/g6+k4T9WLXvj4zfeq1Uy/xqb2chAt3y4mMSj7Pa9YJVz90KqdSoO3gH7pILa3GQGOgMdAYaAxsY6BZNQYaA42BwgAf7EHpvb5z4wxeR5qmZoDnhqO+OugGqH/lMfjVHRrt/b41UY9dmAuW52v1eRIyMtBcnyTp+rUd5Aa3vSm7U48WKAMsJej+o8wlowv0yTl+9H/DMA047W8PmDQVLM0Y/8b+2Ip5mj5WHuw5j5qLT6Dm6EAHRkrtz2efTMBTQ4u/nE768pz2HKjvoS8/58Y+rWOJ4YG41ApKfrayhzm3gB18JcvuncjJkrgCB50dnJY0r4a6m45uyHzJPPhbGl/Sw71DBmQm8UMP1h780PT+kbQ4dx2qtxNYkRpSlcO/5CjN9v6GgWxvz2/rX5yjzjdzWAj/SSmNrmcGervjQr7IBt9gcMRqC8QAg35rA79g3V5l2RTrM46O7p1H7mDvPNmroKR1Avbmxfomtzf71p/Xo7VP+q5JtbtO7dka0IPZwQUl9gL7CYijBcPjavwC961Yxz1dNBMehT4fX2vWGyjC1RmGf7n2gz6fFbxz4m1/nqqZ/UMC/+TPBi2wX9lgTlwc4J6ZSXu5fNZP+gybDngpU47PLPOf79QiKC/zPf0c+SutpEICqlS9djQGGgONgcZAY6Ax0BhoDPw+BlrGjYGeAT7cW39/Rhv0Q9eJW5xel94lnuBQjqal0g9o+NsPcilJ9AmXzub38s/pZiuykzzmZ3PAiw2f9b9x/F1lKS7/NDH/THH+pi8tiQvqh2V6/P2GsA3Dqs2vNQumrA1YGDb/Z67FCTJAnoGleWv6iBdyzfbsGM8Aw0fNbejm5Wtmr5r5mU9t0tcaSd2AmqyFxGePPj6xgQdH543veyMXcEUGP6CcK8poPl4ZiC2SHv0ih+LV9GOaR+QyF7FPc27o47ofwNWmmv0iDXGCDl04N027zChiIi9z+p2OVAhrD74zjX8+ttYhOLhEsqCBIw5LPrwHjniZnYPD2YEfovzp+V1O05l98kzmSduz9RxtrbsZaF8A381w898YaAw0BhoDjYHGQGOgMXApA/GlwVF5aTI3OHukZMAmr/iCJGTqsgX0rYp/iccYbUC7RvA1cfvs8huw4KmZtPj6CEzUF3bJF3d8eTaCf2HUqaxuqBPbOTB/DbmTjwVYLvXxS95ZTvh/6CDVvOzIWjfPO6Rq834v1wLBid/AMZcalG/u0dmXAVv8di5r5MuwLzFKraXNO54B7XuQVSOeO+Vsyr9GVh/wWGCAyGctRlDtJuCrhlZV9atGxgRsVKy5VD8DxS1SdsqF+eRzBzKx3LFiERt4TNagh3SddJ02GjB7KGUVrXkJqBm1q6uxrjzL1rzMPCHq+VIbX+gB9oA2SCnZ8KUHAzuQZBt5eLvvT3cLcTQkyrUayifDAbLPN6ttqtF0nWEuX6CCpDq1UJraSagz2D/9iDHt8Oz1+1xZh0xqB9T8yAHvKtTI/6EvHLLWEHSUIHyhA9JrYw51Mcev28oyckaaOHFIz6GpiGe92SwJcFhg2g+CcxU8ycA+8PIwZA1YBWQfV/lQY8nxS0qRofeclKOAJXVINTo6jYGRUp3iR+eQ7x3Vm8MnfrPzjz/3K3tvKz/66u46NE1LlZW+Wg95EFJKllIS19mxy2Ez/lEMaFWN8ypOSXvoeqsM/VzWyhvQPjQgvffRefv6t4f2VUqpONb+Zq+XTv/ueXR953sFWTqUb0rJz4mUevlIZoE3aT60CHGOcuWwyXVPjsx1b/wsD+M1aTiggPUawimQxfzBfDAdZR3AVF/67CtHLja8Z/hRwQ8h67oFivUn3qmhxr6YXIu7lC1pfVKGy33z77JOKWnvPbTdkAXESpTKutbQQNJAsoclpGDUoprs5ZWlARK7joese8z61fCpo/ZNvQ9LCTmPzaGSaq1h6m+a/JBVD3FZu6CtwVMHS/SQI86VrHMp67oYDlNK0XyRnexA9jmcfWMTudReNsMDML2Q6NUcjiw/oPjK/lmAnw/Z/dYcKcZkrw1OLmyUuPrs5PEVs/98pcSsRu7zDt3Qn+SiS5F/ZpqTcKEI5j8fRY6Wt5+Ntm8abRD9A1KOla5/noLnTtdGFSNHT34V3teqU93A+g/WoZexj9On/Q4KaQ4FzkIn8BkdmVVw1mB+hn/ngMF1TwAAEABJREFU7vA4sXNmPbPX/+LI61QiC+v8Yj9RZBURMPlgnWsTzty639qNgcZAY6Ax0BhoDDQGGgONgcZAY+BHMrD1Zu+K5HULdoWbu3yc8hs3iC51k4g85XDD5D1rh21gg+sfaQKnBdvTo+bBemkDLuk1sR4qsbM/9NKQH1nvQGL3QW4gJnr7gDMeppWHLuUBSOQZMvzPS49qNo077c9PPq0ljJ4VDX54YDZ0NjTIHmww3WhyrbeNQSuzA/EhsfJwrlmc1VnQBuf8ltnFe2m397/FwGPly4RPV5rSVTv205kfizeudtx7ubYfCoFPcGjyqUl/65qhanScIuRjk9cSrfdC3f5Ycn800N1crq3pH6V0Z1l3r8DOdDaaL2X9ut6vmj7E4kA/PhGYg1DX7dCZf6Vsv+G1Kcc5ltsXwJuoa0aNgcZAY6Ax0BhoDDQGGgONgZ/NAB/2wX1ZcusA7ouw5pnfZN37hcuav6WxEmN8ewivgaV536uP7EJuzUZ1loKrCfesMWFAFWjUjMyRo4GhQ15gUOxoZL+1X4u/w9l70+UiFudS2Vp+MV5cL7rRl6OynPwlCnMybyvTtg7hpsbrvPyqksbnzA9p1PyL6uX6NZualorQsPUvfAT8mtHrrxSkQcg5XBln1hfBHawzGcxa3ackdjmb9sXw9VPO+2a9tYaBGm8nvDMgT6+PXMG7CW38bzIw/Ssn9gL4m9V+pCpd/4drswLSttG5dgG/w/nLVeECf7b9pfKMy+N052z3cKclXIB7YsB2Wc97/J/1mrQwSXuDPM/6Gs2XTzPxGnI0eEWn8u0xrvB5wod4NM7ZXvpnLDa+lVeSABI/+iDvbQlWxW2bcLlVUgqBy51PHLKsNSbDF3S1n33/IAFXSxCuaavg6M5JDfsek5wb3qcjB4Fzi8L3Tf4V1uz1Ab8i45bkOgNttDHQGGgMNAYaA42BxkBj4J9ngHshcIiILf+U1WHnhzIaTfKbvZHmxg532vaNxR4uDZbAHgfUmf3Ltz2z5myzlDW4jQdfSmnrfbVM5eXEQQKj6SgEX1OyGQ3e0qFWRTSXGwtyMyatZpR5bLJs4U40HOdy/0+1uTrre2ENkZPEoUMurAZs0n91hhZgUY1K5blUqnFTBqMI49HozfvorPwTw/gIy3tkzSG5ELEGUdH7lqPjgIuAKyZvGhvWbTI0dPsoOHb0c4bxDzWIbX0uLj8UdzYMTM8OnFQWv+X9pKu902MfhNw7v9k3Bi5m4LKzXScU10/+FQVdvYz2xamacd70P/vMpd3+og5qQnJ51NcJt8fcHwDGwf6Zwwyt39BeaBABHgCcLJjdoH6XXFr//PQmI+oCL2ax30K+GJxVKGr4dnnW38n5bHDTFcFlZ6wxax1eNcJodE/KZPgG4YjPed0FPJB3+FyXqsjjVXJ9QhtdY0A0rg2XsTdGycwtJIv9+3dMQVjW7dD9C/Jn/mz6F5hvNTYGLmKguWkMNAYaA42BxkBj4N9gYPgNTt350K5vYLbfzE644sYWTNTe9d+I1e1CSFd+7k2R+b16R13r/RmIYG4v4SVgeghzf+CdEcSKPxmR3DmzNmcv/X++yg31/5Gkv9ejM6ZJpDOHiLfuGy96oJS/rBsQ/0ywHgTx/zbq/7nqTDuATtAkFSEf0fb/l5LWTb5M7dEczY2crpaciwNWnIsufyDpnCjtFVMNYSDEfgypkXJwtqhW9EVh/iC87pvoEY4cimxz60qd8/5y+f+MmaTOHbKj3nnbXssDxRG6fgCRCldqukkvTb4BuUmlI/v1IuJhK+WtBxwAOCJQrGdSh//D6MNzVGf26KQFEm8PItRgHv23Ey82UEwnVlLrC//mci4MKwHmxo7q8BeA5aN+XufhLennXdKGCvlqdZeG9QThnzaA59AV2d6PMVDW1/zalOQiiVqkmjNH7LGQMyZ3q7QXza9odwea9y96zJF0hveYt9yu9Wtl74vdvX3mVkt59Z97kp69gjmH16+jLhPmUGq+l0QW0dQdIiZawzqSg33oRf01zoWNOlWisYYgPEbN9LFjDDvaSPR3I+sTQieua5j6Sdw7dibguadq36s976Li2PfdvNVxbe/ffdM+7mk0c3uBo2lm5NBDOeGG9Q5MjPd3cah1M61bZk3Fe/hG5sFjn4Pn89QOw5MGbh3ShzUSnVTLh2r0ml0yI0x1LitH8nSE+kLJZ0lwocuDrlQra+I46OLkNNYesAJAW8OQYIvrJEMQttpWXk2ti7G/LFnJv1xfq60x0BhoDPxlBlptjYHGQGOgMdAYGBjg5ggMil2N+mZ618Q/aDy5U/zRFeo2VumeTrH3IW+XuMIdD1YAe5I+juNmez5OWGE5Aw3Pz5ux7VX62rhvaXL/oGj0QOWx12PvbkVQM+CMQq6Y7hyihoUp/VCphsg1+sGFqXvVeHMo2Fx92b7s+eUzlnb+FW5CTjxmrS1/FdLFBmN8wZahKxEcIAmJHPzHLxqQFw8QwTBYN+r1qvXRxnPdVj98hvojUnHjsZvHj6Doo/0HZCzit5RV7wXaf4DPH1SCLltDNt7W27cs85DFm8Zrcm8mXDvMqUAKgbPe8cOu9s8F4v6sv9f5eFcUvz6praZfsl4NL9G4+76OXhS/DJTWD3kXF/o5eTaZtbKoP/YL60vEs/G2zn+X16ofEl81MN9C1DY2I6rAz3VwAb9j/+rhF7hvxfJMpL/koPDAVoda1SofOBkgF2QocdmBv8G/p6r4zkUdAqu6/769fUbEC9n73u6gn3Cl+M7gLMKVtaz7Wor2nQysZ/yzR9sXwD97fVp2jYHGQGOgMdAYWGCgqRsDjYHGwNUMcGsAlvxqjN94Xhr+M3rdcvLE4c56/O5VfF4So8/Xc1b7iM/hgc6RyeM5ZOBQjTyDZVRN/6srKo4x9APCcFBMGnLwsIelw/tPDtxlkR6ORFx37Ru+wUNukRKbDtIBm4xnjB7i5jg/Mw4XVOToEJXT+vi+M5v+67J1Qq5gPpgl5tBJX7AQVk9gYRQsWpQB8WBA+8UcRX3XexIPZIVMCqKu3mcOcgIzQ/tURBE438G+ySetFZc/vRhw0l2bPsMAu6nGjElTHWbAz1OdpPwiELuZx/qcRv6FFYolz5y7YGm86TcxAMW+u7UGrMWmSbuM8K4oLCoY5rLSAmsIBv0NDWqT23vqk+NDB7yA18kjml6HN2nifFLpI3siwsOA0ejnOtoR/lNrLqJ2xYuafF+UUsDVE71X9hO44/MGfoH77uMpj8NHJL/IxjvPWtEqH3gaoKlkKHH7wX47E2R7nqp34F5tagdngu+cS60BfRDWbM4y0Pe2F6O5Rw/iAYKJh6Nuds5jb0XtyPfTyXHujC4z8VejaP+d98+t3L/Daau0MdAYaAw0BhoDjYHGwL0MNO+NgT/IAP9EL2VxewlofwfIo+PLqu8I/iZm+YtWbnCnYKJYQ03zO0EOYJIDnHadbsxnxspjjMmE6MpelT1N1Nd3jKVPO+wGiRIMCjXcg8u6pWyk+/wBF8OXo9pr7Lnok433Q5/5YjSbvkv1shmfImqa6m/pQy2YOFe6ym9mIOwYEsgVhPopJ1rZymFZZxlNRqV5HvVYcPccvbdF3Z0WJ3IIOYqqWmb1I6PSmbeb06IDZd7n3okpqCZfHw+svss/8sYTQkr5Y2VRUsMvY6Dtwf0Lxpdc/gWXyNPhzf1e/qkZo8v5ULnI01HzR3cY7htzun7If34zHhj0n27MFIiqru3TKe2Pl8z2T5qZwWrMqHerih/eA7tdLExIj2QppddRLVpoQ5o9W3bXy68pdzk/6ldk+Icw5FEfW+cRA2y1/1677PdN83d47BZwe4ZVkKx7X+77tsWE5yVs87Bk1b4AXmKm6RsDjYHGQGOgMdAYaAw0BhoD38RA1k1d1jcLNeIvVCIlbg+izW/GBkL3IvkrzykGo+q2gN9uBsOYnuEol0QA5lf6K5t+r6QvUvimi7Y/g++L7MWmcNxorcF9y9OclPp5wEHAfwP8OXSsJY7lL6X/LAnuQ33rfcdaU/8rdCPbfRlfAGfd2BrkTKE9g0/Gl1DGp2zWfcV5+efVmLWOpOEhHdpAbtGr6UfWHvKG3lJ62H96uPNQzol6tO45f6nsL8Muq58CzBOyMfbFZhxDdppozMm6yYajpBqAQvUHmYh/QxYV51NpXfvOaQLgg4hej/I3IX91EiJGIcnEoW7YJtlQC32ZjI6s3Ds9hOqw0QgxHGrjx1QziHiD7HQ10Zzoy3z3gX9ycmh29KlP3XIoBg2+DDWtK1Bktcbv7iNjWSPJDmhHaD+wjiJKLmQov86L9ocJUQc8RNs5U53smQ6eOKce/5npPEspWUpP2MlXSsVXxGYNknx2ys3y/5Rzv09ZDw1kz8tMTQe5riFTv2qmvhpSOSVPT4NH++Qr6xxzlKVRKUkwITvGuXTqAomNR1aha1AkecInUBLqXXXgLetnXNYmzb3c7JtruZC19+Zh2uNr3jibQNjQBqxz6L5fppQspeP4/grGGeiSajWeo52agtbUgHpbjpS2c4O/pJ+FyFloDxrXkdnBY8qUyO9hSXHncMzr9ll+vdSJloTH9mmbLbN+sOsSYsmv/f3PE12bH/pCCRicggWPKcHPGh6WKu4efbvINONVe8jjSV68ltNgKZX4KSVLXv9/lgaJbgwTJyClZEiHPeT2YfyLIg+dGH4dJG9qEBKjrF0F1lLq2QP7GrNGlyiVEHlOoZx9zfsYKSVLqcBUP6vSD7lIqYyllOxhalt5aVsZSEk6wTQXpIHf/yzZf3b96yGXgl+DktrffSgX66H9wdrXOJ0dzoxV0Xp62/S5J5s39VmKfZmci4d0D9+nJuYNHbDnK2XN7Smj7dBwr2KWfEhRHSklSyl5TP8colQydfbrXJl+S/MZNFtWQUBV9m21svSCPozZHLwmjYd8+ltriYRhmDYYFIca0/jxWfetM33+tApJE2o8/WrxDS7K5/GiP5+3wm06SnRM12OWvMizwJTzOvC5HVP/j+1Tm2VjoDHQGGgMNAYaA42BxkBjoDHQGLiHgayb+8Ezd09D57MN8uCm6fKoSzUt6ecTuEF7TQJxEx4J0vd72V4RnOY8vSG+Jn4fRiKbx1Zr7njkp1bPdZ6di1svOdRxeQCj/R57LdMXSCGLnzHKg4Hcj2NzFC857XDEXBBTvD2tiRwFHXqApscYGo+27wX1Y/4WSQzgc7dMkE2JJ87Uvv1QPVnr1Ql6ZPgMR9LgqSkt2ZdGecdkijKy9Z3ZW22vtPuuuNMaJoROh0/27/V+Mrk2vTHwSxm4/+oREUL+UqJ+Sto7aKxN0+onsauL09U6yecUUp065FbHiwt04GXgWxUU/8kE7oun72Atpfv8b2UpWXLT8u7Nf+vtWwo/HzTrRgA8F+t7z1ZyybpPeOZzqHV6UvsC+DSFzUFjoDHQGGgMNAYaA42BxkBj4H4G+OIK3AaA/lgAABAASURBVBaJb8Mmv0F9W6xvcMwtJXgfmlsk8N7yqAXe04e5Trr/BfM586UsmB/do4XjGvXc0D9MydQD/hv/sAJGA0OH3Jk/KEYN/IGRcrFz53mU9MAo6VxKSid1yYjlbSsvKkRXesvvSUM+Dz8DpFw4wnY6jJ+Iic10fG8ffzViftYDF9rEALS3I/tfYuyfV0cgKypFCn5+0a9trm+TM+upiOvOr8pHe8scqg25HvWGUcXVHt/lOOnaEtg18WnsHGezBOGDLynsj73YJzX+WHmtnN/JANc3cDh7rlXa13766rT1q4hk9Ad5OECZ+FAcYP5Xiqkoq3eFrHp1k4xArdvfJiLYP/PuGdQG5uM8RAyYH92uTeI/aZ3jLzXxmeQ7PMANiP5PkEr5JY1lpiamqtV8rzEDTMZPd+UzYrhccig7S2YV10uWp/ROFnEExbtzfUsE88+GxAHWv+o91at2idrX2sSkesteTsojrZl+61jSuoOzSeCjhnFvFp+3kKcDTB2wb0HoaReeeZ8irM5IUXX7aXImvzvnwu6d/pvvOxlovhsDjYHGQGOgMdAYaAw0Bv4sA9z4fLQ4v+vTg/qPBl0I9vHi6zzgANS6C9ovNXV6fCK/gz5uS+ek7E4d+OzkASlxw4HnGh5tqO0ZkL+UzPn5TyE/R1ZaOJ4dZkCIvbvhAQWm4Urfz97wIIDKFSF96a0cQYNLpeta73jL35gFvMOb7AYT6gowtgPuQ752TDlt6jErL9P+c4jEelAfD5voyqCeo2dwjLxZq5gBi9lS+GPBaQfk+56jj5/lPaDmcBDfqxg0+xvM8HoUAH8A3UdR+P1oyFEw1T70y196k1FgGLqg0a/oeU+sU+Cdt7AL+c6+jTcGPsTAFeeDX8vliPOVNqmrawH6p6DrY9Z1ttP58/XojJ/xHktOuXIE1P3HDlgAd5fNSj5jwH+sM9r7+FfccF5Lgh7AwJTc6njxgA68DFyuUCbay8MXcbP+5zOBBszlwQL0T0Hnl/FJzGU5v+5Z3/maIvc6puvgCHjn/Rv78r0VFrAIe0iAruE4A8ElEqx7YhcE1i3fjeJFO1eCvROwODPYO+Cdm4PjCntw5rXT2hfA1/LZvDUGPsZAC9QYaAw0BhoDjYHGwB9mQPeZ3DDwW8qBt9Vy87IGfnt8isHp+xuxwfSmRtyQkYnKN/r+VFDx4EJi18GcGrsmY1xz6TeJKI8jyQd4SJabTlN5VAtML696RWpox8HzmZSzJX3ZmiTL1FzExe94Zb1eMInTKY9O+ZQvgPl/M3WWpcuaWGS26T+LPO0/XXpUM9bJaJu/8NPlbAH6A7qnnRvf9sZtdlnXeg+yJhGSTFS2BbBjFjYODL1R/NAFzofqqGtynWoedOK46yEizDTmUvOIg5+7QS1x7aKMaTz2ZLKsc6DAbWXk8yR9TlbqaksY65y11jmzbwT/f0JnlQbkSTVm1ayW+TnmbbirIU93EeALGdn3UuGMl/JGqFgX+99wNAV1odvv7fwM4hK/xnmvtYeeQf8LevZGPVa3eZDr1GtdB1kb7GjLhSX9jExyFHLH9FdT1h28jsxogssYij5cF117v56BJHprXB/hhEftRdPV7ISHzVNFg03B9SrJQ0DN7YfOIauBM82uz1d2eM09bZkcPjzP6rrfyWFW3JwelsUjeDofrjBS0ZZYOepSoh3ma9cnU1wb1vF9nPB5XnZyUUPdyZGy6Xpnm16Dp2TWTQAf4eShTvmLyYd8i3dsNRjz1bzpUCC4ngLuwZuoSttqaNuUfj/vIa5A31Vt5rDbXz1z/nOEdgR8qBGgdnWrQ+ka8BkMByqbY0089lBOcFbvh2M+q1k4jDVUG85BWEhlQLtQstNe7HMJgwXJHIfG4UXCkOhoL+FhnbZCp4wEXVuW7D6vT9p/BaYMC+z0y3dUNv/cxfXhtMM5B9o3BmJsdH520k6hhKTddySZB7SKarJPpfTDIygHX39J9pP5jvDh028KZ/CH/J9I/U8BPdZpz+ccKJVzDtrsxkBjoDHQGPg4Ay1gY6Ax0BhoDDQG7mOAmyFwX4S3no/c7m1yusUxtYO3DvcbcDMYs5IeLET7PtkXzJ3oEER3ojfGJqJDxdY33EN4xc6OcruN7XPsaAsv1IXc4gPb5I9Ntljvsym+S3WaSUoBdZcOTJjJeOLNgZYGIwH62zD4CTfbpu2zGj3V6J6cbo6JYY318Owp8GKFCynLedWZ+Tksqb02rIU/4JHOx+zDL8X1XI6GpcAKnNMfr0PxPa7k0TIunsf2A+GWzOgjQ7db4oBJp5zgIBBrjwzdksSmxpJd0/8TDDz34P3l8gOjRh8RlV86d+fCzEBxhgvf3VLHaVZGrnnXo34zXaP8l4V0feRnReCOePZrXrAO+9cnPHgdGs8YqOB9wHPoR7fIe0uC1IWdtrN/aUb7UmgPG/DPDmQFdkRQYswIlJn0SmvvO5+vhn9dRRcF6h9hr8NVeyU/M072nNPI5/C+/T2e+/Ty2sJvD1+HV4vv08BP4HwWeNKSuiP49cblbz2Xvp9pbwmwfbXG3qgIPLV4IqrvWdS+ptKERHcRPDIBL/J3hZv2BfAVLDYfjYHGQGOgMdAY+BgDLVBjoDHwrzLAzQT4V+s/VbduwrjxAXGDO/Yng103pOPZe3t6Pvn8omzv5IP21M5v0j/R+W+1H3S3OI096si28EDMM1mcf2xAwXxiSO/MvqX8cO4fegLAOkhYjdlJe5WKUaY8xLF4UOchJGHrgS35PVRSjXfzmQOYg3xnv3dc6VgNg03q7YN53nbkVWbiBow8+MOZkealk5RHUh5JIw4liTTpC1gBYB968VDpjlBUJcSmvSPEqk8Ra2DV6PJBVezn0tQxe8WhAWwkfuDBvgu8Sy/sQr6zb+ONgZsZ0OnOuQWOR2L2Q1fj5Odx/HxCa3rF5Yw+kOrQkfgZgLMSpfLRGb94Zi/6MHmoASQOHH4NEk86FKf8ypGnccDX/JSzWmpLs04id+SsQVMODMBRDQZYZ3S0L4f2swHft6wfmImCDZgZGqmSdijwXToa2dRJivHEQi6bPG0zIlUQ1rS5dkR/LFXbWLHY25p50hWr/ov2RYffNJAUF04C6r459LnU73XnzcIfHHPFmLc6o8VrjTO+5uZ6BRpASvSH16PtgZbozhdj2s/GuRUS3Y1I8u2xlYuaHz+o/eNBW8DGQGOgMdAYaAw0BhoDjYEDDLQpjYF/hAFukj5b6jfdjV1QJP/sbUH2fw530eWnSiQOWExkMhC2SDAZvrpb9pYC8dSud66eBXrVaZH9nyQuaxLt007lgPyBmtsPTUgpWUpp+5yJ5ZQf+sWk9snDpaLd8157GM1bHBhZlQ4J1ShaveMEqPkrjqVc0YMogjaI/qckMcFrvHntq90tmlj7K5zzhA4/31oQCTT88wx8cg9yDt1M+EM/g1K6r6iUkj3S8zF3SunUzz078kqaBCR+xrE1ma12C1WdnL7gdZP6bWgMQHir26HbIWN69THSQrfDzXZTt1yKsKT3SStvnPCBFbPpkKaUiOV9OnxdX4Guc3bMkxY4pbvrNMtdZ9wn7EsSfrL2Hdg3c8k6KuUvgPOS0a/Qk/0Uz8SjzqfmQy1S+lCouTDPn4xzo03XGGgMNAYaA42BxkBjoDHQGGgMfJQBbkx4SObfSFWR45+0838OjL+Im4LfYF1D5WtvM6Vkubv3zoVn7oAbFDigHRzUkTM3yivwudMCpeSrKcBNdlYtjvxl2aEv6nTHmwWb49DIaur0XN/zGL4kJLPib6xXXoNNtHlQ8ESZpffYD+LGuqou5st9+B32j+o2eMj4qhmWr52H6LUkFw7NHfpqT4+kmI6vZC6VX1K+CSmYxoGvj9qddOCrl1N/dZ8a6SOXgG/iauF56mJ6vjMGDk4gJdUlzLmgJo8fXFUS+6y1MJHY2Zd9aX20ipJZU3T+KdEsqGOv6IyaAD5ylmNxhx3cAaY6CLQT8vbkSHOjz+mi7qYjmXIUTHWBJJm0V5PnaUbOgFxBWW8xIDvqyJIAe4CuRhZnDnGYBTk0+PZmJ/+KQ9/i/N6U9atRFreBrmpnBcp9jkVmQ3bKqyN22KqPviDLBogdkSozlZQdETmLo8yAHvOZkMOP7NXs5+dB2q2vZA9togTMlI2pH+gsiQNjjQdYeQXnyKJZfOdKC6YGKte9TvUPDSSggQRoA7X3Hpqmfd4J4lPX04zjvU5qe+oFtW6xTdUgDGgDqgrd/ZLPHiklS2keZzNIad5vSkV/1v/e+drKWm8b8G5+SiXPlOblu/m7xrUHbXbX7/KyyTjJyjFX10MjAdmtHkGoac7IMFvS+ZR00frPkq4V5p+q+BnCFLMsa517eqclMTk4F8BE/dKVDQ4575C93xezF0UnDZDYcJA3UEleC6FAii+fxSPeMus3rCOaDc4vMREPzjAyGbkVPNR+RVmNZEn5z+E/6cFDdc3BHskA/9/lTvXmwCW1PJ0kxUkpWUpjPOxh/6WH8eV/jZSKnSYYYM0c9nzFGiKf2tJKqcxPqciinX/3n0XzQye0rJ/AfrZU+WEvCehZ2GqEJpZg/lySBcUKD7l29PWllCylJ2Q5Ov4z/Zf+swdS78/PI9nK55SR+f6OcjLOGeDt/S7mZuDKocEkcCDR0Q5EPfRTSuLiPzM4Vq1FMnI9Im7IaYToZ33GKiifjTv1A1nX1rB7L7V3xHEePrOWncIasp3o/d//R6W/d7TLolOO+kirvaJrktoezz8Ta/+o7+OVfDonX7J6amhlOashr1ZDgVSEfq6Ipwz0WToLSZPLX3arEeurmepdfDxG/jwH1Yc05Z4mJWUfK1zMtZljyn8Ro2ivnXE2r+NN0xhoDDQGGgONgcZAY6Ax0BhoDDQGPsvA5KbokuDc8YFLnH3cyWLA4YZZN4Xc2Opud9F2fuAasqEWRAxvyzUSoA9JewnYgKXxdf3KTOXynKuHCX7T/9Rc3co8bBD48i+wLUafaFVKr9k2fWLFXJBSspTSZPSKbjxSUJTp04yJ+03RMQKTuce7lzpbSYP6V4bfDpEneGOoMAbemP1LwzVrtMEV9Tear2Cx+fj3GFg+A5O+pEupHx+dYKPOYcpSSpYUozignewhnX34dU01H076knDfWPk3hNYnyYG1Nx9/Brtf3xh4TjeWMgTZEeN8PrWHaKcUrR2p7DTN+uKPKSFpfweiUr4EtuhcnshRx0f2xJ7kj+a1J8Yh28smxd3aZQ6bo8ZAY6Ax0BhoDDQGGgONgcZAY+AXM8Cd381fjt3BDrdu4Jjvu28sl7K6KK7ccGO3Vj9jDtnyoGrAUmoH9R5Dc5GeE/HUH/46gr0FpNtzhK/5OcmSfCb27pyBcmC+5yCbJJvSVuNHHErQwFIyTz25g6dm3EpyQ20BlWuAv3pBjq2v6sGuAhs46FPrZ2BhOr+tDxaGtf7msJcXbJFf4MXgo4okisgI7A5KcdmHAAAQAElEQVTscx+q82EGV2C3k781AR5r/MjqWKfAuwTDLuQ7+zbeGPhFDMS5qivYTd8v4DlAtF9Ezp2pfux6oh9SxteiQhLurGnq+4PLTZUeXjFpJ95ccfWb9jJrZyGv9r/PX9KHSMBnMeSZj3z7Ir+zFj87rih8Pp7zmLSOjAHa5j7Dtxbb7nvxi6J450vgAP1PgpoBMYtU7ey/AANngJ/gVHvJ/BrBdSJwxvnyXFZuBK1zqa/XkgtYdnHJCNHYW6B2SC6g1t3R1mre4bb5vJWB5rwx0BhoDDQGGgONgcZAY6AxcBcD3IX4TdldATb45S5pg9lvM9E9p6fMfSa3u/oWR/3Qqnnk0PQxXePe0yUROz2veRTIjDyy34w/rY62sibWKNGkrA8M2Fug1r9pK1VRxeQabybFMFOiLek1a493KRlti4eVg5TRxw6SE5SPPwhZ4MXrX8rJ58qHj2etZlYL9iUmByMT1fmuP9DBDd4B7QOgdjAzdbX+3p61BH33G4SynCtfOo2M8pn2R4NzndD5RK0tPAVi7ENS0U0lfSja+zDkQk6B9zO2Wzjd282vsYx1DXmN1+alZ6DTonKdQLJnevU/LTiHAncTEXHgnnW4Ph6ea1wfYYtHbbMtZj/GhrUAcwmh9/Nld1Gs9pzH63SRl8vr3C56gosRZElfQp+9eL8a2sv8LODzqcur/e/zl/V5M+vbq/hnvm8qWkmVzQa3QAo/aLPW3hneiu3Q3dB49TE/iXpLrdloz1v9Ye39p/Dt5FFCIII9d0w/on3t92BhcJMkGnsPeVOIVbftC+BVetpgY+DnMdAyagw0BhoDjYHGQGPgH2WAL1rW8I4WHh5MMcyZuS1YtB0mXdrgxh7ocYdxc0Q7Hi48b9aeIdHVeI4stfAq73Vdg6k81fppm4cvg+2xRrbyxWsn6R4UgxtB82pds+vN71ezubfEzNgbTtrD+A19PaeRNNk8v/jFFHRoEy1/o3EYWTNZrzngnTzId7TLVL+m9cdoxHXMA2WuIuBAc3L//6yy7sus6wSNScRvzLvssu7lC4x/Wk1wvST/b9mvLD7knHyT1nYE6T2Bm94ij0wOip39/3/VKc3sEbNypEHdDnWWU1Lhvn+YC2TsfeR1IL7TrxDelmv65KemHxoyFWFZa5LFP3WMoFQ1JBt5gHj2q8/kzWfTKFCXHVH28MOINYdiLJfR+FapunROWY+kXJJqpAba6u464NahWQ+hVClivM2bCNX+ofVpkEWAaxjL+ekcIl7EJ4cBMbhTsk6sWZKjkDtdnDCfrmf0s51w2qZWDPie1SKzZ4CW+eXaUpl/f1PXD/PryT2pOB9yDQ8BdW89iBPcs8OTknAoahLOH/KqzwnmkHPnjyto4HyEOQ9eA+H6QWohYiL+sI5o7Fte5ONQjtNcxdhsTsNazY7OKHvfVDnEmjE7o8Kvz6chkOMIGlQaer/2YM+C8EobRN/lHYH9Z7xWiP3sbY90/m0gTavl+3ObS74MBfnRGXLbrB1W5MU5A9SG4xpPipU3Ng5thDch5MocsgsfSHRS2fSciD41Rq20sf0ZiPqpPbAns5gfsszlMyfekKDXSoztpPjxh6+vskRKzBw6r1yLBMuWbnbhW+w7XLLXkJ8Aq/iJOC1GY6Ax0BhoDJxnoHloDDQGGgONgcbABxjgRgh8INRCiEO3YUwCCz7LFyiLg6MBboBHiis6VW480Cg3gJ/nmdiA+FVKV1ToPvDpEInEcOXojZrBSLmhg9exmUKMFTM9bID108kJeAY+0Okrc2CSpldn5g/b7AOvPilPTnFd7g2Ljxp752+zhyoQ1nUbnX/Zu5o/M2owK0D+2+sPLzEbGbMZo49H1pn234BXpFKoFERfqg8ecOqoYpJJ1b25GStMmGSeS6UiF9cxfBQ4YC7OkB8Fa1vjo8H/fDCYZVkBPwd/fMHZbk2RrQ4XgVuD6TyFc2KGvDye/+xmlQOXR3jvEDLfW/0oizm2ogxkjbXEtcRlmAmldfk7McK9542ij8LecvT9qwX7FngMxY08ro4z+GM/A6NSooFh9GRDBez0kJUL4MvQrG+usl2ZzziZrE/kWaqB6/3pavb8gd/5kbE2q95Sa2e0x6M/oQcp4LpctKwG5j1eG2s+xnVa1tn3T+/S+2ojJcy0vgP8HLNbX57LN1LYvgC+dXmb88ZAY6Ax0BhoDFzFQPPTGGgM/NMMjG5S7maCWwRwd5wd/nW3xg0pmJ2lcTIGpvaszTslvwUv8FvPxEGGL79p0/yjrjV1dOCbGCPlyQ61g3duiA2In1TvO/u949zbOkQWMTbPJxewMAFfYGHY+EtLMDtOLhqo83qkpMdL5vPgISCzbziyUVvq//p3LoEyPjcSuqQGkLjxIEKNa0PlBXfs7ILYu3OGMZv85sa/U8f6ee4Hk2A+eE6nWvDUfKJFDo5PBJuL4Rdj7QW/VqT+vDE/l5P9hZdq879qCvkXavo5NcAq+wTE+ch+pg3uz5QMaixFxKYeU9/3fK37ZW1druA4+EayDlShIQP0AbpDcI7E1XAO4a3u7/fKJWfrLKI5VAz1bZ23bHd+hPyVjvN73tv3euBrUPilnu/gl/0LiO24mw72M/D9TOXgRFDfDPgAR/zoXCIf8I0/dVmDUfbkAyolFfoaabOErIZfmiP7flRTvRXSO7/6Tevne2m+COegH6LdNyVgAKDFh1S/4CBbX/tJrsNpwJ4JrPAymX6467lA44KHd+ML0zarf8/KbS6pGTYGGgONgcZAY6Ax0Bj4Ywy0cn4UA93KlzQ/KtGrk+FO6mqfC/6GUNwogQW7O9T+l4x/eI2jvoHjq0lkvcDEL3G3nzs4qDFxdqIbdSceXhHihK+rp6beYci++0cEZBekl0fRRyouvspf9tM2VlRf6EuWrvGQx37h6wgbnyxzmt+0/7lcqsisObgiOE/h8FO5p9vwdxiIJTbtmV+xzMrz77C/t5KDKzTlbNrfkQZTwY4pT9OD6T8dvG+llCw9hJTeG99oMeRwUxq45dz97p/t5HEjjU/Xo9ZVUX+an1GRVWf+jEv+Sc/6d7vsVUer25cFuMURmYIbnI/c0gE3xLnZZVrzvzq4NvE7x1iHJazn1b4AXuenjTYGGgONgcZAY6Ax0BhoDDQGXhjgiyzwMnCRgi/L/O42dWb89e8Wv9itof8t19xlw/8SlkPxu/dg2eLMCA91HJ1iBLLaPSLfdzHcjhqn0Je6PjbIL/EgdPo6Ckg//QtM7g3jNutd3Hfj+KK++M11cjHlGPP6Mg2bGhZcDFIZaR7za3zlLwPWfRnI6g/jfX30k3XaWp11qjfLptMTcLmznB7WkWQktEMybchZ84a+2srW/Xam/zxmEu+g34cKzp405TJCX0foyB0ocdVX5nbur7RVvfFPtSXNUyWK3D2h84J/vi1bp9pt+JIwlZ7sqtvi/jyR8tBBjgOorcoRfTglInuh5o160Fk9j7bQ2Zey/xJ3NbL6AEqQWVMLiIU/ZNbmyn0eEf8OSQytrMWa1TIr/6w1TgL60s/GHKU25M3e9XHZYR/oNN+RzNinHcQZuytrFbOx5sm6O8qa9cmeJfcYjDzJARS98tHeo80Da/LOdFbA+ntpExvmO0QWcZMe9pse9tMGKSV102TWfV0igaV8r4pMnTVMK/1Eqs5ls2T2vH7a/hdr49cJLUDI/V7WZ6SULKU5/Cf9f9Vkv0Kon4R2XMEATGppy56RQ9ro1PzAEesZoab90IfUtSOa/EyK9oWS2tnzF7q09HgIaRbEeaRU+Ffgh5VrOdc1Nf2Q2q/qxnUTGFbJx7a8ZTnTjztL9p+l9J9+vihGzuZxH8lSeoeHbApMtYCUHmZDO1lK7p0IJsezUBoGOtUAyvWks7teKaXBderrjNxSSuY66ckpEBNUnQVCd0QSwyskjhx4HMkrD37W6cOC1uBRoHVJ6aF17hzvYqUkLlawNJ+fcyClMt9zYLNqwkM68gLqXnw85E/wa0BSOw7pWDXtL+NC1qvTI1lKBWrYIz0khJ6n3uyEeGhuDy3wo4+VkmI+ksZOHl4Lu0jwdvFHE/Cv/CTFRZvEP2tC25wHzfHOyhsXB32eZv1qdLpGAFzXWPH0kaHlINQKRIIFlq1jJKn+gK6MUnfG9Qn4/aM08dn2uZ+JowE/aAPv7H57aJ+AlJIl7UlirIE1CWCXFHENToVsOMKONoAl3T3pTiLrXhnok7rWPWvBk35WAOzuBDUA9h4yaz06e/6nVAws50AVa1ieyQhnLrKhMdAYaAw0BhoDjYHGQGOgMdAY2MBAznz43mDYTH4fA1pa1pcb4CF57iKHzrnGuqvZ0e0Bq+lV82W+16c9nEzF9qPPVq84IIgJYqq3K8edHrpk3ezG+LxkAiij7qM0L3+/0/eeZMkDMCck7eNY9rI8cjza3Mz74zz3yDQ+DwVDt+UL17Bt8jcyUHZaeS/50wald+59eZed89tmfx8D9d6o29+X0T8WuT6p+jYicA0b/97KpuGLPmoH1zC510t6JEsp9dNC9t2LBF7ZL7ijDWh/Gt8V97XOYON15F7NnQzcVNNNbu/luXkPBthxSwibPfK7tgM1bMjzcpP2BfDllDaHjYHGQGOgMdAYaAw0BhoDjYHGwG9lgC+QuDlD3lUDvvnN9YhDny9k6Z+KucPBJfFmkiWFwCdvNuETzKTkqsKxWS3dnl+35q8rAvYdr6S8Ho5x9GfP8970tCJp0kMwoxXzqJW2/dIXuYOl9BnzGmVA3Syrmt94TP5K4lv313U0sLPg9zqPezwRWRnAJbtbi4ymxh5vP9KW2mr8yCR/b1JcJ0BcK6hk02UVw0ug/WtCrPHU5+JfsmkO86b2P6Wvc9HAm3yoAhP4B0wZgcEzgFfniUjgjLPnXHIFT80PbVE/hF6c3uZrLPGDf29flwjnKb/UFR5ZXc5lEDrajlBcLN23Egl5sfsZd6rSeayk8ztjyiLNqC9V+d5SIM8p+WfW1D1swIXBknw5xDfnHpDKD/j3xps35tR4Yz4MU2bZaw8zr1Vyifdh1nc3RNSBFAZ+Yi6kR/tqeafvhVwjJDKJIvA0da26Wl8WXa07D2LD9zQGejDVX91XlVe7bP5uY6A5bgw0BhoDjYHGQGOgMdAYaAwcZSAeLHK/c9THX58nbrgH1D3i81kmnYvqDlfE4OGC97UufBmrpwyK4hrJvQdfNgX2zr3GnsxreDbi08xbpidEZoaFxDcecE8WSNbAuOvWGljgttw8qryHVLM/XCOuyKlXnRB4g/PiQm5L4+Q7XmsQgf5Jt5dPZznD6U/ML3LbJJvRhAFWVDuPc5VriWSviavMxP5c96pzZ7i2KN+3GWFT4+2EZnCGAX4GcN1FgjO+ts3V/mW3xhpvm/RLrN6fMZyv8I18b31F2T3fcO64wudv8/EZpj/FCj/j2UNL8e6slrg1lnK4Tq/9y7WCvevy1TPnkv8TTt5quwAAEABJREFU49i8Dp/TiEzq5doIDPL7n73+eV7BZcKvYznOBatn47XuR1t8qE5yCs0dUmXd4fYmn2Rb43gYvMAw/ILjnpZmuncNIoGaHzymu+p5761cfG/fmwycch7B872R5r23L4DneWnaxsCPY6Al1BhoDDQGGgONgcbAP8gAv3kMtpSO3RTDPN3cDO0/2PC7Om6pVCcPSeawoWzN5tHGYIlHXINBebCBr7j5Cxc8tIm2P0wZRX+OLLfwStbLFp8YIQtqe4GCw91DD2weudMDok4aIHHwyDkbSF22Guhq8P9YqhFjROcGHMiTsnBNJdW8/Mj20No+xIPlL0uCdV9GTuX/b2VKNVv5Z7Kz+T9BrvqsguiT3saQEh+5l/iKdu55sq6zVPlhPfaWlzXhZW3lCA41NDqI+8yjs+y5SSqHrJzKWFZaYzBWw2RfI8YiGL9FX0PpxNAPkTxqEeKa/EOy+v1pdCohoD2khX/Zm7I4csiVJa1XksOQR/wMc+Ln0KBYa0RNYdOZcb0wzr7QNXk1A1pq4zqGBFf7f/pbWt+nxa9qQVYN/XR/lz/m//f/MfvSiUb7nf35cc6d4B1Jf7vXJHOwfcaMpa4nBvQJwBwzNreoHv217CHvSVg/YMchU84HEDOkiuZb+dDCJtU74O2McwaPfo1SyHPuFmfDBwgD2iD690lfFTN+lpiKdJiZOPaeFienbKLdoZHLDnwSnThPp2h6KKcko6RcAk+7gy35Mz9PtG/VZn1BeJPKgJk+Uyo+/+9as3GGYXuJVG2eT8hLnF7hRPy4G9WehBEH9H1w9Y1poDZiT8MvEpQxYgWK5tS71q3sZ/bRKU+bJydZAgn/SVWq6azU30kdUPMDBxxHmJJD9O6V1H1vhOa9MdAYaAw0Bs4y0OY3BhoDjYHGQGPgAgYO3uBsu5e8IL+zLq5JFC/c+AK/Uzyb1sx8fD9vALUu3BD7DTzRwcykWVXYyoceiJhj1vBjSjJy6G671Njn9sm73JVqyQmQFTI7Z/T6SawF6LvXCVixt1uKTNgfNnqVuSPVqMO4zxxp7+gQyTGs7x1Rms/GwAIDXEc4P4HOXT+HtRfDetiboTgicco8nCFPI85N5Dtn2NR4Z9/GzzDAtZbljqX2drWfzvien1uvLe15KzP7BQMQFdiWrvO7zfQaK64TwL1plWlzDfH+X31jTb6nNj+fPhVay0mozdVuNsTrPNi/USPtPoV54yu0vl+5TgSeTont0H7OssuSz9HzLXzjxesUd0i/x1AsA/r5KzUmFV411eDO5pwvffGruLEGxWFkWnp//32Ol6gaLgKh2y5Z4+AWL68z12K/Wr9qYh9L+h56tfiIJvfVkUONm4MHtzeHWXTfvgBepKYNNAYaA42BxkBj4Ccw0HJoDDQGGgNigN8+Dqh77uhvfDY44a/u+Iu9//3vy1I6e+O3IeAPMKFKfuMc+HeyF+eEfxBuicNzG27MQOj3S2aD+ZnEJM786HVajyN3xAIP7dvkSJZ4uqCxO46kbQ2WfDNWA6aSjIHE9x/iyPwvH6aplMIeljWq9nT4TT9qZp9R8xvzt8NJFg6lgm91zx96AOP5yeeSs3fj5AKW5v8YPesMfkxCvy2RepNkXVOswMzYl/YjX5x5gXcJhl3Id/Zt/DcxkJOu5D06yd+U+3qunH1CXrdiNC5/33e93pAkiR4AnjvNC4gR42cXtQINbTyOmZX9RdTnfOIGntp9LWoAW2ZFrP8gY8uEEzYRi9zAnKtOdDjmBjfryvWYeMSRy+HnzmYXRww5WYA+/Rk/4WgDK68hD3Gd4kutMnTZOzU/8VDdD+3pAuI/PJInoLEkFI2rT75F3HCT1Njr3ddeE5GavvPQROdeUTPtndMvN1ce7IPL/RaH8D3s76Lq37W+ugcxj00OdvDF3B7VPj7o7KJp1HaRqzdugtslM/gHS+Nn9TB/1keb3xhoDDQGGgONgcZAY6AxcAcDzWdj4BYG9t7Efu7maLncvTkve/rukenNHV+w58zjwpJZ1kOcrH6gaC94X1jG7PEWBo+ExRV4mfsz1nBUL3nelFZZVwIUIsq/aPzsF+2G93f5uct3Rn0ct+3bRwU+wGQ+/2w1mKg3dTdmv8lXM/pHGWBPgivKj4t025hXsNl8HGFgtPdGnSPeftScq07TH1VUn8xSbX9rBftiZwT1/4jvyZQbufj3VWr/umM24fEuil5SkUn2SVLisiOteXJyKwP/mTlVVuOHmlf7O5LEKgtHHP7SOawF+KXpT9P+R5e1fQE83Qit3xhoDDQGGgONgcZAY6Ax8E8zwP8vcw2Qw5dIj5v/IpY4IyR9SbiG3jjnL3siqw2SpAnv73qoLYBLfT+I+AZwsynwW8I8UeIBA/WXb9JUS13nl6nnMLfXbc5UqgLqkjC+qMqdOAEDX4qFbwx6wJa0/nvPveqwwFf89i8+/8//P1vquuGRTVYbTAOQc0Fnz3VVtZ43awtUixYKu5hPvJTVoyaBMQftCrI4fUQs4nlbHmlTr5raeKxHGcmdulX8TnmDHDr1PU9J10tGH5lkB2jXwBYQF3jc6o0tJAZdwzxv6E3pGGMBqU4d+AbhJKvgTA1a6WwPI0egFfQ2dathSeuZui+jNpB9nqykp/1lnfY3FXxZls6AuFDHNKR5qUeWFPz6lMyyDsVPKVl6pEhrl2QWnDo0M/rD+kqXFUNC6XSIdSgn7QjYcODXKAJQk4C/Gl8aA9SexQ1tYDpvQFZ8sB74/Cjr1Xl+WgvlQUzQKT5g3KH1yUCrlgN931eyt+96mVWHw312zmNWu844y5Y+MisHGakrMvX+Uw7PTXkuybU8mcM4tS2B8RrsQfaP70kNeFuU0Fd316FplvUzJstJ7uUuB1Pj+Bk01c/2yxnxHIr+kUqeXlprnYGUHpbSk+OUkvdT+s8S0AZLDuk3XD8fmj9FSsns8Z8jpWQpJTP5dtjSS9dR7UHTFdIs2R0v9vtuz8MPyulMvAlT9dHEh3NHPJj8HvVzYt5Q6gYf2Orj5GBJHzx0DU/62ZUk9dN/GL+vAV/6+aG9U65hpV1+vmZLKQns+TH+Sw8DD43PwR7JHJPEU0ryV+BD/ylSH1stV33HW1ZQ+IcNNTcfKZVaks7PGv9ZMpBSGfe2giR4sTtfDzkXOB+Ug+lnk4lfkDRC19CbbFza8GJcKdpEbVtf+Mbr2F4az0VSMbOMyv+Ht1hl5QZK78C7/JV9o5Xz9sQHscFEXeZ4tcMI5yMYFGqkx8NYs8AjJUtJeBTI5EccS0lwPQkUm6Sro6Aa2O/66OUfC4vMai9DVwZjTvHTv/O5UmB/g6LVWpSG3mkDNY8eBPU1fBz1sDgv6zqb47O0ZBiyMwB9JBWwN2ij+zTqre10JButBeNzyFrYGi95U7PWzxZwPeMvGTRFY6Ax0BhoDDQGGgONgcZAY+B3MKDP4L8j0XdZUggY2b0oRqM/oTPOkFszEJnV7dBdK4kPRl5fFKPR053Ob1iftfU3d8ON+zPA0+apW2ltNC9fZm00XgkHTSBM6nboinwdedUUy13vG50Ev7t8HzDOugEnVkylDaJ/qTy/fG/TgV4QhtN2Zh/r4USMN3k3A6wAuDvOT/Nf11za5b3kSRuU3tH3ckKV96M+2rzGwBwD7E49sPch2t74ZW+fzvvqM/H6/K/O8J4NcX+W/qXK9fTeQ8dJr58vcyEiyxo4WdPLdPmNqCEHG40N7csbR5wfmbOeeNQcct36u0an2U372/M6PnN7DLPPRLENr+t3zIagMnnDgCzuOdoXwPfw2rw2BhoDjYHGQGOgMdAYaAz8Mgb4YMxvXP6ytP9Mus7/mWr4jWJw0Adrz01ZLQ+6Wp2G/xcDAqMMSXsnUk7mWJiXpAcSowPeHxfeBROjhhkRkmI+hvzoBYid/IvDkkSSAJqw/8Dp2qzeN/4dbvvQO5DwQ+0T+8hdVG+k5LH62NXQbLPYzw4tK5m0PHrpCKFe0NeGfjYY4xpgHKj5ciRxDl4GmmKBAZgMLJj8ILVnqn1wOiVd50x7xaEHie5XTkOqee5I/G0IiSLBOXc+O/JFumLlDZsaK6Zt6DwD5eePaSeZv5KWHnjnhresSMCGn4s3BDngMmkOkPjoMfCfTZ8PBLv4FedSuPX+vkr5UjOm75XsJa9RE2lL/NlDS2gBitQnqbKmUlK7g4EzYP383ME7KM5SeljirztTspSSPYSUSlsdG2BHXw9NfFjydxvq8oLtztfDLGrmZ99MKHIKzAyfVuFbWfQ1J3soj6SckrNhf/rFvckj9u+frrQUl1TrvfX6TlIwJFDzHzqC32nJ6MFUf3X/32P8agY/4a/FaAw0BhoDjYHGQGOgMdAYuJWBhHfd+CB+JPyh9JvMsHG8sWvDbxlgK+gZR7GjU1q3vBOHrxl4yIhcDuK7dHnYSBT0JhNzRkA/Oiu+JnNmjXYq+efgsu5ss/ZmJ6mnWZUHMhLQa9xANbq9CXOB9VnJZJf+JyPFnXuAhVqjVx3ES9QVmHE8S/tSHrP6zjr5B1P37CvfYwqiyqfDm/uErYEv+iMHtYJ2oDdSCn3rVZAjeB35BzUvJUPki/JDCq209paZpONg2FtKSH7Vi8yQB7Obnba2X2cnXKGE6xpX+PzhPrhGBW7ZJlX9xOE6g4z9ctc6U4tDAVwqDzX9pw5S3Y8fkcdc4O/KibiBubx26Th37EtTWF2qVXM4iDJ0Lm0seY69Ria0Lw26wxmxwdwU9H4+LBUxN2lBhx/8+bCKxmUN11/4RixiOi70++qK/dQNP2+IC/xkfjX+qEY0e17IywNr8fBL9dSb9Vm9E7LOsyzpegXFBqh50aHA8lRiqtEf9FnrvnuRoIrAxKVqfH72ubbCSaQf0YVbAM+3VHuL0+PUlV12fP7emfDq/O6deJF9+wL4IiKbm8bAXQw0v42BxkBjoDHQGGgM3MMAH4T5TVfg93j3hDnnVTfZi1+KcScxeOfmdej8igY3XjV2J521gjWCqyU5CVDHjjb3pjWt9GNsMv0bumSimq0gqXb2bcHr+pM7tfjNJlNnMkbNfIbCHkn/KhC/e3TWaV2ypP9TwV1nGfDPButhrevy8v+rKsdYN82OusEz28E25lTSVGyX/r8yZo4AQfApLi2g0SsP/oIgqc7x/7fLjOuOQ8GS8HpIS37kpcGk0h20BeaaSWniUqZSzR64YA2QjlmrdSVRfK7i1BK/5EQuZVc+/UQ/pKY+B9UR+8qc/yviw/D5HGytJwMwD1NIMdnvhTKuPnu3dG58J76g89fAxkhaYmNvBDZO22AWdSOTsQfZPyNs8DJnMs2Z3Ofs7tGJYwNmxT9twNoXzV97Z+3Ap+qCSfYJMQHt6ZpflUvEIgY+PQ6NHuwt0Hc/J5QIOZEfX16pi3B8LolnJDhwSEUuEicPnTNcpwJeGdcKsBzBOdFwLSMRfr5Fe0lSQ21HH3RJP990nc6SneTS/KxIRnwAABAASURBVKv1xA6fneqKdi2z9IzlWnm6Dc9PKISvQMjT7uGQn4NAnj1/OacWINX5EO5B+4jrcb+P8A18SG/EBWp+28G6Oer6L8yGemGBGLgtUpqeE4MfEZ61JgHsToGg8mdAbTiuUXLYFoHzESxbdxoCEsPR713fXw//nM655No9wQd/P7dBXaDOUJT75/HgvIx59WoiJX7hkZQzkNCONXZXWVsU3wB4jrDTNQj9HfL3ruAdbDSfjYHGQGPgZzHQsmkMNAYaA42BOxn4VTdz05tUiEm8VcAGVKrWXGUABgNhyLYYbn4ZjIGbJPG4GQxsCsMkGY7TY+2BBiYH5tREjMmQ3wSjCxvaVyLrIZFDd7mv2RGVaEhGkfRnsDJUHkQxH6wamt/9KyeL1xvzMDss/WHZM4i+slIK5LnFY6xwkeW9nhd+8VfAOoOwoo2Vy1cHYbZZ4sshX8hhYtXR0KAeGoyDQfFs1Gr2KHiO/sutYAap9WUvlUdXnyPFYyq2nzPIjaFJeaPpGTP2CggfhKWPDN3vknBc43dlfyRbXy9dND6xZjBLHMA10WgcSXrHHOqbM1fJc+pbdUP9VXBvwgO4NfonnEeFSPCJmBHDmYyOSyhln4GlfeCGN78RH9RhyI0+sga6U8DZKQfbJhPGUdHOinudlW6bN1mtzPHPsPoZyBrW0KxvO6J2l8oCKXHZEf7qerM+DwB+oROMx0yX0xUSd2aW9Uk5a04dQ92V42Bs1fR06jvo2dWa+7/gI2mOaugPNuGa8wcJXks8yPGro3UNC79ucW70bv8L2Tm3C2OfULcvgD/BcovRGGgMNAYaA42B3Qy0CY2BxsCnGeC2Bnw67vXxvunO5opClDprAHa74ze2we6JmlDHVVua0aHvLvUowhz2Q1/c2IG19GZKG/5Kb23enjFiBHiUkvSFlUNPEx5CzaW3ZZxy7vPINvuSmtrA7LgrGQVvdo9yMOW0DHd22Ru1PVRfOIyaox/S9dGZylHO00Fz7mzh9RB3SWMu1Vbz1IEvh3y5nHhbijPYat5kihnnbeBl8G8okuqGg/PVcFaB8542eWBdRufLplkvRpyZ4GXgpMJ57bm9hl+yxBMSnExw93Ri1tjtoE1YYQBmWV3AtYq+Q3uI/srU64YUq/wikBrXeT3uSWnABzjuZHkmVyugMMtG/Qg5gL57QLCaeEDO4YBLTYnrjJpvDmISHzz8MyP7avv8N+4PDpMDODj99DTWHsAKOO2wd4BP0HcPCT5eOUazH6Ne3Tkbr/b1W9rP/Ste+EwA/HNBVAArgNWVTahvkq97mZjEvjCgysFj1E77Qu+XuoocjziNuSHhNtpPfyJDX+9buaLZrS+FYjU93MWBWMMBinOx+7funNu3VvcZOK/3uW+eGwONgcZAY6Ax0BhoDDQGdjPQJtzOADcAtwe5PcDS3cvJ6nBb4+I6cL3NJXWAbdanrOowdfuU05smvyGQfwK50xeOAfpP8Bj2NS9KDryObtOQFghrb+MUxaiDYoowDFmN+9yq/7bJhCVMJ8/Em5qc7MM9axFu6I/QZctAaxY2+kZUzahBzYVjLXti4EfeF2YfVC+ltZbMm1Anpr54pm74fBn4LkXF15V1frwc6vh40B0ByQ/smLJs+qtXarmsNjIwwAPuoXNhgy0Ixi6X9tOr5Xje3+wtsXFdtfdHWM+V+OBpNe499Z9tfSiLD4VZ427zmfUDch3VcUcHMsCKbx+uuajbK/OeQ3gAT8351ry/SC2k+ZeS1l63MsBagGuClM/py/ejRHmuL72bcF1JNyV4xC1FzaN9AXyEzzanMdAYaAw0BhoDjYHGQGPg1zKQ9GWLCX4Doi9dQvIlDfjuwpbjc7PUWeSbc91O0uvrHn6NfdmBj3SqfQ29I5w5uGEAPllv3JQBNXcffkuiyfHPIHlfXpASCq2a1GAdVJ458pdloLxHX+zwz3bNIFdrOm3LtbH2SuHlkQH/rBlwmxvfyKkjR9WDDJCXw/+Zsc4eKh5Y96WcK4gLE7LQ4ceR7CuboMrkN1XgN45riEyrwdryMFwzV/+SdI0ShTa2nkOGQ19tfD8y/y+t5Jy7jdYNrktb6aSk+Q8haUY5hpzVJUfreRlLDfpRLLxpHl3NOck5hK2gnMwzsktfKSVLSfVoXTqtYThn3UH0X6X2vtY0C74QEOdQzuKLujvGNDHLt9v165xFZNJJBXwPSS8zX+ak6egeluw/5ZVs/4s5nooo9bZc0GeNFNYc0pVQ+sqZusmhAvkC9q5pTyfVEnBdlnMBvwDfNdAB6xTFIXv519XBanTyAZTOtx7k6lAWwZmau4+y1mVvmO9ts5TYX1/WicMsrrNqTim53i5/PeSxh58z6q4cSWPULTE6tGoGyHUJTPhSLb6f5Ggqtc3FAF4CWddJK6eLmWlKaWtr0LadL02Tf12H5Eme1X71kh7J1rAzZGXeczxoop8GTWucYwAmH1pb/TSyR0rleiiZkkYeOqeAmr7PJtKG10OtV5T9or2TnjArdkkOk/Z10rnq0JmQhDif5fBjR0rJUkr2EFIq7fTopfr25pUeD3N75swhVb7UzkJKTx3XdH4mIR9VrHLuFUZoV0M7m/KakxwhBVN7p4faPKVkKT1Rj9XtnB7WCSkVW3v8Z5b+M73bI2l3JLP/kn3g9VCMh5GPWWnz+au0k8aAxMEjpTTiI6Vx36yT5ydYSyClH7SBdw68JS8pW9IG0vazh94eKZk9kjl6n7mXCNE//FygH8jJ7GnnjjUUUk1Te+FnXkrJecDqk0ipxE0p2aNHStI9Cp7Ml9qSmdV4pMcw71HNk1KGyeCk0wT8mF7YPOTBpezNHmgLnBsYDGuph/WnfQAsVvjwdvFBE2jZfS3JIyl+2dupGE3evY7JUPbPTF9WZNZnqGxZhs/PJEygxqczxlJKllJ6Km9q8dnYoTytguerT7pK1QKkkLO41+dhJEB3BsEvEhRfilEaeqcN1DxxdOSt+XFPTyyQ9Jne9LMyC0j62NAHnTipYUYuAfainG44svwHOrU3TLnUhL2MQ3IgPrKAz/rLYE6NMkd7WDXQNoODZYx3du2ptRsDjYHGQGOgMdAYaAw0BhoDf4yBD9y+fY6xl2JeFLtzOe9he0huUbZbX2v5yTp3Zv5iTq41XgwGBVZWHmj0N4PcEE4xmNNgEQDtj4AcPxrwTVXk88bk5HDwH26i7w819LCj9Lnh38HLiikVAfxa/zCAPogcjkjmg5hbt0N3pyRejaVY1A2Wxu/Uk1/tn36g1h9vryz8cafXzvxoiiUYHEcRtEH0j8niIVuRx3y0WT+RgdGK5meGVfOpvLSVfTcRHxTXuYg/+v62urcGR4l5MnzUw95570vBAuz13OzHDDQOx3xMemz9GpPhd905dnH3bt7143OZXB/lxeM3hX3JY0bxLandtPh+/6P71JkyT6iOMXRTiat1LMRcnXPFYPsC+AoWm4/GQGOgMdAYaAw0BhoDjYEfzwAffOO3Ln98srMJUgGYHTytxPPdNyX4Zw0cpzPe54DfLgbk8G4mdsC/P3tn/EPGyRdsqW+U8u4Jo9lvO/yGfsrJUn5Y4lfXF2Yk3buDhWFjDLwfTzIBEtXB3KQ8jL9gUC5Fpsrijqb8EwsM7h/6XlYY+nXjfZs1ns5GtzQz9bwqE+dwyW6r3v3IOKSaoyPijZSnOyrijQ84AG/MLh+OeolNeykAY2BpnDUFS+PO93salqaf0Csr37+S/hXWCVc3THVe5DekmiePqDPkSXd7p8N1jb3zf6k95wZreHf6HkfnkZ+vdweb+FdYadhXQM1vOIgMviH0akjWHqwabRnk3OFn/IAtk66zyan/69v+swY1+V7T4rP3ros07yn+Fm46Smww1UefPAOh+w2Smmpcl/P0LKEProvw4zyxARaSYghYv6/Nz7OkTwTdBAsODqiT5jh07nAOAan8SNJ5I97IB0T/r0mI2FATvIANprMmzIVnZAnZmaUKdvJVnL51Qvy3RhcYkM6nYpEuseCX9nfgj1/BvoPSC2M2V42BxkBjoDHQGGgMNAYaA5cwwId8m94w7vF85Q3QnrgfsnV+VmLV1NEGK+arQ8QCIyP4DQV3SP7POoViIrEFE/VV3Zfc5JhnHtQM1P3BBxkuYS5tbPub+zXO56Zu1HVaq6w1zcgTd76+BnOL85LHGyNKHs1BIQ68fuRo8PoO4U55xcGePLGtcSw4UWvgkf7U2/Z1ms6c6xMhQETware64tp3Nqzt/PxXj3s0+AT9HOIBdSNzl0oSbqR+OTRUdGvvONGj1jWTe8ZUm9cjeeqH6B3ZJc+IzALno4SnTmw76eddVh7YA6BS/fhmpw0auCXZ62leTBPuAfUgw1AlRnNWkiKYHayVGAUqfU7aq2DQEREMim9tZKUCrkxCLtfdvTWop3fqAIldB3Nq7Jq8ydj3kixZ9pQ7A3qTpivXJ9WZWXtBynsPrtX6vHVvkLF36gdZdY5Hru9lXZU5iEXM6yP8Ox5zX2onCZ/0jywhcwJyddGBx2VX5Dsa9X1PJSPtuY5SgBP2GfHAOYfHZnsOmoqUWD3IEawarQwyd6h3xe74EGukSrhGgQVH5LEwdJv6q1/v2wLIMXU5v2p/x9G+AP4O1lvMxsAGBppJY6Ax0BhoDDQGGgPHGOCf/wT8v2MCNvxTq7rx2OP2jpvKpfhDrP4Gyb+0COPrP7bjMaD7ngg0krAV2YwGLugQM6lGB4F4VCZl1gM0HvBY8BFyZ0y+a6yxZTr3oyBslQ5ZFajjacbgN8u6NtrlSy4yXEOdtOyGYtXWWjjntcnGtqgxXDk0Z+ir7Te8j874Ivgrf0ljlvmnv3ROcl4G0AE30Bs3yQ7aQhzYgJgXEl2N0FunHSxk7SsQfgaZlFPsMZfDyEWNh7azkHvIq/MTUtQnSOqhNA2Y0i65y8Dzj//PU2dZ/C1BbseH1+TOzBfJ9r+UgfXpjSTrkzTI/nvILZDwQ2qr4cpdb/Vs2uPJHlNqJDmMR+ueag8OXNZj59sPLRTw65ja4XHgSwqlOXChrh/kHZjLH90T7BjYRfp0vdEHtU7qyw/xR13OHe3LA+x0SM0Bsa7yB66jvdNjmGu6ztVuhBi7Wk5zxv9PA+c32JIXdnsRfuE92ndKzkNyDO67KhjnGucjMhDDtV3oppIapvCTXobENe2qAv38M15hTfvzoMaIuqW+sN0jqZAztZ7j/EuJXI0b15tB1l62tmGeKAH6W+e+t2MfUQeWuhJphYlDz/SjtvN+1pe+mb8K9h6M2Ade1NkpTkCfHRQ69+gkgQz8UNfl3jd8gPE8Le7w19cPVW0j2MlXJz47+QdZnjlnB+z0zTnwrD24qmXvUJ/d+tafEVmVsB+oVk0xaQUaGPhUG36ALbycQ+x6LJhtV5OU1teA2pFLOJDKgOkzCb9Uyn0F7Riv5XRuPba13SUzlWbI4Grr3LN2xAUsjNLsItrIAAAQAElEQVRAWNSEDP+Fj+idk9SJPyQ4521hNtd0g01QbIjlUBctdSOBFy79HUfwSDzqviPGnM86Fms7Z3OH7nGH0+azMdAYaAw0Bk4x0CY3BhoDjYHGwI9jwG9D+qxog757i+B25BbHy04JCSqL6HKzEqiGL2zypRacRsQZ19w0gpmhW1W6O/PaFSSkmpcccu1+Qnrn0NsKb6v+mAfvgnMruWq/PEgNICy8LfdZN/oO+c/6Irg8Tgmr7dIfDsipXG6ftMmSmkEYq61co3dEKk2fFpIObUD7FfNVPe0ZV17i8nXuO00/12vCxzv79XG8OZTc6HyQkoeB6IiC9Ac3snO57nZltHdM/gRYsZwfIhsQo2rjK7qnpfxpXaZfAAxu+/rhQ5UM6tMNnIHTjt44cK5KjaY631h/fNh5heM+MpS4ru/vF9SKFyTY72FtBh65lq3Z/LQx2IicyB1E/7dJ+Gd/hNybP1yApXlsRbA0ztzAxOZbu/AB7khiygf174+j7PxatHMmc4BPU2Tah36OuIPRm7x5n/3kDd7cf5+r2pwr6hlyZIftLSBaZBYBnv1nK8aOydoPdQXcWz3oiuvecE0s+ASnPePwtJMf4IA6wIFUnE/NOzhdM+86pleOEoc8WXtk0fA+t+/RH0NEdm7UQYJj3k7MUuyobFzv2Ce5gbF2fw8fzq3i0t7v4d0MqhF0bSyfJ+erGrTK453HM+P8KOBLYGoGZ3xtmUuMobYtEy62aV8AX0xoc9cYaAw0BhoDjYFzDLTZjYHGwFEG+GALluZzHwGWxn+8nt9Cd9yQqe5I4Ab4rztPQnCTFJgMXdTVynG3CS7yOHWzJ394wH7q446+KrcrYnnOKwkSA4zXl1megRl7i9+6X/GxZQiPgd6zf//nuqyNNk5gcMlNOAgFbYcU/IWltzUdP1K9HIkx4WWgV8T8vnuLIDfikIvXvpLPMwEZMSHwHBi18AtGyqoT08dSvhf4rqbualKjQ649Vj/7P/WX89MDn97unFCQBQeey/LwwqzzaueicgMH5FKpNjWZA5aM8QuWxm/TD9cFdjS4LdIhx3Dm0GzWQqIdVzPwAWLZ2+DuUOxg9ktIHsjWuJq6F38UKHCpuvHjzkvYdwr4AIt2JAsWDZYHVK5/skAuWTkfGsQGqHnjQbSb3HO9rLE5zFWGrOJ+Bjn3wNkskvZIUv2B8AfjgMxA6PdK5iY5IlcQ8/0cVofqgZqbD/w5VmfgFawa3T6o0g1MA5EZmB2cGk/64S/kZHi1yxqAMPL1ic6F0tdXzlmnOt44xHwF2AfG9qWnLVsa1btC+V/bznusDG9ufjp+8IsE15fHLhWcdEm/O7w+yh6PUSd7ZM+8Lbb4BMRAMmduTRkDjN8JGL/Tf/PdGGgMNAYaA42BxkBjoDGwlYFmd5gBbtb8xnfuk/Vhr9850Su6LYGt3rfa3ZbojOOlf/o29DNTfrbqwJ59XZdXzb6iz85/Hy13efini99bn7FYJ7Tsk6u+kFzJcz2N58RN1G8yevq8s0VdoI/hz3HUhlfTGvt1WP0zGZ+Zq9Dffozyh6tAn9lovNdtFfAM/LlZ5Qgd2Opntx017J70wQnkBz4Y8nCo35JnFPjb8o28v0FCFXgbWufuJru3jj5poKRvC3en7wuSJj1wgavPu/hc4kQCH63xqoDfeUJ+lLDfEqwtyG9Zqf15bjxp2QI19gdanUEWgBCrhhcOEu9Cd7tctS+Ad9HVjBsDjYHGQGOgMdAYaAw0Br6Tgc7/gtD8i6T4//si+eKBh9+A36IE0zz5gA+m+pc+/zRRYBisPzbTBsPgJQ3L8ilkfaOSlWjuko0gJfW9C9bpS5g1KIp/dzDyozsShSzf3agdYzSxj/6VssR7KKagQN5XjcSovyyk5hqMr0L11/sh5naK5ND4Ej/YPn3zJaGgNfG1eQ6caqWU7CHkrGxUb+5BzjVCz56vwd5OkGXjVzbxWK2sKPVeSJ01mqCJKGiJB6WgkHwxK4XmG7XSvBDkCxTIf6M+KQXaUZ9Lcul54HwGrs9flh3kWNrWdWaVfbHLJjYFxgC20qjAGJfGwIWlzbqiPj9nVA91KFnZdUr5y5GVfyZ/pNf2pRq7ASYdoO5OPkr+ptyTdck9W0pJqzXGf6Y+3JrJlxqKoYDeLj6y2uJG43sPtgx1OTQ5+r6u6nNQE/GScga0rfuyAmJTJ6A9B8a+LI3yhhdsO4tz1kbjjBV0/flNLnciPZI9hLI2iqp64fehNYEX04t+5CnSrUbSupuQfW8yvwB/wGbr67T+Xw657w/WEmite809gj3X44brw/6cqTmQh2sK3DtER+zTvb411bKc1Njr4539QxwCk6yhSgyklCylNLjxfaV+Skl61mEYuqWhjx26zpgjAqRoVLK2o10NHWriA7AGhxxsmEQdSQEGaI664t0Efn6OYf0a+XrJliM9kgEths3h6c/MkvkLkVMWp4I0HVAfnZrfcrDHI/DsrsKgRhQTkybSa5JuTsKJhmaPCGHuH/5ZC9Obsur5t1pq6MyR0sOSI1lyWfoP/UQFKaF/ImJRgyOZ1rGAsZSSZiZL6T9LwrOehxkj+vnwsM74mQikvPVIKVnyuko+STkl7z8sSU6DP2QPUmJemg5bSmmEF4OJIomkJJ1LtXXo3JKiP6b9Xr1ZPIJPOJVnrhldNZs2qFTejHWZSnsoWyEFnC+4S6O6HyoIuLPvfkumypWEpN7twVuP9Hgo7yd69a8RXCE7fQbOQGuctS4gpaS6+AxsxpofLSil4ielZCbfIKXkvlNK6qqtTarl1jlr/kpJcbXvsuCKG97mXCYplYrenwe1B0IbuW6R1LAGPtPjBwkixqVSJ2FKD7mkQtPH42eVaGtwzazBfUadf6c1CaCX09GR+axdYTQYHcKXVEJzneRZ0uAtm/8ssE6aMTrZdRCvkbUDkzXAQY2pL7id6lq/MdAYaAw0BhoDjYHGQGOgMdAY+C4GuBm5KfbqPQ6DYCb2gnrG8n5V1hckayCDI/kemUOsi+BuyCHgij/0tnZTem2Z6ydQ5HFtzA94oyywMdRzH9GKSXU7dNskM0FYRztSglfTl5r+ZDKUYfyXJbWCSY3wAybq0114BlNH6MBU/7f7hfiaZ9rgirqL9ys8NR8/hYF6b9Tt3fkx+R0qp/nlwsjuApXRj2vWBR5P7qdXuaeyvbXAIP7Ty/qjvRtED9wdq/I/IYluoLI62MSTGVXpqyP7Z1+FgJfyF9QvdrUi5oSsx76vzTqDPRlcUwFeAJH5sg35W0EdgZ9TQ2SE/P6s+FJ0707bm3WpVFF0zMztVauDvc05Qa3nPLTZjYHGQGOgMdAYaAw0BhoDjYEfwAAfsMEPSOVHpsAH/6P81PNog0uLzGTXe/R21e/VU3F1Dlf7m+a71CcuDxmQSzbb9Cs3jxrCP/DnkLXDLK1zLlnrL2on+Qb8FRXS7P3aEto5IW9HZ8wF1j/6s9EraxyMlKMO/uZ/o518QJirrZyjt1cmJmQrf5lIexM04Y2dstrE3H9y9V+Xn3zE+lIT7Tdx3g0nGdRQ13AbOvqvS9RJvbUCmb4ceD86fzpPfbh4iXFEUeWFT3DEzaY5ytt3AFzW2DT5hJHiel2Srws7+IUJMCjuanAiJ9UPTPtccYgbUPfc4bXijXrBOXdt9s9iwLdPtnJ9lvx0duwo8Om47+IFL8t2SUPCN3CmwMcPzmcQHvhhBVauZWF6TLK6D78yZV2vxZi7CemdW9+ITzRwa6CR89g/LjXiUnuFv1aE7gEaO3P4F+m50+ebTuxm46/oB99nSmaPgDfJ5Tfj3z0M7/Ofc9cz813z04tbLcErWLVYG0xaexA28Aii/9PkntxYVrClBjhg/ySdVGdOp+VYsU7yrhjeU3LEBMvz7hnh+hSek/KI9lUSnw45REp86wHf35pACz7DQFM1BhoDjYHGQGOgMdAYaAzsZoDP7mD3RCbwMDlA/8ehU0Y9dN+kzq7jwJRd/s8Y6x7QDO6tf3mbWvv+B8S38qNNey6+HPg/KYUEM4QpACPg5bknd6XOuY/OTN6mYnYNVpD+ttlHrYgwxbwvUdAPRGaSXnevDoG7aB+QPl3BeLDg7akPjflfrricDi71lauvMXLJBr0eiMqOh6J+TrG2qAfsCjrMokEtNcgE+PnbG3g455QRlHtQe6ddzZ10q5G+SbxAr1oSb30tTbxR/6Ndi9dhTdfJO7679hBQ51C39/h4Z1sqKe/vbC8Yh9/ABe6ai2UGuF4Brs9g2fLakaQfvCC8lnaK7rdLOAHPROrcOM961OreWFeIvqWfbBp3P5KDUg1s8KDmNx6RVMiSCvkGiubMO5UK/sNQUq7KPtNXl2kcV0M3HffEYf0CS4kHjyGX7I7ryeD47KWZa/kyxjwi0wb0vxUkM5MAuZX9NjMoFeM+dbpFXCmDmYOhgMW+5ueVPmsSC8S0wS4UhyUJgi0O1u3IL/DOG/yELW1dtt9N+Zbx9YqfKfl6yJhawHNkvoVN9/iyrGsVc+etTmhnnCq9Ew7PT2VL55uSwK9DaSIlvvVoXwB/K/0teGPglYGmaQw0BhoDjYHGQGNgngE+n/MbogH6YckNW7R3SW5iwa5JnzTmAZJAsdylIDeG54N+YMe0jd7Pm5FTFvdZDxHinhDdUpn1urudUgip5u4juEHiZ7eDb5rAP/P6hG7Uc/l/iJZ/frfz5xXUA4/WE+vClZOkB6NOA4LWQ43dB/65uZ1iOC8zLAsul9wrvvaCjRC2mhvNXvr/F0oFusyegUaQEjqG/SIVbanKQY0BjyXf5BUoVoff4YBKXMK5yb8jXCqhgffQuWF0XJKz///utL60Xam3WHuturIvZ09pfxkP57LsTbwUkEnER77GsQ0vZWzUM4vF+cSOwQepraLk65E0CVnPX8obG6Api8dDriss2h0YIE1fW/kf5AE/TBntSWoCDAD8I78D5CEM+ZUc2JOAlQmUkd/77nXoOpC00VMvb62m5/TWGM35wACnKz+TtLzm0IiveSXVvOUoe4poxf20X7Sfe0+Q0YfT2a1rpHJzUpBcbyR9XIZuLGnAlf7GPOCdyRuWgztcBSZ2uK4xGT7ZJSi1BOiD4jbyK72z7zABwo/anN8K0qWHfvYRF8T475Kj80ZlZCEqYP2ijb5e+9B/tyTHMR5KqaDT+qjzcmTV6NAINUn8jEPJKDWdsyUd7bTS0LuG9P56oB+gybTDCl6iXcu69rBP+nyZ9MnzIfmQrO0vaRPUP0uRZPJ/qYHPGQEbXmXtLGwH/bPBngVPTd166JwswAdhQVjQdoTim2VSfFDzULc1/HJ4/kx6GVlWwBf35Z3uJDuuX8uml4yw92pc4vQHOonz57tTe3x3Ai1+Y6Ax0BhoDAwMtEZjoDHQGGgMnGCAGxdwzEWnaQE1f9LhN3Dkxi0E8mByTAd7px+ZsydG1Oc3m+/rwxwQIiTtc6DIBsSUcQAAEABJREFUwDlPd84e10u+RJPkDtofzqqNlBjblmdFUmsC70BNbB3ifSP/zFoDnh1KgAcQa7Znx7xs8qcRmDhVGpWGzFSr6ctSf3ilvo7K4FQTV1yDqJsoyFMOqc0d4C3gislbdkss8sADPUBWE/MTXbw5ROx8fcQEe4LgcY/9xJa9C3xNJ2PzSU6MWneRAXgFzu3rumob6FHh4uwbBogYbut26C6QsWdObsvtmVSB4BpUkyOdStWaBxlgB8NnyINujk9jqXv0u/e4rwtn8nOrS2QEZhwPP1dex+Az8DpaNH3J3lmI4GPf8dYpocD5+OysGuWzF/TBwXn/n/ewJ2+vXHwyB06vz1bOr3dq5Apq19TgUMh3+7ue9x1t5/3iwF67fEbtzo//bFI0l/rcWXGDncyvOQg+40nhZrTrKvIKrFuWc5XQqtD3RMQL+W7+neNHc6B21g75Lj+tqOruLKeH8M76hnHIv8Htd7mMfQT33dEFvDD59gXwhWQ2V42BxkBjoDHQGDjOQJvZGGgMfD8DfDQG35/JOIPpHdG0P7ae7WkK9x7A1J61mVPKtp7DTcyc2RGdXNsZfzxQOxL3dY5nYinnHrLIwg87+G3v9ZpZqcBS8hTWo3+AUx55aN9nwX+bfmnuNn1kQK5g26wtVuv5wQ9Y8kQuYDwOF+E35NhiT4/ayYE4eENung//YGECvkEM47tG6P2k8hOLDEA9a7A63MCbQ9QRf7sjcgHbZ4wtmQvG2vc9smVe4P2MYxb+qEdTFWdlHWVw8pD/C87Tk0m8TGcvgJeBqxXsbfgFH/7q+epSnv7Yo89e3apHdMrVQ619gAHOHvZpyHABtwC+QegvlQqA7wHqX+r/hDN+boETLkZTqXGk6DvE4KMHkjXo1cOPLeaB0P8+SVVPDLUsrvXvq3Au44eux0nQh2gN62chi2yS6l17wGjPLz8LLvsZIJ/k/yZZrh013phfPkz14MUxSvAysE2h6lc/VeCac9acI1m7RLvN/1krlhoknUeex9Qh+YCpXn3mBNQdHVTAmDFX8H5lkYinPhKo+SMO8tyaiEpw05DeWXjjHIZf5CfrZW0BdX0y7gINt6mpD37BbUFWHOvMXRltQ42BxkBjoDHQGGgMNAYaA/cz0CJsYiDrC7pNhn/AKJ18qJF+AQfTm9FY35BHS9hS+9NmmoW+Ds2dnc3haO5L8575YkHOgPYUT8tXi6LJXl+psbTztfUSBkxTW+rvsV3y8RP1fV1Z161OuDfF57qn/tpBXHB5XOoClzpOl3przv4VBm7aN/EE8ib3e1fHH4xefs7tzaLZn2ag308IcNrf5Q4+vMk+HO5yuv4Rh7v36u4Je4isndftPT5mbGf24pJ39GDGy37VT50xLXCGH+s/a9odr0l8woMSajJYlIfenz5Xpm8yWpnfhv55BrgXA99NRPsC+LtXoMVvDDQGGgONgcZAY6Ax0Bh4y4C+ovLfJf8ytfovU+p7Mn6bMrDojN9In2Iwrj4WZ7XXMMy5pjH1kh66udUx1fMlkqPL1q1A2b/elssffIHXwXGk3OnLwR7Wf1lYpOKKe3yA8azjvcEXDdXFOprkFNw8gYjEQ3HaKs1LQlL7dN60jw22+qpX0wkK1JMSn0ADOrAUYs9Ic8VBDawjMkB/isg79VzkrN3v0Pr068L8Tmui5bIvJHp1smQnIFlPk441NM3nu42Czv9YI/5yI6Ro2F0mc4pPG9aCvq+l6QWHnMGSWTmA1H0ZKDl9mfV1hsyqZ4xSfz3eDTad6i9gHM7Gc7OiFyibW49HSgacb3hXZBVnz3zq9aOdLVO7eIELt1Pf5VCfbPq24XNmnDCiV6G0nzszYyPrOpblFyQtSNJ21sjuY2l95dLXu3bYKU+wlP+yXimTer9v8VEj93Uszu85qXO5vS1i6ryIR18bm+YupPSfJcGMRQqECxa0wNdRxI94UO0pJUspxYRbJDFxzH7ttM7RRxd4PJLVsMtfwQ3y2nq1/XTa6JyEX51M/s+pX55/5VDnpwFUyBroGi5lgN2StMgD5F1dA2r6QRt459I3vIJwShtE/7OSHw8RkTPJelKSzl+HyHL5eOi6Uq5NSdenlJKl9IqHdLIMN7qYW2nb+JXUfQgeTpI8gJp+wAjwzum3rFyzPQjGD0itNOc08QDuU0qm6gbY4RdVgXCgNuezYhqxyQHE8M2Sf250Dkth4QOklMTZK4KjlGJMGu0HM9UpdHLMfK+VeoGuoVJfeujjgUIkfWZK8gtsNt+Ukutt+nr8Z+ZIPp5SKmuvtflPsOpFt9RkZS9ns0d6aN7D5X99O7lMllKy3/KiLkDGDyXN+gEVZg7V8gCPZP/1MqVkZrL2fS1pSf2LD0hn73DeqB17OKJ04rrzPELTS/Ya6LsI7j8A7UBW/gVGBMsqARhzBS2xRw975stk+H8Rh/4qudXPNC/6MZccA6E7Kn1V5dz9HXWyYx7cg5hCG0R/r2St1mCqrfgMq650b37nszKowzjHQz5lBJt16POpXwSL/d531nfvnGbfGGgMNAYaA42BxkBjoDHQGPg4A3wo/njQbwqYEjcn+4OvzmIQ7HU7vUE54mNDzFhfJCGmWHMRtms2W8eID7ban7TbOH2yCBtnjc2KD2p7gb5AwlbPWxCHMF0D+lscbbV768sd+dtb06fBXvvnzLct0Y33wjUPGaR4Pn1Yno7Z8qhG8Crxcoz1xOVLuhezgwq8g5hOG0T/X5Pj2t8umtMznuOq9naKgXsZ3baqpwrYNJmrx72VbkrjTxjVPNbt+4tjN4GIRBtE/4fJveQslTLVT/sqG1VA3RsPotzoftU1scGqURvcxcDeTbrL+YvxZ6O9hL9UwU4E55zeyQjZgXMZ7p09F/HOKvfmd8Q+8g+52cccGZsnf48hNS7hezIqUXP/pS2/PFk0/v7xt/YF8McpbwEbA42BxkBjoDHQGGgMNAZ+JAP8VjP4kckpKX4tFiz81jUf7LnxkeV1h24A8RvfW6nrTeR1QX6CJx6x/4Q8lnNgbcGSRfwF79L4uh7PwFd73fTNKF5qmP8+PfwG3jg4NKyIfu5Krs5nnBoD9Fcn7B7kS3SHZhbv1M0ZE9DAcLw2IrOXEeoD/UD89rjHyllXhdyPEBXgCdmrLxJ4rHGN22ylDlMdtv8lXpKujWD/5H0zUrZnruK97G8p2eeJtbbZF+vF3NnBTUrWE2wyvs5I3BowxXZ5nes5TyklS+kV/ldI6WFpyCOZac0N6u2Xv1Z4TVGfJOX+8kq/PX34BOfPx+OlaCl/3LZN2lzgqsQeE3p0turcNc7ecv3UeBIRXDEV2gZI/7sPKhf8nJbkZ4KQ9LPiIfzu2hay1zr6ynrNTxvW9wXP4YMtceo7KWm+4LHV/NChiB79O68fHyp1FMbX0TUwwBoInLSu+9lvrFVkSPaB0C1K7S23RYJFw589wNrBAfJdpthoZYdr9Dv73eMQunvS750Al8G9S5UCBUDNjx/k8/GgLeACA03dGGgMNAYaA42BxkBjoDHQGHhhoL5VqNtPw3ntc7y1YEB38FYD3c/E63qmIfO5jIs9j1LBjIUeQOrbEg1Qv8TLgR4szH+xf1Uwuwae6L9aHtXgrUblB3XVfW2STYDRwpj5ozy7+KVker6/XL5xL/M3Fm+Gs/k/a8kXkJatU2nluVxd7xsXG4ZJs8Y13scek+F1QzKzJip8bj19DfAbmJ18SElEuIZzQDXlPBu7w26s6Xu/SZTiRhmjGqAi4WJkcHmHaFpHX1O1kYp7eZje4Y2u+wi98Dqirl5XieBVFVfa1jzCAFwCzldwxMexOeymZMQuoI3umLerZ7G3MtfPoym9m5eVsaBdXjigOzdnTifba45jztkngb15fCmkyta0LHaz5O87onbkbPaq0fjZzXVsYsBQjcnw7m5WjKxvqTqHdhPO17xovJxv5vtuzfTdGKsXgAv8vptz9XjEd6narva/5I9aibk0fr2e4sD1njd7VHhqjrWmvXnuBw3JL3A2LOuss8rPFdpn/b3Od+9Si02dw2r8U4eqtsBVhbNOgXc+2xfA7xhq442BDzHQwjQGGgONgcZAY6AxcJIBPRiwNfDb6Ws4Gf709MidBykB3YAWv3xsHzquQhMYj/jwr3n7TO5xyzWVQRNMRvs+SfT/KRSSuv/jXrgPx28HA/7/tcY/ySzkrC/0hC/dMqrratNjRJB0x4cPn6Nxm3slRWJfMZb/0xMwgbZDifjf43invOGwtHa9K4opnRfwUMLT3eGNml9R/r9HOSPFxvD/g6WfTRQJyCm+xBnIkgXm1wAVityb3IY68qOz/9//6eRZuQX3M/OSSHNoTNnoXYo47wcptR+slTdGb5388zBUC2smZ1l9S//TOvxP/U7AJ96ZL7BItv+FF6bOYr87n8FfQ9UgSx/Y+KZyVfKjx9okeKixZrs+Ro5+vomQh0zJgT0evHhbeg7GQNijW4ecDuuufL0dM4gW7U9LYtco8cl2DmX0/HsdkfbTY3CDJIPnyNkW65t0XUha0JBnfa7NNz9fqWPVqg1exAC7xc9RLbSW2OirqWu1DbCbXlkRQLjv1O8S0UPzWckeNych6UpDHuB4DllTe3futlM/jsRg38GGMZejkBgxIsR5Uct+/j5BAK4eAfpgm5fXHLfNq63wAdDVPND/6ehEFZjPU+uknWMB2Ra74LpI1DWKzfF3PvN0+ozFZx2w5gne2VXYhKR9BO6LQvrJ+AN993NCOUQuxGcVdCk5Hb+slrkrhXBp/ctj9O3bBcX5fYmyUJvPTzWOxq990MaPIti7c5L9rzQMCZj3U0A+YCkfagNL43N61nqod87gCh3XdSNS5/yTY+AK9z/JR9TFnqNdn1isHTiaL+sE9sznPN9j32wbA42BxkBj4HoGmsfGQGOgMdAYaAy8MsDd6at2WcPTALBs0UZ+GAPblzj7Q1Vu9rLfQfYzcxSkBjfVfocZOqT0CJP08c57/qYvOlB7exirxn1g/5siuVvPtU9zv5eLZ0R9SLlO4pD81LzhgENBsbLWAz6WgqTRQFZWI8WbTu7H2RvAjHh6l54xoDzUex7jiE/99hZeHXJ1DYfyJp7MHwipvT2VjZZwAMJcba1N9A7LPlVEzQNtRTjgFk8Hpv2QKWQfuDUl9grrB3zP3BCNRcQtBSFvRxWIusDtMf/NAJybLG/IT7HACgf62Eb/U/Hn4+gi7j919CWwmmceRs/7f9USg48eLhlWXIT9ADZKHs/3WB/2S+A5uq3lay1TyvQvAdT+DUfUTq5RO5L+PKgUaLSerO6VR9a1Meu6718E87Ngw77xvaYFQJ7NBR81zvrbOx+GoRf4XNXl8uY34lL3zWGe7ocCnypaV5W71Q97ntqRgBx+GsgrcDY3/LDO0E/7rL/X+bAp6Dw2ncc2PX8J/Drpz2goD37BVUWJTcMf8p3P9gXwO4baeGOgMdAYaAw0BufSL4EAABAASURBVG5loDlvDDQGGgMbGOCuoX9QN2utcW5owfR+atZ+g9J9bbD7+SYi5/9l723XXNV1bV2Jsf7s+7/Y8zxnr8K7vQIRJ4EECCSp6s6kRbYs66PZkECqj7mKFCoWzrnrfYGmzL+W9+54Fsb/z9z9yHs1YnDYqUqXnN4XnVtbMB+Rh6+guGxijTvr9CTaY29w65yYn79W6/gUOsVwsHJi95Qv5R3/MuKRw4l9GdVtdQ86Jq9P890WcPArp9umjdaspWs98WJvfRHRlXZiKfiz8aV59/o1++B+1n6N4mk/W+w93+/msJkie/JVtyflL2x8A6+/kLYdKWs3x786Spku2EmAlQCpP1riO2PTPtr/U3+cy/pcsviUtunF5w+YFE8acPXE5Go4ah41W+eO036X4AcOkFmr6I+sd8Y/XLKiM05jb2mMfRafGYONyjcAB2DQbn+Pz1FNUwR93qvx5CDmE5PZYcroX0l01usnlRQDPpnD/tisB2D9t1yniMg6JugD/CCfIfdPymf23zbOilNr4ll+2MFvzntmv308zlz97kuE/N5+8YKWHC6aA1pf5IL64BcclVYwqg2KfOZzjc0zH228MdAYaAw0BhoDjYHGQGOgMdAYOJoBfaGPJybIG9/cRNyoXu8SB1SeTolT+T+/eVPQ+QFPjzCsyW1dg9ZuHurak1fOemK2bZjUwLZZp1rXDxT4z0hbX+LUGoKelSzsgiHK8/cttnp+MufwrpRbn3cGc14e63ABFqyICBaGQ/1sPIw2v53jdTGNm3B0QbWxFqfOD8Ts+aGmfS8DecFoS/Je3v9wNLYSyBKj/eA6mnbnyIheud6eyDTj1lXldVvzMEfbwr7TeiLtnUH3xfq1q5GJj3IUm0n4RUu1obYLG7TAhsnvNb1JjvUAZydxE3a6o7rVn53Ha/5h6gL+yBUs3DW8Fmr37CeMkv5u31888cN1/Ys/AH/xbmipNQYaA42BxkBjoDHQGGgMzDHg023Y3OhBOv5afw2sN++K3n/Mant78cVfzIP4q/mO36iuYCMHfIF3u3lJwX0FGM1uDC7d0vc2Byl1f6jaZCp3atszV3bEK3I+wtGdDzwnGOz1ptrj/0e2WCm3GMYsH/5rhQ2wJkCzjzjc3bzzO1c/+uUI9GNevWKX8qM1KJESaWnbKaWfAGNFtYSjwu19Jw8ue7ugmGz1pjW3fpjn+vETdPLvGjbpXeP4B6i2Aj/MDWhy9iNfhZcqjqLa0LlyuNrcVR+ba/TjWplkuFl4G9Y3BzOXiDcqe8WniX9koD6HaYdy/xsunH9uILpFsXIm/wuybnIgHyTA/EcrRxukXUqPddIOUQ2My6N8D3vY4O9HOYuCojbolQPbo2gP9QKyoJDZ1iPXMzm97V/5U1wLaOGVS+Qm6WP+ufYl6lAVo/yRBL0kGMaH+mjbOL+MtZipWCH7vZIj7FUuQ+ewd1VkxNDpZpGrzrjYXxogR6BFMaCVsl61WK88hSLuwXIyOodxLoOieQl1bw75M3Cj/pLusPeKyh6wNy0qrLHXz5Z5WkaL/8So9lLKLfOx5do+B8buwOcKYABZA90fhLub+zwot9MY8gy4nGppp89T+rHm0k8H8YW5NUQ32W1s6Ow2kNNog+y/WxZlM8Qs+sZZ1AQSC0cvfQ11da7oUkejApzCcaWKJnMfR2Am326F+jzIdnh5/sYaubu5D+jkTk31bcSgdx+kbXy5D/Pc/zMXTOwNGBwVfT5ZXJ97cxGR+fCZwDV9sPrcO+dXDXdXnhfUmSn9WOPQTesgQqNmtHWb/j1Yc5AjtEH2t8qIKAfk5jOTNRQ5Ixl2d9NKTXD3q3rdh751bjW61Nv3vJzNrHRiT3VuIb1TPRdoeDj4kiJ0VK596mGnOT5AMwzAU68ZCTXjQB8NvXWJWindKQcLG+ePgqnNVyKQsWiD7D+S2IHahn4CvetNYa4+E+p6GaOPBDI/9fBxXQkiBoz8aCcyd2TqyCthxqwLen3vTBS1h/GceS+zVr7X0r63OECjfWlR2W11dsArd/KcLLoM656D7+NAfOirtnTFejWKcEACVy4oFbBeihxjxAEKuuq/YhCTbt6KcjfVAGgnbsyitqK6Eqet6W3g1m8MfAcDLYvGQGOgMdAYaAw0BhoDv4UBbo5qPMk7TZ+YPR0e7x1x99T2LxpQ/xvrWsMzD4rX2GXa2CZSh0SHvMfyyL3tvAYPIEfrdupeli+uDTnxA5XpB0luyl/OZ9YBUYaBoTW815qhffNObeBGvb1LPFDPTMcp67F1bTyCtKYNsv8vymRziYccfwc3Szm8I/Z7Y9SV1u2lLPbr37l++7NsM7cwUO+Yuj35QAkmxVENdhNIf0WPwEt2vkQekM+rLl6dP8ck6wli7IwA4fjfeltJI2Y1XiYJZ+mkbqeuyYqBcdP/Sp5IGlTlnNSEJbDo/j1pLIb/2MBpdcN24p3V3Rakvo53ZlDHgoG6/452+wH4HSy3GI2BxsB3MNCyaAw0BhoDjYHGwK9lgLsUcHIBCsENAvjEzckr1V3+AnrOC38NTFVgvrKcPz865/MYHfHir63hXqB/7RmlEH/ZfT1S95iXqPXZjv+/W/4VRyomKU74NTTG1J70+xqZQ8pbL8nzrf5ZP+Y9MGIcHok7Z+aqDzCWNh3bAsWBcHFJnAvc6vZSKJgHS+Pr9G5d+S+glpl1wrGHy10Nda8O11YFV8qnHTySK3hsjOU2//gE6Vdt7YXsvSrJpcar/rbOj9iaFFLcq/knD05Vyis6v4z1A/oJ7U8UG7X8iUq+r4ibjFybCMRnhdo3w6d3iV3j9IB3AeIKOqMtOpvKs38gdjfvVUWuw8TJqw7b/PMZ0DYxvluEzHD6XEWnXZQahuNy7dpWiRzcKV0x+D7V6ZrpEcvtjFfmfobvz/iEJ/CZ6J+Myh58FD/W+pHBF9LG9fJRynvH8MuZjDyn7PCu9OT90cJoWEZ/7qCsxFHFxVppEyOf+YT9ZzZtvDHQGGgMNAYaA7+egVZAY6Ax0Bj4nQzoW73d4sRKdGfCg3ZA1BMjneiazMGJIU5zTd6J7UG0fLOTlvSzxjuVmXXKrXuIZwHgOjze0CDxCOjf41mNeADmvX4gxY+g9r2n1zTDfzq2N2Qf/n16TOmLrpVL/GfvkPNG8Z8Qizv8IgMgcXegx0cNjDJySnTbgOcaGWGtl165Az0K1hQ8SeRx0011LafMV9jW8+7ar86vHJITe3ZYGzNkNbyhSVJiNPbL+mnEX2+91zLzkjTy3OvnjHnnMnCu9zP4aD6fMcD5CjhXwTP748bZTW7EHkAb3XER1nniHK4xzBpyUvsDKREyoQwOPcJZlhsdIkXj4Deuj4BH7OBg99/k7hGFfIYlDD6OTTyWUvE5d0t8szrW/9/yVoZyxJcZbTColt6xAEvj79OTNNgWkdzB2lnY5rUPeTsPHbsYCW7HP9Xfzsy6TKnx1HohvEqF8xikimFyyP5fk1Gfikqp5luPP/7J9FYuW7DGQGOgMdAYaAw0Br6TgZbVn2GA2xIhHy7cyqKvto9wa3/bn5s7cae4U3ts3NqP6uNE3iLcymMicANZY/I6KrkJI/KkP6lBuD2u9XuS1bB42MQ6kXUiPWtvZHOU9Vzao/rtgthw4Mrfp4c0df4aZTFuHnZJG5qLZE5vffkJWP8jSop5XyTluZTh/w9IFcIS0EhE5AacEPQ1vPlgXsxXMrXEbyQ545G6U82cbKd05TugN2TqU/IvhwB+kJbns3hUwcYPsORFDsW0/srNrBi+OtkAk7SDz+NeeQS63sjBVZwrRuI6f2VWev0gndqL1DSrEblakcEA6nA1XUZAhY1jEnH0egcUDsTB0mLI8tGhMKYw81iYGGsyjjHXLLxIk5Lc1I2D/KIxvTG/xjSwuaG6xb8lNs+/TCBLcnKVkIj9pQFqBBfrNS05Yg8GN2vs723II3NC3lu8qmGdBO1ri1xf9ffqfK0n53NAxL/qrpqPN9c+cS1kymr4pWb9/+231xH57Z3b5pnF2SYStbwWECnqxlUxpWEk/dFHURSQfnv1eydqat4pyaRYfGZ4WXVW12cdbdNLU1WFGi8c4eOSygueFqay0JElXIMFu83qXjNqwIqgWjSgQ+24Rqn5Fw6u/yB2i+qmPdFJrVmkxmqbVB8ke+ebW6fTVHh+/qyOersPKS11q518k2EmzzrFelwnV1RgP4L2dIpcm72/F8mwn5Sc2nynqbGUEKddYJhm1Ja2UJHtWqZ9rcO2BjaMp6T9CaisWKLkghzqNv0jwNkr2oM/2kf4fOQjYyFBFPlowi8by73EWtGmPvZSQIta79N3lMaZ9Y44LUZjoDHQGGgMNAYaA42BxkBj4AMM/IWQulXgziGhRx+7qpKbNVPTLOWuWG3SagZ0DxjPYR9PwOreAm1ieLx9b7Oo0UTWeBhXZ2i8/I7PgFzGDf2CRw1PI0/t2fvG4wgsp2nRmPwwBEJ7/Yaa2cPNdq978AGbObt2O9sryrXooRuP1ZG3RuQLBj2Z0er1llDz7igGl6AeuviRVq6ir9hWQ0Omiu2gl8JYQMFu81kOwYxhlDUAF82gP+19fZK7UqCOOkT0V3vCGmMk64+k/0XIvcT5R/uLUjstlVzQL1iOTIVadWlBNLzAQJxlunalnHV1wrrjMpGx6c/GP1PJORwb6To6OYG1oUXhYHrtZtB93TvZJr4uub+R0LQP2EUC+4zPjIOrIwzXRL5DKMrB3q/dsWOuNb+4x3qAsQR4HJvxfQ4uQeo+LusEq2QersndYDXxQbMOxd4Cac4Y/ZSp/4TcWd6mVKmVc+u0em+KYM9lTOJuSvYXGiev1PyJ9NsPwJ9gvcVsDDQGGgONgcZAY6Ax0BhoDLyTAd11cN8FnoXFBjyz+7Zx/sIWXOV11aEqcKWcOswFk+IdDdYFVLHIEFSqsYkWjN1a4GNErb5qF936CXhQq/rtk96kvZqyp4OnwLN8KudP7UuJf0vTxaOqamLVDB9V/75JnZ38KLFxcPA36E0jA8bBncJ1Z+/Bc2fIdFOcH3F76SxgNy9XH0jEIfOQ695c2bv8ut29lIspJ0PK6m58o4IIAdHowsbpD8w7jQGJmYNYYGboiYps8Zt4Yr5xGO/kldg4fTRPIlOO6hWCaxaxTVPJZcWUZvLLGOD0jTX+ZXl/Y7pcBeAyZeao04dTKP5UJs4jFDl4oMR3xqZ9oOuXXJETWOvk6NzZ4wC/YG0e77Jjz4BLvCdZHvR5e4n33hY/xrAeq6LGuaLdM9Vct1d5WG0E66wDn3uKsnreVkNibJ3z1fasDfjqJJeTYy8C1oW1X7Y8byS2+XnuN3nmPNg0YaVx8ot/2iunbTDrZQuTggJwDkvEfwXp8HVVpN9yUDs4O1/4PjtG898YaAw0BhoDjYHGQGOgMdAYaAy8mwHdX8UTTeQBsd3d3P0AT9/tovT6oa5wk3punkU/al7cmvoQAAAQAElEQVTQ29uZPSsg+w3c0HepdRgc3m+MVnRrP3Pt2sXD9t4EHjplcCCWhxr0Lngl4ODz4uuDLcoAh6ZwXd91b1ug3BPbZjXrxkDFQJ68r2zEyt0rTR565+n2Bem8Uso/PZe1A0lCtHNhU9nkSQxAdOKoELGCd868c3P3QU/IofUr3kk38e0Ju7t4/nd+znD3b1+SY/O7KXfVvsTo2Cyat1MYYKESZjdLbY9eYZtTkY+Mn47Jm46nZn/I4N+5Ypr9oWVrpTQGGgONgcZAY6Ax0Bj4Fxngq6vAXzHPYTMlvWYI8YRVfvnPYwml/NgF/BgI3Erv1gtmXbS7L70hL32v/KjrGqVIL7iqBhKzB/dUYHbwBGUdq+hHUUL0+hF2CaYxgO0FvWnVAoOOWqWJtTTDbVHtgGf7gDgAHfhRIgDdAO0JrbVpTwQG5cvvRckUaqg9KbaSN/9Rrrl+knYFDfY/9p93gU7SdOssd9brTdXKRVGtA37U64X4r/Bp3xa4UD/iyz77FgY2vqh5bG4Q7Cc4DWhe9uMvmqlNuiL+JeIoiq8VmnJVAVVb+1Z1Y1M0p8gW/EgCYoTf8HR5K1orgK8a/H8gD/ixbvR3mXV8q9P1pOP6JM5NyH/52yt/QC0DtGLSDW23gq2QuaO/bivX3gx9YvAnJotWGmh9OW/q/ZW2mr37yPWE+2jLU7S1tvTVjYNYNJCqbsp1qEPJa107zelUt+Mg/kKFPYcXjVuvNTKLIbWtgmg1YIuvohEw+DEv5gp2CxntPsK7UiWPhEJEvlLrbLQJtvIFVwmm0EYm6D+Cd27uF+S8vyvH9Y29wYocVyneiq73RRuwjPI47/s8kVPOjL2WnZOk+2UvuR/fPintVW4dK332uq5DXJPoB7/UyXkk0AfGIPYHQVd4uQzP4fG2H8qT37hWmD6b3P8zE5Dgv6ptT15UkGdgmrqUidStlXkdNZMTndO8g/v5fE6A+5Faw2dfXi9Dr8Rc0xKhm3kjDz5+S6eVGeHu5u76ZoH8T+3/zNQboOZV2zTuli/3Szt1Z0v3IWYnuYSlHKJ2pnd6E9z9qp6c59NeGcbdJbHXxQmObeJEpBchJx4kO33P6bRPOtZVbXe/8uzu5l4hclN/lFfGMx32QYJhvmf/p5oSRTHRA3f5HVH0nQagfwV8pwNzPtyHeHNjqetkM2DI2LVeneD+fG76+KRkD8Xauhlt64bzsXNX0419Cmx8pT6ltkV8H9N2HC10ZZGvqVM1UHMtm7/eyFBr6o6V2h84iLyYm/JhvOZCqpePTh7gEP5oq3v8QYC43pdYK7qJp8FYkxrxeS4/o+TcqfHQHyd65PHQ6qVBQgDWCZnOst7guaT2fHnamp6feovQGNjCQLNtDDQGGgONgcZAY6AxsJIB7qoSOeWNX9Az5OGSGsBOx+5u3vnO2cdM2xWdmsHKFHiIww3kSvPdZvmgkljENNtVnT16Rdm8gUeGB4yRPUhXdRtd1Kmb9KFWNPvA/Br4TaDf5/XIWbeVH0X+rd/bnI+Kc+t36BMdDD2L3Vr3bcXr2p58wYqJq03K5Ufn1XP2G2b213Xt99dmbmUgV2Bu3uu6c72vy6/OgYeG62Y1qyUG6nN1ak8NzaIN1Dz2YCVBei26hpbsvF/e1kgq4EkmK0yeeFgaPs/zdcT5OPPa65lreu5u7r7G9GtsjqpdP7UNNR3ncPA3896JY/ffxfNMGU9VVBjYWuspa0AmT1M+yGAoYHgfdla25wKQWY05m6bbyMAjwje6ujdfcL6gvp//+zS3pbFf311F+wH43Yy3eI2BxsD7GWgRGwONgcZAY6Ax8BcY4M9Hge24bdCdB1/8wbM/eMV74ptoI3fyOi2nU52vyVqLtMbsRRt+RABn/eUxNNZYmy45gWV7dgCYt6CeR/Mzp2k2iqlzXMN1jnrpDMS/BDbWlX9ncIvHMZ1pkwkdYPI7wG5enfrgpLLkfTjwX2PQnv8eMQcKzg+2IQLrVGPD1F2mdSzakxMImjoHNrSXDZh2V8gDfTdXqxhg2ztvq6ybUTCw8AaPNRbMTlPXsWmfFmiLY+0tLh8gPq62zP1HbPl+AS7lBluXbrbiGqlrJf0FE4YOxwmx9FXmkiZ1gYtmvhWTVH/YHp8U50xCUeZzmNOSD5gb26QjKnUlNk3ebBy1bp41N4G8gcZIXWLTEdwxEWyaudtYlyVjO9XY7eyfn8i6JZbJYL+xS5BYL1seM8I1FaQ3YhI7+/+ahIsz62dt/zVOW72NgcZAY6Ax8A8x0EptDDQGGgObGYi7Ts1CSsTBXYnpBxwXQvGpt0hkPjj5grlRTSNzsOX3Y02b8/Z23ZAHxS3hiJTEztvXl3rGuMQGT0opZfhP/iKf/138jTPC3aiGLgNjHoPiA+/kALaHds7NCQvzcS3osIQqXjB+RY3XGkQb/A37eGivf2d+jfUzw5I9xRMFZHAU2s1vdQa0s8J7RzmCVeLearMGV5snnTuB9eThJP95t8S5Ee+9Qws5hLwfPk5DgOO8HeSJFTjI1Yybc73PBJxRsbap5jTOdpP7GOA8hVNAO7ywtxOhOOON3eRG3AG00Z0Ra4VP6k0zpUEXzH0/zCs6Mqd8u1zOT8UuD+4aGdZT38ZwnZ+zKXd5XD+JPQxYO/JYP/NiSdqX3vZWxNY05PAXatopUX9oNHLcQY0JRTnEcfpDrnMIYwOYE/yrS3vd/O1W+P5RjLnzc8lbsj/wxLvuHeSD1tKceb0mzQ+cqN0Wk1prnJjYr3PN3hnwnFPs2B9IcF6xT3JhMc8L/hHPtxXPlZjXkrMSbD8An8Vs89sYaAw0BhoDjYHGwKcZaPH/NQZ44PAIz/jgL5wB/9IpMX1D1y3R7bf3Z/62jmfu8SON4lkGV+C4E5Nc8ilTRmvwl6TpQsMWDw4wsJUvTdpivtLrndlSDG5UEnpUqnlKKApakjJZPBQFDsFEhHSTPT7piHf/XzUk9W7shwT900A8cgALQVxj2iOl/NgdDN34n7/lP7MMytgf5bStRveuunBp8jkhjEaDkwWxL1BtloCLRCbBTsj2IGOu8uX/E472oL28s7oBua3HucFOxHa4TDmoNeYOr+Qnr8TnfESqO3uQyy1M8028uNYQOWCYDiP4TAzaufcxn/BFe87msU4U2m1uU392arFOOddgLWZNF5TY11gwe6uafOCbdUywlyYuMDgpo4yX7jMP4gNyQOb4cTJ2mtylVPOjR+aBPJZwvHlcF91SfrTUFvxQBvI6xnkC6Lsi1DCU0h19FH3vAOm3V7/f+p91zcmvymKKbtPHSa9mKCCC9gj0YOyeIvK6RmhweBAujBO4ZuyNABM19P1KCePa4n4hx9L/bT/1x0ktoxEf2bsZ2Os9P0+QwFSTx7VQnEnO+SUumPaOY5V1S8Z3IHTHoff4fwBWrZ0VtRc8S628VYORO5Dm9ijKN6AB6gBqLhwyjkLHYSaqryqVx8B9j8k4fITAnVdJRcglxwwGVLfqLcqNLvkZ6xDOzMrS/Du9/Ez8MfnO4BwFSRMXRPt5GGrCtEa9FjWHz739FQvdNevzpQimvTDAnr7YL0XLDX+0n07YY0CADTntCfEtc9h7gGsqMvOCAhA8i+/Uny05q8+O0fw3BhoDjYHGQGOgMdAYaAw0Bt7MwJHhuL3EX0puiwC6d2HdHcJklalW6aECleofa8JOjbp8mNGacoemhyVY1aOnthVveCxDDopEnzzUvD6Gcd5vcW231HtUlWq3xNL84/WPMtoULThT/shq4px/broT3HxX5oc0C2unPFx8gg1P3G7is8qoJPEZjtQOKT1NiecHhiM34ef5jEcWeAuIXHi8ti16rNObR5xyPfRHe1RZ8xD9k2sV9VMEYgOTMuQ00hq7GUgiWczdTs6b+KVpnVfwgZ57+YK/gM4ZdTl1EBcweOkd0sJlInJQ7HIf+ZBYe5yQE5iby+mQmBv/fp3IPpFreOO7BByZPvcD+g4QP7ydTE4du7wYC5YmF2udaVLkoInIqB0OqB8p/ZEHacEzEs5f8Y2PgGoIn8iHDmVwM8486kaGr5vxV7v8cIQPaiUG7WXU+V3azOu1HmB57pqRi8811q/b7I33euS/4QH+uAsBw5n5rK5hr1jcZdB+Zt/Gj2GA8xsc423ZS/sBeJmbNtIYaAw0BhoDjYHGQGOgMfBbGNDN7W9JdX+ew83c/vnfNTOq4YmJ0uIhBzcmSHVnD35TArODt8q9fe54lRO50dzrZmkefqkhapURfYUzbvwSUutAK3H44daV7goWLzLJrEJx2hv1BzZG8DFvMp2byjiYG0NHdcyN2KIX+Wi/MWcf3Ip15soXrPVBPjWu5pGvHmB7bEqquBo1BeMIWL4U35TH0JWDaKSMzq4316yAXLmgbnW4sqR2lw5IHHR08gMkvuqgSnhIXCWnQZasxtV41ZHp9fpVY3UTDohV62jfLQXKQ6CI014iy0OcNic7GeBzIvbTzvn/+jTtZl2jbMB40iAS7HBgKOz4l+tc4jMY6Szk8SF2eYQXsGvyAZOgG8A9OMDlahecU6uNFw0743Pf4jNXTGqdDSzaHzPgcsP3GBd5tNU95FAFw69Akzc0YFJcNRgBVtcf7SuzlzsuD1krdau78iA7sNL8S8yyXtLREiM2Y++8DMT50XtnfVw1U/u7JHsF/K6sH2e7dl3Z9V1x3fexm+zhi3Ork2MsaT80/tbBL84ref0Ut+yFL6anpdYYaAw0BhoDjYHGQGOgMdAY+DQDfGUnh5S0vwC6SdMTp+khzeHZ1Q7r9tGlU4d8ln5sqH1ouHCG7wH8f+eWvrdSitArGkcY0bC3PuMgJVv7qnJcO2WyI1BiUqp+OBiAFgvkuSiiuChEDXWfHFuqf+Lq1OE+/pNrZr32lwjWMfA77DdqfhYeG3BjJ5WLObTOW0DKKxmdy1sOXzSvt/AJbjxFfTqvBvUlw6E/944NmBv7B3UznP6DLHxHyfl07pu3p3JjyyS+g7jXs3B3c/fXHT3xkEv8xOywYSoC6bBup67JJQa2s+VezzngLMEdWErxQ/p6H39heuexwpKe533B80eCLuQyp67zq9tzts91cx7c/S3X5yG7uQyGkfbeGPiVDGhL+wcT/xd+AP4gvS10Y6Ax0BhoDDQGGgONgcbAqQzwL39BBOHHPBCdxbf4oUI/zpTi+nEG8GMg/x+qA/TTjebiR5i+qddfmzvdAP83/MAjy8MO/rUAiL+a7+SW4Lcwix8v+aGlKL8a6IBuMEzTNGpI00vdaCKLfmidxcz/t+xP/H/LDrwEb5ord4ccpAnIKR0SQ8RGrqkbpNZJDx4KKNc/qDGnRtpbeNE86qKOEWZiJvaMpJkNc5HYyrd0PFQjN1ZB3UOP/1TDf8qNGNRe9AZ+VFfPet5EG/JTXkq39GOOsr3oGbuAnAPaS/xLI/6TxDVY0x9xAuROdLtFbMUlD+pW86RDeZZeMS8oQet5BwAAEABJREFUymVAr7VQkWNk/godwBPSjP9v5v8Vc33AYg1HY9VK3oHkRnu1FyaeRj2+EvgePRwnIJFzWDm5oLMndl5wzVqPeYgEqzFwIGvxUwTjXFb+bFegadbrzUM/cFU0UOBPdr3GBrjsBpTI5fXSlLbBVUDubvtSae3EvgaUmakllTpaKRvh4gJQWynKvM/yf5TvT8xHX6gHqKb561SpbG/bprE+oDcdGr/xYy+8qEuZwnqAtpI3MORexmqXg2RNzKmR83NmcF1MO8kH6LrRCQY6tyIYsH/tpY0j9kW6ChdBej/qCG9xcZDHuIiKf/HddZ1o94BGXjpca/YIa52TK6f3hLUTv9jO3SM790FG58A3vGolreN/ikEfHntdj/L8ow+MwR2x3RVhBp10wN3NaSuH/wRnP0hngrvviLhjisLUNXa1C+VQRri70nKynGBPXp3qWQK13k4vbgZST17A+HwHimwmI9v+6pS/uT4D+DyVtPB38UNcPpfR0Aa055BXHYt8Loy5u1GXu0/T2Evu/5kH3BhHByajAxouHwkuW5Qo1cPD3c19Gb3qGyA3LugYxMBAUT9hw4BmSDkdcDOiIKeBQxre/2gZf7RpBNo3tVhkMxd3yN/dzX1A7I+brIZztJPNgMvwULW7h8o7BDrk++DuU24+JDEEZ/HB0NN7lRvrMIK02SuJ/+SvhseeZe+6WeeW54dZbxmuc5f/k46ooZdzIdpqbjhcSYI1U2AIPk6sZk0aq2zIVYxMtvSzw3UrYUY1A6APGC8agPYDBB9yHvvjgd1LQ5GHghh4ydPXT8514TyinQnHClE+9yfV9w/Os2XwWXaN9JcSah+B9U3bJhsDf5CBVlJjoDHQGGgMNAYaA42BJwzEN3HZzEmpP3fcJmRxa2dzL24kbvVMv9V9W7/K8fnDscp4VR3Yg2tj4tS4HqV3PwftGbiKpM5lGdU5I2D6xL0AD/nwO4fOkgq3y/XeebuCHTCp6OFYrKNu6u3m5h6+50PEjLuhS+2X1rXR/Lxrm2N6ZADSG22Q/V4P2Sk5kMq4YmEFJuWfapxZGb4Tz0jD7pnN3xuf2/9HVXmm76Ny/Ht+XA/wz/yBoT5P6vbEJEowKf5o44/X6F4VWDWt+tHhqDM83ae83zHLI/e22zWHe8chmEsFfaIeh0yALiXtk0AKJ7le4ZYCEyvMP2ySXIUk7RfycXdz9xc8rJ36YqJrw2ywe0fVG9J5YHpQpqcuwanOH3DzPUPbV+l1ztoPwN+z/i2TxkBj4GgGmr/GQGOgMdAY+IcY4G9j+WoL/mLZxTr9ssJfdv7F6rgRelwbNz5gf/X4B889uGFXfLDkL6HpTxjUu9/TT/o1/jLfxmB4pZ/B6Y9wlQ/G7p1g54O7gSeKIY9O+8tVd1dn8mTm2uFOhp1820u+3ezJ/M7MgMSDwzWWeG4t482H6xFzp3oVhXXUuq1xIevInjUO3E3CAtwNmN38yyaLV6d3YOFXSan/+uFyUUPdyxG1EhNglUMxkJ1ZyT4Es4MocQdozyA4IwyYGT9LRVzyTtzG6aWosZSe67wHMn94MD+2lbhAEh+YBkI+nN0GGwN/nIEn5XGOAM5X5BPzw4d12up6XAJ8UnDeHh7kBYdDfi84mJmqS9O3lXmXJXsB3A1MCj7TwKSYGsy77CdsKui6blyoteIWmKYd0iB2QN6QEq8dvmO6FphpYKpVdbu+sZHTFXa4r6eEr1EBy2PzZRF+VceyI9cQwOgC5pEHklEgw687MsevS+zLEop11PLmOiZv9Bn7pnT5V6XkQ14J+rfIMeTt2G0fm7rm2/G39SH8bcHeF4iyEo+isg6PxveOsbZ757Z5jYHGQGOgMdAY+FoGWmKNgcZAY+BMBpb/Jd/RUXUnakWPUYoZdwTAZl66o+ilBjJWa+Mx+wPSRh97zFUW0xDxjIzOFWJEmlqqe/gBczWuA4jeoBV5PbK9R52Am3fk4EGeVaJHlEFz/a7cWCOQA7LX1sjefimfbvIvZ4Pc5yrTSYlHavxxs6zT7UfOsZD40EH0BDkenUYvPg1Y0ePefqV7l7XFKjBBlCEqZMbISl03p0nErGG2dNmwDS8i18gIj11cZhRxAubsp9TrwRvlmng3U2pvp7XZ4zUIRB7xgwCdGzB2o4ou5wiIzvh2YW9QRF8OkIPmHe9iXms37M73Rn5ench4brTT4kzf61Nib7EvEutnNss5BpJHeAVzNufoOHeKFV2M+0Af7cWP/HOSuHglnUtvaqHWGT/1X2ng6xav+Fsz1+Jape8ZSGDKQMdl7uW8vrQuo6+3YK8GHs+JhGf2M/uYEmmj2wrmJ57OjUCyQkrEofLoAtPeNngH4l5DscVThv0Bb+Qb8Q7wlS7IMdu1JFai1t+2l+bf2p3ZZw8EL7fJhHI+MkOJeYtPaG8LeG8O8PHeiOdFiz0hOpGroryleCWkZG7PK0KvzlPzOZiTV1z63wxyrbGU68DO0uh+ffsBeD93bWZjoDHQGGgMNAYaA9/JQMvqzzIwfsXnwUJiqvV9X2v58Rec+Z8ppCz+xW+nByhg+HkobxsYNY1cY3rKMgyve7/jsZpW+Feh8CqoXY0c0uQGB1AVDlPSHoAmMWi2vMdzKE1POT9XBtPPbvMWR2vzhpebXHY0HLg6nThGZrzQa5Vd+dFOfUilrVXRD4w2IfSb3uQE3xJDjN689Js8pLFcmEq4hwyKs4PV0F4jjloPD84t0Bc9LJ8D/1nlGqON9co9oGw07tKD1BeNFel7N0uQ88Nkdg0qDxNUr1kZ1kcp8YMgSJfErmFh6Rp2zRqkOjo02QVp8SfFwtGbRUwbX+orj//zf82I69LiRWLzwbw616v2grfhR45iKcNHZUtOiSivGqMZ9ko6Y6GrEftfRswN1IMntZWORawxLvnf5ocOG1JAkidtzoLOel2mR1TnWtE5gk2N9DvJerBqR4wqn2rooGYvP0LsLUn1Xjnc3dyX8dw3jCb8ufkGC7x5XIf57HOtNXF8g4djTbWsxvr3pCDQzgjqKj+7wNrrGQPwCZfwGNCE4LGShpH6xx7F+OEXDNfwod/HOXVspFXeVCN1myT29Vk9qlC/BPwkJkcRdOpFg+tXQL2ZYWm3HqomeJXU9dZ0PpvJcyw457NNL1eCXK8nxVUD2xpXg9FhPogOsQJDz6KtAMQG5AFy+ACJ9yhLvtjXQM3VB/ZgzQQxSBVXuNo/aRB1j9yrneqUa2It2YQPcVj0XanXZ+b/9z+sz5X1YqdoMrUiExhLPVxD6VzBrdfnFLCpart7kQF7gH2EvDN4kyL2gmKFVFFIdeNYyit4kAW2CXWng5rApHhHg6S0vgaifUzQ3nVGClknMj1LnU0jZII508AXNlgbsJRa1rE0/jE9iY3nFE14RoJQr0yslx2Y5tULqbFvODj3AOuEpD72XkD5Ru5KlDGAHZAq7tuyTf8IcL06wk/z0RhoDDQGGgONgcZAY6Ax0Bj4Agb+Ygpxq6DCUqo5czwenZlwpeI26krBfcq14qyeboLyBrC3rAJZByS/xO1Ybbe1nb5G38plq4ct9kQLKA4R8+Yvyp5x5NMA1okZw02qyGCa4ZZ+JXlwCqbR7Y30Tm2sa68HOUUw1eLCdo+vzRDVV3uZvBLk95r3udlFyn7AZi7FkB46FiAPV0f4wveV9r6D3QjX2lI/DxGQ98bbNWQQkMMiPPcgaz3Z4MePwPMJsxbEAtOg3NImBUD7ExjTsMwt5X0uaTmM1Dkzwl5cnquzRxMejQ9eT3hnL2kfGYj2CTGay0UGxiuJ5R6ZDKXQlohrG3LS/6nG8ZXBJ+dRylm6xO2s/gBlXAN1PeTH3/JF5xN8gANKvHMRfGspz/J/HZAoLCASMKrgcabQvgej99q9GmIKrK3/7HWyep4iWX52UPXaibUt65NYO//WLvII5diK+mmH8vA38k+scY7tkt3y+jPiuvYCk1zy8Dv1cBJQma+u/zkMKLFNjs8z/p5MttfIWZjYPvvcGeTF3uMaBjZH08LEHtZEpMRXH+RIveA2UZVyqzq8334APpzS5rAx0BhoDDQGGgONgcZAY+AjDBR9tQUfCX5+UD0zjL9UPzsSPxaBd9yMZC0RrxT9TBi3R1IjJa4Ora8s7MGDPLPlFzHAAws94SHGtQU81Lge3derq2NdiZoxljySO1gaxw9YHNfA5TEWGRQx2cee4l8fAz/g/Mk6yOWSbzfGYVSJfPAgr8Qlv/MSylgp90Uq47SUY/dKdLF/qSkB2z2BZdcDKR55kMnTQy60byzWc3RtlxfeI9JFNbVy5qS4auALXCk3dB573+Boo2nEVdmZu5obPYzmOveKMPbuBP7B3cDZishJe4trb7TPDtj81wyMzIeK83rab6H5i29ZMZJqj60xvOokTZnepTJARBCdHDxQup78gqM+b3elpgKpNS7kuxxsmxSxFqawp1mLHFZq2dwp8YYXZKLu37t1JRh5SN6PpiZ9ZX+QeGZ+wrhOAq6V4GSSXWmQe8RX+/PHyBO1gzEhqAXkC0b1bqHTaPfcuYnBHwnODaKLpHlLoLT4HjTx/2i+ffY1rspnk/ji6PX6s4x8i2WPoYc7JPjiEhZTI//EotGHBsgLXjmHwJ408oz0PZNPnkNNgBrB2nDUtNZ2ix18b7Fvto2BxkBjoDHQGGgMNAYaA42BxkBj4DgGuNs+zpuV0l9hq+uiH6LB1nmv2q+94eMmcq3t9UPsW6Jv+69WMM7HLRi7IeJJih6pSL8297V24X98WyNYW7DG9jM2Iul64ZTGCjaYJss8qJH/5HVI7enUvyyJAxYczWZa2c+OL/j6FeqqNvJdru96pJ7GOf14LqOfRe6lz2bxD0YfN0ruHvZKtv9BNl4uebge6rPoZU+/3MGXbyK2fWI707fF3fa3e1yaQY6M3UdAAxg9D1wP8O7u8VPz2f/XNMR6BHfl4d//MwPrBh7V8qfH/DdU95kVuot6p/gN3P2eHF/ain9obd5Ryvdfmffv2zazMdAYaAw0BhoDjYHGQGPgTzPAQzyBH5fqvzTvi34AXMYzSnrNXwIPwXngEpAjblxuIfVLBzEC+tGmjP+/paX6UfM23m2/KP9HsPxPsyGnTOvbAnFq/Ij6Ix5H2PH/KTtudop1emjVKQsBUiMusVm/lLRNuSCZJfPqqLmhjRuQJgUehR/5/lEdpfzIV2LwWbSHBrvj68w8biXx+kJ86iRuLy56Far2mOMwjo0rc7deeSp5A8wP9BoXsAW59jIOu2F/wNuAUu0lzdRPjbKI80drgAS3yT7py4PBeUC2U1/t+iiqN8a0r31E5Kn8byW2gJrAj2rvBXTzgMcLevkvAnMTzBvi9PH/r0S+dX7vaJMDGPIodi21/srZhKJ1Iu8iztS00mu11O7HvVGQ0vXo+G+nSRpQEUWS2rSiWl+FEOmizoCGNx+aPr++Sp+xK4fKyQXrtY9Vh0VbFjzD4nMAABAASURBVCE1YZTkWEMrpzN0qBG9ZlwdPNjudIZcKatOMTN5rzTHN/EPhwlor+vnL/2pt2jBEmTR8Ra50xpQ4iG52jrfXGBu7Yv1u0L4MC3xhaNYeyu6Nkg3ytHsQKEcdZ3WlpJPXYNYP7U+d+gc0U6xACsyZEILDL37d7gF9yMXDfN7sQnisyI+I4u5u3VdZ53DhZ368s4t0anduVtnblreOAftz786VThC54U6hx1iMTjkXNNq2n/i1kYk50XRgGGs9jGHK+4AC8dDm38FbB985Zn0wRQiNHnQgPcLOm15QedgUYvxddDe4QKts8YCwyxUvZvNgbHBinfNr+ahAfznuoF1clKBuQG7nSe7WGuqU1WqwwDOXkBc83UxRhZJfSCoqDJGJ6aZuy/CNr7cr32pklgNpPngLCuP80mZuKdG6yeTsJXkoA1o7wIcAuttjk93N/d7dNIB04v4sWZulp+xNr2ktMSkHBoylhsb4JL3GAz3v5MjWOsBW3fl0Y2gXSH9iC0YMx/tlLx17sZnDOuWsOrFuVK6TqYDGHJ3xHkQx9rQ8q+Mo61mdbj7kPco3XUlF5DAbl7ubu4VOrUrYJ77Yaj3Mq5AOr109dF5VuI7HZbM+A6QL1jKBvrA0vjH9JEUXJbp/EMFiu4Zir5jJh7l2GkQxAVJbY4Sa5VrVvR1/ALGsPlG5PUocyvZkIzvK1Ig1X14lNinvfbtgFvj4OtW2fqNgd/PQKugMdAYaAw0BhoDjYHGwDkMuNwCiQ8cn4t8WrG6scH3dWWjkoHA9WioFt7KzQ3gxezW52Wkbg0P1vTwoVYe3M5qUq5yvy79Va4Go2MdUgsYfJtFewrRqT91rH5hN4faJtvzHnJ0ncz9sc76vVbwsDsi5AA5CD+L54EMdhz4BDmVNsj+rWSsxu345v5Y2+Z5J0+gRkKkpL0bNzXiM7Hb50ETOW+4Nh7k7iA3NWEHuQw3Z/kN55vf2ANMYg2QDfsZgENw5SEJRkkb0D4UOAXptG6nrslg4I6arefjnYP6N4IIUb9t9V7PXdc+P4L7ULP7INfltdOKEGBmurub6we5HKLyGqn/bunz6VHI/Mgf0S7U/ZHq3k/2bcTb/kdo+LNBj2M3di3uwJ/l65jCumPcNC+NgcZAY+CLGGipNAYaA42BxkBj4AQG+OIMTnC9wiW3OERHrjB/yYQ44CUnmybzl7+uH6yMv+z3H83lTg6oOR3UDgYFc4bWMe9eOkuYXeLYgS+8BlQa+QMzdeJv8/nRmfZMQKk7qZkrsesgVnAc8eTwygveE1cDmzvkWKNTbfzl8hBfI7ehN0d4PEERtI62uIL/iebIx8yoWOLgw+UPz4L2lDorDkgpsTJLxvIW+eJ9yQY9/6rMFXfgW7tLE1Sy8S8FADavQO6C25TrfWUF62fMWYYX6JobtMWBWesjlPAc++mI0JD6ICmGiQcemB08JMa1nyx2n9oHe/82d70+g3oRzL/269X+dH65t5SSrmtHbLJPV/QkfvxTGO2zac89sc/hlTL5TLly2mFmrvq6EbQ/cMk6rJa1jlyGWtG4gqj58BA195Tg4OGsajD3DRLE0BvPm4iZ1SIjgdPeXKURBQn2BnLlDfbOv8yLbPTFo7Oibwqxnlq/SV4Mf1ULblXG45yfGjye/tKo1s/AXifMZZH2zm/zvoiBcpWLq5u4GljqvHEfd8oNZCqEBtlfI7HnqgN00Vkz5WM25LppLQ7ONDg62Gdz1xhoDDQGGgONgY8x0AI3BhoDjYEzGOBL+yO/uoeJ+w7kI7tVY8+CrXJyY8SD7MTN0Me7qpfnDuCSSzKJvMXFaltLgR5OiJ/JzOApVtNOeXHzh+NLNtSHBtRt+oJUF1v1Nx2aHLXox0XVVSI43mpscrhofImkZ3+ygs3LmhIPjQZ2HcxNPHGgRIh2ZaXaY12R44DM7OfOcBx8SVw7hYMa967JhPUZcD+emmu/qb2X1zzh/d5muwY/Na6jrPG3fcasV5KYBugIrGuA9jT4Oxosa+R+z4+qGc/eoZToy579NGje8a68yM8kA++IuTaGyFhrutEOrjdOOcWcP9pgvXV1MOQpQb7JKZ9R7Ddwwn5LPlNG6Sx2IhRnvA0B+AzuVWOv+mjrN7Izgn3M51DlTPiFAdYB6xxG0q+BDtS62/Zyf7huufGHhbTnLckDzI8+13JugvieEfuWWIC5J16n5JooxAZEWwIcJpZs5vQ5B/l8v0Y2NvAQM+wvv+CcfYP8DdWSI7heE22ia8XHeuQ28Olv/7y7ZeG2/zFSNgWGwTmsc8I+jjNYxdNeN2uPlQLsmfbL5rCXAVwC09K8u3LiJtoPwL9sA7V0GwONgcZAY6Ax0BhYZKANNAYOZYAvyomlL+z6Ls/3+SvsTkIPBIeHJrr9oh0PkUZvfHsfm5sEfsCmSaNx/EW4GEg5qo8ScArgEJ8paQ9AcwH/enWAmZ6fGi8koP0cRFM98e9QOvkAJgn658+17JhXZKGykIk5z/xVdECD2Ek8PLC5Av+ietyZ8aA5KsQi3dAWWN9U7ZQqx9iid5A/1gd0agOJDUcvWyBxcyjzce0spM29CHyz/2MetmpwY07zWMgxeyx49TiL6ziRkghDWozqp53oSGlgyAauYv2lQlqQG1oZpFSTgxoJS/shVhndeVAKQ3hNjzRqeWedCnLMNh6yvU4qRKwr1ID7WfLJADC1J9xbHqW5zSnW5SXn7G1w72QNz5kPeUAD8t7Tqxryq/Gqv1fns68SMPCqv++ezz7g+oEE353tEdlVe43r2hEuRx95lUg+keygGnEZGe2PE8M1fvgcHrKgzY/Ax8XY7inPou0z72ewNwMaGipUYzy4No3NO8Ec1oE5DGI7Cwb3IPZQr28/RZ/KvXX6XsR1EqQ7csj2kpzLKW2H+b26QCIO2kWtcXfxfQBIc+QRURSCHMCS7+C4sitiwyKfTp+z3ew0sgcizybYs1cvgxHBvbpHHuQMpvzD+ctvcAfgKZFORVs27ySV5jzkncFZCoIFWDtwHYihrIP2/foxR4DLMLieT49zRBY034beXZfgTt+MO8lHzB+XElFcGz3qlUzP6LL9jfI23yFHCljCYPHovd7PtB/Z7h6L/Ras73bxWyZSKuhVLsi81dV11wJ20ou4oHb/7vO5jt3ajYHGQGOgMdAYaAw0BhoDjYGDGPicm7jV0rd5vmgHPpfKg8jcyiUemL17CPIUkxsjmmSorg4RqvfrA4vE9cjmHm40iSiJ+DGOjvTvOs58wHAphWJ5AG1W9HDluraL1bV+f2+IRqwBk6ccmBQbGjxIFFyPheR1mIi/ofXgPY3YWQN4aMIEeowC+meg6KlbGSlmjxMj+/wAQH+op1g8CdCGQB82UtmmlyoSR/dTKkfh+N5iiwZvAdW12p3qslg75bg2GEFW2WJYY9WkLzOCl8R8anAN5kdP1MaeIrffzvGLHFH+iy62TickzHPtiDbn3FYnv84+KlbWSKpW88ADLvGMTO+i9TpCDlxrD+kN1/di/Phb4tw6xO0vcQLTCaWs+mMdpOLaBqTVp6bdwXa9WEghPn8k8UFbcWnWIDaodXNtpRq51WN4zjqmzzlixP+dSW15fJuciR17esE9+S0MXdQYgYtmaKng9I0clA/ek1/qt1UzHji7H1I698qDNHPlP3Od/E/y2YRDx0c2ZhKvVbRZCbA5PJM3T9o3gVBFZxf7eeBzrO+pu2YwMRDnX1EXSGw8Bt7NmE174/RmfsMA51zuZzith9+1uzMH8mg/ANcr0NqNgcZAY6Ax0BhoDDQGGgO/iAG+yoJ3fY0eqJnur4buL3qHK/B9KfOjHKsY2cVdJz2wnCtzptGnDW69uA1CzhsTDZ+sb1owI9vHSbyOiIdk6zyTF1hnvcJq/Mt/6ObGkIxor5j50AQeA6L6Ll/9AF2KBh56mB+MtZkfCi17BxA7FAtvdzkt2B2lJh65g1d8UhdY9qHqWdM7A/FNEnqwZgF76UUOgXS76I0dtTi4eUDV8W9+ns6DZ8rNHJ9O+JjBY36oYS419FeYMzpSF3sK9oNReUZK/Nkja5VU7VQbfKte2hLtOJUB8R5nOvJ4xrk+4BmJd6BL2fDAW3XRB6FQ//jD5ZoIkcXx7r/UIxUDi88gWo+vf3b6i1W/BIlz/Fp1GVzZGqaP66prh4God6WDHWauoLmXibzDRfza0ylXoM25y8U0iS+R8mUgzuNp5JCGq152D5J6aT9zTErPbJ6NwzF4Zve5cdgAezNgLng2X+dt3LcgtRjPzDeMs5au88W1d0B3xMJtiN9MLf4OtdOyulm07Te8vjhHzqjgc+T0E6lmDuRB+xM5tJiNgcZAY6Ax0BhoDDQGGgONga9lgJufr03u5MT4gQ6cHGZwv4XoLbaD9+pdd1/RSxmdj7/V2fT6YRREUn0x1gBEf8db7ft2On4Tt2Mv9wkMbhypImlmBqR9dvCw75HNt47xqP+w3KAOLDkcx6Y9NNoV67WX9LBOD9YsYK+9iANe83Lq7LhUfHmOpxJwmvNg9jTvX+O4PXj+mqU4NRFdI3ScGuJbnLu7uXfmnX82Jc6tiXQ+l9ak8+GcqxRJHVQqy+xSDmP0wNA7+/23fkc6m5f0z5qB7L8i3d+3rq/kecjch6UexWiVqVw+DFmZtuZWBkTu1inN/jAGbvf1J1ajO6ya73HUMmkMNAYaA42BxkBjoDHQGPiTDPDVtbO+188qgWKl+qFs7Q9aveY8AlFuv6jXdMbzq0cGtfGWdlFkwf0/80QnHT6qpztRs2q4k+XHimD8dXaCuYHRj9rJ05KUSRzF5E/oBfy6ux358JCbH+ARjTePtTVz1VFGmCTorS9C/JjFWK+seo0BeREfMjAQf+Uq1SCLdZo3tC3GXX0TT0Xoxx9dey3qT6AYVGOvLWZSadLBhx7Alv+K8v9RNcKYB1FYE++VA50R6EBvRfZl1N4LRkCOZO7MhRdQfn5GDkwsD2C8hu14sYbwFtD8qa82eYBe7R/xbdqbRdVPUP2lQq82sH7MVXyocItlw0mgWJGvAb3avf3IAKglc/GqGD02ml+0mAmlcfLBKignxS+ln/4NTFEurAGgXcN62Y8w5Wu0NbcEiuoT8Cf0Iz+DlF5+C/UhBYortRzb6G3KZuitfXcZxtoWm/ZN3bfqVYpqEUIlo558qSkU29+K8g/IR1zzsq9cCNOX3no1EgppgEicx+RO+wgopLGXE6J9g1tmx+bVHKSEpc4GXtUl94BZ1EHb9EICNeOI2mRPDoCckDF46BufHYkj2dybJNwlRMDohszA2L0TWIK7gTsFtcqTPou11fT54ebae/AN3DvzB7hz98cUnbudCbPOJmgN1DnscHkKaCNwLhFJzTgLLQYs2uiiL/vbwx+sPWO39kN/dG6V5IQ9uL4h1vy7O7GHMXc3dze9WZF0dzUH2EGv4uJS0GGJTa71PUEnnqawSnhQ84Xj9ukSAAAQAElEQVSDNeWqUTp9vwx05u4BtUK6+9MIWRcyjWMvFXkB8uHu8qe+9kqni4a65kgh5+yVnbvV+K/uW2fPXu7kJnQDntk/G3eXnxHYuu5dLPJQLuID3ZHoRHZnxf4bpY91pKxjsUYBKUO6mXtnnfCfdQaMeyyhCNG265e7m/uArvsv2tcWQy+/owy9c9475YFnJDUgvXPrBPchR3v66mQBJK6OXj0gMR58n7jWaEC8m75hD+Csku7Ag8wIwamCXOsa+1vk3Fx7JD5vgR1j1PujD/34nqnPfNruA6/unbk7pm8D7D6KSL7gKiEKAXY7E2+JqxlXnU49+Aku1T7lIIDOYQu8FiHOO9ZsxGvejp9NqQA+keTbK9eA6o+lqsKixyZRDc020y5lbUQ8u7qX7HXVqy1auzHw6xloBTQGGgONgcZAY6Ax0BjYz8DtLdN+T793Zt6AvK2CMkRax/06q8Ej76NzmgKzgZqLx7PxxYkrB64zukziBo4esga6oxH+9YCDBx1H+YY3kP6ivVRsGq2WeEusnvQhwywaCdakQW3YpaS9D7G21dSih3WxzqTywgNZMgPpmjbI/rwk6PzIMVoyODvGMZnOP+yqcleTahJEpY1MZD9l6v9dKdLsjOp9fHzqZzhvPhcZeA/fd1FqBW2wmOPOgXjSWzuu2zt9bpjm7uY+IKeddfbgH9+AtvM2gZ8Y6DB69/MSA6eAaKc4fug0Kz83ekZ5mMrbBt+XzbNIZ7HOD65vo/PrAp3F6vsKZd8k6qhXlWFQD/6aNomDAxK+IuQAf1cuTnV+Fal1Lgzkp+9F01qNgcZAY+C3MtDybgw0BhoDjYF/jAG+yoJjysbTQbdNxyR0tBd+/AELfvkLVfAJDvhL1UDk5ubKE0Q33lzvL6wQ/5pEHtYccIBdStq/ATAEnucqHsXvc7t9FuRQg79QT8Qz8H1uLX0uTX82vjTveD0PNniwjSzayzbBZl+ZudYlqpw1eqpMLwbJIGaUeLfY/1gM3Vfe8VLjFV9nzM3rSMix/DPinO2T/OdixC5RXbkGudRIMDfnNZ0ixvVC8h/49wOdau1EpEt6SDMX3za+OrXr/qg+RbDGwToxFSFiS/7Ng0pVsTg3cR9Ys982khEcis+UG6e/bF6iPtUZ13rkyy43OVDpxqcT2DTxUGOttZPJoU5nnMFvDZlMe0vt6hjOe+VV6fY18ZEgtuqMWmEc7PO6NAvXNZbs3qenZgGeY48fGznOW7mMmiXXHMomruHMWWP/620o+MAi8pKFPNDtrCvW6CFmZz1XTj5HU52VBsbunYixg3m8C7JJkdeUTZMqY4pJVOqbJjwRCYn1zXDrbmSA6xUIPmNTbXRwgHnGRrK2B7hsLhoDjYHGQGOgMfBZBlr0xkBjoDHwCgPbbnR4iAPGiNsmj5M+IPgRCHwg9MOQ4o8HCwEZeuEuqeJXuk8eZEJGiVdzUbmvurjMJ6mpR6fGNPA1DbJbk8wcR8wF1/NTg+z1uLG/Hv5oj5zAmiSoOHFvj5fE/aipbpteRXf5gB/dOacsHvfn8P7b/4yfEqbB4J+WRhQ7Iw2SmobWu96pWZlYyPeHf1DmXDKVTs3IWx5Cjn11pwN9MD2O0Te9QbvEZHdsQxHjc0Pyai8dG2WfN6f8yOq47NJTr/Oq2O0+upxX+zLePeu8Bd6d0nETtaHTGZuZ/QZiZXPgGJnrlzK8wm0iFMe+4ZpfoLSbtJ/0To1RW4wcG+yJt/dHvE2o+gyKNb4d39Z/bs3eAs8tlyzyGoBcslnWwzhYtnhlhJxyL9N+xVc9l4xBrVvXZpYQayu5btJqq6hV1tT6zHu96rSBpv6NQ8Vk/X1VEbzU/WrooKYCH+Rpzk3RvildbwG104aoIPt7JZwF5AyuAL7QIf8iqHGAin5SIHbsHyR4Yv7C8JAL5zNIR6wDyP5vl9QG4BJ8up7q0/fTqbT4jYHGQGOgMdAYaAw0BnYx0Cb9MwxwWyLETaFkPECr5TYi+CKcGG5FNsyPCYqduYTcMH/OFB8g6/LqNmjNnQN/cX+LKY5yndpDg79KrTFoq/fa1wn/EgcKQVapx6JmUX9qeoMCoAF7/mJeL7Ma6nJQC3Il/gcXaask8ZxI9V5JPfmvTTzyYhdu94YfpaYfKUzI7MRi+bEyQQ9S9IO6DumwMckfTVCBcC249puXXivci+/ePvXKWtiTWVvmwg10tlPy/wMHIn8r4iBHfovMipEm7gdQPxi0Wi8T1ClaIWCSYNhDahVT7Vpnk52gjgGpbY432/HCF5egefRm2kcBU9uqFxMi30q30Iw1V6CUnBUB6eBjYdqdmpAADqhf0+9s9ipcEzM/5Ja8jISCi6jKhhce6Q9rR94TZJBtNe2qLQW14fL//K8ZeYAja1WI8WBNa4zqjwn4Sujsd3F3i525yY0o7a/Qa6HhOrHT9e5pCm8BeUBK/JEj1xAJ81lWr8YIrivqHXVwfgDWkvMJSeQahsFBAXEV0MLpk1leozdI6ezg+uS4HbcMsNBAZ7XF9TcN2Hc1Un+RTAMXzXe1Yje5rn9KizyBmrsOzgWAj/ArL7Q5E9Vcf7i+X8b3AM08YX8X17c+odda9t49zCtOsfLQ5NcOUtbc+qA/tyhtOHFvAT88VK89w4/AgyzTd5tYywfReqVyizRnLlzVyLGUmh4VTX0RyXeq7L9d5r1hypkEyA/MDEnlVnyAxbWPCu3pq5dFkWlwqfYpBwHGnGgSCwlOifdBp9QEqBHUqbAvQa07u80n3tkxmv/GQGOgMdAYaAw0BhoDjYHGwLEM6AZluH+QW9oSLx+64TPw0JEMdINq8YDjoeEXDnJrB74oNdFJNtwY0QQWd0R78ozZuDsUeOUGbsIR3nH6ip9X59/EdvY0Bd7oj+4ecaqSZiCSK+NloKjHnkGquXAcEX/B9YyaaGBmaFI9G58MLWp+ZM4aCrAQkO1jNi6+t7TwGcC/MFwLI6LcICU+eHAtAZnjB1N5KTTrPecAfSLZPvWhjvaUgfjMC1bn0vqYLrnIBCJD7Utk6rZJWGU28vKHFWjANl/HWKucYxx9qRd4BUN6A+/DdeWiHcZef+faEBFEanpX89pxDlxrd/Vif2pmSALx/QbE+UQmGmzHyQwE8btjsEqJ3U5Omhh5qbyUR4Rh+7Nf9/nSbD4vQOzxfV6WZsn79F2Impfs/q5ei31THGsV17X7oRvL17vwn16cwNk5QOK7eLHhx99+kA/97h8kFvunBrr8LpVyf4RvmMmGcOt1l9QrHSDx8GBJ2UtwQfuh8QGD5EQcYgLiHuD2a1xQX9SlpfiG2v7Gvv6a5W2JNAYaA42BxkBjoDHQGGgM/EoG9M1c3891m6Ts1db7wiGrB3+RuzDpfDUPWxI7o+m+28DO6S9N46+YxezA/5IneAf1+NTmNmvqLDS49QELw6M6c0k5qg8U5CBQCzjIM/mCdHe3lsQCaTBK/iUpti726/nj8GbB6VMDnwnibHa4akKJvev8U+cFezGuChcGD1W7vGU02uo+PbBLzBmzvxNz4xcdkRN4vIwc08JnoFhwbtNLimhndGQo2tssA7f80AezxsH13PmTazE/6+9r2XXg1EqD5FMjLDrn2sm6JxYNv25geS/XqbJ2Azo9qL6dw0ht/XobPomCzGUlSiJ1huL1cHceXE+7B3Q6p7u78ab4FAOsBViIz8ZYGPom9UnbdkOJIorvmeDq31RucPHQVGs0+Vb7oe2WQeUd3xCR6+dhHdcSEU8brJ+9w1LXD4v6L3MVWp113w9luOtwBQGmNe0FJwdy2eVtfpJL7fKJb2Tcm0jHIbUVNVxvQM1NB3NATpKbbE4ydbmravvJ6GMNsgJ7Ewh2n06m5tjPsqQtcepBRcQhJiDL1QF/gSH1RV3aXLSpjz74RPrk8Im4LWZjoDHQGGgMNAYaA42BxkBj4BgG9MV6qyO+hG+d82770vcG3h33rfGqhSj9sJCl8CDjrVn828GCdr3xhOUFJuQhHtCkC/rxPG1UFP04G2CdGUyM43vE2jnVNls75QW7jIYEtassupaX8Vvry8h166HdvOtrB6/00v8OHw/z3uHPYscd7/VRKp27ufsjkzbWGPjnGMjLwiA9zsxiKW/pGM6fcqt+d18J6Hh3VLFiAfvDL1YYUCIcA9rLSOtli/0jRXyX/dN/+cwzmb2n5r3R7uO/olmX+6d30m38dVm/wstlbn2bQFxwGT2i5TpX8eO8nYY573O60xJojicG/lXeP1H3X/oBeNpArdEYaAw0BhoDjYHGQGOgMfAvMMAPhYCv0Zevtb1+aOr1I9MSsGTGFUNScFMNxrvPq+G7ThjKE38FbSnvrLYp8CW4/2cuGH7lIX404//TVTXlj6RSD8fMv/ot9qOHryPExTBfD2J1514Ekx8w6Iul7DULDI71nr6RBs/SHXhAIfDKZ+FHb/WnnEqxHyHWEink2CDJC2hS5NirtEtNg032h/9vMvYH1p8C8YfVUa7i/DpHGHmSGetX86A+v5lLaC01l4aAX5FhoERfUbWPZHF1YAfc3Vxb+WpwZYes2VoBzZn6avPX3cC0tkiXLhJVDSGVmwmRI1J68oEnJHDpsRmg9ZavsJctdkDVxc4PveyZk2Be6gl/LqiwM9ZE6Rn5Ay2E2so91lxSNVhA+1KSXE15YwuoqWi9APqE99ir2hgb97bcqXgLRGApJINvd3MHXcg9tbsmhS8tbLSzjxTqwyNub4O08f/DrZNUfF3fqA3kHNoBN4v9I9Loc94D/vNpNZRCTjUFMTNNtPe8iE0ukafC0s7IRXWD7N/LmC11X0HNOLp4562M9Zv2Qo1Jj9E/jZo/OD2ODLzl2qY8zvv3e3LXplaa/JHDEjR8dwy86ZqnD5AScBt0ktHXuT3NYq9Lr37YSMYpfNL3DNwnqC6gwFzPyETNyHXIYcgTXfRz4svSdakawOeQaXO58J/9Z+7SC/pw0BGRX452poOuc5uFaugEG1+uUoCE1RiHZ4RL1wnjoc8KA+P3OpvkOL5W+BCdHdeFj/mJeVW5HXV3805wISXtBdzO/3TfXXkL2mnsNqUDx0DNPJyGGNA56O7G+v4nCbCs4e7TnnWn3al/gWlfW9y7dGaxfvbWl7srnwGm9Yp0ZjNwaS/oZNhpq7j7NN/90i7y1bumSMosytQUKd57EDNgJDPEdu1rsW1g0FzeO9VQw93N/YK0pDZQuk7LNsC9s5hrPkjNs+oFX1X3kGan4rworuBqkxNI51IZyH7KTosC3C+1ufuUN3W4u+WLFnyxxxNp4+7mPiDt3yG7ziOMu0/xu6rt7jGeb/ACso8ssknQd3cb6jNJe/qCEx+5pP10wh4DApiCCDRr7HG3ew6BzXdPXzORECD2pkquo6EvtWKNwxdtTlvTF/Nq0xsDGxlo5o2BxkBjoDHQGGgM/FsM6Jv0joIfftdmEGz1uy+Vp1HOfOC/p8ynCe81z/JBXgAAEABJREFUGPmjXlykjDZvD5MdJ2N3AB6GOsA/Ll7K+OHkV7LXwz8779aQzGJd+XGLH7Yg4s+CailOclqvqcHADJ6Nz0y5UinW7YOMV11e+bfwThQbX7R5gDF2JdBIfPQ4Pwd3N3ffUeXBC7Ijg781hWqKsRKA3tEoRzv8l/ytXZS1dgdydxeyVtAGB8bDlWun+tXTXkf9Z/DV1RyU3D43zALvWeqnkZYuak8nrs3/MEdrAz61WyrZdE5eYC+/3lv5+6LVkbhTSKJ8mdg02SEVDb8g1meHi39+ijg8goNYgyMczfk41flcwBmdctDBwEGM4eqrcd5d/leX3ZJrDDQG/hQDrZjGQGOgMdAYaAysYIAvvsd8yccL3lYEfZtJfVs+H5S/QAVkP2/xXi158AAh5cComxdaYEs+ffwLw/r/M2rLbGxrbgqKs+D7HCdX87PJGFxGqefSs3iUchc6ptxp7chX5K04KV/1Tbbh684RewbcDYQi5qmFlDjxUITYw5JH/ajuOr8TazIX3zBxuwfWTH1mQ1U1LGokmmsqUuLtR8ZGvj34QQHhDjx2F3tf6ztndfX70pzBHh17GcQ6wy/Y4+icObd8kF3odobrVWevq2XxzoraO9380mmwxx5MDGUUiYSa44HN2JwTsWfmBu51+L7XPtHsHOaayP5IudPN5mnEDHbFi+tETWx29IUTWD+wKjXVbzVWTXqDEYsDZkKh3r9fNFvrbXEteXLOzMR+pnIZRG6jlHh8MOGxxYujBFCdrHHU/KK7F6ezL6Ef+dgVeYPHVrejLscg1kDt2/Hj++J2ltdeoYDECQfMAFzDJzXTPhou5669MyAjvhaFZSnBGdy95usbZ4syS2R+TtHZ2SCZB0vIY9h/HJzzBqQVMUH2z5bEilrFV8iDA1IbCN+KcbD7ze5Y282T2oTGQGOgMdAYaAx8CwMtj8ZAY6AxsIYBvuSvsVtnw7f4/mJ6rPOL33+g9Yy6GIfuaMA5OJ6YcD+6jRtptXspCa3moQf/uTYz6sA78oF7TBKzZuMgd5fyWYRZsyWlauw1N2qN9pLhfn3wKd9I4ui3lZ3Oxlol5G6nj3dM05ryY62RqNqLITWOzTjeaw5AO6p+mRhWhXUG25KHp8TSTJgBOV63U/eLJeWAJyXALUgzWKMfkHKFC1ntPYY13jv7+Hkz+YiAGe3G0F6dmRunHmzONTPWVkUhD3b/0F3RxbrIgrgT1DfpLV5KKuTcGzvzWh++pEJKfORIPlNGEiSUCMUZb0OAout80WduGeUZkd7lc6jI4lzJ9vbY7JMa6zyssSKn2jPt5XmMghkLHM2o51X4uIBWcV1PdKoUYX7Ofq22Ukx+5Jq9ngjjg9+oK3Gw6xl3YlTnjvFdN+SMyWoVC6tvzSKxH7F66scMVT+1B5TEo4XX8BHHwFIwbqwzPgl7xo9J+K9BrCWQF2O5t5H0a2Cz1h/zsMVPAt0/B0g7vWh20OlBngY4O4vcR+wr8DShpwZ5/j81nDU445ydDdSUjYHGQGOgMdAYaAw0Bg5moLlrDDxkgC+6icO/5IdDfRGPBxApH6bzfBBfIG7s5TNkTlMljN0ih+Ovm6dONPir0xqh3PJWFDMx43+LqyVb7jO5Qfr//0cW6vR6UKbWcCg2NCsL9TWYtQcvvXUFmCQYrGS4+qi50bOfaV6h5bydA2J1qgG45PBY5T4WdqSRuLcgUwFerBg3lzV6Jo6TquaouYiYY/9Z3/1YmR7sX8bXtPAf+RYLD1PfzPBPLkgg1apj8oHPEm9mrvOihuVr+/rnzOOlcmRdyRM5BiDDiSPV0xk1DbaFgdEOoRHE74DOUwuwYlSpNVfmrDXItZdq5hjqnxm4UYkRT2gO3NKfrIg9dU5rEIXrRiyd0on2SdHgrsZsGCWEjRixxzzPzl6pZE0TCrhy1nlmmQvS4/rPVphgr74Gv8aenq5mr/rcPz/WV7QjwX5P22Zqe2ubuxUf+YjvALS5cimhcIfsBpb0eewTyqiTDJ2uCTIl/4DmFiGMJDWk9/MPYoJeAckDqWakkdIw2JEK026B48Evn88j5Jvr/fCDE2euFL/wqGvdln4n8xriIK7nKTV84FH0nbIXkCX2cjpXPLugaKFukZYayuYDCSP4G02iJta8s574On96oYzDRwjymiDHLtR+ew2CWndkm3DBmZxGW/L0A16tt/guaBe+iU8v8lHdSNNLTYMXpLrVUWw4B5lZozL59mZycUCefJe5wugzmBF5SK5no/o0wX5l7UIqSuZ0u4bkk3Yymzk6XcqFOOe53syYVKr0hV/USED7NyD4UcIpyblu0/8aQHZsJm2sDycFR7nHnu+S7clSKoj9rHK1RNudzM7gapdY7/WMGmfTa8rGQGOgMdAYaAw0BhoDjYHGwHEM7PDEd2SwY+plihwceNN98dtajxkQ72lwMv9E4rYKyY1bhj1O4r3GjGeCz6iXVUzAJ3LZam6kF59xc6rHJa/Uq3vbuKXPGPTlUg/ZbIAGyFBi3XFXyp1inZ+3W5EnlSYuCcAJGDTYDS2DKMO+GGsQyKFfI4fKYi+peVvdwzK0Bw2MHDy0XRokIFga/+X62BPi9bYM+K5xO/4v9KElcUy9eDvG0yte2M5cFVjfaCst5Cs+18y9jcHey3mMJVKHVGpx/R9kUbsXkIzeYDC6Vpbr7lk9uOzlHJkhSUeqy5EDF826Fo5qjLNQ0cQtP/4O6HWtJxNGfjfYH8FnFrqlnOm6n5PESeiy/5rsp104JEeu4N5rLxWQ2HWwukzEB6Df6xNNn+lSExOoefgxVHZxS2SQGuImUneEJMYtjvD72Afc1hisyWNo3b/f8nNrMXCjdeLXoNvBb+uTI+cHODO3G0KDozPjyTchQV5LQkp/f1xrIjctMvJ6ZOjhMzFo7t8ZR4sExAbo/jmIy3+u5pMKjiuV+GRv0n49DF5A7YkdW/eX2+0H4GVu2khjoDHQGGgMNAYaA42BxsBfYUDfj/UdXI+CVJDaej/sCL/yWcvDnNeO+BdJoNbVbcZArava8dxAeVaqjzeDM2VBbvwVbvSVI+1Oj840NH/MaF21g5mhVaqMncZKw0D2j5I+5um6I+zUXus3OFlMKAdS3ntdnp+3hDBwP+9VTcbFe0ba47P2s2f+++csr8VtLj6ZTo1bky/us6pAKxx72ox61LNNrzgXRj+bJso4aGNud/kXoVKTh8SfOqipxvnFiddpbdQ+P+CmCOyzGpsmN+M7Boq+JRVjncHdsGnY4hV7IlqvvxULtwsR7chXfI7IITL3jcJbInWhkN2RR/jWNdIFe8TxkUHf4AvuCJOS9j1YXXAzEvtIeiS4GX6963IBFCM4V3fH4SoOPJ+acYiZeD5rr0XsY+WWkh+t2F5gr889886vdMjKtUcSW74/s3Zg8MI7GSMHMAaGP8YbdN/5rsWeTSz33ezgYUr214TDvA6OWBG3ou+PfaCjPQwZ+7mM7a0i/I77Zm4uvm/1nE/gVn92nxrBbRxyAbf6pf4W29oHXPRSIOfy0NDnjxcyiL2g+ci9HGn66iPOShHJtYX26omLhngBiwYPB/bPfOi2DTYGGgONgcZAY6Ax0BhoDDQGzmSAr+/L/qdRffE2sGy6eaQvxUA9kXiJWt/aKxhYsT5wi6eQK+yxfYTws2BQtL5gYfhA9aMsHoUpVvpekCySka8eW43y0czlMUjdm8/gFQ9g6CkfGpXLqsnIDlw8PJv8yJJzt/R1ps+8nTf+KM/dUb+gtNu6bvu7a5ubGPVeR4he6OcmNF1j4BkDbfM8Y4hfbGFpAI/th2v+0L9uX3zFmXnpfrqlZHUcl8UKZ959GQfHVf/Fnt7BOTFA0kAbZP/vy3+r2veup7ubO1j4CYdrDzgqLT/K0VY/xS6hy9bJu+zfE2VjahcSNk480PwbcjiwHFxRUuArF50M94CK1s1buHqsm/wlVi2NxkBjoDHQGGgMNAYaA42BP86Afuoy7grzh7leP+DoNzAL6EewvvzY0Onjb/z5OsxfXIY0Y2rAXn7JY/xprKR8RYyiRhy92ZH/WS58zcB7N/+ZgThxwUaU+EFQzI1SPxUasCevgdsiNz+BIm57oeAH30/mvzZcDHpVogEzyO0NnvlrXWQMaDDyIacRvSlfoH7/AJOfMdH002sf/bChpEcnceLRmVIU9OBcBdfxeuVAfw4//Y/m9GY+wvLlanBrJ8kaCewFQL0A7gLVmBY4/sVkzBTVTlLytPXQVFMZAzR56qsdMaVIyY+vV1DMulZyAheddq1sfuTjR0F6rf0E6cMX+1N10Y5aFPf20HS5FW8awLfEWw5igV759coX0AdKSFu8aE2VncairzU2oaimXjrsimpOZNJaaUtOkVG3YiDlUEeRuyI58FfKIHP+GbIoX/ySt4IbcOWELKoHSCkT1gGoyVEia1p3wCduy8SBWa+piaI9UYI+ai0TJziKfU/jIBT5URrGh4nCxqXIdr/wBlT7g/rTPWsMsk9tgH2Qun9DavEtAX9HV41v+eUaa5KB9THcO/MHWO/ps5ZUbuPmGj4XRl5IS/qiNcAmoB8mimpehL6Vufa4c9Iw/xbhb7gy3A4d2VeYKMmVNOjkXE0Dw4AUnbSCA9XkN5DF7JG+B2e3JsNoMX3eCyafJi64pt1a/p2+eLQaWRn7qIZstDdy1Jhz1b+M7Gm5u7n706nsB9CZK4ML0AXs2YsYYLTT+rLGxnUEBzpfzt/hY+xRFEnSkFg83N3cL1gyrFcs2+bGMcHe8OrsP8X7T+8D3N3c3TrQud2+XOcasO4/A73sEmZu7p11hhxgT17D95Fi7oN9JwlS/2T67uFOeeZkd2L/Zy4WjHMF2PAilxreybbCYHV5d1f1FdgvvV92qprmxQaYxZZWd5AMSnfk0enLnOtc+U9BlbYZb2AM4u7mytem67ObKphgag0wc7PI23jFecjOpTOAOqh16A3vMUfNlGq++egUT/eHes+D73kmTgD5Jhh371RxZy4J0AFsWMtE9hl7BBhiDva0H9nuHtPamsE+2O1l00Q4BBk21lfhp1qlOKNeSgXERirMprzzuoLsdW5cJndqJtZ7ZYYmtqMx8FsZaHk3BhoDjYHGQGOgMfDvMsCXXjDDgL7Yo2U0Qf8I8EUcHOFrqw9qiRuYBxOxAQ9MftHQuJA3Ge+tb8081hbchDyhq2zmy3sSq+hHvQr6gY0fPhNPJi8Mc+t73q2hKo24KaPzobdSzv8hdFNpuQckn/FzNf7A/spuUzLHGH86/jFVnO1FC8jFHLEx1L/Nb03WDvLq6a29kYGKbzZhYouXysXVNHxdKc7r3IW6U5wRmyBu7m6mY3yzv/SKsrYUNDdhaX9s8fuCLSnNYZ9LPDHzM0WdEpWSEpQm0JV4y3Efq9bU7bl0GE8wThtZY05Xj3+m7foR1N3N3YcETlnc4We5IcDlnYiArytoCQ1onwliEqfGkfcIGScAABAASURBVPHwe6S/5msLA439LWxd23JmXGvW9s67y1+bQbNrDDQGGgN7GWjzGgONgcZAY+CfZuBTX2T5S85b4uMvO0tnLtyOvdLHb8zXvRL/f1dH+w/fH37rFB9OqZW//rbxL50HqcGDjoyx1R23WuQ2YauDO3tVzJ8dA5N39kwNdHdztAEM3A1MCnmanTkZzDRijvKgtpnhQ1T4rrHX6ZDr3tkW3ODDvuxFTsHPk7we71/2Bnji5A3DUcuOVFznAFhKca3fsJOTkDvy0NSvPFj/gLKL2pBCO/4uA1wb9GkR/5WGaGs/I/9uxSsqe9GEc4jzJ+WL7nZM1wrqM9e+9hPJNr9UkbFP4XV5MhYCRtO/xuMPz3K2xsLLsoc9I7deI7zOoz2+1s3JiEjXPYFdYB986fPVwEkpuDgFJ7mf3PIdoYZxLkVd4pv2ZPmkcWPbqc891pNZGlac2KcppXrr4WZR723QA/KR61uv7+6TQjfuJZfUsgxLrAHa8S9T1d6SF34Sz+YRu8Yz+3ePkxu1bImL/Z55W2L8Flu2TkB7C14krvYX/SNrgXdALPC6b85zKtjnidn7ZrZZjYHGQGOgMdAY+CADLXRjoDHw7zGQX3mRAAZS0r7COMCX+cTV+N4OzmbmcmPKEJgZXq1iPr6uJqC8UoydfIh2K8fhJi4MjNvhorhqQTAPIpFXA0NHauYnBuUr74rFnWCsm5zfuCLORcX4gF5zCnMug5ta7CtgVz+w9/HjglmRr86GcTUPPPCZ4OHNbtdK8ZqbHZ7kY8es06c8q2t2XMqhHL1rb7A/+hf2x7MiFcVqaBfHTrJ4p8co8pmn/eMqeWEycQfEXpNVyOUJsvhFB9SO6dKM2tSnbaxKrPtQv9QHH/J7qv9X0nWqn3agMn3F2XfPHRb7e3J8lk89rvOQLojfPT9YBZ9BnD8pIxUSS4Ri21tORa6rT4SEIXJbrE9bUyO4y2NWWVtxdoJbQ/roE/Wc+/Z2TfpNmR7muSebOeSsZ3KaK/fsMwlNGd7jYqXekQf7OEG82vcYtVbNtqecGX026cqYCfEJZMQGg+a8d74D19gWKZOvZw0F9+7WD816MNrUlQjFJ98oYTb+7f6eNbpXqmZqo3Y83BvcazQlrl73I9+pob5EnSF11H3awYMGUqL7JpAXtXxTTvtyEcmaSD1AzTjY3iA6J7zhO6Dw8EibMClpHwlqAxFLMV/3zVkK9nlqPwDv463Nagw0BhoDjYHGQGPgcwy0yP8oA/qNI/7uGpnfo5H5hZYv2QHxw5f5+MKd7VFK7D/klHg4IIde2fxv1xkoahcNAIldB3MBkyN3/spb+J++M2DWW4CH8UC9cw+qrXFutKO981e3CdZr1n/wOLEuk2yrOR7sr+NZYC3rWJ1+iB0wxYr/vx9sih6uDXJMKQQ1BdRjjsTVEeeCBlLG3tEeijlyp8ddeojTx79OMVMMzcZWQ2ptOxQm/IRvTZ36arOXw6+UtKVadcA7CJ9KyqPRm7FmCRtfOk/G1iTCnHnSKLTef9dB7Y/2r0qz0vVWnLWLnmlBjRc95FHAH2s3j4U1eRKcNQnIuUq4s876GQvcWaDQZO1pWonMES5i3+XAAZJ8WRNTWHKK9gF+51zgf4IMqAUoNOGNNiicC6Y1mCDjQ4/aN+1Dne9wFjtD85C6imlRcs0nqdH9x+DX4poi52yk/c5enula8IA8ISXeclB5bDRFg1eJy0FO9CQrQXOA9Ffz0aIAtD8EpRUlDeeNGZKUamxJLf3BT2LL/N9km/VNNVfJz+9LrhU1qglXTdlwDZtwNfhyR1cIncG9kSMw9Uzf1y+S891sqs8X2vb4Nc2XGe1eEriuI50Ug+wiuoYOOWItyFfeFMKAmsOhuD7CJAfl9XvMRyUfkRiS/gw66W5hcqADMUFmZx46Z8Wq9gp/7AYs1rLObD68K0PAf2WoK71mlcmwOPOn7tSATzAosAFD7xI3+++WVS7i49n6zWXXu5nYFDNzo/M6F22aVp1P83a7tUE4tSV2e4q6wt2CC+roVA/DCEAb0Aa0PwF4zrisU7a3SHyALXNgnTnwQnvL3NW2sSiwrzNSgvpQgdU+NhoSAxADsO/pb3Sz2ZxYgFjI4/ZUVKB8kOu9nramyqQdjYHGQGOgMdAYaAw0BhoDjYFjGSiVuwffeach3VzEjXE17cgmcSYo1stf8OWDG4V1OfLFfw7rZq+zUkJBIHLdjF9pFQ9QtJLc+cZjAzuvamLFY5cfGx6/SMwcF8aVl3Iqyg3MmG5SFcUHQ+xeD8KG6UUCSOw6yBfk5GjLIfs5oAF2q8SmAz/AxMGmiTIe5qnxGw9xtypt7Yt4Ghf8FINrpoJV8zca4TcgcrnembGqCUY2OlwyH10pTJyL82ZpJDnyEJlokjQ25Dc/8xWt3L8y/aW51FRj4l/ntYGXvM9MDp+wGozKACnxJUdykemQXehSsUv6gz23y+FLk/yl2TsnQ+TOqbfTcJU76Hbscf/4yrk+kguSvIj/SpTca/hK4LPhloFg/VZpwzWLMRtfasc1Z+y+JMYVQcTnFM6iQ+Nw4HnaD9pUtA8PcuNQbBl7OeXN8POu8oy5skRK7Dqi9l0zt00q+pwv2h+J+9kq6F45oyHji5q1AhfNpQUviYv221prMpznhroTn69qPschr33vrHTimYe0i3MqUql+MtO+ezb/rPFLPmdFmPELGTPqI1XsWvZe1nd2SPwHtLbEPbKWOV/UR23Eoj1ns02HF1DPoqK6v9yudvOyURtpDDQGGgONgcZAY6Ax0BhoDHwVA/q+q+/vZpKXvOiAi+aMVsQdHdPmL2WRXjoLjGOviKyikxNuHIY+PSDlGw7qAm8ItT7EC5axRrPzB3ZzSM+XtI4WPwDQtvGFFVj2Mxo+E9onFj+7spZgnBAPF25v7MaxURQjg7FzI1grkOq6nbpBEnOEcqFGes5gvNHYD1zUWOsp5iyVpyR1xLos+6MKMG8BH8uj83O+SRv8VAnRr7pjc4nAcfgAQdyAQrEmF5dSXDqbW7E+D1xEzEde40LpcWaRV9g/8Gc7X/jlNCRf4ux0s3saMcHFAbta0Lls4DJwTCt8yv9wRZTPYEDyOw6WGByVDesKqNKPdLwzwchFeZAL2OnmK6apjBV5sNcSrMKKKRtM4DO8Kxm8AzU5pQMxjmKDz2Zq09XBphcsT53lRl5fkGDZcvOIKyv+f107fTYMcrOLlydwzk542dtzB8uxWA/w3MceC9ckIHHyQRTq6HS+IjMcJy3I8dQPkhEw9Gbe2XtgZkjbaE77Yd3lXkHbe/gjAEpfyoraMFwa/xJ94T/FrW9xReiF9WmxF8D8DKgB86MWS1yPd8UMWLzw20fr7Lc8f8+O8y3+YZaa4Rr4o8R+4Rj1RV3sp0PyD4+7PTF79+Q2sTHQGGgMNAYaA42BxkBjoDHwLgZK/Cdxx2g3dwmuRwHjSIib4dCd+qYv98QEp8Q5zfF8tpdwKiy4Rc7brtXiAaR93U7dUfKS/71H9lEpvQV6snhkfT//OE0dlzzkuVKNGikvh8djikv/lVbR+VTjFV+HzJ0rOPYe3odBWo/gjwZ/0dhsHVAAbuuY093aHNknHjjS58G+gr+zcjzL78EcnOMumD3H9Vd51SLr+FeqhXp3N++c5oCqOSj2v6erlPs9HTxTa6zjYKfN3fcx8CU7702b7VPVvifuEMW9s0647DXIBYOGFhh6f/hddDyvU0Z/mIJzS6t/MnvPj8Dn1rPB+5u2zZvCbCj8t5muZ7Dezb+typZvY6Ax0BhoDDQGGgONgcbAP8KAm37iLZ3xe92P7nYLfYGDfwasUev0YxFfboHf8iJFkQ4Mc9RZOEqvHwfnMP5oWE/jL1fr/mttZa4aS69qQHH74Uc6FV3Kj36wTBS1gexkU26wNwdqAcpioIiOAK8mbvf6ZR68K00LSJF9lane5eAHSXrIR+hL0V6YR/61LX5A+sk5ZtzERwYMD1xKVYRIUHzjA2jb2MUyzO/6g3b9e+SjwonXK1b01Yk2fbkqilLEvZqRX6RMfgFlhJ04YC42NVxjgDEkKNIVkQ+wZcy010xnDf13IeIqWMgy1KGF1JKoYvUHvYrM8w9e7EcmRe8/AU2fPTqR5ELUGvWWmJd9ziV5Hvic9XCsklrYc+mVflE9A5QbOQrY1IjzT9TkvFo6Hc1RYVbEEdKCt16C6swK49gdCOK6cgrI79Qf2xIrDioTyE8gz0DkX2JtWWFZVP/y4uK2eG9l+lfy1CqQCCba2wgQOSpX2nkO0z4KRfmagBzQqwuKpFDXVrfHOUflMfmJ2oM1qZAShx74TCThywFcPyJ2D7A8c+2I1l3nuQXGhV479Ykd1XXaQErf/lMH6e7mPkIKIj7CkxDy1T3Es/lnjbt34TolNZqHKv7LC6IlZGikvxoPZfU2M453qSujpSaWI+Izasluu574ndbyPxXWCf+pbZ20nXoj9NFsYLv3YUYnn+5u7vdgbLD63veuc5uF6ukEW3gV6wyY5AAMO70BifFwd8OPuwdHZhq/Wufbvm16eefh1z2lVrtqG/HuPHba2wPuhkYFl1kwdifh7lO8Tu1pIBvxmaWzBQlSf5IkB3e3lHb70pgSNgBXpldXQc2rw32oD/uitnWyHtFJEofzCOnuV3PP6OgrlD5nFacIBnqFARI6SAFknpzLQEPjwZzEqEKwNoK7m/sFDAU0ZoJ7jhXZgewPMmzf9Fa6XteqS+3XYbVOJnBuBVfXo0s9dzfWMuGd6qqAq2JmIV2Ng4+iWErAUrp35hUu4RScJKyTimuPclLLxvlIpy2dLPU+HO5u7gOwAZ36S3AfbN0HOXj5He/QA+ps3Yc63Oclu4k5nDO067mHtT12kNwVo1lDyj91ZG1xL1LM3K5fwz2E7hs23x8M+94M6ddOH/SwfjDchhoD38pAy6sx0BhoDDQGGgONgX+NAb4oW3x95ssusG0vpoBts1ZZH+JWNwergp1uRCLg9ECHB3i+DpcbLfYTGJJgZmLQ8M7NG0zUQH8sau/ZPjbCnDdqD+hHKn58nrM5VUepcwGkZyWGIXWGxr/zvqvkZCzl8XThGaRn2pwf2be4Ntvrr2f1R2CFQUq0418hYm6lS+y6Ixm4+CpjwJRjF4MljCa/Ubi78RDc1r7g4JHts/FHc08cy7RSnhjqT7l+G183p9vLJB7tb1dC70xixUphAjbUEhVsnLPB/WZT14/P7nt/zviiQrZWnqlLxppsnX+APXHBAa5mXazyHUYiYdbDOmW4uDHFYw0r7DFpdIw/Md/MaN19DMyxv8/TEbNieY9w9BYf+7NlN78lxRakMdAYaAwcxkBz1BhoDDQGGgP/NAP5l5TvJmHpK7frPoaxkGq/O6/j41FEMS/geO97PT7j9/m+KA9D5xpyg5Sx0PHX0Fd46GXNYESQYWce/yt6F8agbmoLMnjpwN2cA9cDDWDZMlMgAAAQAElEQVTW6XmGz5kcqmNdAJEUcdE3YwC7eyP+Fp1RcD9aa5gPap0KVbeYiLZ3vsiDdQAZN7g4IJUrJtigrKcKjJgKNkliCcQFGnrpmPzKC22LuGTjk0aNDxzk0Om6ZWJBUM017/ZHX53Wfvj/t3TV3p1QpXzqmmHTOp8QonLp7uZ+j8rkqskag1S6GvSRam4+Yu64d2hvdtAmvMaA9rOx30DsudHdQcKrtaV9kFtjv4Gj/H2TH1FmYFtOum6smoBdjVWTNhixKul/w7QXTdlbgRf9PJvO98VOi+M6XzrOndiJ1Pts5rHjrtjkcKzXOW+qTbEMRK1zNtt1Hhxun/f+GSTK92FQRdf6G6hU103xtnA9dVwmrid9QY+8OYdrzKWV43Njpu9GA+zJ64oLcTKY41t8Mzgo3v7eKRewJ3CcKnsmvmEONYEMBdMg+2dLYrGsEw4OSG0g/b/uPs+HfZ6YvW9mm9UYaAw0BhoDjYEPMNBCNgYaA/8yA7oDshrfwQU3V5GV9zb8J0p35sWdyNVU3XDSv9OjPB9R14diL1W3lM6SfvDD6sAlEgzapXcssnZmLdnt1+OVKIMkd7Df34qZ2ptmxAPEZo7a3JXSPAB4rSHvOh8ujqNGDC6qmxaD4Ea9ohu+l+yoMWH7/C+5XqMnN1Db3vbrscW2Jj3NfjSQ6eSGNpgUOxu4rsH6gos7ooCL5tLCMnHR7mrVSVw5GPzHuSt9yKV0NL73SL/8J/Jo7/Wzdx4xwWU+hFB70eNw5GXkmJZ8Xl0/jvF6jJeZBS4mHmz3C24H6KeVcB9vu/29OjH32ZDTq972z39X/KJrdd8Ne66Pfbc/57mZyWfKOZu9us/ulL1ZL8/TqRSfmLVctr4d0Rreql7o753KOteY85N7Gzk3/kzHvIzBHgDXc+411+P7e24/ZjpPIoJ+AOx19evN4tuemmrlMWrDMHW/UaoOXSMMDFX+xiIOyXnbUoq3jXxx3pNozsw+cQFjx6No2yqi9vS4ixWCaAl1OejG1YkOKHoDEjMH5yioh8LFqGBmQErs8ny2qx/NsRgnnCSIDU5y/0Vu/StyOTuL3EesKXi9aJ0bG8/jOmb7Abhmo7UbA42BxkBjoDHQGPhmBlpu/xgDfDGvYXGzpxswbvwTwcm1VagOeKu90r5zqRvUIpiA5Mu9srszW6/QF3v5wl9AEz2+6Euv9tlH5K9CuWGhnfGOiC63lksWbTmnz1/Gqjl7MH6FGyvmJrC7GR668Bn7hu716kx5aIi2hOnJg1F/oubBjnyR1wgvvbgpggWK+te4/GerTa9Sit7vj8y51xAYcqfVGzyZDW1zHhj+rxnx0U3F2+5X0Uzi3UF61maC+vNHeNCQciSvhDTDcX/bSk0BGSyXIH+x/ukfqQlvPLL2yPWF8Eyt+e3ZrKHoaC1WBDeRgyyQEpuP29gRVo5D8oBMD54tOlLW3llH9lit29uOGJ1mVyAxaawqbEpDqXBOpAlmrwJf4VO+idO/6vDBfPzXWDLlMyKuIeKZ9pLdfj1V1tjv6ZWZ7iJdDtz/03vuAY9rG8s/wfa/Yn21n4t31iteUXu/t2Nmsgd6lY4Ex3h97kUhzSBEpm+Lq6D86BvQj8B8r1L4ww7KoZaaz7wup1wKFnM1WEtTvjoQAQ3/meOqzlVV9bKqoa5ln/b7ETVogVjzRJ3FnK4ef9au5+f+yetQXqGMzy12BxI8c7phXKXJc6+PvyJpkkQ1i46uXcXGUzg+h9U58ojiFS/kkMmR7m98XbpRS68+oELloFptgoZ05Hqk5Jy/hczicNxE68Ebawcmk4w7Kd7c6Mz7Tp9/nRZZuIsOPwJ8LRQY3NzNGxRQwtLKw6AY33HlaofESO0jD33yavv2qqsPaSSRkOYSq5iRhPVmQuSkFqqEunHIMuTtW9oxniGiLcPoS37qIH7GZp2yvSSxv0XaUme2n0l2EvbEpP3Mftc4icZasmq7PBw2aapVC39GvZQKuPYgFeag3Id9z943W+/1jBoPKqi5aQw0BhoDjYHGQGOgMdAYaAwkA8/kG24k+I4NqlTo8jU8vtjrRpsHlugqkxeaeH5h+gtTqYHo4AU3V1NZIZDKup26W4lN4nZsU19rEw8LkEs3SxQtp8NaDrdUtKU69ogcYDZxrPu4r75zSaxU0q4xFp7DL0q8BbRwyZ+aK7wya4XZZhP81tjs4IsnjMxCNCXOZbqkn7NdocNdQKEJezmdpJjffGbs+YSd8VJG4b/oUaBZPGxRmMhP8shDkaJkzqAz/C/lSixwP65MqN0kA/cWL2km31k58iWPh0/OnYd81Tl7ByapkvbSln41zpr5kYMMySPaKhAp1flHFYgmew+cHbiMP/zyXarn6ezBAXNtqYX2JvfiP/ZDynEy3bgoQNSo+0siuFKRyPV1bWZ3vesNlmQBcgo1gOwjGU/Q3wrOz8dzRF5snMdW+0bJPDdeZ9RGD3nlj+s4uFK+0qEm5iMB7XeAekccWs9xucP/cd4WPGUQyefsYyTO5q6nDC2ESDV7KZG686Ty5HtMrC1tIj2vUN/6ZNjHWXZrrRLxaEgZ3R21fdaJLe0745MVXEvAyWHWuYeEdZbNaoGBXnrWk71EW90XD7yA2s36hWo/ANe8tXZjoDHQGGgMNAYaA42BxsDvZYBv2OCMCvT9mi/OAbUzBDeO6LivDmgAncRhR/hVzJSHOb5xdLb/DAc/NVL/UGow56g5eyyPi7zZGZVSJqwjf/WcPIQ/6SurY5rxrwgimvx5PLAgbkLKXcc0fyFnV1xg07+UuOSwK+DCJJc+oDwmLtXO/IiKXmbbDuVvYGGWKwZYGJY6spL8i4dbJ24AVVq+4ETtK+7Vf+XAfwDfgk37yeUWSLzlUPC7cCWyYR8whDw6lfArpyGVgppvPaiphlGx1j4k7aOzmXy7PCfU/JIjM0p5VFofWNqjUj/cT3ArQth3hzu/cUiMhH7Ouhl9vRufP3ITMSTz4CEtyGtl6ldJuJEhPEn8uUPlRU0po7P5DebB5onvmXDw4sX+CsKoGRAAeVI5XKfBknvGwNL4q3ruvUB8o33V2aP5cDjiqh7IBvAMrn08O68fjsttRJS0+IxVj9jgOoxxDYGGML0ZO6JbxO/wLefijb3Gdz9w0c61ypzShvlDZbMGlXKylSuxUI0c1cSrENxKhlsFI7BJqn4L2OqXyxJPSDXvDlyz/sgJsqIt8daDPMBSUMbA0viSnlrA0vhX639xcuw71gvuab9eCl7APk/7Z+6L12Y1BhoDjYHGQGOgMdAYaAw0Bg5igJtBcJC7F91wcwledPPPTuc/bZyYJYGlFuAYzNr8OuX7Kym9SNQRz1LO4GvBd1+KldJbT/yNcW/Nl1hb0l/mP7e42B7Touai2o/xhpckOCW6N+JDYe8rJJF7LZpY5eVhTF5GxHjZy2sO3p/DuohQv4TXKm6z38bAuqU+JZ13hd4ch019SsX/jtPO3dz9+wpua/twTWLFvpojkgMPy9g/uNW1CGNKYn/g65mTP/m/HlnT2zVpjeNzbTakPfGzIyPCgB1TX57i7nFddPeXfR3m4ItSOaymP+lo/UL9xh+A/+SStaIaA42BxkBjoDHQGGgMNAauGcgbuZSLo/Hn1nwBBtdWc73S9/YIeAFXc6XopQiorWYcVTP6v+GNH+CA8UNcBX6kKvqBrujHqkc4q0Zipm/agB8NE/QBf0kL0jZl7hNsBrDO/Oh4jaFuxiqo7p8R+OYvdsEZ6+vuutH/z4y/cI+9yy2ZW1H8Xii3/GuNSoWsl/yAawyU8iMfP9ZZHzBJbAd/rl4JmEaL4gZ6t/BdinnnysuZshnM8mLxLwmibTa00dnwIo+hZUbbiSmYzkdTDehAL12NyE/j1JjA/hZF9fcC8oISseRylJzBmcU5MnnsFTQgQkSz/Yh9JLpHkYvm3UN7dazNJEGRx4D6RfvmR7/oA1H+yP2uMZVwtZ63/dppiXyUCVLrVqhHhZcRte3K9mDGfxIQiEcDJKGaLXSDSXRFAHsRTZwfNA4CIf8zj/91ev/P1Xa1ArQFzqMKB4U2agLpL2pTrUV5FMUvnNdCjh8nO7lKuNqPj6LhR9Dwa0eQ0MsHIJKaBx65fzuV7CLZfag59rH28oGhvtpVMDuUHnvvXcmyvEDUHx6XcmrftHspQdZHG2Q/pcx0pqkXxEjWhwZRg1r9L7Y9r32uK+UV3Nx9ouSt55PCcrUAmYC+AkXT3Y3reMJuXu4eebvPyxvzt3bZb9RRgz3tysL1GTlI03nUWbb5jLQHL3c39xqa6511wn+CRbDuzkNRYGBGVnfDxyn43mzEBy6/rCpQMw7iF+McnoO739Q39Pv/xJgQ5bmqEHDn7rE/vHMDtvIVWfjgJ3yunLfWrBcHvYuD7j8zwd3Huv6TrGBqC6ZzsXhnRR9sNUx1TXCP8EXvZWiqZdo/Fezc14+C9wRXTUbOxtpKqbDurtpsBG1X6oNUwwBTEza+fJQIxnopEvQBYwkNDzWn4g3SnahDIHdXKa463XhlrrVE/wiwBlzUBR4ZV2PMgY+IVekPbZJQXCeU3IuO3T14ch/kVndTrW6x07bOf2ZPqSC/zyjMNIXYnbm5XzANPm10ski42usOZqyzbFaNga9goCXRGGgMNAYaA42BxkBjYI6B9V+A52av0hECzBgvqGcsm2qJgVJ6/aZX4oe6JZt36Ou15Mbt3Jh1tHMjpfdy0o8YVAIyDm2QfX7I7RX7Nj42IO22yL3ztsR41ZZ6wat+Hs9//UHKY/9mcA1sfNEGY/d9gqAgIp5fd4S5eZvC3+jf1b2Of+l9ho2zq37k/8yKz/T9qKZ/e+yym8/hIf2nPCwKDsFhDr/P0RHluX6Ecj/C0wZ+/vCpnKUhwSIrDwcXZ80MvHntZjK4qPbksmfOGPEwDkd/u8TW/LF3/dw2yF0h3zqJXE35KigpRwvigXRvOggN3hTOXD/Mu7u5++Ehj/d4RIrvXc+ljD+Zxf7Y+1e0/QC8tBOavjHQGPg+BlpGjYHGQGOgMdAYEAPxF6qSRx98pQZb/fIj4YDOPP46fauHb7DnVgSY8ZeqAaXVCe88XMECQyrqHXjw57bgicuMH2sqW7iItnIKKd1rh1iNPCSNaIM3uR8aO98jtwdOXDGH/UlMQX2r4ttBL3kOrylv3VI1uNWf3ufcFFwcAXJYyvH0XHYE+JZcM4+Ud6UwcKc8X8F5ypoiSYE1BkdHxrdpD0UcyaP9L/kjXkAG1EUeoOiBYW+d9ZJFP65o+OBDrOq8McUYcLD75m6RAdeI2I/P5GgXi2urfeAVe07xTw0t/8Rhn+c5ZgcHxH+Ng93/SXex91QZvEnsPGIn75y7f1pGTbnf0/LM2K/jMFyBsfsdQueVcf2O6/h3pLQ/C61kcf1CKGy6Gm61v86QvY+Ha+0nemQhDk4KHVuFEHf+UZ4Xl3DELlpTvscU7VeghdZQd+WxmgAAEABJREFUGdFLLh3kBpbGBz3rWJ+vg/byzniNy8h7WrAM3hOtRTmbAfYayD31ejz2+P4dwuzXc2geGgONgcZAY6AxcDIDzX1joDHQGKgZ4Haw7n+ync8iyAl8Mpe1sS+3D2R8i9FLqsfuqyLdpeRWnvad3xnlJd876xkFDsDMkB4uzGlrHTNzTcmRMeIn6L8GeeVu0CT1lJtYvZwjQfoOk+yskMwFy6ZURszRIgKgG/svCjzVIBK4dYsOpD7nZH+LZO5qe/5TwYKonnYB7dXzv94QVsE5icJ1DSIBi31Mi1HkOfEnr4RJTCs5jVqcS+pyLgA1Dz0ITdiI864NFEGHMmhSV8hQqaV9bbqWmJ3Bv3yGf8lT/EcRO9+Gfy2UmSF3OpqZ9q7FnQk9p9Iyz6nfpYs992WU7Kk9z9uUa3xAfYJzf82c32oz1XlbAAO3usX+3Ebh7ASLk2YHfpsSmgKigHNmuCZTN1rksRUpTDhEgujwRjgkiAHFjus4im2gjsS2mWdYU4eKi++vam8KEURsmpHGl/qJKcClwHWkRtqfJ1X7zecwmkt+85EfVc58ZiHDD507DB7qWsXCndWrCnK49nGvuR7f1qM+aridRZSAykybObvbeX+hT72J99UjohUMjoGaccQaROs9b0MW58WiNnAcv5x1YF/O7Qfgfby1WY2BxkBjoDHQGGgMvI+BFqkxcAoDfPGvsTlI6fTIXV+nR/nuG5et+fK8BCjjeIbpJTMuxs3Jkj84Whpbq49IckScGtwYLfngr2YT5L1kN+n1MMaARTSpkRJUS1Ak3ScgpwTTlHbMTPlk+sph3cCRq9ALw/932jCVWgE9JHGjrTfac5zIm0ZZ2Qtc+zLmiwYvWCR+ZPu/gqRim8lAvVcOPMDVLBYcZzbTnAW7VOeaMO8qngzom421p8NYNQ3GMVjQDE7UCHlRS3POkeuV0leGwS5z9KwppOrU2hpIX35uIXiP0ErqXmpF2EeJzOloSb1gXGexYJ2S6aTrSHCMJ5UBlp89Uw2NFvsFvsLnyAPt/d4ez2RJJ8iUWIAcAG1Q4D0eCGsdQsr40CP9pjzU+XZnsbix+prrNnCgq9i4JgzDjwZ3HviWM/aZ9tZOJ4dNq/cA7cMcP3EEAzYSCadPzH/FMOVQS71nuHbUqAsJeymYk1D3Tx5Z31RzVeW6fcd5I3DO4IzzJ32sc5DWh0pC1zjSefrFJ3sKUDqYrpZ5ffb8voX1MeAczRxShmcWEf5DolE2GNPcAKZTS0jNQ0q887iPlXyaaooLlPYctU7IKRR8ixy7l8lfLdMKDiziETO1tHtjrF73HI3IImzylwMvSzmVj27Mp0jyHQAt0NDsQR71dQ7WMGQONSD5zoRuQFSgJjKtLeoNe6mRMvjQQU4DXGtPfbew8RW1zbRHlTFOLQEpp77af/mIerWOdY104TH2Sj1wZJvAsdncaM6dP0eGe+RrqlWLzm56ZLtnjPrAVOMeJ7NzhuuP6fw3U/KzNvfKM2q8j9I0jYHGQGOgMdAYaAw0BhoDjYFdDLxxEt+hwYaQmMcXe83hS35A7d93PLiZoMgDC8JdQHea8DXnWkNz6hd06z2SU0DRkBLHHtUDrOHhzeAeTmjtjZkriI+HID53vYCbx5DjDB7ejs29gjoConyuFnRgr3/m4R85DwXm4cKVER0YQmrWKNT63kM5UsklQXrgorm0MFZ99VpeBg9tKVI8bmANgbGHJjB6aLgHzua5yOtxyHmTBz6fD1EzCP/PzQ+3IHaNif84r7UHjo6I31hf1jZxdJD9/pKL9BAZat2Rqdsu5WD7pNNmfCSbikCatzyfVuzJjjlDsh7az8JF3TKKOaOUaMcmBsQe15H4fFJ709zfZUx1AZ20w95Rj9rjGrpmx51VL7HBev/KfPis15S6re4HD2oYEbw+SkWLwHfBwCO7x2PUHp/3uJvWkR9/BU1lnceM1BsPTcI8MWpfF5xDM3WTA1gdQPnVtsy9UWn4OnvGs074ADI69CDixeH6FvNq1DPrvGv9XDt4kCPm0J6z+Ws61jGgwlS63scDEsbmWYL9BM8RX8HfEPKsUmb9Uh+1RY2zFluV4fFm0nrW2g/AN9S1bmOgMdAYaAw0BhoDjYHGwD/IgL4/88UYxBOPXRQwG+yafJlELkAa3Q/p3Yybh0QoTnkjdzBE5R0cHQqfAdXIs4xb/zkW+kPfwvNTj27F+Bezrgc9yJxQ1ADrvMh46YgfWeG502MpN/7SGh7wa6+8njjo5BsY8afNFBqNqDJ0ar16kEZALl249YcO3Opf6scDsbwxngk6OX80Nhkd2qDWCS94ZqXA5AKnUycb59cXa6twhAdqjscYm/1lZArGoTPEzX4lFzBmERHpR+PAN3yCOG8P9LvWFbHBxR6eBXgHl4FjWuFT/nW1sgn2NS/WGxyVEOsK4Jiqj/K710/mQj5gr59X5sU5L5I/Ff+V3G/nsqZTPdUgD2lBpWrNioHgrOrva2oT7Zv48iw+LgB7GLzssHKAP85TkDyhC3DNJPA7PhOrnO6b7HxwPzKniZWimLnBj+qoYUR8NmUyZAxIOpFjx0i8994ZKJJFaxqRNDBmpHsHG2Dnvvpz3c94zwpnhg5SBZfyFeeNOEWqu+5gL4B11k+tFF53gk/NDjfIuMjDna9wCOesNJL1WDHlJZOMxbUTXMV8yfN3TKa+qEsLSvv1rPAC9nnaP3NfvDarMdAYaAw0BhoDjYHGQGOgMdAY+CgDuhP5yK3tWPTB4UspVkpvpZcUxii/RLiVyB9SXkx5kwtuswExeZSUk1OHfidwBXZOr6cttR9mGYNKIGR6yM4oR5Gjb5NK61Gsx2kxGaSHup26N0jCgptQ7ONe5+GN+pTuPU+pGSTvMymeksu/4tT1wLsT/o1673ePu5u7/xvlU+U/UOo/UCIr+QVIplN+QUonpcAPJ/dfr39f3fdXwJMIO8XtLd+vVXPrjZRrj9P4qJz6GJ6NvcF2znN9B3DfOXkNF+IQ72CN+a2Npt+dfnt93fr+rX042ZT75gmbvN8Z/6vrc1zd6z39ph+A7zZKUzQGGgONgcZAY6Ax0BhoDDQGbhkoPT8GLoOvyuBqnhT8DAZM7auxN3UIOzw80g+Z/CjIj5mCKpl+JORHlmfp9My5Q28/+h/vRT/SgN76ya+aU5scQMbBFri7uXuqN0lm4TOgmdnnL2PV3XQUuKlwO/nZ+K39VV8Junx3IgSQJ/fCIO1og+xvld65ePzPSu+mrWpePFyQt2ndAO0appyir/GQ6mv1pB4y4aYuYf2PgVJ+YnywN/uRKdBU6W2ANnwvxWBTpJNRZLPtjQpcUwOaetuXajpKUeaCAQhQTVkzuUyGNw32CvDRnjlGraqTdpnqUN3a60X6ohgl9NTrERK6laqFJNGbOK92i/KLmEgQ8Qdu0ZNrDWpKTPwpwevUivUaBMa/dgaRKIZaxGgPb12co6pVcXuBmMC807679jrMeP7OLIW3gMyn/tiWsIihRko1dXQjJLYfszM6K+ammicOMHNpNeJkZvGv6tEeDZdD15rm+tEuscfY02XiQGbT4Z1bwCWFaeCoBhvZkmfka47ZM+DiBZ/ApQISnzzYhKx/oByaCdW5/Dq7SevqAufz6iByQEaP8MyXe2d+BTdX37R3HPnMwUHj1GA+OAvKh+avfqccauF6iwT6GDZwW1jWH3M0mLKLdXBzn4dMVx3uw/xVxh8w4rICXLETalZHp/YcpI5D1+iQesMR/zoPaXiT7k0HIcEUrlN8wd3N3Sd1Ntw99O7X0jQH4GsO7KWA7DrhP52rwP0/TfvPTJK2Hfhij9a5KFB49065a5OHdLUjNtJjvH5zd3N305sVSVYNmFTh365fcm3uPuF69Pxer5O1BPhOZ+bdCDVcUM/iVTyEu5sOAXmPMKrfKHCE+2DfmYva/wI2vorp+4YQay6iQmrMhTOPTjkB7xQJqO/u5j7gWWxoEX3Wj4YuGblnDd7J138C0iUTxToZumICTTvl6ORVYcwltYXNHY2Zaw+bDW2be+n7YPx/Ibv2xQjM/h9756LtKK9s5yo6GRnJef93TcbZbTK/gsIyBszV9lotbyYllUp1mRLY2Kv/7e7WCH962IuXu5u7xxzmdZ/vus92tO2Nr1gnfwzo4qPE46iZuweGehs3FRO6RmNWvOCZGIXqPU0CmzacQPMBTWPe+ICrExquB7fhmjgzZtYWe1klK8zgnjHiD4pNjUbWidKr1AsHMxaG61BloDJQGagMVAYqA5WBykBl4PsYWP9xd0PuOAUbppxt+rnw10cmAkjOynbq9si2+JGL9sjHxm5rZV60eUBr5SWh5qkHOYNTnT45o5Ix0uiWDTO+pL33NrXSe04a91M/SBGKzdC/uqF4hECAbCO/CkpuPS8yflPy5AQyHG0vwrOHdSnm8IWyCFpGUUI5Ql5ct+Xw722r8DcU596YC28ItSFEa1QPNkxaNGXvdP7a3q6T7p3WvZP94LNgeA7P1lXzZgZYGkKmpP0K2CZe2f6WcXY9oB5qR1a8YmCCqXwjSvnKxcbxXKOUG6cP5jGf9BPDyLc2SHSc25QuKpNhSjUvOqaiXxHqSCVTc8kbrMm10fuff93ngDWZ77UpmSnbe/3VeR0DUztRIzNqjew5Xs55c7iX+awz2L8Pm3UBqlVloDJQGagMVAYqA5WBykBl4DsY4APs/o+/59ZAHvGXnXIbXxzraQKduvsPfID9HiZnRp7yOzkYSmV+0ZdU4b4/KYqV6NWXi1yfuUDklBylLRLKoGXAnIO1en5kBcZObrp/VakgxFrr4pDdUEgjN0DC+RG4b6t75IDHEmNf1BkYD1zS753Cr5rkleVTsdQGNFSPlQzAYQnr97GxpyE3rm72EljpdLXZttXy1X7XG7pSKLF+5jWWjThvxD1wyfOjaB3DL2wC9XPNzw+22WOuRU4kw9ClYqMs5zda643TrzEnqWs8r/YanH4LH6uzfjbMOlJS0hTiNvY8fb9G16mB0x3vT6nOPJMB7ov+8HmOPWax3m6GjPuofeZFbPCu6JR8SayOZ/sAn919ovuXv9a/B7LGvE8A2nbx66a4beAxEPHBo3bU81G/77aSQOLlQY3ESflywkYD/A6Iubne0dGJPlCzP8gd9N1DgtoAVPlwv1Y8rp3oH3L/MyZT/JsyhWuQ4QjtZy1mOl2QhGJZByzY7hmiNkBNYI+Pxznai9z7HpWre8xebfzjDWsBlYHKQGWgMlAZqAxUBioDlYGLGHC76WP57ZB3HkbkJL4njPYhb/fJPFTde1MtognnPKFMBThRpzxtjIPuo27WDr/GEthlL35sBdovFjgjErkn5vxRm0Ctgd4+csk51z8eumKDjLhakidYPaE3VMl96/0iLrye5yH6uD8M7GhEgB3ztk+BxhLzVWA1P7otMr4E1j2g9gYH7QbbtabDF0WinvbaeWfZERRLt+gAABAASURBVBM8+OtpUUoP6nM6Wku4j3tVH+gcxyd4mahYKU5oV8fiP4kIv63eBWibpH3w1eViFvJIYQdreEt81Uec4F3tkAfzHk/HZ8ZAxrhixTKXMgbOPhHgbJ/f4k/3ibhHPOcDz4nn0d+g8afr814vvLTW/TJM20595Y5KOeVc0ZXfLRD7fMIo5oehBpESe46sGxe09/hYngOH4d0s3pds9GKsVEVlUqRUc3SQZ2I0FF3GMqo+vhqIAZ1iTK65rwCpPnAogbmoGhpynLCBLcYTEyaTKrmd1B9Vxn/Guen2Ku3O33y0NflTG2sDOn/1PMcAHMVeF+XwNmd3XK8AS05Y2KXxk8euChd8qlS4BMfTZnXAPk/XP+Hvy6vOqgyczkB1WBmoDFQGKgOVgcrAz2JAn5nju4qUX5e9vnxwvvCStJDHMuQBhAcEZHqiX37ZkPo1kg/6CS+ZxCkIHZ6IWALdFwKegZW5lu3HnF3dEuo+HN1YKxZu+kIHyTBapJjjL75pXoKbGbWAqMd2vuSHvfdydiuLMTQ34mvorUefB7FLPOWg/KgtbZ7GUWidtIK0xuC6CWggV1XN9x+Zf8pdGagCrtmAah72Jnr1d/lcPylWjFBTMMWPfCRpP7jt1/BBt7ajqLGAknGNpHw9/69S4a/uX1tusyADvtCJZRAXVLfNw3rrjJFycqYSCoo0GFJ9NU8+qLJE6V5EP615OX5BG0IiJrE9/v+es/aQdn9tbUFfK9833VNu3lgrbPVxtv2NfSYoJeVztvd5f4Q0CJFJGx013nBkvciz41IOPtM38rKSCFSCBbws2Ccc3xS0hLqjYyhf+uBe8t1H3BMUPOXe+Dn/Lrn/dLhpbW9yDP7qWgHsLXD/nMcokOFJh0LZPR9TFnZ/6T1ZZXeXcBhpiAkSUwdDXTWmO6AsNNklgMSqQ1P4xNZBE8+ttk8hP0chqS43WVRPBkCRqbmfYl1FQy8bw9RUjGSO49E1BiTiwD3AhnVGBmL0+pNrfQH/5Y+GwBMhyUtMGPlPDBvTwNTYnI6aS8zZ7dXftK788AtoG+saSebutOFFXTE0aB4bjMMB8nHksce6Zk050mgSEU08B2IPhSZNLpeRg/K4PFAGEBGEg1N4Y+/k0KmSAKxr4FTPX+eMUgF8IuH3nCRZncR6r+/dwedUWr1UBioDlYGtDFT7ykBloDJQGagMXMqAnpvkXx/G9fCqxuGDhwWw/mP9q5ClJ7IVSlVMR5EIxe85UdZENW5tPIIiTe0O/VkUTUw5QaV90n1FJl9tD4lDR+nzlaOMmfKV/dnje+NmjaN8cDdSZfeyJcwAq2TmnXLVpAkjqgE5VLZTd72E7oDC84VGXDYPYbNO5MPAzk5E09yUar44sMQk8qNxIvANqO4K/3OpEgtMjWsp4j42NXZYF+9pqtZVdbQlDzs910HWjzzqmffdm+sdQc5UtV1HrK163ZQH6w7r0V416wQjAvZuaEYOyqVXXSYyDvJ2jPzJHG/SDvWofUEIvPaAsESv+rUCZsFjgQPXooE1fRz9fT1qDKi0Nt4cYQBeAG0NXHUM7kV2xlDzpnv3Tffum2SqX0lNe2UyOR61a3LcqyQnjQ4p4bEEzqYCDWRgsAhyTZSGeAj07nsRJtkmE2pGghh80ylzeBWO/BJTtoxRP3JqvNStjVnOWdvuuG7tFnu1+1fAcQm9uEkzD+6RZazsIxPleNmmLlDq/sU2eyD2goqnLXHBAdOJC9x/kUv2ZfCpcmkfTw0voPTE7i778+36A/A8N3WkMlAZqAxUBn4FA7WIykBloDLQMaDP3y8eIzu7rWe+Uymxdf6kfXyev39UP+YfZ61526H/eXMy7G9WNvomAUzX6OKnAw+9ARny4CZx8sG6Jly+gcTm4/EhEC/glZtuL2kviA/9zPHK/ILxVj6BxCmHqo4Fk1y4wt/+1/Sn1LbghJoXhq8aSpa7fUSUfi/zLyXiX0mg+w6Q49mZDPXL8RX+5XbTAfvkEdBM8pM478h1Zb9F+zzX1dM6Bs68W66L+GjFnor99YZEXHss0bDnHlM53IvrRV6iHkl7Q02EsXhvgkn7J1/B99u4huJHsJXAdXmwsxp9jrQOZrHiNrwoHgyKixqNPuLP7bP18cNDYU4fvEo6+W00l/Yr++3jqi8+Z5ANoI/EE7IEugR2IPvHJLWBY172zKa+5zrQgj0etVQxLWV0PnAif9dF6sV7wJo0Mu+Ua+bM28BtD+Uxb/c7R1wkxrWr8mhLnHzAbaz0wn3q5JAfdEe1wSe8npJHeNztidm7J9eJlYHKQGWgMlAZqAxUBr6agZrcP8SAPl3/Q9W+KpXHq85mjhfp70ad6a8+q97J+p5JuOmH8vY2Zz/pZL/yTWEmEyQ2mBz8LuXzKo3zw0IY1ZNdjQwTWNtWazwofkUjK0x5YVGQCi4McdQ1LFydIjGO5nn2/Gu+sMsss+KUqX+/dH/MgbVOnJMN3s7x9GO9PFL8vjJE/adCv6/I74/EGgAy1ZIYoH0E6e+Ij++Yu66SdVYnVnRxwHAfp5mcR2Oj7sykvWq8g/F8dG42Vp/YJ8KJ7s5xxQUKzvE26+X6EB5/OOGZQTSuj0qENiITmKDAzN0DVl/nMNCe4+YcL26mw378a30R9QfgH7/YtYDKQGWgMlAZqAxUBioDv5MBnhNKPFbJB94efOsNRl9R9aPx+Z724/z5XvxApB8A52Q5k/z4685St7+tj+bxF8eS8Rfu8jT0uz+WbVXITblNwaQHzJYZkwvc53f/PIHMgUwGhpjlxo9jbXuzrv7Hf2WK9bvR6se6dsintTb6d3nPp8vfSFnQFGtv1CFI+VcK0FtF1abz7eairbW/2j//af+js6n91/jPkMG3nfxqtU6tHLeKG1LLUNY0H05FuWAd2PJO+/bXVIBqFSfh+2alv2xjE+gDsE9AFNzr3iuog+KVBfu8R/CjOlz8BPg/1APqW0BzNJ52czmLYgNcn3A1tnN386Yxd0nQmHkYKy+fgJ3z8kbxCpReWSv6/BFCom1Zzzu667fPD2NAocGfdkSrfRBzeimu8GW9DvOtcE2AwwBtoGXIvrqnHeTaRg1mSPo35Z4YB3L3YQ0btRlnGZFnw+Xwj3n8r9H5j+K5qxWQXn2Z/LKjUT3AeykxHNqHBgbFpQ13N12yZsRs/2p//NW9ulXvDm1LjR85qAcvktwHClfucGDm7rOwX/KCAfOuGK7zrnXxWUHdGt3iGmtunbQTX5RDLdwfUo7du7u5z2Ns/9SPe7FLDSSGQ8UZGBQfaTSN6xqagGpuBOtf8APIuIT7H/MJWPPHQJaPxJXrhB+kmpcf8bkg3j/I2izyaNzcO9AHexNpvZFPF+4eGjUb3YU6mHawoPDUraHLDoWIPKgncCASvnTHU+KqpunQSDbijfc5pLurSrObTwMf2ILG3JhjJ78a+2Ne7L+xe3c393mU9qxP1Fwoy9pQu07YIU0FRm34b9waQBuo7R5W9o4X602uRCS/jOku5h/g5v6IRv2AueEn566R2JdYM2eLTSPnrs+ygP9/YzORHgWyUrfYU+Turpoan3U9N+Dug49GbXc3dzfTnjLxxrO16XUz6binEVvwgAbeeLC+YE1Ipaf3zXlL/IB5C420RtXhp1G7sZ/38sbN/Y5G7YS7PxakvRb761F7ai/XBT6jfZp3VicxqmshBjMWhutQZaAyUBmoDFQGKgOVgcpAZeBbGeBDL1iZnx5oeJZcaf1+M/Kbijqnn7LdrYPHxG4nXzCRGiKNxdOSFT86gUUHP3xwqf73lvaWzf1QEmvLj4kPyui8P5cIu/n0mTzZMyDTpQ2y/02SL1riu52LkvrWui8qt3f7PVXzhd7VX9zd/X/meutJD/E9zEc6l564dq/8nJZcprymmGu9X5HzlRlf6fsKLq7xCQvgXO95d0q57H0+fsyfH152OzF6oqsJ7+9VPdfyrHlvRkW0WLiiv7G5d/reea/TE7dPzp8Uk240c1K/Xll60I/jmshnjfjdMIbW5aFpP/aIMjP7n1tuVvBL5cMqbaqx/gC8ia5qXBmoDFQGKgOVgcpAZaAy8GkGbkpg83OJJvDBF1z55aJSO+849RcMWDsvtV/nqdXOACZ5eXGKEWsruTYe+7fHXHo8EoK58dQTFTu+aAep/13ym6qB8RLX5BZrKtdIicsO/Je4LNAJjv/omiHXE1wNLsKf/OZf9A8Db2pwzQ4YxYzbykh3vKu9G/dGKgfHPVYP6xko91m010891TL33KlOJ5y5NrGz34RGmDA5pHJduyUOOfslk0WJgeVydB9Y+3llwlFyPjF0qYpPvvzLN6CtdWksnGedneR+CeAOCbB6NxSXa+kQAfhwa+SDamzm1dVtJuv4l4R2+kvRlYOBiHJ6gGWHh3lcdn/VaK4H8qoYZ/h1rauL44QZV3B5d6IP7tGoSbvilN3QOv+Onx9/O9zjK6aXedzjn9m6qZjEmX7X+qLE4FKlejCqntbDEmsdHbXzow6+Y34jHoFLguNZaT1iXfZ5Yva+mT9pVs21MlAZqAxUBioDlYHKQGXgVzGgz9Lb6tHDhB7f4lHywGfnbTG3WivHhyn5tDDWPxh1nc4EVkp0Y99yLjOjzXogz83vfI/n5oc3VR5rK9ntSJTzWFkSZmDeUTdCVOz0PYuBTnv8HD7lJiVxgFQnHxlhLHeG4T/zCgx/12S8MzNNIycJ9gs5AnXjYAhEpzt194GuffaZUCVgCnRfkKkVuUmeHXiHv2bHnLVT4ID3EL6kO/P6WRu/tGO9YZw8AhqM/CTPOxRhWNvzve/Lk8rBvtnrZqX/lOtmXWX16Sxif70hiVb3urbp9hz/Nwxn85nXbcqz/f8kf1zNY/yk/LfmSq1b52Cfex9JfwnYlDDeLIwXFw+gfR7SY8pW9+oOipFKNQ8fQV7vMNrTHnuL6cFTtNwblIDuE6bPbMl1uqbPtZ39c2RfFUL8GojP7srlnADneCG/9FS20UEZ8iSM3Z/k1li/ARNOVYaBiaETVHhmTSVZ49hjuFUf8aUY+DprUcpyy/YF9XOtgnRNOOrJ/hrJHFYNrLF/pw21AWoCx2NTJdjnqf4AvI+3OusHMVBTrQxUBioDlYHKQGXgH2BATwA8qwVULs9B/NVlPilq2OJ7GAZs7oWVPljHg9+EnJt2mr6PWX6xQC7RN4valCIf4Mfgb5X5MuQZ1r+Y0Tc/IJS28fAzBg9G56UTUeROPAZnSHU5CBwEohsBjkHYNT3PbvzrI6bYJS/lEDElI9fnIOzfgIYaweJf39DqQEmtdK03wW3s77CbPoW9d2MwdVMTvJons5cH/tL/k3w5e60B2QosyhSMLNb6SjvmyGesAW30Hb+Wf/GekqE9yPkpV/tQPg7IT7Kcp26fZSwfywpKkzPbCmdP66qAnU75vdjLZ+byyldcM0oJO+hDngV4uA11m9E+y/crP9QC0o466bNHYw1jAAAQAElEQVQGlEsutHP8PBne5S6lmsORu3BQXNzoyR92fdPfr+0uzcwOvRrNVhzdW41rVr1PHq5Nx1qbJO135QIDxCTeNfsKzyMoKD/6BvQjMD9kjSwOdUWhUUteK8hDDn/w5OBC+SMlJg6ugxITJoWKvbmEwvTHNNkrYE3C47sjewsY96q4j2hz07bzXuFRCzjwnq5j4GZDTmuLyPlI5pB3yHCI9vN4+KxxrxGugeg4J8eoPfc/9eMZRtM9bYGhVH1QxjIpPhIelJl6Fjsu9oed8wpfoiLlOV7vXsidGhTCaOdI6MR1KXNM6mzul+wrigoPEV2tZFHNLzySi2tTy2sg5bnRqIF1RoLYsCtDsDpgmHfKRlgZfKUZuYGhxpXzXptReYL9+noGFqwisqIyUBmoDPxGBmpNlYHKQGWgMvBLGZj7nD/oJz4PowLzlCyPzs+7YCQK4cP9Bb7XuiQHsNZ+pR0sB+SbB6OV095mprT0DMrZJO38F180GGsrDF84HA+TnL7yBOclXtlvHY88NCljqPl1R7e6XVr3P57o+vpZTw2tjc7fcwysPqVELcDS5MniXEWGua8vXAnsa3BuuN3e4kez3bPnJ2bd8YXOvNnbRsiHXBKnB441ZX218tGWPD3IToeXpRJX1M6kzp32sUwKbmmyz8C51T1741//8sMvuO17f3x2Wmi0k406uF6o65o3+SLgFzaj7iIv+EgU6trsGWCvJHrVrGB/ATgGs4YnD7B+xL3pHn3TdUP7WIi88yDBMW/nzaayHqqVugMK8B6+iaL44jj+6khxv+kgu3E+a1dvjd0am3H8tX1yB3mtsa5r555jp+jDuqodz2nneL7SS/KFvDJO5/vgDhhN15U0vB/vyl/+WKlEl+P3nKmPutjLtI9nhhdQeqL6sj/frj8Az3NTRyoDlYHKQGXgRzNQk68MVAZ+MwP6zP+by9tYGx/+watpsAY6O55zu9bSWX4fDI8/PpBBYOx6KQ2T8eK4xfe4+LW5F09g/FX/zDiV8aORy8Zl28nGOp3Fdz2uNBZj2IqX/Bv/ugwozooZYRKxFT86OpGfxIqDSe09/9a6tlnIpr2pxpvawglfeLhZtxatpGBf9or8lFeut5k6gQsSxTXrHOj9s/6g764Xkfm0ueLcR9WJem6ypS1x4pFxxvvxHiKYVRcp8YGDy4ovXa4InXXHfeGKAN/mM/aq1hJSo50JSpfNkPRBdH7siXUFrHNUc/4ltIkb8ohrTnnQ3jT5JON3xqfGRBP3sZOKKNyIyq5HYV3re85cY6B8zwgeuJ+DY6niYai/cAUV8F6oRk2uBjBSf133swnBEAg+lQp853vRFO8yOXT8kdOIJ9k5Uo97ddcZztI+7KhhYHUjK3oxITZRVC1DpMSpR1aSsndOen1zj+CeD+bnEkB3JHdr+a/u6FNuK1Au8wLzkz8+QvZgLhHyp5a58XfoyS/Qmp5HOtjKF7mDOfPwq0GkxPzBtQO0tnbwipkP8hNHtCgGXMlz7UnsOrgn4EfQguFJQs+gFtjj0jUpoeZXHdSX1xbt48nhBezztH/mvnh1VmWgMlAZqAxUBioDlYHrGagRfjUDfNCPAvX8EM8jyFA8nwbb56EJzTbrCQcfUC0Uf0o2+AenOOuc4A50vRXnTcYr/D2bvFp5xhPPs3dqri9LiZVBaAOp46CiaJx7IgRY5XU6h2ntC4dMAi/M4p7xyuaT41HDAoELQ13aGAD1wpfkmQeuwZk+q68fwEBuppRfkPJlqXzZBv9EOpdx+3rffDD06+TeZRFrnkxE59rIbwhxbQHf4931A2GuXGYV9I6VOXiGbPhhcr+jSC2SXOEjjKft3N3cfXrwHdqLYkANuLsX3/fO51pQDTZkQB3ANE8HYvXsmLfaeoehAmzNaUeUmSlEZggJaFd0DGhhTnt4Sl9I27T/bPzqXIy1/1h//V6tPwD/Y1ujllsZqAxUBioDlYHKQGXgJzKQH2/jw+vtZq2gkyXaVrq2tVvbWlkf88bPB+2t1bQp4I4ZpYei7TczYPcX1jdOd9XhluuLHPdnp63qA/cAVJZAq/wMHoDq6+2ZAwzOCrTiLHW078i5f63FB3yF1Bce8ZfRxNoGquGvfAOamn3+MlbdhyPWR7lF7JYcqEcwtQWtUtiHD7VSqrnqwG/sE9VlggvIVrFY37+K0SrRVmsN0D1gVZRXRo1CJp+xqweuyQeQJ3jydPtrJkS+fe69kE+TH6B9Maw19vDXo+fWYi0b2beaJ/unQOsVsQZyIdriYX7cT09Zz0376ab4N81pxTtwdQBsjOfTt/hrfEbTWyfbqEe19X5UjJX4q1glXH3ipE2rfonO6/5z6WuxrXq7vd7GGrTad+wzuLAgUuQoDffGvIdJ1UinCTq6eXTNzVrNabVnox+n7n4QzYMnuR9Sirb8KRxhA+rOHGQLZoZfqbVHVNkrq4dx7seiSXxoJsk+jB7r4C7uWQpA/dE+5vJptrub+zNM7wuBfgZ1AqXSa64SrB9wBUBKxMH+ioZOpZ72PFx1NAuQs4WjNZdrYErHheBE/lK2C7NfDeHO9R7q1hr/ZQTXveXVnN86HjxCiApkr0vE4e7mWoBrIN8KTDyuLWQE/VdPcf+7XVK9aB78PvKsC8zAMNw3yAP03ZEgVWCN5k4g98to2uld3nNvek939yffjXTubu7zKCfBC/fYUjfXVtX2xxv5bsKEuezhVo1W78u8v//lM0qM7j9RWwnq5fNN5Nl0deG9aZtYRbLRpzxUAffOxj1lEzk3yv2PYCyi5obxw4kd0xpxyl3gnn46aaZR6o1a9dnzwccJncitkSMh2mqaW+SNpDuBWAPy6k2jTLX/KP8/mufu5u7WJBq1BdOrqxwWm7Bxd/srZSu+tLzW6H/5edJlf9Xh3nl3d/tjHUw5AJcE1r+yPmYApWvgpk6O0VdFyt7NPSHN0Pbe210MczVE+z5yTov1UAbWKAfa7l7k5kMQcgfwD8gFaKK1jd7BBRcazS8xOBg32sZMDtwlNdbJrq1u/3lbe5vOG0EeJcah3d3c7xiPj/vuhW3j+pxjL17UDNKMNsj+DumsXAeaJbZ4Y3WA4WrLxDfaZm28F0R7Y2z3+3o1at+nU3nC7+oXLWa8MKnDlYHKQGWgMlAZqAxUBioDlYHPM7D+I+7nc60ZPDPA+oEcKdupe5Qbn+owb+3Rxe4eznZPXjXxdf2r3PRGeHPjf73iWVASeB7RvAnlRpXLHkjEQRtEZ+fp6PwIixMQnZ96eizgsZc1zSxuDh+UxATphjZfaGS/k2i71jln/G2va/uMbdmS1bYZv8H6m6rOFU55Hr/s6a7S9J3yvBjV0zwDHffz42eMDDG+cmmH7M4otfeBT9B3q7iUAfdHrt+yzRo3ftyz+DTXxy8D0wb26tXPfWU2M+7u+g3umA/b9XpXzOc4qUm5K/03TFq1/CvzONPXbMiFIAyB8dwp3fp1KS3L9jhK7R9nYGql5HVGrZHZI1aKea3N2vyugah4V0n1B+BdtNVJlYHKQGWgMlAZqAxUBioD72SAz/bxkVcNJOAvKr/5Lz9386MaqQ1s88FHewA7r2fyRXdpRR+UOoPgJyUxHq229MiuxOu5IoQcWs0C8QXXaBYmUslC5+mDMTA9asO/cLTRi9AlRsM7uuJPdbjQCDscxBRXzdHQiboa9Uud1MXRijW3RvGa1iTvYA5Aj7SDL9f8Euq+5SB3b+dDiXUDaXevFy3IuWrzrwGy+y1Sa2dRwWcTcoUvYZFTz1nk6LJQP/Rq/rKD6rgt3vfPewuE4hLkkWBvn5+N1jKuByoHcxFkt3LNdQuac/JxPRXCIxJeP54QCZAM8oMITt6wcMQJ3hUr5Mk1s0szRtCqOKeEyItS77TH/JEVWYLekx/4F1cP1y6+Qe+3EGhBofrZTYoBb65i2FvaV7SvDk+MLFMh9TnW9fkuNTa80IBB8WMbui7Y00DvN1E//+I7cLyozt+Cn7jOlYNim9phL3PuVbTV/NxxYIE9aqGuz6VPZNcmpozgEwU8B6KjEzkCNTcc4Ve+56fgk8g9xAfrO2//bSN93jvff+AbBqIqXEXj+tN4XQiNbktk5pA72DLvHbbBq/YdNYHjMamSivd5Yva+mT9hVs2xMlAZqAxUBioDlYHKQGXgdzFQfO6Nr8SK/qFC+YItccjRuZPPKm9/VnpysWDaDH6MV9+neQWiaOJOOY/B5wGpmQGeB6WJJ6+bHo1v6kwfc8/7qU85PXu99m9z0/cKZJpYM5e8E3P26S9lYdfz0/0LkUKvZtbFGG2pdh0ZNeWrbNcEwVdnl96QnWbqrDKn1NIxrwM1gtl670E174yji3v3NO7fR+ZbSqrfw/M289XPz1k/ogysxHwVWM2Pro+4w7KfciUTVKcbic3unz6HT4hr6tZaxr1fMnbAXGWMg7nxTg9/U+hG156z0pRr5722y3Vttci0TdI++OJe1Sp+yPPLled1x6fjr8vy01ZnLBCr/fo62lYpeSWmZxIVTI8ua9kbyxZm2IBXdkfHiRGQo6iHstV+10Fs7htIQNwrU8gYfwkSoOrn/YMWkM8Y+EiMx76+z3tTiYMJv+SBz2HEM3GsNvZqGWsODobfN13rnnksOZDZ7HDrHtfolEGriaCsT6op08M64rBPiUX7sMMFB8Rh+Fa8x7exphphjdVm/Ofg+KrA+00Fw71YUOuqo8s14nTNCERMdNH5BafgU/VREzheEqsD9nmqPwDv463O+gEM1BQrA5WBykBloDJQGfjZDOgzczyWpeQjbzwcqCwkg0gg1b4jHvLwvG/6mbOiThVTfkBffv6MGUoBKfHi4OFjjJwyH4dslJT/d5q+QWo9oiTFjWjqKHHXgrv6AxgG0oXIAfU5um6rWTdz/nUAygL5YHaTrhXy4C924SPm9wOIRNrtkeFDjtt+37kRHcx5Ywzcv0AVFfFFDTJnUZ8s1I0IIVsVgU1ALKhr1CYyzBSf2MD0YpbE7oP5ESdqUyalXOl1vB6dP34sB89OqAVQV2BkwlijdW/aW1d3Pw6bxMI/0vjXBfxrkkRvd5oQ1zasM9FnPGd8EkuEaatzQs3ZwzXC9SoRB20QnUOniC73mdaDTP6QgTIU9YJSd22bdVeqFnuCxE8Mhzv2TNZP+0T3210poahTM0Oqr+bJB+tXIt2Xe4vx1K+TpDrG65msrOKyALHXPK7trD2k7X91+TS6WnVn9Eb3WcXa7+6UmewxoFu48jnF5SonMG0QIuugW/KnH9TEHol7hGpD7q4JUkqwQLudlROVWHSLa4r3htDtOWkPkyf5hex8wEXXMgt1qciBF5J5gQk7eE517N/sXCyJBXMhd9S0Nz1iwkXOz/gupWv9QINMgxOla8vctMydS3XU0B1M5+64sfZwATpVnLFUehZSGqTEwYNEeqjeg85eTG91/we3XrayBxKjA47GSBM4yPaUhDb4G3t6GgAAEABJREFUBLpawoS267Mlcx8Qo9efcn+FVLjpqjXQH10NJp6s/2zkZuwLodV7nU28sq5yKGYpWHJZjp3RvilAxr2Fw34vxfs97VAePrXyB26SJg66dW3tLm9qA4mvPERU5F3K+UST01Kmdfk+GAzIJesALPiB90TOOiBJos+dJnGQINQHXH/bVGoCQ42nJcjeTLBq6xyziussq1VloDJQGfg5DNRMKwOVgcpAZeAfYGD9R941ZOQHaeQa+2tsfLPb7TM2hxi+HoIbsN3D9hnjOH2dueiSvWZwLVVkOijUcGmwQ94f7DVQHjKIBzTp8CHRHX2HTBgf0I3uPrf6QRCYfmbgx8l1jsgisW7G2Ir8eQgd6/HKWGA8uKMPbYGe1x0uJqaQZQLvdxOFWfjOIG1zLj8mtwYPaKLmNLm7PLGFc0XSmlvipfe5iuSLb922zNeUl+YbDXAZUJrwp0ts5EH1WmI09Eu6UbdqgQeJ8w5xuscZ08CeuS/nsG9ZT/ZetOeqXrfmcAdext1gQO2JDdMmTePe0P9rKCpauLlMzj9bST7wBevRPjvACn9DbEheYf8hk01hzykFL4lN4eeNucbAvMWOEXKcn8b6BpbNJh3kPOSkQa9k74K+e4kgB67ZuF5UC/KSQDNOI34flzaw4QaiATv/RQy+1KfuuEXzhkxjFIpxUKqZO4XS5uvbXCtRL5WY2EaOK7XFFzPYK2DOkNUDBr96P3SBNnPY10QEc/PfpScfsBSvqwMLWkCVSMzNi/pyHLKYegFwDSKe/M/lo6HjB4HCi1vbv9+3wz7SYLS/YUUjyZmTFkU73gUMnNNBtHIC/2JAvEw5k8GUepMOHx1gOGMSd5ObH2BMfdQVNZ6Sb3gceWK1RqqZLu8VM0NVXRmoDFQGKgOVgZ/IQM25MlAZ+K0M8MGVR4br6iMCWI7Q3lprWwEpLFvvG+XZc32tWJbYF5O/AgbPs9c/XDzPPaIZxeUJigfdkXpdBDfXfDBr7/oSZHbwxIH4VxGN8ukw75kHvfuo0qP6u2LUejU+mIsHixw6TWNdHi4d6LT7z5mHa53AVk+NJoQPzVezOBgBjBbqvkks0HefBLPAw0DEwGeJB4sv60TC8zlp2LW+HbSyas8b7xuBw0DE2ufjN8xy1X+sDvacmNRh8SU21zvY5jW8KBfyCVfbpr+21n3BdI8w9lK056aQCZgb7/RK1UDX+8Jz1Kg6Qvqb3hSWefgEXxFT5ZeZha5UXNBmm/GFKW92IS+IcY1LyALXeDeuwcD5/l0uA+9YYMW65jC2TDAU90LVgrSTXnw2BmvcKfRg1mhDx7/8lfS4pwxDpzXKOj3isJpj97qnBTudPnKcMuuGd59vigFayXbmX5budr4w8aZagIQiY9hyWgXmuMzB6wlYJ5e0X8/4CRbsTfDpXLUMH0zBzfvrx5WIfzCTLaHJlfuMK/ct80pbp94eDVKD6CT6Q0oDsML+79WbBXPxISjf6MktMcFmd18+gfqoCy5pH08XL2Cfp/0z98WrsyoDlYHKQGWgMlAZqAxcx0D1XBn41QzoKSkewKYkheuBCvFrsFwPLLwuddnH6/kXWaxL/qLgI7dn54I/MA7T/9HETXI0NHTPWC18gMHpv9KY4PyS0okD0vk/RDal8mUOt2HaScE6uX3GOr93K75kuvfObmX+Kff5ZzaYml1uq6nxOR3zEnM2Vf8zGGAd35Hpu+LsruXhInno7HC5otoVJkuBj2a45PvImL/xR8gjeV4793l1Di73y3Sv9v+UwKmKZ77G7lt7bTOec6Tv7ubNOT/ftIcSOTL5vLkuV0Bix7Fu5jqrHeF/5BR2DTiY/ISLyvNBTjfci865gxzNt86vDFQGKgOVgcpAZaAyUBmoDIwY4DkB8KV2fOk+GuehoURjNwN8Oc/n4ZvsQWlD2/JfWyFl0x33j8Xxr3v1I9Ur6Y3rgdy76Rech39pHLlQSasorbX8/05N4XYz5sjo4RjbG/9qWWjDL/46/BVx4GHymzv8OMi/ltBSmik/AMNACmVDrqpT9d+EFqhuK4BtwrQRbje3m3xRG2jVfgBcJDRmb3mx33oM/ypEaxx7UlIEsO+Vudntr6C6+xztpnHayrWsgxpBph/ztWVScg2BnIMtiH7hL+dvkcF3xtLEcV8qLaXypiEMMRVX3Ti4dqm3bbVKPYxxQaWKkTbQsubCTaB90yBoJUHWG06Lk9KzlsQK3Sea5LiEcU6dbbfnGaNWZOImfoAItoAGKJO1Rqp7+MBP8hpteYw+UqsS91RkQMqFo6unVaodFkwnh8bzyz7c6HK3XOsr1pv68Qu/XMGTSU4qmcmMBEZuLiLdkR3QfhcyX1dajTW870W+rXL3Hn966bJZPlSugbFVKwWQWDiw0H0kHEhqpWO9FZY1CSzMfseQuw9cuI/a4s5ewH00R/1GiNwpPxrXndyJ30QN5o2RbyOZuC5y5znW0M1yXTvtOeegr3Frm64uanP13T3qdffXgTJBG9vivbXwh885uJv7GMqn190T0P6OzwMaM7+rN7fw02qW4IJaHPeWTV6PNnpRdq4JbYAJmXEvxDVAB3KcNuMJ+ldCdyL7Iy7/eCMJd6Zl9gjJ+0M0Jk7kC2RsJcZ5u7u5fD+BPdX75T3JHbs70IHeZLdo5LeE+z2Gu/a2PLO2rVG7oM+XTRSmAR23Huamu2cHqYajkd7dzb3DMNA33Du9eyd79SAINWDQXtcY6ulDjPu92jIno8Ae7l0NjbkNems0xYUXh/ZAK7jwwvKUYfcup1fxGnNVcEe3F8z+ajro7n1/zLRf3d3cO9vucwjWtvjCIrlELhrvGOQaAa41clc1uqmQW6tnAjNW18zdremhhgF3D731r8hTbU1/uL+5/zGX3ybqx383L/zJPox1323kgLmovguudDqQH5BChxK21tx9ETJcPBqN4pP6aXecd7xrSAdtoOYJB7FKvHLpfqy+B/8ENn9Qnd0hBIBP5HnRWJ3Eeq/MOLvG6q8yUBmoDFQGKgOVgcpAZaAy8F4G2olwfCYGE0NVtYWBT5A4ERMVmE79QbvS7GHOP9cpSCqau2nAB0gHtEH2+VInkbr1svS0ftbYcuo2Mbb57v45POypkcgg59LmC43sf5O8cp2z5pBXBvomQiMXVjwaX3BK4lN+QUpvSKHVF7xvCPPxEO9a1f1xvulaWLNcVJpYY/9sw+xn7RdrSFjgh53zsvwB664fSOzVjxo/oAxb+6IW8GQ/qXyyelRsmLPB9DHGvp67m7u/nIxFCSboMkCciit8kiC5I6/FRJShoKFRpJD2KYuhjzTflAdUvCnUQCMxh87qxk5DBbvirxh2ZrN+2v5FqT8Ar2e5WlYGKgOVgcpAZaAyUBmoDPxmBlp9NAZLNep5gY/e/DUnuP77WAVcyqccIzFQ6k5py2nwIn4MnOL0vU7IPzETmcrAeBgdP/YMGBts7odHMx48BXrspcScO62CgbnxvXp8BrTVqHGvn5wXvtRJqeaqg9gl4KOc6OIKlLp7+1UrWBbnSDJ7ZX9kHP/ESR9q595DpnqTdONfxjdwYMsv79cR2ai9bL19lOpKrPUQcy7IZ238M+2oRat60GXp4RxitD0O5jQ1XXnGvqVqMGWDTnY/9f2B9I8C8sFRP6P5XMNcy6ibtr3kPQDfoNWJEhJlMHIAMrn0GGIrynn/zkjO+gOfGQPZq/8ZQc1gXDBXNhjrf1qfPco1w93ozHpc90AP4lZ6XWl2Or9bcjw9+PsdtnrPaXWjavXjaBucc2L1t+UyrG87PQ81uCkeyLjemj6bCZq2PaomfckR14xqmUuHcWqdGz9D73ISUB7Eg0/6Ul9+ECvQx6ZWYFpv0/4yXf/WbTD7ppcrGVfOCXV3HlF9/ANoWuHP5Jh/de03s4Sd+4o4hOndZj1992IR0RRDFbO+sdbqnnjEPlZ94zr3h1Cu7MedDpi9c+oXT6upVQYqA5WBykBloDJQGagM/FsM6HO8HlF4VLH5z8b6FB4PNHbopVBP83kuTDwNblCQIeadL3oJtEtIO+SS3ZaxgdE7pQfcM7UE3umvyQi7xBr7zoYZipIPrim7Qf0YqAYmEpNHsdA0E5O2m5TKiX248YmQVMGmUIXxTQWAQdU7QwQ0zr4bxjc2wofmpKRKINXLQ6GXbdIpsrAsu9T2nP8LzwyzL+LOQbagCLCriVNNxK//7faZuq8PqinRz0DVN9eIVnFb7a1W8ia5Zs4aG9IoAVNgzdywYXI0LjiNXPYrMNKe3H1jPUuZswbs+4AMz09LEbSXLK6RJe+yCxsl8XTkGPJpcIciVzjlDhdzU6JWXbchVe8FIeZCL+r14+/i+BWDKv8Kt2OfhAmIayTj3LrUpXk6MsbpjmccsusTMyYXq2GyA7WD+4e6LjQ60PWez8x+1nYa5sX9Z8moM/2hZ7el+hjLwoKL7CDZyHFf/OQOyNhIJUWSEr/nKDde2V5bodZXpgMtNIB0HDQT9x/C4BItFj1G3V77K8UellcRIQ4H32qvmiMjrkGeAdQ8dOAD4A/EKvd/XED/kPMLJidFA2cHY1BjV7PFPe+gu5fTiQfSkHrKfup/qmQvAWoCx+tgdcA+T/UH4H281VlfzEBNrTJQGagMVAYqA5WBf4OBeFBQqSnjC62HpyBG+KAMaDMo8JeeU5CvV0d8eMZVbyhvRrdEP7RZtNbIV6OviiKKtfriiAcHPYb1vogm8BQBomCGyui00e0Bc2+amFBTB3/B+r/+02XxPzVEX1loZP2BZ1Ieo6tv3k/M0zBSYvkQX/HljBi0wMIsDcFyiXROTpGnFEiJ84/4cUFkKk9vbxapa0+6YNoHgNit2q03RntY7plsOh/W+8KDDS/mM87apdLVABKdfxo7ITrDB3GeMOOz5J48olbq7XFT3aY2jr11eQES/YEqoD7xJSwl7Q7MIVLXmz7fzFiPAXbwRcx0Id+xcOSQyLFSknkPlxS06vd/WUKhpflE+6b8W4Eh/lOxt+Zm2Ud3BMpIvmwasUZZG7KLBAsBTVY5nfLiM/HY40higjNDqhT7T1/i//0fZjcCrQ7AbPZDiZy8yVFOMrYWWyM8ygVtO/0V3uU1pZpx9ETQniV6PAfjI1CRsd96KQJYb8IPOOI+5irnuI5ShvL5BNkllMuz0XEN9cF01nfc4zoPEU+mIdm6ap994Dag5QwqFYA+Man7//y3XcSqveWlHWTgLcFmg2j3QC5MhuwMyYv7Fwi11qAbmT7nmiATWLJezA+J4ocia7pL8ca9RrjB3URd1B38TYzdVTd7+Hxh73yxKsQ3VfEI05ArFSBx2nHnz2ZYsxNfZD/GOvetGLkJrT5ntsp07IU+HLVyBywKu6nXH7xHCKGWQUgNxTzJn3bclDhgTyeyBu7FtGUipqyjoq/ZTn5x1QWX+A/faITh2SiURo7km5B5NzBzxh6wgok0Jd5YN/jV/rip6ltI5fkQk9UAABAASURBVJGT3ixbkb+IzflQS4nOwU2COFG/2lcfGQsJRPVkSPKaRM/L5KRXyggoo9xb2ZfqrAOXAD6Rr/bp+rglG+u9suLrY1TLykBloDLw3QzU7CoDlYHKQGXgH2aAj8DgTkHZo80HZuTd4pRW/wASH+5p73VapBYPC+GHnKOhk5zH01EvC3sN6kCRUHfzwdxyErHBXUfke29fiygBOYOzV14G294wuNHcvlsILIuu0Sf/MUqbD7T1pZF+OlLgzEvNFQfVrOFrzhVz4W48ji58awAbiUNH6esMfzbseZt+jfZC1DPSTU9M7Xgd1I81yvGNMr5MYM5BP7jYiOBeufPDL+BH4Y0uXppHDFmxtiAuM/X/lSNqVrEp1Vx5wNxK0w1m7PcSG6auM9V+ivsV35JGe6oO6RjDZsprjF13PXC5J6bCb9Mpz9jUSKDaZh1kVOSs0fGBpRSOe/+oB64jykvE7Z6MpPChg2IWXz8QNboZ8jPJKvhCYFFtgWWzBQ9dbZ+rbzG1Uwa5E4DSGZzRRyboB1BEg1klQvmmk5KINZXsVniIG+qht7Kxa9JK33vNYtORmBDtdY5gZLBkqjoPOvUfj2601Xtcy/tZwaemh2nK6PzWU0fDx6ubSwM9mEpwTl/aYhPQYiL5bMW24gpGoivtf1ubGqNmFUZb4tIjeSUmeBlM6xIfC1JqwnlrglM5PPGgPuqCS9rHXeMFlJ7WM1B/AC55q+3KQGWgMlAZ+MEM1NQrA5WBf50BPrqDZR7Wf1Ce80MMfQcQfwU9Z3NUz19cE2ebH2Ykts1ctuaRoQdPMcvGL0czwykOGbuN/lOX6MK28Py0ihgU413z0QpOQTf2fMYFGI+gKzEeP6sPteAeC87P8n7388jKa/3dYl0r1kumWYeaq46cN2cMG2BuvNQ/18jMRGl5RVtxhh+BS/88tAONGyjHXrddPoE9FzeajG9B9rYjzsjZU9elCSgP1ljdVYcyuiCbVaFPNaJmwL0EHk51/o3Och9xc4p2Vs1eHiesTTFW0Wdegv4XY/j/2la9tLelKm40z8C2iV9vzX4H1ybKf4o1/tsHCtPYLb7pVfMXHNwzwLeWop176Wfa6+p+j2fuBeBVtOBRRp1s41aQPwC85bYQm2zqPtxlpNTioGdTZjH6eCL/wKP6l/VWfkJhEXkvi3uTx3+lBS65Nwb19jtf1Bb4neUNVbGWIBVRs64Tdgd6kGO/S6pC7Wvqjb2s4mhL/Igj7k9fuDhitbtHaA+RnoRlrsh3k0s+745Z41UGKgOVgcpAZaAyUBk4l4HqrTLwTzDAo0MBniae6kaZNk+DJyjwf9DNTHr87svQlPdx1HHfim+yWjniR+QEfZMOCXiofZ4/FfV36i6vnUUEC/RtywFniQmnDI3U2/yPJtfuMgPwDdKqkp1MvJDnEuXu5n7Hi+AnDPsJPq5xwXZMnBOBWoG88YW/xEePPpWP5vCm4Kzjm0L9Q2GWWY3ttWzyD3FFqcEIjd3AAyhpLdu7Hb+cqCh8yMWOBJBHcIaPI/FfzVWtehvUe6GZN+uTHSxFV/H4YPMvZoC0KNup+/0Sun5/lfcKy1XWVrsP1NZnGGADJk7PAMenOx0clntpUJ7SWO+5/gB8CuHVSWWgMlAZqAxUBioDlYHKwLsZ4CMvSGT89tZaoPjRjx/+EsZ/vmsJ6ejNMurg+YP8yf12M4v2zbrckdLxFAqGby1iprJFykHMk90g0Ql/NQ5kuXS4y04GYrGPq5bycXfb8gWLXAyHq0XKAdpAKfGXxmr2hxR9KwXzTHW07b0e5uAnbNRo7W+fJ/JvqDnxrzUS3vLY00O1aIKOri5sAd/zA9oDYt7QO7VBTa1yuVlrQKUYaNuuDqRp/UEvaCpvE8TVoISb1nJLt+IK/O0lSeMX3kAYElGxW4Fx0OjLM/dgnO4mMIsYAc0c96UaDnLAblD0Df6zejfVzlyL3DseDGPh1qM3T7VhDxrV0mie37QHBPh7RGutbHL+VdLdzd0jFvGcbafFUfTQmbjvMJ1Bqxrafs9HWzm3WuvE9Cxp2atATXfXmcBAzYMH3kR/x7l8Df1oa/+pvq6mm8WY9OPjJgVwd3O/Q+rTjlae+Kt6JNcykOq0w+WJ/atLNriItnTrjpit2v8UQMdsMkZ+I9hDgFz5V5lm8NpBu1prT/aJxwqYBx61+3tE0S5iM8Z11Fqst1Lr8lFu+52b3GhdG8GN9w7vrycrXxkorMsB2sqP3ADdE0B9qtjk2Qh9gstLXER+8jwnNRRHOQ6FwblGUrbGHmukaYy2Gl91eNOY8145Qqs+uCnbhJpxnLgdwt+2k7KJBMR8yG52I8H9CxRqc/dFmOpPuDfWCH+ssYT7i/mKe+XR6v3yJrh3edAGjfrAvdO7P0pr3ECrelqNtX7PsqGp+5wB2hPAHDSaGzC3Rv+zRtoCWgW78tUqfkALGzL6upZCKhf/Y+b/I9BINtYMa/dHbQ1Yvm4y1+7J7irZas6AVTP2G7m76ZADWAU39dHdocE42OPAosbGXNpGQHbQXOOTePcegjeMGgX4I7j2RaCfY1EkHqR44+Hu5pmLJPmVmErFpaR2oObkEeVgOBp1d3O/I+1SjswPd2/ykL5jDbQmBnTttXo+0HD/OZqW2fhcckE7fWHnOrFiU9BQHC5OO7h549aItD9uukZate3yl7ube2PeYxzQnfE7xuNzfZVhwKyRCZAoDp6/gEuHnW4fYanuVxxkPIZ1GyTF9jwplFnaW90e6x2iOwmEAPCJPO52zAJ9rVorCV4EkNULizpcGagMVAYqA5WBykBloDJQGfgJDPDZHfyEXGdy1Mf4mZFX6v0z5z2f6xNvIOOV7dRtl+3TFL4AjB/L9CVgtEfyacLHFFsYwDZxMOGLrpFxduP+pqxX5kiMu9+Vk+4TfmmrYOVESvAKkjTa53yhkR7Pk3zpd563Z0/U/qx9r8bdzd2tAY3b9a+pGCdusE0FZNyUmyYvGlOlv9xAWC26OX/wAyE3F0GOUxg7SpteP+r22usE8a7z/o2euU4SfX50+2YVv4wBNvgYUWIqo9OfUpeyV/8I0W1id4/3Qnc/J2vcgNJbF6rU/Kj2vZx760gBl9Gh9Abfam/NkSklts5fth8yWzb7waNwN6T//eUOqf6YxgPB78+6/gD8fs5rxMpAZaAyUBmoDFQGKgOVgbMZ0IMKH2zB2a7T39JfcLriD8gJByS+qGXLswJzPL64ZhY4kIBpfvgiiyN+nufKM94HpIXDYXZGkrGR6rHL3LYxFx4H7j18gLvmQ63IsVFwmECqOXFclStRQYaMfa0O8YCahw58lzjk7OXkbQaRl/YKNcM89brRAta/1I416rtvEpHbCbFc1y3XAWjUPsHlg4vMM+XD4Bd0KFlLzL8ZCZydEnWbAjSCC+f4D6+7XJEDODefMpW8HsgRlGNr2/LxdJ2tnfteO9e179pEoJE03qlCZg17ObBdL/4VHuHZatHe5eUnTYLf5Bp5bu54dJGZWO09FoHcVs94MGQmeFB+UYfcwBel9FWpvNovjfYUSLuUlvc93Ve69gfKUm5dbN8VnK2/a+JvnMQ6gljXns/of2+xLH/L+1jgWJ7shXgfUunIY94eZ7fqBnrft74v8aZDgSkwoHcKrWv8V4X0SdIDZPemVD4UhvuWKteztJ2wW+wtL63aW+LsCcJ7AoBXwA6K7aWkkemTsUAqLpKs7UWuP+C2hqwMVAYqA5WBykBloDJQGfg3GdCHaR4W44GU/5wPuJAJPriDCMEnejWUwuEHpt6V4Zt6si/3Fx9EG4egorFuf59aShCRfnqMaFKETOVLKWvNeWkmAzgFan7+iJyVe2QCEyVCGXugay2dw5EM+E+h3uy2Yt8zAxARqcnxsI88AnyVwD844vPVXOKlzc39BWdkA3KGTV+vpVM765Vrvd0f6bBvE9NJd367KNTYg28UuqHD58hDXlL2EaT54PGB0NTPGtxENmtyLAU5OebgYfa53tK1VjruK5IW1eeA5DUR5fjFkXFTvjDfMMw9tG1u1urauQnGYgNKB/ZvvtjvYLF6+CnRG3OdpBoqe/WMwJK9lpgxO0G9ffdsn5FpUhXI/nsleSf6yHT7JoLcAO0xYv1kjxyPfVufHAF7Ffnu/IhZIuInsSlDefGJWInXF91zMlrvZ+WERnZP9U6YXaNS8BWOX+WXNCFLqqIv/9yJUt/qvRDEfzLWsCAHIMMvO8guoPQ6DtQ4mCP+DrpYnH6Vf/yCxeAxCEcgOnqmsljljr9O99POmTvyVe7cN9nv2IJX9p8cv6/SJ7NYjh18KlG4BEvWMnsYzv2aPpAPBmVH9yUDpW6iXX8AniClqn4mAzXrykBloDJQGagMVAb+LQZafTnb6gNvB31UHn96PkgHf7VZAnd8gFckmgHahAWhOHDCV/hPZ5L051yqfCsxZ7esJyqPe1jxaAAUmO7wjQe6UOw+EYVaxuCBhjHqgOv//R+FQCHx6iBLl0Nvm8z0PkWDVFXiPvgNrUZJKElrInc3Zaq9bIJKMiCDkHBEe4zWW42D7seK8Th8lsAPwHeCPlmAsJUT2hKbDpYsfT7JTZ7WGw9xNIX4JiZb8WkPsP5162U/qgmiz4Bp/zxgsDypMSTayCGQ0OGgzEP94dAgGQOZWInBZtRotIdiH/X66Ld46BUHRMRXTkMpZRu+4RAZOBDoy6fCA9dM8kD7WMoi8iBn4UGJeY9j+UzNZg+VKG0ieqm4uN3HYwGsMdM1z30raw9p+1+i0Frdg289aJtidODaBfZPvKC440NfgIv26Euy59kNMSYmUmpoYCrbpkEdCMv5mrJ4cN8CNrqfLU5aORh5KSH2Se6b2amZcMqobtY6rmJ2R4m0xkW23y+VUSSg6kN2GbCGsZapluxG7mfMA1KJNgNqfvURNSnDzFvNU47wJ46QEUPtdEwzdXAE6GPrem9MNLRz0pWSBB52JBkuByTfBxTmXC9Fd2hSX4SSJiW2A6S//tD+fqj1HjHyWyidnAOyGduGXq64TrpLPzVScug9wky6239J/JGGPMJa7c8frZJu448iVZzaFrAf+IJXQdeOgR0VtJrTigbACk3Bgh8ZWb4UU/sq5kjNtYGfHP0JktzB6lxVJzUyh3rhafXcDxgqXeN9fHdoCmVy7Cutd/bRnQRcguCThHu/LqIf0OtTaNhyXuoeJatT4nF0rqcq54aqvjJQGagM/BgGaqKVgcpAZaAy8E8ywEfkLDx/COMDcequkUQdPswXH+jPjEYVxDnT57SvjEJEQN/1KHzdYwIRAq7vTXpIxI9xPBBN5zmtZd70iLQMAjU5qA7Q/i6QFcisaPOjbvbXyNz/MLtsj0VA3CAfrJ8UD6OrOrgI4F9YNemI0ShGx96Uwxwhu6nxN+uUxij1xwQYBL2WLwMCfX9eZJ2S8SXlvOWeEaVtAeVGPtHZ42j1HAUabMv2oHwhLjlxAAAQAElEQVRrg5oB7wHw8NbgU8GuTiL2EHtJgaItOZXHWbodS8yUxPE0bnbTGxE//v5tVHc4xHs0/q3TqGxWPiA914A+KFjAXr9insyQEjMHo3CeoD9javaGARUaBSKPhYMvcMzL3tnkD6bnwzKMT+XHGPrEtIfv0JJr1oHkHn12ZsRY8sl4QHQTX2LJ/IIxIoILXM+4pE72BzJN3ptBRp2W5BUYDec6hdRYSjXvhwoJfbwnqCVp+T4YElMZIb4O5OXWxg/Bet76uvy+PyHuI61o1Mrrc8HP5DD2vmpAvmKcWrGjXtqv7L9hXKWtTOOV5avxlWEKM/ZP8CnXwWkxRlPq+IRBew6sQ/qYszEjEhHmLRi57psdvFdUBioDlYHKQGXgcgZqgMpAZaAy0DEQz+Xl59/4q85u7Izzk//CaY4hC/XuJh/SeTDY7WD3xDb+opY6+MtaJA8f0Iq87fZ7n0hdATnFf46U7dStllpr/nUFMPldPe8LDMkZmGoArvzhZ1tqmhQTUkbn4cR6glRmHHQg+zm+V5J7QKngc6+f3fMIPjmZqwqMDdCVmJy8WgmXeKN2MEyMLwu5ghgFw0g0Yp44m9+/zAVhvnDCdw/21ILlniHYCyjXh/r2OFs1h2hZD+3lSeSEVT9j2XjHaPhX7awXcXa4mJiS2SInhj+pij2kvHgDiPZ5VU+VJWqNUFNj79E1eg90u+lLc4t6MyrXHqB+kPpzJbWXiH0mUogY7XPDfbk3Ff41GbICwkRK7IrE4XTZc8B0zQ3OCLo3An7IW3jwOTgfGkQZOl/feE4wK3QVQtXg2epaDTmAjJK5IEt9jp8viQLO9QyXYOxVVD+oiJz3KWp+GPziDnknltJ03Zxd12fK1vnjS/38EpJrdGn258Y88qbCz+XwEyOz512bHOZS/sQ61uZMjT/t+s2cyXu+zljJ+eGLRohKXuQYe2gmztKYtl/MShmdpxOR8PI08KDA6kFRO5WBykBloDJQGagMVAZ+DAM10crAb2Zg+dP+ZZW3rb7QOOk/HTuZJHWBycF/V/nw6DbDz4PNA1U5kvJh8KnDGqeS9u3M9SZ3kAH2yHVldJ6Pxuq8nH6mBHC64xcOWU/wwmz/MHyD9HB1kWWsjPlC8mXLC5PfM3w1/wNTbwvURdwQji2S6CbvOxMSWPybDH4Etv6F9775KfEFKXyq9H8ybqx3txvNorOPhpiafva5+JGzqBu8OflFpj+Qz2Xl94X24jnMxbU6f6DzHPWQZraW8MooiI5OXVtPS/3VqVan0tj7D+gu8ZBBDjwoa2cTA+Lwg8u7KdXdxqpx99yvnrh25a4lYDELQoNdPC56fvBYfwB+oKN2KgOVgcpAZaAyUBmoDFQGvoUBPtKCVqebQF7trfsLa37gsJs+LRdoZQSs1UdcEBOKNn2BuUtIv2Obmx7zAanwF51AKiO/Egqx68CvqySQDsp26tpWWQg3e/xf6tv4AVdfRvQy58V/tiz+FaKCaK4FcpR/9aQ2fIb+Zq4Y5NRqjqgNLXXKavOBH2oJaPZDn3Sk47gpZyTrnKAfiMk3s/ZvoJW8Ca39NfBXc0F8dx8Tpk831djOgLHpWWdrVYeyNrHaKu82CG7NyYu+YOx19dEljH5r5hrvQBu4dI3gxr4E1r/Cv+yRt/TZj5n0N+Uhl8baInNoi3QZx/LIQbRHfXWLo1EbSOgo10JdpaT1NTmiM0Lb3lSjlOIBLkDGs5hzU/2CeLWAbOO4x7upD91RL5PVP/UQp+TVaCMCciYXV9+d8001CA9B9WOTxjttY8b9C6SNt9malTdrxIDm9hZ/VeBN7Vb5tOLNvDF3l2b7wSxSCGj60I+2ougeYcG32tItHW3kM3F/Wpq0coy82PvIyLVdOXGlWfgt9h6xmOru4hZ+G7ozIBn4mcPMtJHanViu66Tj8CY+uQNa4xYY2W/tNvIP7vOoCbhUSInhyJoGhXjwRZjhYwmdLzxrC1virhV/LG7st9bKazlsO8P9Z647HA15RiZmbhawvm/nvlSVgfRKG1AqbEV4QqfB5VIRg4d7UGmCgpRDClJgNQbGGkIMYG+5u7k/A39t48aamptFeJQnIfLr/RJjyr/7H3PQNObKZYDmuWCgz4f1AX03BP1EKHRiDRPqrj8iQbytn7Jk6d4l30jOgZAJfDEjc0ei+2Zo9ezPRH3ubu4eeyrrK2XW5I6d1t4fYdoPrZB2Kcc8pv4uWT+B90hwH3hLq/HGSrhT3x3jJNzvY+73dqs2SHuuJdrubn/sDrf3vdyJpk+weg4wE8dCK1WCTNw98nN388ZNZJi5Bxr11bKE6eXu5u4y66R7tw8a6/6X/T/q/5FnCSuRvNgbX8TMmlvlniAFd7dGUBkG1FG+bilbt7gmrH+5u7k/I+17szeKbl1dH7YCfW5rE3B3pX6vx/pX1t2oD8SCWjApEUcfVyqFNmw89J85ce8F4+juHutljVtgbPCi7+4x311SPlz2xMma1f2Ko1sN0xU+ghJmLTPJRnV0+CM6/kjdCDLSmcN1EXjTmDcumLl3slHR3tjpL7nV857pudRCunsXU7IRbPRy78YZc/fRaNkl2cSSXTnHjBmPmtqrDFQGKgOVgcpAZaAyUBmoDPzjDPjG+vWMuHHGtPnWuNNeXmnnsyV+/kCDFx5e5q2xWA98g5xBG2T/tXzI5LX5Dott+ewIkFMiEPWAVL5HEpofXTNaa/qffkTK/l6JX5DzaYPsXy/fz+VkTU9pjBTqTvOCFkx6Xa0sr1+z4/6sf+EJ9N3wzP0h+9dJRRVn2qbXhXiLZ4q4NtC1EbQOT+lfG/Ep3KDIuCmHgcMNvvi02N3Wb7nzY9iGV7D+2RQesiUf8KCkg3IM9EKpVvdrjk20ZhGXZ0+gy4PMBJiOjTYxM/HXqzftlV/PxucLdGdH7syDqaCfHk0WGPS6Z4EVsP7doWtbvJiYCMWHT2Vu56VChed5+4SnNbxQJfhEfp+P+cDQN9JAgm4WFyFty89paiwdi7UsDi55fctYX2aUfDRg/QH4KIN1fmWgMlAZqAxUBioDlYHKwFcwwAdbcE/msXfXf3+LH1bIPj/4vyNjYhH3Lm964LidHjr8y2tKNd9ywCcg7lRA9GBq7FRd/CsQeOWhU2jHWZFFYiqy5kypN+pirc9x9RA5M0/5MLjQeWXPDzORc/jYcyICXO+Zu34OUciTSLTXzzxmmfFu1hhoQ56fAR5LHMt6zWyiUV1ieQ7cA/YLWLbePorvEts9/LQZ4n24R7EWPy3/rfk25q3rx19qTWz1cZ79kEFrysvq6yADN90XuTe23miNm4PeuunaLl3jlDMrTl6gdxifGfr2VoE7Vfp6GvHC+LXpF1t4a/Gvrbj3gy9O9eem5itSX2Ozws1bTLRnSBfMxWMvdXDdhxO6h2jDtcKtx9z8b9ErTeX/Ldm8MQ8+w8SN2heCshESN9nd4l7CjM/zFlkoJ6TEhqPbtxa1LE5rLfZGvBPQtl/yUi2qXr8UU9moJhaW98d4j2XNR+MHu8k9YQLyl1LN++FqAonxgT1+kOOxoR/7e6K+waBrvLbo7L77XLOrDFQGKgOVgcpAZaAyUBn45QwUH8z5FBwf1h9LxgLctY+9u/57W/GcovR4TiX77Et1woE3sOBKDyBYED8h1cKE40M3BQAZ77jH3kMU0re/UpBgJiYSsqmf3S1gxSttkYlieEfzHlH+4nrSjgu5w5mmyAuP0QPkTT9EagCfASzQSrfzuOc85WB5VE//mjQVH10JmR04qJK9jEfa9rSWNvPCGswMj9WYAukfK1dk8d0K1q2ALI4fhCqhKCd635jfgjncA+4pYMF01xC+S6x38rhKz/OOM/oqwnPMNRrlNewldkA555qIZYTpdsZNOW21R+va1cB0J+NL/aFiGmCP0wNzxL6x37iNhDzgq07tGHhcxvP3UBdl75nsWPW988fz8CXENYzv8Tj9b+OAnH4HeA8CXLvgp1dFDXO7iNq00yzqVQdbia84HnY4BYA+M/KMvPv+kmBaq5tx697dl62VeQl1TzzCs5Jve5zo+h9yJfKi2pTReX2SebmXWYPXk863IG4HJXS++7tHuaderoUu3n3oa1pxQSgbpEQekbfyz/6DDL2qivfAh5G+M3LWa88QmdfAp0JFOoVzqYa7SKHe1qQ28GJW/QH4BUF1+PsZqBlWBioDlYHKQGWgMvCbGdCHdgPUyMfku8wP1CmND78lMM0+7S8H1Q21kKueEujTnEL8Dq5JKZ9tNBjcwR+QQ31xYcYjQGNN+wisSzCDhxeX426GGbHs5Bc1EidxinsVkjmnHPulrhLj8ff3+0whJNaJ7MhCxRx/PMTRDGKlzbhWYr/Y5ldkqHRJ/Qnhkxh/rYth8WIvBdTTVJ0fD/7iucTj6FQPLz2H/R6/WxG/64WFEo7YkpETtQ/o7Paex/VbrGVENYu8JJ4OJZIJDXncczaclnMwV98FPCMtee46GtF8fKl19FC4SIE0nkBNupcYMnA02v755Ml9pMxxv7fnmWP/xHq2mtO4BlitElLFgedobD4N20YuaG928HKC9lHurZDlhKyp1J3TxjP1JDqvaBuLzRh7zfU+ZpY2Ie3oS/Vy3YCol5gg1+2o/+n5Y+/0icpeVkZRMu3p2b9Hm/d8u2w/w6ww3LPWcccajJEz2XfZPi5VeDghWjTMIte+vVnIT+7lkOlAHMQ1hGSnpb7KMxloxXHiFu0zvV/ni3tNifgYs2Kb5BzeG2/XpVd4zv2LBMVQ0fTW7u8V0rvAPUZqhA15S0/eIGpWH9uoR420ZxykjcwuOTJuyEsifLtT1rTEyny5ZwJdcxaLpMWz7S/2RXCv6az9dg97Z/AHBh1sZ/7seWAbXtQ41Lxh3tWm5Q7ItpGsAvdCrfLg6kzIQutXjr6rDZcg91DGzXSUmTEeMgd7OXwW6vuPImtL+Tg614O7ubGqrwxUBioD385Aza8yUBmoDFQG/hkG+JCrj8gPX2A9Fp8fogftgu1g86UNHhZU7cHsxh56Dhe8MiN41NNJSGxDSeN84DqzGuKdH+aHeRT58cA/Thu2wFh/sB/XCasgbP22YCI0GQZUBmuqb69lJd/xYwpS3f6QSd96hyA2ILsyHjqQOrWDk+xvk1y78mAh31tgn2hEVxtJrUDdkw68BVRbrC+dk3yf4YacqDxxhs/SB/4B63te6XgiY2QZ7QvacS0oN+4N0V7KUZvirJSXwoxiEDUxGtrRVa1GcMmoFxd4R74fsc8UPjLq5fuz+FREFfwc+ndr2HPghCphz037OPZza91/FYKddILzX+kCxs4tjOsXtMO/GD3X/yneVpTNrgGv4lErOw7ZrvD7yt+68fMCkTOY/AiuZBgrIdVlB3wTCz6zfVmwX+uYvQH2FZj7GP6jvc/NzlnkzR0cWNzJdzpaPS32m8JSL+3VEz9sGPkqB6TE6EBbYjR8YZdrN/ZNcytdSQAAEABJREFUz+lcKLgGc+Ov9USixmXL+gPwMj91tDJQGagMVAa+loGaWGWgMlAZeGQgvp9+VG3q5V9b6nP6pnlnG1PHHp+Z//LcuQcEHh4svvMgPrD+BR8BTT3j4UFurET4Vixi4r9tu1ykuh8M3nu7WrgAc5Phb2l8bt41+mToGu8PXoe/khf7x55Aw225nh2faOQ7/hIfGWZPJ/gHTwMnK8gJEAtpQ17kBk4OOLhjXwNigGFgZYM5YNk8/2V/V5fLGEicdOAtoC3a8XeS4+pGDIhUnb/qyPsD94Zos/pkWO5FdPSRjP1kZB2qJerNWrh2gfTxTpn6cyXXVIJ71Lnev90b3MJ/gv6359zllxl3vSvO+yK49nCja7fVD5AW73U+k9w+/zPOLlQvu25VHl+4J5aty1Hq1+TTr218yjeJBf9lzO9oc1c7K5NGb2GqdvjXtmf5/RY/eW9+dz6xfd4d9JfE6/Y31yHYV5S29b6Jp80id7DdYe5Z5KvZn6/zVYYz4y+pwSAx4+NC9SteWRuwPgXusmPrV1HsS9+BxnXUfmWgMlAZqAxUBioDlYGSgdr+JxmY/GHwn2RibdE+YTilmzC7QMWjCUjX0VY6OuI/4WmhyNGxXBx8NJYpPh+V63tt29pNWD/jbEsVMLgs24PyuxukDIYsj6zG4OT6BjmD6yMdj7Ca0tWG63OCI5AzLgiRrqv8JgbevNAbwrEdE+cwRnCQ3uSdLkhVlZcx4D715eZl4T7u2H1iYz2oHjqb8u1mcu7+Fdmmyf+MMfwsF/vaopuvO0XXmDovDk5NeINubWE7UrnE9WQenyHW/X0VTpZdlTMMdOvymV0xk1JVf5CBbj98MIFVoddnmZYpV7kPo3/rk1WUXE+VgcpAZaAyUBmoDFQGKgM/lQF+nAPkz19LlkC3BfGX6npCTLllbmkbOZSKnW0+ypPLH32p4O72v/5a/BV9uFOe/MNY4G1jfmukBhJx6EdLv9mNZKLPyXXCpoR0NzkT4LFt/1qHtpPyEf+ZQCXSjaMXZO/u5u7yuf1QROMv2AOaPvTVJmW8un50pU220WfMZKkc9Yus2U2ECA95aU6r3AKyoxb8qBgdylvjchNHxk7foSxO/IsRbFLl7ubiwV2yQI4flVlH+iH3m2owSKDuB6SVqa7bA+4jXeummtsZdBZmjeoJOylcX7a7/7FWBNxKAjS29nAZknaANtDShd44s6qC9m6s1a1bm8iBNoicu7/V13TtZQv8tZuBW9uN3WTH+DywS6SVYluCfFIvqZwMqBkHbRCd7Sd3N3cvJooI1XBXjHNjRPZwD+hOIud1/rhOgYsXwBTWPaVrTTu4udZYC2w5js0WuIxdYQO0AX0ktem+odVST3uTtSwg5a89ci/u5XUPMcQC7m7ubta4ATGvldCi7HG6OKe8bpqI6dpPhO4kujsWXa0YdHdzd9PJqCvhqtMb00vXARtR1ZrukbptGZfNAFkcOVo5uhEirx/FJO7ftjXAraGDW6ucEq62NzI+EvwL5rq7qAdmrnJcJ3f658AWXu5u1ui9SLJlHQKt3v7vWJi+aqjVeyy4SVrsITN3H2AzL1FhYGY4PGnbzA1P6t27uDHYtqP7s7zFfZWoHia7Tq3mi8e4SOy1H/fGfBFu7vPYleOJk8b3g3nXjYYSrvby4bq16uOgNaq9hLs/8CGzjupld5eNNlq7Eu6P+ZWB4Uq7LFTDFomexcdQan6A2UOt7vLdFKAvAoY5dv3LFUxhFYhKbs/5adBdOfZQepYwt1jPPxpLuDwBickDnjTJ3B+t2qfrd3L6YaW7K/wdpheZiIZuzTTu7pGf+7Mkf6Bpcbg/2oTyq043ZXOHOg9Ho/xLWH+/izX2vMObta77q+DuwU1jbiA9W//KeX3348Jd+TYCUphLiDUFJtsS6MDcvE/pG92n3FWX8nX32TTc3dxn0M/1Qt4dNWomXO3xgQ6wA8Zj1/fZZ0QhA21LQ9IvEffnYSBrQaYSSb+ctdzeZr3sq45WBioDlYHKQGWgMlAZqAxUBi5jgAfsy5x/o+N8QhjnlvqUMf7QCc3SiceGpfGPjqkU8uugzmMyl/fYZ+DyQF8QAI4tHj27lh144QGkC9o82Fr4N76B0ekfO2L7xmlF4TC2wszW+pOvDaayXjzIDqQR7W59U/PvSTj4pqpPXO6JspaqXRqbcHVYlZWmPOxw5ODd9YzC/8NdVtT92q8p9dN9wTARi+4Hmo2+4L4qbLeTOavqIQ79qyJ+3u+nVvRTcd/G+IYCY4dtsH9PDcpKhyWmgm7I2R1HU07O1736rPWeTN4T5Xz2jnv8Vyr/8jr3L+SG63p/kPmZA69qjFORan7ippHXnq79ZLUp2WpcGagMVAYqA5WBykBloDJQGVjJAJ+g+Uvfwjz+Oh99odvS5AEbbJlzhe04B/p8rA85Wx8WfLRH7smKv4JtzMUpHgKKhdzjbcscYmRtyOm5XX5mzfSwtIwANX/BIfINnF+KyyXgegm+48/DQ3PKj7R4KmH4176y+Nbt6ArZ7he1gmcH5FTi2WKLBl7xFrHatWuIHdgSacY2uFYGIVmJGbudajyW2Onmx05jXUt8upC4vFiQyxIp99JSIMbAZYm8xzGEcq8KqdrfE7VG6Rlo9R5/E/83/bgCevVpgvsz1y8r+wt262teeB/QXm7Fp4lXE7+dtPoqGQie2BWl8uS2n+zvRHdcE2DR5VL+8Ke9hQl+QspZtPXRZpDSfeZgbZWVcjkzftQlh9xXgJqnHcpWz2QmVi2u3IxloxclgZH65G7P35NX6Vn7xNP4dyiCux0kNarLB3isw3dUdE0W8MQ+drn3lvPJ64tL+T77cK1tYMKxhqzlKtI6TgxfqhJ78V9yy9wiF3GALANLtW1vPdTCbCIhS6/PbayetT9FU/OsDFQGKgOVgcpAZaAyUBn4dxkYfda9qQ/2EsKzDtg7//R5qmfR56vxxcnzg/mgEhbjp5RQnnsiBLx3UI8E9Lj2MopM15i99PNggNObNEL85xcl1fv5B3UkRtUMfGs82qPxlV2YKyFv8Z/FNHgMMIp2pcNNZvhNLE8kC/Ya9wqkRZY5F7k8f/WofvztLtHuPD9PGcF7Yt7woyPKMi63lDAF3pMUUW9msVbvifgqyqtVnZvPngNz41v1f/WNDuwwjy/ukOdCq8z1G9xnpHEE9Inx2Dn9R+/JfspzYoQXrkNqTRnK953YGwnuUe+L/C2R2G+52sgr8ur2TXleiqKM2BGBJbuvHOPaFW7C39jTc1lmlXPj+/XsY8C+3u9l/cxuXZfsJyzET3xWmZhG3uQPJoZfqNjD4ja4l3xh/XXDoor6AyuSo9q0pc0UuYgfN5D0343W+dfvFp9fIpE+gcyPVUmU473Za5GOXlvus5jxjzogYtse+wIsz2rFH3u/VYxHSylI4FF5ao+YIJ3SJpfsXy6L+nzX5rg8w1UB4A1MGcNnYGqwqH9qeLuOKw2nknFP3O5hboaPBogyQPf3VvjkEi7mp9zJVeL0g3VP6HHhdP/VYWXgLQzUIJWBykBloDJQGagM/GMM8BePCWviYb4N2bW3shEPPPpEnnLr/LPt+fBPLv/pP6H/vz9m9Ic4PCzFA8zNui+qJC1fKiSbszIiaJR5CXXjaOK5aPAi00Z6IHH4wG+kL7/RlsfoS/JgQp2AtvUra0aOMohjlIn8oCkRZodOcvoQu4x/yPHnJrNfeh6T90zm3qdOobBNm7UymJND1u8JEV/+7a91+9ZWvfgxC8Q+UQC5n5ingfD/PDTMkwnttGCfAfJERk7UPiAt90nyJF7C4sqa2akRUwkO+462fd2LrOBrEroHG/dlZODE9OGH9XVlALEnut7jihTKPcmq7vHDnDGX6PaAK0vsxFTyA9E57USEEuk4IxG9RI4fk+kdL3DFZWT6ItrYY6GAfb//6wqlcM42Ua3DvlObWNrfjWTAIgOyeIDUhw5FYqcPPugr5ND/ZxrJfbABC+dV7nLl/Voi/aY9pH0j9eRBdDA5+GOUN7s1gt8svgAf8lbtQ3uBhMFme4P9G++x/dRrovTOe9EoSNwHetmrJag3oZ2gfSBlf8i4b5Ui858eLS0X2uK9+yyrzz/2XbsJrmBkLnvqz9pT3m2ZKcAj6Adijuhl3WmraSV6sxOFcpi8E/NcKLigDMiffDJw9NWJFTmQIHuNDJAB+TzzYI1ID0mc9B35a6CsKcfOkY12q9DzN++TrErMW+4ZuWltS7QrnYgaYz3IbOWUZzMFc+1t/hUw8OvIfo69UeORq0XN2bb+xbXYNx8Ee388NvAmfx13nEs8uNjX4Z4ItMPWOlA6YU2+CeZmvkj6iVbWvN+BICUH3ixzLbh+aWd4ttIDNECNEsPBHNApYrXURMoy+FM3jnH1obTBv7qaYYCVVLcelYHKQGXgRzFQk60MVAYqA5WBysAjA/r8Gx92H7WbevlQwYfkTRPfZnw0sxfzGQYX1aMl0tcwd+f0eSKBd8KC7tGGFrjbvq+luDyl8XCVeF/wUyIFr2NP1KIH4u6LSA2qTJ21HjTE+jBOn5H9wENAiXBNGos8xFas6K/3LzfKc86eSIzhN0F/HuSUlrT5osAiv5yj0eAj+1dLaihxdbxj/odMtTDwt3E5twdXHIsgisy1ud3DV83Q7nrYbV1yUaSaKdVccYgRYw2AqXP/smjF5LUmcS0oa7iP9txEJUASc8MH9HhWBsEb7bErWEuMx7b3iUSUlOmBCGozBNQ8/VAIogLW9Kowp+d9qkOqF9hr7Lm77xNbvuk74VgL111IODGJt7jiC/BWPAL+FbCqmIjLThPncf3SnjDZoUpPJX+p2+Huwilk9Vw/WoIiS6Abg/HQPe0R+Y293Msw+qLTkPh8TvEZXXUh5626EWxKdNrPnCltCg/ZqK7S5mHsSzpK8SET8i0/FHN9wTnSygE750W8xGuP42xfz1iyoKYSS7bjsc2ZMAGMHVF86KYGY+DE03yM+ZHX4dkfYMqS8gLjACifJoyNngxeKHQfjE9yktwXX1jncKQyE3pGnVP1rqanPMXiPXD6/W8w/Vgj9/i6BIKNVaZYlqg/AK+irRpVBioDlYHKwPcwUDOpDFQGKgPTDOg7rk2PvthPe/qslocZsD0LPtqD7TMfZ+ADPGqv6rEO1AuI6npcm3xIazUKZhIJPzzpzIyvUyuLeBLrYy3EW+fvfVb8+AMmI0YdqslAaaF6uWqoOcbol+Pb23gIaC1YE8N/+CY2YNQ2v/AFZie+cAs3zAdkAWj7Q25o7aKXvvCILz6IAS4Koy86THGagBbh5DDQHJBr+LPkb9hjJwcMd66zEPtUzV93qLbgEbmvOGZ267Fv/uysXFe4j/acZWQwN7hZr+21ak5GTblq0qIR1ybeUqYx1y9ZoRdo5tBZUj7ledgJZHGW68v9xP44mnEbP8w2+gzA/bpp28vTXhuAawustf8eOywnr6MAABAASURBVO0o1mZ4H87M2M/ZTvkOvtkj5NQjQ7+U7zDYVz8/rEAxeM6yr5N7J3g2+Limu9Ys7jvjZNYzojonPKTv9OtqAIm3HsRMTAVeGpuyf5cu8tIicO8Bw14rEtCwejw5Ya3mBYdr74J512QByIG9MG+5ZYSaS2yZm7Zkk0hdKbluA6VyaGc9eKA9DFzSaF3rKFjcry1eROU9USPR33MaX4fbfbC2oMtm+/ycAY89tKdSe1TmHrn7IUbXI2vobC1anfJDZ9h7znU5mVw75KwlXIKRQcSTLuWdFSnrURmoDFQGKgOVgcpAZeCrGajJVQbmGNjxuZ4PxHPuPqnn4eAj8SEEXBScJQLpPtqKpyO+9E298aQWsA+9yOhDod8Vti8x1iC47hVnxMcpGHwd8/3gavA50ZDhmkilTdmO7wbkY8Lzl6kesn5/bnAE3hX5nbHeVdMQ57y1PM/TkNyosSbCGpuR21fdC1y+CmlxTzS9FoIvDGni8eNX7/s5enxgfs7iHH1r3ni4ShmdN5zc3dw7vCFcH4J4TcQ1c/vkq3HyaD6ZwkTs5CTlhMmEqpUOSMwfLw3mp350pKeiF6tTcXdz99X2qw0XDN09Yrr7glU3xHKArrf97Nq/5axGMd1fxy3nXNe+Po/5emEVnFvd2oqIPIWX2awN8NLRmQbjpKjsTP8rfT2kQQ5g5dyPmmXiKT+azGNwUXg8q20esE582zvvIzm1VxmoDFQGKgOVgcpAZaAy8M8yoM/J+k2mMY9/yWZm/Mu2hHTdB9pbjNNOotq2tSn4rZWL1kwSYIMErXSJ9PNuSQ38hSdSWdr//E8b+ZInyHxoT+Ov6ub/Z2ywVONWQM2Fo9UYuLV/RYmgPrMl4mh7XqOz8YTfVoUFNHfoq80P3hqK/y9HBTbHiMBak1sfM6T91X4o69Pk4mAaKFTRzHUNKX+hLE6hV6xWMQOyaeWow/NeKqYeaiafURuBe2+pv8ub1vWO3iz4Yr8k0DMnJe32pqtHtRDjb9uK3tayXmvEuo5W460WxO2PVH9sz0tutG7WwUzXpBA+JaPXmJkw8RfKGohD9OuqNmvbrta/6oHM/W+svpyG9f3UKnngkpqsQzWqja4E8+W5y0ZuvIeRE0iXtEH2N0q5NVE6QBXJA9VJxEEb0HGdmCHx4sCyA+dGXHdo9YUkcLmRRnoT0y6pa+WmqoMLxZOdu7+IMj3MLPwHZDLuS3Xa0ShHdzd3QZU0/sca5R5omk7PWI/TAq9wJIrt5lrRHmJ1xaxHk0ZdIKHDVc8fwU1FBtw9+u7PUhNiDPk+kC1whURKxAEbNNAndO1pk/Cf2iuvga7d6Joo5zN3Gcx75JiY0iiGmaTRX/axddTZb6ZctdC6Fel+oruG3hPbxg3wn9ENyDEZJNSNg/l78EdxQTjRCab8/PLk+aSDxSlh/R4odTvajfZ9I/5d/hpAv8CR7KHzps8RfwXW0P6gMXN3s6Zb31bthLvHGHm4d233Y9KKlyumuxeaC5ptI6euOv5INpIumQf1s4Ozf4JUTW0Pd494imoJd7W0102aDifELFzosrXWbcB9iDpbc3dBOTTWycinUfuP0JjpPcaUP2hkO4Zb92olAqlQn8Pd5acEfu/A5iq4K385d7/HVzcOeAG5NpNS88JYJ2qTMHfXJ8M7XGvX4R7DnXZrrhuWO223d7zcPWKa3gtYc+qz5o8FlGfTuLkS0ZVtrSQwzUk4495oqRupptHIPuGON5OtB0wvYgLiB6R7z6GqyKch/z9RA3m6d7m5d3Kci3und3+UcmDdnvgjCTTeeEyPs569nYcNaRrNlegPrivQd7UWrEf2jsrGW/vjrSWIXcLdu7Vo3KihQ6N2h1bjMtDhgTKf1i32Ralz97Dj2cFc4wI+8/mptL2y3RI8Aqilz/DKJHrubu7PIEcQNbmshZigU79satnjXDizx1erLj7Y0ze17Wk90YIY3HciQKv1MbDThaaRq7aHnnXUCV/yF3774oc4jH8GkYLSgU/amYVUkTf5pw6J3RIs6nRMH1Fcn657GtCdQdaNed9HNo+zaq8yUBmoDFQGKgOVgcpAZaAy8EMY4NP/jlT56AyYmpL212Fnffc6Dju4u/p8656Byvrqdbtn+nUtUWdWkBd9O+eFW5DeaHcPt7SkLZ9+1V199NNX2a8paI3NqmDLRoQB9vQVUzGvMygUy82ggjlgwjTGJ/RnqPAN0hdtkP1rJBHANd6PeJ1Zgp0uv7PGx2KWclwae/SypTfPcY6k3OJ1jW1Zz1UxXudRZvHa+iqLcRZln3Yi42d/j+x85Myud83ZnShm7p181yo3+tI9YW97edTp7qOI51f9yqPHl9HjPEZpHezO5zA3Qj6J5+A5gnweXas5NnttlE/bxR9qaY3fmYfrmnJ3awR79WIZEq9sJ8bdmXwf6PbzZ35WaY1cwD2fva125UR3N3fvrTUrm73ms2I6GWW5M63OX85PudPZCdM+kEFHwQm5ly42Oy0nb25HNFHn5pvnXjnhE9l85k51JYvVd2WgMlAZqAxUBioDlYHKwO9ngE/O/vhXqPyVK1hbfPfj1N06XKqLlPjYMc7rrETgBny6vnE95BN58YAmjMcf+hrnAYY5D/rDHTnuf6hz/VDpbWOJw65HDtJvJ7tK7tExpofsxmgBlxrQngLW8+ONpgDv/p5bxnJnwHgoVr1mGg9ph16u2SVMfFr4RdsQLSCz4iATAZNCe2++ajX6nVVQDY4bYW4GIbDJPWea84i5mV+gV12uNIDE4hE1LlrsGyR2iX1eNs5i/wSIvHHujzCnrm7/fl+6ygvu46olz6UMGU8s2X3x2EOtb66F63uEvE+RSbRPp07rm/fAqH0qADaRwdRgr2Mc9N2dgvsWYDpRkWci/3UNb0uPnyCXo5ALWLZ6ParltcRg3dOGftCd1lDWFBtrq/Zpfnc6ilwoGHxBPjvLWD+NGsEPqpdU1xf4YMlUrl/uVeBh8EMd1xXn+uTrknMpkCuYG7e8R44McjvnfWU0/L5uJnJRRLhhXZ/d6y7Ks3ji2eCQhpggndAG2R8k9zc4iM8pg3Zjw7vniPQlfzf5kzDWF3n2PZpawJBoBFEeg6JrsHdB19t+dtUEpmYSLUH4qFWG/JdczG5mubZIO/oq7oUEO+puaj6LpHpzyLWGjfoe8TzVH5FET7wrARcfCdh/V9zz4lRPlYHKQGWgMlAZqAxUBioDlYERAzy0gJH6qavPwk+6VPDBPNvfJ9dmR4V6aPu+AmYyIlchHi5b4xkNzBifrIYrIZ6OyEFtRQimu2bkw75KaPjwgX+Ao1Z1dzDFImiC0fWIWen0aZpq40HesBoPSqccjPGQ4/F1fXkJ7ykz4v3LA0bQjvwF9xpDhofRuIZGmqI7W3Bh89jEHfuL9URG3dQ+4NF+b4/MgOnLB9vzikS3TYwpCkpdYILtbQ4L6/Ctfkp8g4G/2DudRmbnHoM3FTe0P9vITNhHCTjflxWswh3Y5+G6WcppWFvynIqUemRibCc/cY2N9fP95PjZIke6r0TTM/LZdqPmoVZq2Tj/iLnKYg+VGNxdlcpqv0puSCYbTB4jx/bJrJ3Zp6wnjlZgqrpyGrmAUreqLcdZU0hNemBM49w/YkxtxmRy4qGs2dPg6fpTwBMikX/ipTve50G81yu3lxO2G2ytCu5X5789nR81Ay7O3IP4g9skAd8g+9fJ+94iHnm0se8UMRSSxUGOoFA9NifmPBpc04uw2tBd/o8xunc/LKSnNqDm+Mi5yPFY9hUim5MSbpbmT046QUlMkK5og+x3MrNP2WnLM7sBlLrldu9ruG8yGyzPOjL6l1/nWMNE3CM7j6wy6Hrbz3AGFmcqgI5Fk8ODlwdQhv3SqfV1B+WXeHeCbLF3x6zxKgOHGKiTKwOVgcpAZaAyUBn4NxnIZ6KU/EVyMsEH6mzPSR5gAbY8xuXDEM8Kibm5X6En4VYf30sMiVFVdro2/JTI0Tk55kCR4m/e5+y36MO30oq108Sh37fjR0K+nIyHbf0ILD1rJREH9tE49aSEeMDuY3au2/j/1iVP6kfeNBDUK4lBSrfnkIvef2OudeSvkvF5UyBA2+IHQ9d4Alt7esFPiSeDUJA9iM7MiXEheJCcsVpSB5NuRv5PYF0Df80ihsWLvWmh13qrfrPwEmOcUAXUkWudHw/mNwoGhw1TH4dne8mZphrtyIm8BsxOXTVArpG3ckJarGdjFlcTUs1Xh+ZiCVy2CTVnj9YbA2lwU7x2+E/1pXafbDWtVRLT0J6BO5MMyPiXHqKgv37NWFvWJzkxveBpGws5AykHX3lkRSkzSdigTe6Jsp/2SMYZ24bk+D6LmGId0rW/TdfWTSq6D7AjL+XLfgaxnxVAcSziKfaMa80K6zk5M21Q57xUZN+lICoSPtQ9+cC7oPcjixrTveuW3CNVpSSZEsYag9Joezvq7sOypts9vJiRdabszSmF9xExESwg+yGLPJRT9tdK5i0yUvhctFsbcMpu2MfB7MiCBMpKR8MvutTH9ffCbDSceaQcDR/ssoasZWLJXea/h3uYC+yZvJTURWPwEpB/VhyoGQc8xC2OgkKz/5Qxgn+5yVVOKdXJhyrRtRzxtBbe3vTeLESUm7W6K1Nfjmd+mqX7WxjJppMPZyYFZCn/D2Nv7HB9DXiI26rODqYabaKKSH/lmsJPcNNafMahneGkyubbZavPtbcCQwKsCYi7tesMlLvdoWYcrUsAifKg5ruaFkgL2lp7uOUemsjhE2RE6MlF3Aafbaxtt6atRf7D2HQjamlN8xLk3uEmdmzixRqDiaEfqII9gXWy1lwSfoGtIfCiinNd4Jm2KaFWsQK0BXXfdrAj3hasBqoMVAYqAwcZqNMrA5WBykBloDIwzYA+RPMZH0wbPGv5AJ5aTc/md8oy2ckMMdDDDw+rk+MrlLgQ4AKsmLHJBJ8gJ9GOB6LImdwVXIPxQ6jk06Fh5jzpT1HIuSUeHbKnGEkt7bEux1ZLnMgYcdODaivwsK9H/Z6NrDSljF8cN5mCSTP8J8YG6Puo8e3BeHxjn5oCygeeqMvSf8iWZ+DCa6t2CXX7Qy761nmCnNhtgHYbOdHLGGoHJ9n/rIQDENtzRSrK3tgH1EZ7xZRNJsNKKSliDGsLZ4FN7n68MRwDuADbCoJNZiAT9L8IrKmpQm7W0Z7LbSl/xuRj7SYuQzC17I/acA5SjTl9ZOq2ycxTcqhXm32bk93WigrbFjUQlkLAbo8rJj75TwUJrJiPSewP5gEU+9C6R/3dPSzi73N08iyqanemQy2TUI7ow7fae/1r6sKhHcXawOqwnxfMNwyRN+bknaC/CHIosWh87eCQv8LQTqi76mA7gFXGX260tfbFcnDWG+S+GGSvv15o3xdBMn6hemiSMnhQjj6pPo5d3yMfng2opFUure6N81FbDWEpMTq4xyRGQ6u7eG8/sNmpKGIiua0YAAAQAElEQVQr05RqFgdJgUI10Yy5U2YMTNjfVWSQeGl8n7aylSnBLTAjRqJzQo/168Y73dZzVrB13s+0hzHTFWNf9yIz1hF8Irn6A/AnWK8xKwOVgcpAZWAHA3VKZaAyUBm4lgG+IwPXRjnR+8ZkedAErzLwttHvgHe8sj8+3sgFUHbxVCQpzcOhp6be4kF9boe44NErNKMNqTweR4/1Or9N8N2o9oAeW5sJt41ig4mhUDEGojN3wofGsIvYapvW2+IvxBVVOaA6AtfkgGK5YKrH0r+kK4aH3k594RPIvYE559ioUmVi4l2IVmqQdtErv4IhBtgQRny5zIHEqkNTVtltNSKHgALA5Xi+1Iv8j+1/ep+VBHAB9tUTjGoqUuKbjrw/cFFFey45cgdz4+jZHch54CExZYUHvgzltsIVBecBGTNP4uARqykf8vZQL9EA40AmFxx4Bore358uCPLgkmgJoophCDXJsJMu1r6XobvypDj9Pbkl7pWhNvgmq6Blw5zSlPdcUOqynUx3UmvBvkuk0SHZee5cUIliBMed5p3nVnFLvI79/RasK3sD2LBun+N4zBj3y8R4bH3/e+p5zDnzSvk4urbHVQHm7Y/5n/e7YsT5l8xk57zt7XpfYI+CFdGmTXxafb02eU95fkTX7TGx7F2GywabR4lLZUmvt22s77Mj1ztyWj2PvtYQBTxbsi8Cz0O/SEPtQvvZklhB1hx8IhMx8ImwNWZloDJQGagMVAYqA5WBDQxU08rAFzFw0wNaK7w1JZ4angJe/CSDe/AUd58CVyBn0378fneyyDCfH4nhlaeIKNuUan7qKAqiCbpUaJX50e5GzjjjXd8iDK6iP/ROapAyGNydH+WIx3Ju2Q5eHvIeCriu8ZDAdWFO9QxH4JXTn1jbq5qmxtdwMTUvdD+JpLW5LtktjQUhk6fZWeUA6wAmPWxVurk35o3gtH2rg+P2fS0h3hU+gpWpowDo3pUEsYQMq+ZXHFvz2UvX1jhfQc76JMryyvZ6D9ss3d3cAddys21yYU2uc8DMOZXAuOx/qv2U2BsSOTPm5nSXgi+NbQ70ngn68XcIFH9c0Nfw7v317nhD0a8aJAZe2fXjPX197zvEi/QzZTe/PF93N9dnn8sDbQzg2L/gCZMOYR2PdF3/i86qocvuMzntfwf8TL41amWgMlAZqAxUBioDlYHKwD/GQJbLj4UB/fjKD7B/9fEeCeymT9U94i9Z1Z2TfPhOpG9k+GaAzgbEvA32W02pr1Vt/KdqW/trxhcCwHipUP7TfjQTsoWPmNdzRZsfrpfQqhCQbsx6MvjSwY69yFLuLSBXQ79vW8TIeJI6wkbjrKO6anUHtZTotPdzcCUOUnYj8uYd2lY7Z8DNOl/WS7GsYOR500QkD0wxVX0NBSvZl2rToQyMf4nBf9YN8J9/Dl8ECs9YjEEmFvOYmwHhBbDWTr0t8yzqSJtSYkv+bdvVzDxjSsRWlbEGkuWklW38dnVYVDH0zdSnh19BMbJuard4uXnk4Oq52tbBpl9RB3nHMI2OH1yAUOtEG1jjBtzd3AWNpQ9nunIyIH0ctEF0tp/CpWsdeqglJ32OsUY3Uf9XQKKXoSzyIDcxld1OyiT8qjeWeAjonvBX+9qwVRz31vgex93NaeS6y8fWwzVB7oZ1GfrohamjlRL+E+r++CNq6vcTe6pV+4/4bczV7UD/j/j2GdjDCyabR438ubu5d3gY/EiH/IArOlIiDtiggX4M7KYgu2YZrTW6LXUwtYG3jTWCazNx/2h1kXD/aK3t9mRr5mYdaAPb+1LeimPERjrOboUz2jdjCLhGNEPnx4MxMDf+aG1EC7i7ubt1+8jN9CO0FJJu0bY3vaJuau9hkubm/sd8CcrXtcZjtNItobMXk60QTKQ8t17X3hG95nJPO72zVry/dqtrhswxqMj2nGQ+MNUZcLjqIMbMvWvPzX+X3lV4B/JpzL2XrJvGXuVBjcGT3y3hJ3HXTrdaa8StoFitcLdif93u3adWIw2QWDhuyoscEwumq4fILGG5voVs1XZdE43g7ubu+hzmZm2Xr6vOx8+jq0MfMoSLMaP0E+ncVVxACnc3d6BdG/V0krpb1Rk+3SzlmOfQy0/oJc8+3D3ya5RL+m71eWeAiXv4Fswa9YS2MQu4Ze1IDYYLj3N/isTRgF4XghkgOh85udajVf3WqB7BvTGXrrE/5pKgVdoJknR3Rs3dJ2GjF3NjDb0baDQv4eyTph/ohk8/u3ufJ7W5uWe/k0NAfd41ECuqxOL9SaOyb3u4uxRm3dm6FzpqGEFUWsDdXGPumN+MNq13wN2tJa7i22h9/2gvN4+VTKbUeiMf4D7cRPOm881u8j8FDZq7BtVw76Sabz/cPfJwf5SN+n+ETMjVAPBVwsSTmXg0XfI9JHR09WtI7fcdmRuc087IrgbXk65cc/cBUi8e7ndb98c2E13rj5xDtxfmRqu+MlAZqAxUBioDlYHKQGWgMvDLGHDVAyR2Ha1+SLnpC4ddkw9N4iF37GBKZ3akPhte53gZ3K1qFDG75qpZ5xlNBy21PLSV/T2xWTVwn7vf496ZzAP3HI618AXSC224styN5dOvjV9hLSXScoa9fj2y+NpeFjumaNbmgzCg+xpi8/TnCVAzhdKScfV7odZ5Bz5BeqTdrW9q/l0JF8eqP+7hWPw1s5dyXBpb43urTXdlWb8By+i0wVaPj/Zu7h344tHdH4ff3KNa8OawvzgcbIJ7iY+9u/7s1tROSl0nu3MXt2x3mn3nFX5WErDSbEea53kuPbm7ruVGQPqOvIopB6cXnr6zWRI3ynBhaGT55V3WMDGbKgazg28eKJknrzHOTaeMlp4zYva/T96zvreKLCeVxXjZpNiy/9BeHHyw3N8pY5Tt/R6HmSvc8XkHDHM+2/jV0Vcsx+n1N6d7rA4rA5WBykBloDJQGagMVAYqA5WBNzDAX7ReEYZHBMDjCVIxaEpccxBDAfgLfZO8Jkj8VtD/XjAdgfgTP1Iyp8T05PXa+BdsfrNOtsqrEVwwAdlh6w+HmaNNvVSbJ8Rx2iKNv5jW2F1OOVivc5k+4ObDv95rJvi1xdfaQa6FxPKcyK015WTi2/RqRlD3Bx9Ne1Ndt6ivac8vxOWyhLF/AHsIaPyTB3valUCuqpqXHhFPPKfcF+ydGW/NUEzGupIjmJvPGJgbP0mve2fn6SbRsvN0R7MBdvSVtYZU7Uf9bZlf7KP7foJT5fGOfAgFtuR8ui21koRkrO7pAXY5PCsb1hVfmQR9qg1o/S12MhYArR18yU+87yKF8BaBonU/EStx157XIjboY5BT7OnzIhzx1GcV7E/6wWByoFdSC4g9m3Ui+/E3iamVhepV4RdrpBawytOPM+KzEphKHE7B/OaYmnWWjsg3OYP7xQWSzfwR9xlczZvMjjANzBpcOMCaZO5UDy4MJ9dwLfA5Azxd0zK59KDCRBloSleOn9POKCE/tejnlDJ4WX3/G2Zc1whe5R4p8faDu8jbg+4OWCdWBioDlYHKQGWgMlAZqAxUBioDFzOgh1+7o/uhsvvBkv/s5vnBiaUnTR62TfL8AOs8Ep9vGkbWPDzqN0xLjIZP6fIwmLCN3zIlY+QJbOKF71Rjj929HvFP7ZYyLbfJ8KspKeWtW83Bt0Ym+NWUc46yyAWPysKyfqRR9wMWJm8YIh1gG9fT9ryS46iDR3ywx9H8nOBNwylZXyDVdceEZ2KSw8TQoLpymw1B+gZ7iGsJCXr1LxJifNhfc8yjT1xcepCc+7uNHa8MB3k4etaa8rDDDQ50w6C8Eqb7h9Q620UvsTfUeudzSzB5WOSf8fX+ZB0XsGR4XT9zveXJjOJufXAzLpXePqem7NUjkVwgR0OruqV3fBQJPMwv7e4D3N8Sd+3eFrGFYY33+pmfN13FvP3ciLKMpeJ6nLNJ/Z0f+AXMRqbFeyS5kgtyVUSRhW1gYYLHtThdD5XGfPlacHHJELHJKvHyRsmERJERnIFCFc2sK2Ro3n0i2Yy5n+DIf2Y6Y9QOMlJKojOeSP3bpN6bPBF78B6Z3OjdfGl3YvEa+AJpSb3sqey/V04tFNmB50zINfE8Wmimp4fBTSHxEZ0vO5EX+YG51CitxJzdp/VljrTfnU9+cn533BqvMrCZgTqhMlAZqAxUBioDlYHKQGXgSgZ43AV9DL6g04M3P/om+DG4H90k9Gxp4U5PPNHW7OgjBVMc4+EeyQC6gxjiyI/Ht0IeLeMvuhPSdIcSi0Yb/3LS1eVBCXmTngfQB0j36YOHYUBeIUcJkburzu7/O9NMJQXSbOjDeXKPTIMNMnyJXnIpQV7Ov0iV36b9a7Q3uD1k2tVvitnB+hc5AfJEGvU/oDfcKUSDlbEt9h67KWEnvsQ8ucsj6wzUjMO19iA6B0+KYvA1Cf7Fk2IZMtAFc4lHHqQ445Bj8uC6LIFrDXXXrzoZW83TjvRvIgT//OsU9hD5SIXasn9a0I87KlmmnQnBBu2sPCW6czD24rqW/PZf5rc/WudGvdaCe9f9rcR44qa+aoxrCqmaIkAjDwk1LzgUzUC6Zh+BRvGd60sImQZnyaFWogM5Fpc3sVvC1LfR66Y+kJg8GANTg8lmysFmKp9h8IwGEVUg9YjTtR6pA2g57AlrnUzY5X0EGXiw0f572BUPg+s6USP1UjdgGn4BbcYS9O9g/4G7ZkuLWCW6ufxU06im+C9VSHba886Nygoee5mec82oJ5FjVJ/tlJpugalBGTm8Ar3ntYJuStLejG0VoLbYy/aRF7lnYPjIdimDk17RUsMT+kHVgQ+4LcEocUo/Ma4B7Geo0+h5B2sZ8RUspFyTk8RwaCiWBPmwI3vDXgz22Uh/2f+4nEtUiQXfGi+l1HHAUTRGJ+pjTNNGI10XPTZd7zNnb1tzniEC7ZAE+xXc2LORJKs7DD81Bl40giVQMw6mw0OJNkas+5yh65zP1lzz3uuvF2Wk22Q48gaTgyPlsO9VWFyjkmmSTWSOhUyDD0nyYU2QSykwDg8BGUZfMg/WPtvvlsQG8InkRpT5kS/1vTMn9sE749VYlYHKQGVgDwN1TmWgMlAZqAxUBioD72JAX/YY4AssgR99+QE45d40eJwFOZ92PBAphgV4LGI0Je0zERHlMKWaw0HMxKCMBg9pjERHJ9pjndQfP8iJh0nyW0oGm0QbC8CXCz1i3Zdmvx4jfkA0k5NlDHyD1y72WRB0xUxy6qs12m3sPTQ5We0r88wwp8gsOuUpThedECmQ60tnasacfsp2pQ6XCb5ICayce5VZ5NNzwX4iDjrkr0BcC1wTqirac1Vp3MDc+Fn6nuzeHZyDvhsZ0N+fiWoNL0iQnt8jh3uzwlEDULM7Hjqd6viZGntofXlPuIcR13GRIecjwXeO9p6yG7IcD8XsicggvFj33mEXvJbruSDgsktKlsVzVjkgPrQ2BmS3/Sg8x/sxfkF6Krw73AAAEABJREFUKsZTVUjWL1GodzU9r62oRXXt8vLeSSVTc5GxgaPus6zq+lB95ADm8pzSc89hjrKeGu501AO63tM55msbwUMs8ZPFNQpyB+md+InUIZVa3MloT2FqTtoNteEklT9MwhEo06Zm+tSXoD8GduwNMB67tq/I7Lm4ZxFJ/dhcSPpAdxQHZtSAZgksIShtSm+08ZMy7OjQSEn77YB98ByYdU08j67TUFpimIFi6Ly/keGRifdncW7EqEMbkD223bMmbp/0MKP+APxAR+1UBioDlYHKwPcxUDOqDFQG/nUG+MCcHAzPgamo8nIGvPjrZ/4K+vyAPJIAPdzEU5Hk+UGMv8AF066JmXi0YM/FiDYi7cfRz/W25QK/HeAAkLlKQpyK4EoeyQ9YrKliax8Z0Ng1h2LwrwFeOHcVnZa0PeakBmkXvfjyBhADls4MM+XvijgWX6ISLbgTl5b8xdo2dtfb6S+Xx4SaX3FEPuLhyro/Wmi/rnEdR3sum2BibvA0Pf9ysAlvN93Tb9aqDSROOvBOLSnTLdcuQA9Sf40kg0BwTrzENfHSa6vruR2u8tS+U7ZFsLJdqH9RM9aYelQq9xCa50L7hvfgYR+d632Ntwgf+6rR9UrF5CRINz//vSN8JgLHo362Lm2jyRLmskp79h42k5P/BSXbcqbO5CjljNmPVrP+YKqIqBt+wJTBZToFjJsHP/Dq3uHsUOl4f4qkysC9vlTtaivGcK9Ue5ePKyaRCzjHNz8Yn+PpTV5Y3gOhmA70BnTAy/Gp5MB1BrZ5Y+2ZvW3W2BovY13tVwYqA5WBykBloDJQGfgOBmoWlYHKwFsYOP5Y8TpNntdBWtLm2X7ot621gVunwqBrnXTGYYmT3H7IzTvWbFdpSfEw+bsyLbMp2/HFALkPef+ExkMF70kYjsB7oj1HydhI8GzxMc0HVuONta6pbo3NG1PeHSrrSLnb0bGJ7O+PpHA8KKkfK/7K2d+d3fmVj9Zz6MJD4vyo/6pHdzd3f2v5rh/HvHFr1sbt0+uFpbRvec3k0T0jsGdnDAo1Vu5u7ncUw49NjB81tfcVDLiyABLlMaEqh+faLDMox1e7Wm1Yel/Xdvdhn66b8QYrf0OMtSHGi7Z23rfZqY7ttG6fMVd2/QF4jpmqrwxUBioDlYHKQGWgMlAZ+CgD+pxs3X96uDF+EuQvJtf8hf4tfkTMHxOf5auibrfWlvBq/k8Zh8sE3PKIATJ/ePyrX2jjC5f4c2E9OsRfRqfFeslaypUFNG3o922T3zZioGis1RqY1hH8lQSRh9qyWDyoATwaaU29g8V/Ukw7CjkY3WeQBnnKIvJV1aaphsUAFUB7mL6hwd5q25tKUz6qpxXgOtH2Y50ki855rpWJGxdazUPSp223vwY8rhbNoz6Q/c6NUR/ou6cIuAiOel6yT86tvthorVFcQeMEJN8E/XVg8k2mJdSNg1WKxnBqlQQQ0wYyntRGXpmvae8Fcua4n/qVkiyJmzBDQ87pgDY6ZYJRjOfYVomPrvabODb/o3CN9uqfqJk91dWtmC69y35rCNkzy1t7vA6Kvm14ubu537Fhapg2TWONavkzwO1P4Y+9rdQMaoGd+MLvX2vjf0rCwB9za0wvXY/wrVYc5DHG0XzcPe4bEeBtJ6oDbs7+Ulx32mbuyEZSLGg93LOPbhp2+KW9rN1tIO5vhx2OHDRmsVC9jI1/izWWRrW2gcZcOjdTza3g7mreMR7HZg6aGHuYfcy9aYAZVVorydE65+vg3gVoJN1daRVo1BYK9odEoGjo9I3Mme7UeOkn2+Uc5l0DohFJ2LF/3MXDAq7J+Tyvqjr21E2L8gyzVmuccO9qzb2MdO907tOy0T0CuLuZfAF3N9emBuNK+Bf93f/Hpw3vLzb5Yt3A5OCg5P7M50XiAnfFFrg3g0btKbh3du6FbO7tVnpdEBAUgMcM6mqARjY61OvydHelwIhd/mqaexx3tekLjdp/BPLvoPQ1nPm7u+nurdLaHi4J6LvFq200qUcjXY9Gcxvd9/9YIx8dNBpT8uStdeua0s55ubt5I3iHVm0TQiepIgywEiXaprGEq216eQHqaXqf7oxo8CcdjXLu4e6iwLU2nXR3Kz+TWP9yrU3ftEY2wF1zGsEby89ccJN2V8nu82prTR9fjzrGviWeO/l0UGE6GsFNZ8EC9uJFqQlMvXFr5LfJ+5YG4cPVB8Z7BLDcRXbJy90Hv+5uOgTvdU0vLXTuPkgbvdzvY+73NtcHyPVnmko1FW9wANCZrom0oeLQvfEUsRUvYrsaOhCJbq1caXewL3+1ShxQFzLTldrYZ3pbTNVIsuYJrEfDO7t43Dm1TqsMVAYqA5WBykBloDJQGagMXM9APKRcH6ZGgGjwISbywR9pZvuyOJx/96AVbrpm5FE046Gt7IfBhlM5t2yvdbE0Z2lsyv9W+ykfqcMXKPtdO7VurWW7G9l2breZ/3/2zm7NWV3X0hL19EEf9P1fap/sL+zxCkQMAQIEklRNZzEi2Zb1M2xIIPXNtWR9kpsl99lPGKAnp9n1HvkKxSsZ4hakCTrI9jfJ8kHLlXl166sIgyJ95dhotuLhk0PfudpkBc5l5nyPa/k92xeMv2tPv7fyOVbKDEp9zvZoXzB6dPIfngcv7y+PVU68P/rZEdv4ccKdis72vezP3c29w7LVm0Z8HIdmYjyyv8WP+Ev3CKPd2wd0/aBVYn/E+wxc3lt/Ufu+CvncY13BnfHr8rzO8z37Oc3d9dtrE+ew/ddfLALYzcOhSbujnDXhE9k2ZyX/7X5qfpWBykBloDJQGagMVAYqA7+LAb4cJ8rMl/9isrQ6X+eLcyDuROPNjATb6NXvPJKh2+98UQuYZO+6A3fVxf//L3IyfEJTvAWRBEc/weUBF9RGrSrXWN2AUnIpJQ64Hk2Ry+5H5N7vaHBHg5zmzMP/3EDfx/mTcIo1OO+hde7NDouMn9IyRkh6D7t+MrGv4YkVGbi4hwOklfWH/sTBk2H+0vsmG8oFUq8/tG5U74pEbHJQiYZU16kHMUqc6nyDM9YMzJlSM5wjg4c5o5P7Si7YUye7f3Dn7ubuD/3XdWhnaX+ZEVO6Lb0YB0vjJ/VPQrAXQHpnmDYy+3bJrDXkWr27vO42jhq0kWM/98VwPqtrt6/1CdR4R8Zdn3PVKIWCPh+KvyrUEb+kdmRezOlrCv3Im+bHnjwyt9w1FJEofWEDyr49uvJb+Pwce027lHtirNsSh+s+2ybOFcpcn7J5tFFtfpj/zWE+ZghV4NUE4D3XgPV41d/b5rNpwExAeOGznWvj47BGY19oP4d8tPgNPdzfNUv1ayGpHTzW0tdN7eDR4KWeVudd4ia9gziP7yM7XTPtyRRimeIYtQC7aUailf6pwxUYSMwcjVIDM0P/jS7WamH/fhMBrGBiV15Rn861XZMejV/38Oiz9lQGvo2Bmk9loDJQGagMVAYqA7+UAb4of0Pqozxcd1oG8qZQGdKUOP/AseLEf4Iqvfd92TxJ4hVM3Y1qnw6e0lZ9wSfR0U9xut8J4cH+mW+dMZ/iFt6wAdekS14liETbYu+qpfPG42HK0fjPdqJibPBPTjwn4EEl0mJOzkUezW9p3rO8l+Y96Y9COptxBNUgzluhq62zefU9w6VUlGCui6HWyfGW8mXNwNL4O/vhPfiQgmRPvTP+e2KVayt9MSgMgEWDUwbIIHgW5+gPTpWCmz10b+7IfYwUiEWcxGY/Bw0jnmpjjwc4y5THcB096HdumqiKT15idrHmrLq+d9XfRdM7yUlcc4jgPT8gyPwZP0fzpEx8kw7rYN2KPLrD8LF3Q49W7mH/qKDFmYcDhUdmg2hsfMM+sXHKbrNnFcM9WMyDgd1Rf88EygNzGbM/4QbMjf+dPo+zL3hY2zBlwZBTtj+gk0JiKfx6OW6sLViaP98vr0HW/Oj5vYrHhTKw0bumJDdLqWY/Mm3nvWMxP3J9L7HB9ZF+XwQt8i9JmhUssTnt4TN884xZw/oD8CwttbMyUBn4OwzUSioDlYHKQGXgtzIw/UrPjdk/de6/ST3GAF+UEwpbOMmv70XXZSqxps7n+qY2z9vwmIDbnKHf6SygDupH5y+LQ6rvyAF/zA/IwdDudePmxvSgcoAGLj4iF1GZ8uJw4T7rhs9EDGx4K9cKPdZMvOnRjUUNUx/8xXD2hZ2NHptELqZX2GmlU6pr7yEajXymIM/4//fTujbtP8XHcq/3tCdj5clf5w/IMfZO6p0MThQuZddrRk6AXJEmbsZIy7PkNO8T/FKX3KRnpCpTj3joGr2utrRXD4WbXV84jB+a4dCIBV6Ntj4/cpFJF7urmj51XX5ALedt7ikke4iqkeR0dRLubu4d+P9Dc2/MvWu7+wXhozr5lYx1lhpHESv6z1kFdx/V4160G9c+bKzV+X8TWmpXLqzDALVfO24W14PYz/z/PfcxFYt45nbJS1EjYjq/KQ4wCouRqUVaviZv1CUu4RM9vSl8qtaWjaH3KqWR4xJq7j7WJuCbgoT4zJu3peYB8yZPeolTYt6cGKwzskPbG7LevbqSZ2+xLOLcxFciTVV/bGZk9u2RZW06J+Wmy99iv6CnNw2l+iDHtWvug8U5HZxG02s3nmF7BCVL7q3OCYN3wQVsfzNytVzFBopiWIPYCkUfKjwwpik0/xYorkCrz5k21x5ZVAtfRXOiyjj3CnIyemUz890SgxrY/3fkjtC5O7P4VJVz1v3f/dib61/PS9cSF1aMgj+Ns7+B1C86lPyQzc0iV3WVModZ09SXJDYlsJO77usFjR6lDSvbd3+hILsElXxhikqJcwjAK5JTjb0WUNpcX2U2c9zUV0LNlaPcF3N6ToWx1KusDFQGKgOVgcrA32KgVlMZqAz8PQb0hfmzRcXXdqUgOTxYU/OyQ3FGD3+5ITg/GFHSa948ZPssydKB9IceN0RZX/CZo++R5PCeSOdHKdfMN3HH3gH3mVfUj/eAnLOXuicMihs5Sp5PRe8R36BvLghywgqgt7n/BnuNRK5Dxy9TlD81RQ2xEqfmnx6DO62xEQsQD5wabexsiK1udAnLByr2oRd5wEWGj3Y2LpFBeu+51Puus0WsqfZUXKwlB/8Zm4rVyXjY9m11nX3gGdz0FAvO0U1vZJJ4PSY1yil7WuABHaAH30hio1+B8C/HKYfzS7lY8KvBEw/iRH0iEH3JNTWDpfHT+teSOC2Iij3oCw7AwekP04J79caui7SknbrO+INUpKBY9yMC3pt/RTtSB1QIMAWOuMg5r85PP++U7Az2Yhkz62C/DygNvkDXkg1ZlPrQuaowI7Fq+NWDrFviaKKsdSJ9wEzq2+WxWfhnpj7aUQPkE8qLb8kNsnSF/4AC5/4uxz+jK5kInDIaeoszVPKNB+S8Mdx/IRSUHttrrD+zX2OpPL9e81RnVwYqA5WBykBloDJQGfgiBmoqf5MBnjF/qiS2j/UAABAASURBVDJiO9/c+cUBxL8K+J6v0/yFKZjeNi7xhe3S2Hv74VDo+SR/cF4O3DSBdY/KgFU1lynxA9JZ8hLrXj40Ku4i30PhVbnmG3+9H/KQk2GSSwuIO7g0yBt8K5bGLzkIusExOZEFQHdyG8FeenFeDb7Fwd0ZN/AgRu/dJ2sRfxT33ADQHFAM+Hv0zig1gm6ULZDoev7OO9XCA7wjr6+MiHAL0C+OGNcExWIB4zxZiMd42F6XE55Bo9MIrkNXOsiEmi8eqjU+CVKmOwXlR9jggLHsv0COiqFBPCH4PTeey2cJi9rNdHpbfT0yAC/gcWRrj9Yx9tDdPv11UuNak/toauqfzMuRdal5nJvMnfW7NJt9tzQ2049vMDNEV5yvKnCnV6ZegqBkxrNSnN37rtrAzJRRF35LjAa/qEGd43S0T9gj486vapEz3PJDHqDNvuKzF6CT8F7g0+K6t7w7GQH2R1/s7cBMfXAL1vllNQAssZdmHG3pkouMI3XLjE025A+eGRM7IMMXqtDsA0cUfIy/yDnmb4u7hYttnr7FitUC35LP2XlQG3vjNb94ec1DnV0ZqAxUBioDlYHKQGWgMlAZ+C4GXs5m/Ws2o+DlMB9zkNmnfEci3JuCjIXePXjJnokMg0nf7iZOchI6yPa8hBNghSlqYn7W+3sjxxfDUtOLLh6n4xQMI2dkOjh7WSmzKfVY71Her4XCN3jNyxfOhiPwBalFGnr7NM8R393c/QtYuSYF98bcy/pEfITKvpTR+Z63TOH0aFlLytMD7HB4fQ5EaLS2YEdi15iSzDWeC6/HNw7pgcLZuepsaq9GXJo/FyxtU55XHh7nIp4XYZ+nIRcS66eigr75N8WfL/DvLRvXZm988hl8tE5fnMg5UWLR8GEgZz0M7OogM8Ak7g/dXTU3NLeis/NOHHlnKjgy95I5n0rmU3Gfkvi1iT3N/JjBefUeOJOOpVxnVQYqA5WBykBloDJQGagMVAb2MMDtZGnPX7jyV6vP8OpXZb4gz/ngZhSUOX1STx7sJqaEtm0NTHO6qR+kHfPgEjtktGn0aPEFNA9/HW7hm7HebJdQhgZ3Ac0c2r1uLawDOiRloPf49wgpNTJ7kNMA5WyWZnJicPJPuZN/h+SBuuAFCf7ZP7sJrmmAuEj+3VfkrU0RMt0fkHJt+OBfLyT2uiEn1izmFby1YivA2oH2nwUv4qS9WZataSpE75GL5BkHHskrIIfZJs9WD3Ba5Xbz+f+vMZnvOlirWUTNVNW5a5VEia7XTN1GXpEr5nAIrH+hg765V+A/fSPNCHIr3KDTV3TtVRUEDwBvAfVpxS32lWK6KnXXu3h3QZvB4G1vKOxdb9QSQAcKHv3Sy4NY7m7ubtb8WOucSaXFWHf3sHXv5Hh0uaXwBvDuy2anjhDvpmDlvnLtOxJRt5U4K7C7mzv4kfwp3FI5KLouUYnRdLF1XjTKpQsDG51m6u+1l0XJ7VRnn5vpnf9Ebg+1oH/Aqwm4/5j3aLR3Kde9Nep2d7m/9ZC44PDGzb2H9C6HH0VqBBfOPcKrlrIx1//M3N3ylfxn+wzp7hHDfV7G+rLGA86IevfBWiq0cjDzRvAuj0Yy0KgN1HaXPoW40nawpZf3e8d9Zq76TDH5AGqku2PTmLtkI0je/TZSEy794BHnJvM7X+7exQtp0gF9jfSfAvRlG71Do/o6uDXyAdw1pg9VF2zlJeriPI0zyM3YXyvmh4bcXTUUaKQLStY6NCHd3bq2j+y72lS35ngB1gyUfaHLj7ubnBj1uUs3Mz4ngNSPHGTBPiWn4FtZIKNm5ehax1afzzcXHwbM3D3yNtUNGrUD5tb0wK998EU9rZJAwq9UZWYDYhFs5RWTu1mo1ri5u1mjOYK7R9t9LNVpAdnbCGYt+/7HzDRf75cc7j74dXel4grXr5c9f1ErfN203jfNv3k3p5EeUA1x/jYqogB2ibaf083Md3YVWGpn/z5JTPd7QFfeeHB3c7+DPkBuwBq3QGHzY27uPTTuPRr1MRe4NhSgz92tsQ7u/byQjV36cu0lJdHqu00HRWvUqXPVe6hn9qB2MDtYdMJrIrsVcvgvX+VYyDS4ULq7uS/jMTRr4KNuWjoTLOCNufbvFOq0DvaxlzuZmrn7AFt8NRpJuPT1Y1jDfh9P2zkbj6lXWRmoDFQGKgOVgcpAZaAyUBn4Kgb0Xfar8llM5vn388Wprw4QGrzq51vmUwv4lnz+Rh4wmrimoql32l2k1FzP5lLvRi55f+b07ReViwJCJXhW70njhALpDp2HDNnuJL2d9l94z5WlanfezZpe/rX6qcv1YO2v1bVej68Pv2X0nkObG+7MuL1Pd4+Hkme6/m5fFA7eneVjTO9T6CTvoO88RWzxt8XmlGS+wsnjKjxJC3rAmtmz8bW5Z4/tLnA5AcpKLFu9Z2RaVuSlTuSQgdqDPquMrGcttnQSBmDb6tutfr5DvQTuHtdndz/kP/Ocm3zMI57WvDK+H/odepjED5rujbkfz3Bw9kQhAnhi9obh8zl9Q9IfD/F07TAAH8/0swk0nw1/ffQaoTJQGagMVAYqA5WBykBl4HcywG0QN4D8JernKyCbPguSMu4k+CotOH/9DPrxDwkyAlvDL9nSD7b6ed1OHAafRG0G7XW/Uw/4B9P+cZsftXgIgXxuPZ67pcVOYgsltsx5btM8N3mTBZyVMAo15ReSkasSUQziPHFPBqxtrrHFnJyLfOLgyTB+A7Jz4d1H0zbmAhKcHZ+aSljyp5g2rHGjsEDijYebGWtLSPS4mNA4EZQI+FziXCZeQDGQEhcf8CoE35IXRzPWl1ghfSUaY2DF5IQhIsAz5xiS9gluCxfilHoBG4jP9xKF5eWqNphrs8V5fGuskX52vfhzxVHVum5cXlENUDAA9424R7IGwNhzATvppZXVvrHYz9JHXmkTHZlIA/pTr/IpAz1dQXWvP53zboPVvKbr/+7kjsXz/vyxXlJFlKn2Ho/hZ+ecPf5/gy28cT0Cn8yXtTg7PrWBqV/6qJeYU9A/tf/eNjsfvJZhXL/kglMBXerXH5Hrl2YJhyDuF7TZdOh7nAV2pcznN9g16dH49R3y6LP2VAa+hYGaR2WgMlAZqAxUBioDlYEXGchbi5Ryx10iTxukpkD9FDKzlK/mkX74SRu86u/5fKKUUZ/PuNKivFkjq7NjlT67fzVA/YCRBO09kbFP7Jkn2/xxwzQfXV1Hjsw8pbx1p0f4VEvnjRPjiPMT50R+bpY35NLkXflZQs0XDvwG5INYdurDfFt/dQFHNuxnMM5pZLKpgesSy2xhtTy6KdiLRvqtLDyQCYjGL3ljrcByuj23nFdg2fCkEcWLOCmX3MI0WBo/v1+n8dTpH2zDqbi3f6oNXeLEo/tPTd7spjVGP9H1l7ti94AvSPPpsrL+ib35ap7W1oBJf5i+xMHTpB48/aaOpaqP1ABTMAv0NcfAET+nzikLlM5nCnkuxyB7sGwxHUl/8d1CMZBTm7PbCjNySUyyzvpCx2JqSN+lICC4NMiXOT+/3vLcYU3PKpi9Cp75I2aCvfXM/jeMU0diS75beNri52ob8pzinbdbh+oj4SMT+fwGB+bmfkbWH4APEFinVAYqA7+BgZpjZaAyUBmoDFQGXmWAb+qJ9EU7db5KC/FXmZLZ/SaZN3R8qQ8obpmdmqMj7ZFpnwbcdEcf9/M9hnYaSa751/DiES41mTihy7LULW5seHSTkMHLRx8p1me7M/hJwAErG7kW+W/3tmRJbuVY1o1UoHJoTR94WzPqxogIupbFfXLXJqaww5dNXmQMV1PAo7c3xbpZ0/6TbCcz9zSZe9OEEmrGwSqFMryN1oyp/Qg5AXJFxt6j9gG94UFBKHwnTFUb/3pygF3y4l8JgnTu2veAGkHmleN7ZM7NmkaSuhTrXuPdMz/4s/73nvdo7BDW/z3Rroky4tiJQVUAHaAD9CtBDIHzY/QDUiTVBY4xdknXXHv3+E86NuYLcm1ujI32WhNdf/mt4fqZGPF/TtXxw29zM378BWb3deQcAudE2uqFNS2xdR52W1D6LvbwlqkX2JABGcEz/+KM9j0Ma6Fz796xX4tzEx+JJRc5njJj016as6+f2gD1Rq2E2OfisDX8lsDRqzmQPjAVFTXhtAe+Qd98uyCv4TNE0V3XzRKmz23yA3bgupL++W4h9287XJFiHSXJPfMIqT7WIoD+BOnnidmT4W7lHbK3Bn7i8XcNd/Wb9lOH87JnTbd6cxkHNMF7SMSxtDSlHTaACXJl7Ots0/d9eM47NYDvy/31jFijxOvePuOB6xeYj87nbol5q7Ve9i8obdg1ZbvqlYHKQGWgMlAZ+P0M1AoqA5WBysDpDPBFPG83kJMAM10Ti8ubfNEPbIi0lC79VArCl+6QdQwe6RsaOxX8gJyGzg179/BJEeNBZY6eJYmyzxc1wkOgn45I7PP2aO3FQyI3RaFuiEg8TnneEz6ecKhQhCudRXzTvAR+SoMDeoYJHl0OqAv/4ZtY6jt04PnQxNEk8iILgN6SWyDNNBK5Znuf5IGLPFhI6t83/XRrWANn5YOvgGqDv+meGv2gfno12xySFw86kNtmfI/V83WC/dhhShpd4sojzoW5eNoAEbfPgfM8bPt2jF309oYQF2W+3y2cJox12O9ibQY/+vIjcIcvIPbiFHjgOtm5a/R8eKwnI9cfuTsj7RnOTfbOrvl97N3x1ick9+tWB0c/MU0FieFPRN4Vk89CsDyJKsCyxdIIfhNLNlf1Ezc/M9F3x9mzzbXWU/904cKL7/VTm+9p+xtSeT0Gl6uO0/3pEh2UM/HFzn62P8JOk7EDzCn9/FaduhK/tYa1vGOt+nVbs/vdY+xGVnF/FczMayT3Rfs91BmVgcpAZaAyUBmoDFQGvpSBmlZloDJwjAFuunk4GpAL2oAfeFKq+4KDWxKhFeKvyC8IscMltepeMh7noO+YusnUdbfqqtV1LwdM7RE2eZkYyZ8lJkPvbpbcuWqM2lhX8kNellC3f4gJlsIw1lmaoXvklD1Iu+gVt+HyTQxYkhpHtulzHtMHYujAGzVxDufUzqsZfSD7j0rXxIDWlliW/PXrq24DMhsO7BJD50XKj4ITqxHdyIvCfNCtChyil/rQea7Sr+uwzrne50bZ4Y3zRRjy2jH1N5pSZyK4P7cIzhHAtUGsDs590DoFG9C1fvc7dfCx+7ur2Jq9VjWKRQqxh9bkVr/Vbo0B9hhYs/nk2DfntsQL1yTyjmuVPvpoSwzmpT50PlHwgc/Agi2nT/yAMhnv5vKu80lGbZxbE6MvaCo1ZaEc465G6qkHfkE67fnI5k7Z5dpNYk067Zz3pf1BxkRAsrfOjovvyzF8R7g80tcFyHVNuZYgNiXWbD87Vp5TmQmZp75d4ol9Hdg+rVpWBioDlYHKQGWgMlAZqAxUBr6agc8lx53j56KPIm9J5ZnN7XbAbEPaAAAQAElEQVS/0RhspZQ356OgGxp4BGmK/oq/9LMuibJuMR1Vmd1jkmIqamJqv7+tCDhjYvyLHLUjYkoGLsCM+0zj1Gg4BYNTAg+NF5Rz/LRta4BERh7JGTDwdpBJD0QRn5RA0dWpdAK1JlPUc+FBTHBViEkxhEpcFfK7/E4IeEju2fjDhIs73pwPmyErKvXse5d8c9lXlvVVpVyYDK7z4T5b5/rvH9tWzZ3Mttkes0r/KY95eXUWnLu7ufurrr5+vrtHne5ujVt9fSkD7ElSiyXKBh0JDcx15zCS64jMUL8SrX1zdo+UkS0/uD+OrPbEYKt3IDEc+BsaVakMiIHpHlHXpYc7P8NuDZE7NuXWec/t9mTx3Fu1qAxUBioDlYHKQGWgMlAZqAycxABffZ2/ai3+PVz+cINcwknhN7i5yUaIH/Ek1XrLwY+zBXigmeAvPK0YQ6dvCuwz15LH2+1f/DjWcW/9v5C07qUHWe6MdM0979xs8ZAkoIlDu9ct1rm7NWllVOYkk43H1CyimMX62OaXaxogGyQrq5RswGZPj4aw92ON/YjHRvuadTGj18W7BWzPq+Dt2TSVZSDt0EG2X5FRgZzBV+hyhk59rWptVfNNN8Bt1KrBQweeG3P/MZ+Fm7s/9UxOkZu5sir86SmtCwanwM56tXJ0E/JApy/bM1JlYAWwTAyW6pCJKjDVYCFN+8lVXOumElytfwHX9cBvN2u8ETRo+1/M8tYsYBbxQqfP5l8aiv0W+eBg3uyhl5p5+JdQ0lbCtTYlbhZnkmptrJVOXqIhcg35EOG1jlZ88gcy7m6u/ZKgPz037rYEd/bcMhoR1qhGs8ZKqNtAN//HvHEzd10zuj9oyGumnf7q84ic3Lr/VPCtlyYpKNebubWSJmm/+MU6Trls4LkR34K7m7ub3szU3g3b97opVuva28BYi33zn1njkXPGZRhS8dzVEtxdZbqidtL9dWlPXzdZlFDzxKNt/+mcEfiuox2La/dxXQ3tRn1zmP3s0fnY9+NvK7wR+4p1c1MmrSkrya2zN9r1561Zo7VsYpK7S59HozrWEA4mb6527J3WFv0aXP40cb1Aj5qZaO95ce0kbkp3Xa+UE33uPuT9LBv3u617pze9dPdn0y8fd/ehFvdSb9XfGvV2aNX2wI91/+Nzh1rKJF3XnTk0fX9p+w6d/Ny7vN1dpYwxzTXtZWgdml66dW03pDfyI1jxir0yiYHdAI0V5m9XyU9XHnP3GfyYNT8631Svaa8ru1Zwd5V7h3tjXoDzEtiHXvHZq+9Y7j5kQJ+7m7sPfUsKNSbSppyVYynl1IC7S4inlhGLl2s/uLs1kuTQtnwu2aUv9y4P905Og7muzx26cfdeNq3x/X9qP2279/a9bCRLTO0/3S5zQ1/OZ32k1TCQiM/YVh9YN8GsoestcHfzxodYnGeg6yCPRNog6ess9r5THijnHfdWeql6ZaAyUBmoDFQGKgOVgcpAZeAKBvIb+xW+f7FPbgvmcFZJN93oDv61Buj4vt+s0LoIineR5y9x27MZdeYDhb4vMiz16Bi9rY+OTN/aIC+QQe96anq4Yqmn1Ylyoyse4rTFQ56N014wi4XePx+qwP6ZszNedcV8kM7RQbbfKYmbKOMeZLp0sV8nKBhmktnQuFB5V5yyhLWYnN+l7d/TR8v8tvLWOH9bEn8mUPcAlJVsjYfA+wq7Zi3cGyMjs2v8X+fXhtfWzN3d3H2Y91cVfiAFrrUFf7XOv1xXd07yxxnrVWI3/aFlfcZ7RsnrPZHOjcLVgR+3T/O6RgTBwGnBqqPfx8D1G8D9jBiv++i+//y+FXqacTWoDFQGKgOVgcpAZaAyUBmoDJzHAF+b+fKdOM/zt3miwkY3zEhAftc+3Ci5RSfifpArmJ+pguYHHnqpNerXlGV/D9M2d7iebHjbGL6BFZrFi94mtPKNnEDZd9exT9x7n2sZq5+rvJ7PWbfAYwlTvcZfWYf09clvGHWtKzwCdKPmEi/mgF/YdMUB6+7EB7yUWJ+weRSX/MEGOQBTPuSmiJt9zBkyv8SczWwfk2YHzulML9SaoVLm2PmSCKw2SP38KGOPxBJYYM6r8eAFLWIJxIqYF4SoLpcZgPO8PsVnxbLpkRGXb9DcGnNiLcRo5BxI/PqDM1Vl3+ug496a15gQ/MwPH+1t9QNhK85bnV/IZT9inxyWDRZGmKcCY670BatXultNBhK/5riJ7yuS9dZ0HtkXvlh7cH5qXc2uuv185x/2qOU0TnvkUiqML429q5/vdmAuHrm7zv/AnMGmPtYWbDI+bBS59rPZV726TVyf3rY8vtAKasCW1LALsBhbJuywGZ0rBNkx9xLTSEiJ6Pywiz4Tyryh9OZmoOx/0COf7NWEyA2Zfdsl51Himk+A7blUy8rAFQxUn5WBykBloDJQGagMVAYuYuDYF/CLkjndLTcngJuTm7y31sajST3ZMfObtcDOfnWRzFo5lr6HYqZoVnfQKNH17n3nfpD6kXjbO/+Zfevdv5RrVWfLXVnWPUwkqngY2lsU7BNb7M+3IesSZEObfWOmlmp15Pmhd3lkbROsQeSnfT3IXd6WjbW8OncYR0POIRgyEzcDrH8xBPrmVjHUtnXCRjtSKaEV7Vez1+Cw75lzGXPXqJibtLkP710erCktpqZEvx6XFdenjn/QN/vdla3/uPy75ce1QXs7zq/zdzQeOWe4brT6bFoiUhmsnN1Ls76vP+hsOY/cWtUbdRdp0gZFl1TsJRaOVsOJBZPFbvi3/lzudN5h28Yvusc9O1pKcIf1VlNSCsj90fq3xvpNdqLjN6Wr80Df0JT0477/rjLYa+SYoH1WhpxxYPAnPgZ9SZENuZAHP75ybVkyPav/8HnG5wcoEiFvmtSQoD0LjMHDIKyBHEAH2d4v4XE21JwrrUFysnnOnJ/aZ/D3T3yyF66gA/8A/4ErghzyqaIPzfsdk4bzQ2XWH4B/x5rVLCsDlYHNDFTDykBloDJQGagMnMWAvi3HgznknE++Sgvxl5qScya/qI8bsrhR6HPmx8nu/yMnbtnUy009kLrzgEFu6gOaO7R73eLBBL4TGnhyjHzFrSt5TpFOiJj6ukweUrKyEUuuQ65PXx2Vi3iIDs9dpdnTtfQYTvPpM+OBUgkNPB4Db49D0x5XB5CIAx1Y7t+UMbrvjYypaQo49PjPid9Uzz+dTe0+xyNr5pY8TfWR8WJjnOPUp9pByuL0pwNMd9z0MFVt8dfb7CRg/as3wHi0fzWsISyBq5mQ2h3qkEnMggV0yxhdQ3aaTbHSXj1wiat5KINhH0rvg3kvEewDZKAciI4X3jIuHPZ+yZF4g3zB/dOpEJO8D/LprIMGFAhyuvQ4Z7Nd5V9koOH6mYhPj3OrvMW/QG2sDak91bvX1aPXTGNS70NqXHkQucSWWHts8K1iWv0ArGuzhN3UTAyeOLcGyGAYuCvMDdy79mvEUB6W1w+uZeHlfi21sInOr3nj0he1+76U+E7jmpxy3+xXrEmUtU/gq9RpL0Mp2xSxbJqCZ4kvO7K2lI/psX7se+p6HH3W4/pO18GCiPewQK7kDcjdNrzIjD0XkH1KqXGkL/wNiBHrKlNQfNjkpe7u2iGK2c8SE4vrmuSc3ok95K1EO53rRwc3ZFp3ktzxgW3XM32XIwwSwcTUhja+S9D3HkRq7wn19VFYxykyaa1kqk8lnIaRNsgV+xn/5IkEEesNb3AACIV0BW8EY1+HpFpgH3qV55DIj3ubTIWMU98uKQuUMz5ZYZlH1SsDlYHKQGWgMvA6A9VDZaAyUBk4nYGNX7z1ff300B9yyA1DCT3+VSb9zcnopkTdOw6YBDkF3YO3A75jXno6V0btckkIdKncIg6g/Qra+FdHbq24bIME1Q8RahvyiPOYix9haX4UdB+M0PfmaVqGoTbQ1aS8yHHmQdT2wHjebr1kSU7KJjLhQUS3v9M3UqOR65KHs/uJWWLsf3GdigFmK+uoKTbq2MWpLWIFFB8uLaIqOpyBSTRs6SplN4/eE6A8zPAu6PxhTfGfOCFCdfFNDMR69wmVet/15wTnVCLOtXMr1FljnDM6g0MueceOc2pp/LR+Ap3mbMnRfeNQO3V1uPcvzZz2k27M7QdC3++mn43QSrDeqL8E1Jw8fiTldwZlbROzcfXdbrb/+zrZu2TF+g2gYzOSCCSTUqJfA/ZZQO7JWWLTQWYBFY2Mrwz9THX1mr5JaHDqV13D+FjRWmsw5+vrx3j4gpauDqvX6eWQzMxMx1bUmxhGwlTFxRdKJCMp0YGMuFaVoPvNiP2g1JBvDv3nwsUuEZe6Te1u3U6ukDXSrrGMc6Z7pb3ZXWfbvQ+TSGxofFI5NxE4T9QfgD+5rjV2ZaAyUBmoDFQGKgOnMVAdVQauY4CbhEQZhVsYkH18tQbZPkcSudH9QIL2OZ7nvfAQo8S81Zm9cCbEv3KRPOg6+Vmcjn+waDA/UHKBPm+1vdd16+t62sI6+kM+WugFV2G/MLan2xWihPEvjyIPcR9yj7dHW1dXoI9jqtXKGBq/5uBcBOveqV2VkpGxZ2x4wJW9dtGL3ABxvIiBfgc5YVEYfJU6ZJrrO8nOtYeASU6GLmwOWV0Y45lr1lagbvDM/OA4p1OJg25+8TRxrGuo8dAZ+Ysr2ZQ6eykRV61NszYbca6CRjFAToTl1P+0VN1xrQrJdWSpWq7KYGl8uX/f+aoY5LLs7utG9FEQOaWMxte/wfO2JLfU5TICrX45ab2xm+RNMr5ebAtzsZXqXbl+kHvgQBbxnaV1fZ9aO3/slFdUIa6R5IvTbdCMF84rKgOGjwFu/N/kmHG1bFX/7fLlVhWK81hxtwaP/dnTjYu47NgtqR7snlgnfAED3fpvT8S1VZhz9orjF58Bxdie0bIlviLXk/wtR/rgSF5zXkyB68eLLur0ykBloDJQGagMVAYqA5WBysBFDPDN/rnrky24i5hiIcSQ36AsGNbuZDSZiPY30qbEuJnMPK+QHo+JFOgK55/2SVlgyMMH7TXlLD/KYpSf2rEeyE+B2hKfymFjXLgDG82pCtOU6KdiRy6nxq3OPsfAZZvpcyV9MvIqnauD52ftjRs433PpsTX3tUehXhqfqhPXm0Y1NvN+2/nuV3vd3dw7vOKL9EDpw8vGl+juHvVmOr663mm1LKkZLFtMR3za8Z9ou7u5+3W17lsE/UBrs7AixULdmTc/AOeUnYnltLfK/ZV6fz12b8zdhU6+Ne31YJtGfZOVqT63RnVafV3CAOsQ2Hm6YF7i1eTw1V0ZCk8kVjQ/p16XSPO5omrkykBloDJQGagMVAYqA5WBysAyA3xB5z+Ta3buV9bbrbVH3OzW/gt0NwURXclNpbqG4yYNkJ9LP/do29ZAekUH2T4q8TEHFW/517kNN/sqncqOxinnyZW1oiiggaHd68Zftw7r/CSq1k/E6Eh+5ETHTf5B2940VqKzaly6XQAAEABJREFUayd8asrjocT+7/903XIXf9fftc55xyc/LrviIMHI80x/5n1T/iDbIcUFfQPUHvlbacR8+UQyf8X06RB1UVNA1tmmvlYPU1qt7U17qjVGZHDoYG6jtdVDtzaRa/tP/Z2+5ppayVHGxn4HrTZNezNrxR0w9iJYc7Qy1mpM6Q37XZ7VowB67w50rFRPGnYDr7279rz9Cx9Rp7cmys3dBZ1TKpL+MNj55rKXu+H6MLTpF0ZHo9Ee7j/mgt7N3TvIGF8Srx9ap0b+GxWaeN3pugdXbY0Alx3Ye/+62lSjaR0CC2603WwJbIeFaZrTdtA+5fPrn9b65ve47h2/S/PP6ndvzL2L5X6X6b+FmxUs1Z79Hv6J8QhiKKQE51BCzRMP1pTrobsPXmk3aoOh86DijRv7Zw6uMXc39x5qt82P2Y+AdEk799XIHedjolFsciMXa9yUjA6/Q32M78HgS3PD54zEJuBmusqb2VXr+0+X/X/hnzTMXO07rBUjsydil497Y16A6w7tlOgJaxoV05h7wq18ubs1fEhaa4/1NurrD64pvXpUeFesta5YxFyAu5v7Mgw/Pdw7u8Zc3R2k2Bzc3eKludDL+Y6Mvje9ubs59efe8gzcSOng7rLpIMVAcKe8qcu9G3PvpPWvmzcG+qa15gI+s+c9khxARnPv8qRuQA2JRmMB5RpSbVcdIzSaLzCnlWy1p1tdi9qQqlF9jGmqNegK7L2UevrRKFBjbj/W2I835k5+kk2H1ky8A+VmoFEbqM812OgNME9Qj6x47yAv8uzWaAx44+Yu2I+5wOeDxUuW3hjnr+tcanX/2OozOYYufHN9BoBGuSCBxXr8WCtp1ij6HY3sATYmjjS4euAvIFtX7YOxrkGOW3V42a/2mYe7m7sPLt191B4GesW9G3fvZN89CHIFjcZ/hGFgRnF3ncMWcPcZi+/t0haMfxnu7sGX+1h2564bPJRwb8wL2MUvRbOG/ym/n4g7znMufJzTbtYCGURbsjvMnA5bf2ECsELyOXiLiWqF7D7fGT8VbbPTHfYqtJ/l7uYuaIG5znhw1pgvyH7aomgWR+pAZaAyUBmoDFQGKgOVgcpAZeA/xoBvqlc3DAY2Gf8aI2oHmXCpZ99b5Bq1a2MnJce9oO61TvK24CZuCrnhZLxkutQZ+z0gc5AZ3/XUXGdN6ml1gtzpIjJ4wz4iBNBji5UMI5uV8WNDV3jFJ8iM0DlXst1Jejtt8b0jZXF4/8CGmPudfmTGOjWMgo+k9kVB/4sccO28aAmmdOp0mnZdFHnWbRMPO5WEjlmDkzrdM0DKkxw/ceONm3uHu2nJuKsbSJx4NIoJ3M/3vT3N98VuvBHPjVLrYrp3Uh37jo3TWEFgxoSE/YoX2T5LtKtt3qoc+/geGxUzaswnT29RADMA3ct4brE89/yRIv3TnbOeCZw3/DCscwv923DGqri7+ag+L8os9aK7qscYuHLj7sroaxLZlfURYz4Rj8z72jk1scpAZaAyUBmoDFQGKgOVgcrAEQb40e/xB42pJ24UEtOx39y+18Qt7gB1u7kK47ZBiB8u1Tz1kN+IkXFOdT44wzsYOrYouyc8d+p2G6r1+JNmBQmZPDz3MWsRa4OP2dG3daqae31EpTZTXiEZpfNz8NjT1v21vHRpSkb5kWNAzbcert+IC7wYO69jSPCiu4fpynS8vsGZ+GP/xRpLz76H2ed3hMeIrbjEjzWN3vr2Rgbc3dz9jRH/K6HEKfs6zinpJ5aNt0B/znBtvMk/TSD18MH8xC4nTgaJXTMPGsOArh3BL/Kgm34aHIK+GYJ/7RrKpjfyAZuMTzSidnCiy5ErfFMXGA2c2xjIJ47AucPnwxCFPMDQ8VRhNzIDPDO+WfcN76ZrIXhm/y3j0Aa+JZ+lPPhOA8gVLNk99msvaG0e+/f2sAvwhQR7579mT83gNS+Ps/EJHkf09VSdXMslZg5xwPmVmLG4uitXYyn/ffFVz2ifyDu1xeeD9H3Otln3bpc5xg15AfR3gcQUk/oTL4TuvcW9V5zDL/iaTsU3sHUSp9P+E224HvCfqLgW+V9hoNZZGagMVAYqA5WBykBl4BADcePwdCZ3FmBqeFNHCTV/1UFNJd6dPNxlfOnbFmN/khniycx4XigbZXLJvWSXhhv/CSpiWTxsuKpo2/BSpfnQPeSGKTMmXV33h0XyavRZ+FRLT2dcP37PTH1r101Uw3tKi5yU3yDPSUdhYmWtf7fZFwwJ4sZ6ZCZprtGOx+xYkxhPxqkVUC++Z0wmM+abzCuBL/BoTW/icfTaHli/NsIW7yVPqW+Zt25DbWDd6u+Pjjj4++Vy9uva0F072U1nl6xzVdfoVjBw0D2ZrWGf21xjPXzeN/GANVmLg5Ou/1xrwb5Esl5mZT7o34H47FCKyGMZucEJODZ/z6x/Nuxj/WjRxg+xNrxypVc/lgfrI4rWT+ermWTgiI/3zolMtb6tsBR5ZSimsDeYj6/ouOiNOCBilUkROBGxy0E6RoN0bAeuerS6TvCfjr3pWhnXzO1ePmqZ1afcmkzYq/YHvsMBA6G8/02hR0FJdNRxbzCUuPcuaVwhsE45DbQ071g/vEYkhSHqES+cD4k98zNeziWXh+tiGu1x/AFb0gQP+W/KReRvsvv9Ru/4RvX7WaoVVAYqA7+AgZpiZaAyUBmoDFQG9jHAF+GEx12Dy8EU6oqDW7SlMRkwJPH7DuritqlEVqGihjtC6fEX0DCW49sls3kmFtC0od3r3QM7cklo4MUjYqmslFvdcTMctkoSXS6iecYbvsJn7xvdhr0Ht8DmX3rgtMiTHnTOT3rWq4zwq4dad9/P5jyOy4uxVaagPm9vqvBmTftPsn2cvLmHuTdZl1AzjhXeYvz+FjmqiSS/qBsOBmjwhUNLa7nnkKaqbTh3yjxVDwbApCfcjClZZTFia69GewCkjasNqBGEH3ynwQ6Zc+HsAdSmWIYMFI7hlL1VdP09lTXl/2NQ8CaqDb5U6FSq6/DRiHjg8hC4NdpnjVr/tYPqqTvxt+tnR3ENtf46ena1+OeHjFtzs///f7jq7I8w3ee0n3lhFaeIOe2P2e3/hWrT60nfexdHtNw3Kam5xLxPnX42RVo2MwVjuzaeY12NrmafT3weqBlXEqQQ11fJU48+XnCM/uiczw3wOPLYQ9pj4LPDjQ+0fkrawBl6332eiM+cXBB2d2Otarz1iFSgexKxVXuKsFU/VUg8OW4aF6IoPP3r2nr/hoO0piAvMmWvhqRjAVAGD6xbIk2Zj44P5JUgFmBfiu0uVAQmwwSZonfDFnui1w8I4nCN/CcCiW3aUabzs1XbtK8szk/FDHkgwMVToIe8p8iwjkE2Ckk3c4quGVV1w8GAGZMTushjhMLnYv5usVJRh+yREv3R582aAfbI4EiWtLXGFheB3jZqtFNf3d4yYz9HfYP3Mib6MDAozAFDxw5FFRrxns8ndokdQU4y1TIaSxOQz2hL5kEdqS/Jck7omtQIxvqGzBrtz7yCLxa6qIgqi2ZVKwOVgcpAZaAy8AsZqClXBioDlYFTGIjbAnlKKXV08E0a0IkNUsgbRSRQ1+84shbJvFNAmtpDAUWdQ98xBU8gZ6NHOOMWWLiAO2JkvE1SE7gXDGgCUuLUA5/cdMMy6JwrcKfovdTVvPwQ9yeuATUFVAa1xp07/mN9iXW0ILwendvNwwM5wT+ZoPMvOvT4pTOId41ErtF4w1tkpTid7N7VFH88m5D20pH+omZ8vuTN4uoQPuUL/qKj9Al3ibL/P6DDS5QpbmLtUkbnuW+4fuD+3BDf620g+ntTPC+z/nrEOcV19DzHvSf5l9/ux4xWW+occrk25DUHvQ82EuzhxGggG0sTc/xlqVrhFaQv9O6LSfbsklnzrkkjY60HOYz6PttgGRJHM1FV2mVHZy/Mm+0mktZVF+BWP9iQN2uCBLNTys7ckMiyH5eg7JvqMQcjgT30Zes4Tbdsww0o+x50lfXQ13cwF/TNy8RNnmM9JR/jsQBAg9ODtQDT/l1tCLhZKz+AfwXMdCK69hv6XwRVJ57X589N3mSRObNPBqzGZoZ2GOeu9XppT1fZflHHHXnlfkYecRl+NBEpsfsgh8TzyZ9ZX6K6zjFXgkBiOKgb7qhh6HyidD66d5Nf44Uj5B9G/QH4Dy9uLa0yUBmoDFQGKgP/BQZqjZWBsxjgng9s98dXabB9xnda6iaIO6dE3gy9LVk4FPgrbD2wuyqsIjz3rhtA9kBAiSAlTj3wGZBXMa93DgWOBw5IesmW/j1gDtgz53xbsg+oFOo09hXMX7y+RozAck2uIXICMIWkT91vOPRgKR6BR+QiHhmUKIZOUNNzo/UAr7pMf8GdfFpwrpouX99XM79oPnWDwX1yMXScqri8JRRJrf/aQdVCcC75sfLfFVtxuIZeVq/86xy+6XO/FSxgL7/awkOpF90bVHLbYHbYRGcSvAJxYAGcvZCxps5dZ+/XS/yvQTVHPms2V4wprurnQXri3Cid/3N9rnlzM/HYqiYbYW3OwpjW1DUEJJ4cWAnDOfvE/E3DkY7SelO4y8LELurX463laC+V/4UVpaAaW3MR6xpLqc5LD4WzxJmBuGaBJZ9wDZbGdbJpqBWwYpWkvvEgKjgcUmtoYHCAN9VBXyKuI4PBywoRXJTBe+qLToccFi1eHlAqWkbVTJ3EQw5eGQVkis0w8CaFmMReDkd2y6NLI/gE+AdLdn+j/+9X+DfWqVZRGagMVAYqA5WBykBl4D/PQNs+fL0/zAlf95cnEwcsWwwjG80G+69SShbQE2WS5xWIJ5De0XmQke1vk3NsnJUjvg0CRg7pAKPO39egBDBkHtUOrW9QMqOUn8+JTBKvZ+OOr7Efbxpzf+wfW21osbZgyXRtjDknpICbT8Pdg0/3Tn46Hz4fwafzuDq+e8H3s712ejJ+ikfSnsOy83PiLvonmRjcFgfzEjF18lZ6KvXSrPSBXo59Tidb8KEMPkUEccEpZX+Qv1PyP+hkxN97OXD30eeRe9c+WMmvmMaPZ+NERwswHnqp5S/N/g2TYQ4cz5XZ4LiHnTMvMn/vWpfRSv2i4uK2c2mV1uMzC1yV2Zrfe2ZkAErrHE1Zji3pUx9Ldn+tv/lrBdV6KgOVgcpAZaAyUBmoDFQG/i4DN/0I/OpDbr4Az90o8GNkqycKbXuzO1rpwHq5dtsgz/FXs+/lH05K7IuunG2ODbyoVvGhytWQHv968SZ9/8Hsjt+7t2jLFWMWvJGLOiwl+hrKMWro4HIYKIel859rA22/h1JqaHTw19ggfOBrNPpagwzTN1Wi3xlJ33AMst1LOALBT8zWQGON//RwSSLY219ELfnKNvW1ehDZWmM3b/TwgZGz0rvJEcBnI33bEXnKNKTWV+qpBy5bpZTo1pc8zdw1YDdrJBrx0diPhtWwx1erLsBoQl2LB3vbfto+Bm51HSbqfnEAAAxOSURBVPObsQYg6l2cvT4Q8Vuz9DFt246X3FhyMyefuWrEobtHne7+zPwPjQdzQ92U3sGj77cU6t7l6z4v1+rgnGHcG0dcAnfX+elGDPdObyRd11nX+RoSPfvQm95+g5RzW4WNXzfTdVOxzCWlj0dPaI0+U/ypw1YWc1D36OBawXUHoOeg9xyZ5BzwnbZXSFcyhHYl1uk/SgO4pOrPi5KNX5oW179x72PL3c39EXJugYcpfDZQNRKkQZOKma7jdtLL3WfzG9aliDNLBeStQp9pjXIX3Btz4Sdg9uN8LnXgXxnjvwj3FtXdzf0RjfqA++OYN26xdiEb6Y9ouA4I5hoTfICbu6C5LlxVpLsrRbd8wS9QpwF3jzxM65JwbzTU2I/dkfNnpatX81vVAdzd3F2zO8Q5orZd+brpXAnczPs4rny8MQu4mztQO6R0Veg9bOXVyJ5hbzRHa+mCtY2+Q6mtgeQzpbo0ZgFXWoC+q+CuIuXc3c3dzZRn5KK+PBr1l3DNaYQfa8RAYy69RM67NWZAZVgixzyVWXlTL5CIAx1E4/Q3dzf3O6YB3DXWdGikP47/aD6Qjcbd7xJbFz82XJjEhKuWhL67Y3MmXM7YN/o4MiRtdQ2Hu5v7HcPARgUOEu4epVEeSBcRl1IFMzfTnjftlzCOmsWB5QsdZHufbHXutnrG4u7mrnx0P54eMs9O/ljD+WeNhl1QWnonxQ5q6HBdjxqt2Y+AVNfskXPcPeJao9iCO+0m+tx9du5v7WSNQZl/UzaqXhmoDFQGKgOVgcpAZaAyUBn4Vga4cfhcbhtuDLjD+FyCfyfyYR7va3TXfgMtFAx+Q67LOcI5SIu7nppuuC31tHpBHpwaGbyBbkKA7rHFwWT7aZFzr6+JLp6Z++MM966v0UMPO/BiNsip6CDb/zXZiE9v3BLX18/qgoyEDrr2LR6s3dtd7997b9yt0f/sbS9XpITUjxxcO68PTJXXR/mGCN92npT5sArgG3jam0PmnfJxflnp4+hv7qFmkDWgg2xfK909Pvfj+ig95dlRv2X9/OzCNvv7XORpip9fi89nMOXkWfv56qUFEjzzePb4J2KWNXw6fplLoZ+51b60RLPrE/szPwBbfVUGKgOVgcpAZaAyUBmoDFQGDjPA3QU47OAXT+Smo8S7S+GWJOOjH4nP2oEjc8dzXG4im16OR19vDb7xL3R/9i2FvzI3yYMhIu9D0+G8R/zl98EE+mlRn/SUFn+CLP8h6dXgB4/gSfHzL+4tfkxSfurrDukn8ND52vLu+o24wJYpO2yiXu0LJDXvmDprqkzjMUXKByMGHjrpEK/BNfrr+DoPi3Xvy9S9MX+Am/d9+7y907pRMCDxlw6uWwnzorKLauXaU6BVzJtgOndu+mGnLTI4Q3XFasCt0UeRcIbTWR+NeoHE3KEcqHFu6Mo+j/Pqx9wTjXn0zcsrc+l8uwSQ+FVHo2zJG0hdODiVbjJhH98WbH53NzwAFWngO6qBd7A9m+O5M5PvG2B7vG2W+OR7DBJsm/WaFbzlXnU1fnStJAfg2sjAJFn11yI9n00enD/gufUOC9VlYGEKNYKF4a/vdn2+gG2JagcHF5LbJhy2glP2DbKLxjs9E5d0g0l3NhkC2S6ltqaBsu9RZzZxJ5L70hKPEy/vIfdW339Ma/hKMPxw3txecXLZ3OT+/ABlvUQ5P0L1WBl4LwM1WmWgMlAZqAxUBioDlYGDDHBLMMVBV7922qfr5/Ykc5DO/edmLnNeKTdPnjXkvj+8KQ/krNELnfiMGPgXxq4YHfdsa8Fbj20TTrci8xLKpnvowMMD/jNi3upxKL2nh97lkAcA8J/yYXL70HOog6UFpqrt6QtL8NRw1WDOA7UmqHnVwcogtJRgJYGxtiDXecXHXxxKTuACfaiRRmLofF3JtWz5MVB43eOv9PDmpPPMSkl4Vhx5MXTdNK6kcX6xoU6OF35VSyNwHp/sfpu7Ka+ZC3Kbh31WZTw4JU7i0VMr88Tj6Bk9CjC4yXyGjl+glPlvS5cqt1leb0Uuieuj/Y4IfFcIKN08M5BqPhx5biD/aSswTyK++SAfJrzQQQz8A/QXXG2fqs1xj6VGcZ2kH1DsEj/bA51rSaZ4hKsE7WUsrxY1gvHcZfux3RtbKymtDL0xwXEoOGXfIHO9xhbZwgpke5vEZ/hW8cjns5hBnJTPZ5xnoSTDWSfJYIC+p7RCDO98wwf7n/r5ARTcXWg0/KrmkPeR92ldve+IN679HRFrjMpAZaAycCoD1VlloDJQGagMVAaOMqAv/jxYDRz18dvn6aYn6p/jQjcl3DHxZCPArQPYX7M8Gc+xA5o+tHvd4saLXBIaeHqUOZf604mrBtwoAkoPuWq9b5Asw6cIQIJ9Hu7WHZc3rQy49+/TlEj8VbXWNeU+B2FNXfA1BfU5/39PemDWtP+UK5Yx5WNvkaOiI8nP8i/LqR9o7JXDNTnWRqUiTVUbMQbYJS/+FZ8X+WebGgH1KiUDexNgTsx3/RT1gJuNz1/rXuQCLq67C/a5d7gFmQFrHlCHqIrVT6mug4dbqx97QTq4yTPI9vulrhnD2qK/P4PrI7Jy1IYEOhNicSUJHvoN7XVwroDBE3EB/ksMBqcoTX999tstdtQpTsMJuZeIzvsbtQ6AW4bEa34XQMIv3Q94pYOcFI/Y7F/i6PNJVzY5VXxLqAczQQMXHn0+5AKGmm/3mJHrvfkujVTAfDzyTlxO0nwKL/YOK036iRd9/tbpN32+lDBdDe6w2VcrzkA5WLb5F7Ll2Bl6rFkftzhDBtfubu4FGukb0GgOTrxxhN10XUi0Ogl0GNBVIcaxAje9AeoGMfgFb8kTuc2no8RJuIdLuiap1xI5T92pzsi8BqScMXlDFzmO0eXjuqa6rp/UZF/4Yg+Leu037SwlSQ2RpnIOGW+3GGctS8SQ3jRN748HfsHjiHrwD4bVTi/KSHvfLKVs33KwXuTQyVa5wQXoT7zdWTA3EXs7G5JEaagxvGatktF+x1uXgWl/WqyBvfRinadIh0Sa07OvyspAZaAyUBmoDPwOBmqWlYHKQGXgNAb44p/Q3cFpfr/ZUdYpmXdHSFN7SNt7LWXfPCDwAHIqeoSLmzBxHzedObpHkm+JPXMntkoqb6KUkaFPLF5u4pOb+Mz4ZYfhgGwT0fGxt6yLOkF3867cYn0lP5aZWeSmNYZ/MiG/ls4P5nR1aMoL9HW/Gi98yUlwJ59Wnr+xxhr8Dx13Hrqiyzb0JLrR4++tHhIB9i3o4uD9uM868ygDrVnsdUm7+sVq94iYJ8cLn/IfknrAyTFG7tizYNTZN+gnPlBOcW3ph04VxEmHisUXEUAXEsSnBR26wsk8PjMku56z30vHqjvW4uwYf8jfmaWIejEeOw15puvf50tk6HPGBJ0VOgP4wyOz7rOmkzbzynMDGba9TZxGvX6WIEZADokl8YajFQe3AAwRMH/cDp7USS6AsW8DeSWG3Ehc62wDbPGFKecGctFoGBAZg/4dyvdl1PECn6wL+xkd2Y3MvbMCYG5svW+I8UAEHYneR3z2KE5Isur73ykmYXX2GX+MwR9i7E0DV9TPPCpFBvLGL+pUvZaI0T/7Vv4Y/GeLrIVVBioDlYHKQGWgMvD3GKgVVQYqA29igLunALcO4LW43ISVeM3b757NzelZFfBACuz3pzVtBf4SOeR+D3MzqA1ETlJ4GEiUOdt39imVe7hokFWJ+/ARjXpLGLwG0lvGyva50rWG+a9/nfO2dx+l9voZAn9gv69r69+fz2+bkfwh/QuTJy/whakdSolaAJPFN+eUzjFa14BYJYhy7Exj5jO4XKsqy2vWM/uXx4M/Ik49qWbGTAkFGEdHnohYO+JnvBN9H3FFPtSNjM8JcptzpHxjfG7svL7cB8hdXskf7JpUjb+XAe1DHXvzyzOWqezYvfO32H/SpqyLaye5UDNA/72gMrBcwXyNrDLIefgo29n/Wem6NoHPZrEcfeBWeRpYNp0d4XoN5gbTd8o5G4vPIK3dyGjUmJ32js7IIlIL7ZSQcmc+uBuUU3wfcsKag0OTn0+iVvB9Z+bz3KtFZaAyUBmoDFQGKgOVgcrAf5uBWv2nGPiC+6RPlV7jVga+noF6fn79EtUEKwNfx8B/7rrB49+vWwWz/9w6fOEa1JQqA5WBb2ag5nYZA1/6uXhZvf89x/8LAAD//4MUYuAAAAAGSURBVAMAIXzjQ2mBggQAAAAASUVORK5CYII=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431896" y="2700328"/>
            <a:ext cx="6739128" cy="28254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5300" dirty="0">
                <a:solidFill>
                  <a:srgbClr val="E06A4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Какие барьеры решаем:</a:t>
            </a:r>
            <a:endParaRPr lang="en-US" sz="5300" dirty="0"/>
          </a:p>
        </p:txBody>
      </p:sp>
      <p:sp>
        <p:nvSpPr>
          <p:cNvPr id="6" name="Text 1"/>
          <p:cNvSpPr/>
          <p:nvPr/>
        </p:nvSpPr>
        <p:spPr>
          <a:xfrm>
            <a:off x="1431925" y="4819650"/>
            <a:ext cx="9865360" cy="1216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457200" indent="-4572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altLang="en-US" sz="3500" dirty="0"/>
              <a:t>Шутим шутки </a:t>
            </a:r>
            <a:endParaRPr lang="ru-RU" altLang="en-US" sz="3500" dirty="0"/>
          </a:p>
          <a:p>
            <a:pPr marL="457200" indent="-4572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altLang="en-US" sz="3500" dirty="0"/>
              <a:t>Открываем </a:t>
            </a:r>
            <a:r>
              <a:rPr lang="en-US" altLang="en-US" sz="3500" dirty="0"/>
              <a:t>Google</a:t>
            </a:r>
            <a:endParaRPr lang="en-US" altLang="en-US" sz="3500" dirty="0"/>
          </a:p>
          <a:p>
            <a:pPr marL="457200" indent="-4572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altLang="en-US" sz="3500" dirty="0"/>
              <a:t>Ищем статьи в интернете</a:t>
            </a:r>
            <a:endParaRPr lang="ru-RU" altLang="en-US" sz="3500" dirty="0"/>
          </a:p>
          <a:p>
            <a:pPr marL="457200" indent="-4572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altLang="en-US" sz="3500" dirty="0"/>
              <a:t>Ищем в</a:t>
            </a:r>
            <a:r>
              <a:rPr lang="en-US" altLang="en-US" sz="3500" dirty="0"/>
              <a:t> Wikipedia</a:t>
            </a:r>
            <a:r>
              <a:rPr lang="ru-RU" altLang="en-US" sz="3500" dirty="0"/>
              <a:t>  и озвучиваем</a:t>
            </a:r>
            <a:endParaRPr lang="ru-RU" altLang="en-US" sz="3500" dirty="0"/>
          </a:p>
          <a:p>
            <a:pPr marL="457200" indent="-4572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altLang="en-US" sz="3500" dirty="0"/>
              <a:t>Озвучиваем время</a:t>
            </a:r>
            <a:endParaRPr lang="en-US" altLang="en-US" sz="3500" dirty="0"/>
          </a:p>
          <a:p>
            <a:pPr marL="0" indent="0" algn="l">
              <a:lnSpc>
                <a:spcPct val="110000"/>
              </a:lnSpc>
              <a:buNone/>
            </a:pPr>
            <a:endParaRPr lang="en-US" alt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torage.yandexcloud.net/prs-editor/themes/light-orange/columns-1.webp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  <p:pic>
        <p:nvPicPr>
          <p:cNvPr id="3" name="Image 1" descr="data:image/png;base64,iVBORw0KGgoAAAANSUhEUgAAB4AAAAQ4CAYAAADo08FDAAAQAElEQVR4Aezde4xsW34f9N/a3eec+5i545mJJ37HBmN5YpsQxyDjYBJbykMJI8XIAWOCIlmIhwFHQiJ/RHIAoZB/MMSJkAniaYFkO3GIHAhRUJCC8/AojJOJQyJhZpjBGY89L8/jzr33nNO1F2tVdfWp7q6u7uqux95rf2rqV/u99vp9dtmS5+vq0735+c/lzfVr5bh68/MMGPgO+A74DvgO+A74DvgO+A74DvgO+A74Doz2O+D/tvd/1/sO+A74DvgO+A74DvgO+A74DvgO+A5M5DvQhdeEBbROgAABAgQIECBAgAABAgQItC+gQwIECBAgQIAAAQIEpiQgAJ7S09YrgVUB6wQIECBAgAABAgQIECBAgED7AjokQIAAAQIECBCYnMCaALgvCKtVNr0JECBAoCkBzRAgQIAAAQIECBAgQIAAAQLtC+iQAAECBAgQmKbAlQC4BL+pQKS6XFbZ9iZAgAABAgRaEdAHAQIECBAgQIAAAQIECBAg0L6ADgkQIEBgwgJXAuAqUYLfyHXlvMp2DYTPtywIECBAgAABAgTGKmDeBAgQIECAAAECBAgQIECAQPsCOiRAYOoCawLgSlJ/BlyXigABAgQIECBAgACBJgQ0QYAAAQIECBAgQIAAAQIECLQvoEMCReCGALgc8SZAgAABAgQIECBAgACBJgQ0QYAAAQIECBAgQIAAAQIECLQvsOywBMB9WV9WWY2yqy7qMpf1Zc33+SBAgAABAgQIECBAgAABAgRGJGCqBAgQIECAAAECBAgQIDAxgZLwXul4+c//LpdXDttsQUAPBAgQIECAAAECBAgQIECAQPsCOiRAgAABAgQIECBAYIoC1wPgqlB/9VuXigCB9gR0RIAAAQIECBAgQIAAAQIECLQvoEMCBAgQIECAAIHJCqwPgCfLoXECBAi0LaA7AgQIECBAgAABAgQIECBAoH0BHRIgQIAAAQLTFhAAT/v5654AAQIEpiOgUwIECBAgQIAAAQIECBAgQKB9AR0SIECAAIEQAPsSECBAgAABAgSaF9AgAQIECBAgQIAAAQIECBAg0L6ADgkQILAQEAAvHHwSIECAAAECBAgQaFNAVwQIECBAgAABAgQIECBAgED7AjoksCIgAF7BsEqAAAECBAgQIECAAIGWBPRCgAABAgQIECBAgAABAgQItC9wtUMB8FUR2wQIECBAgAABAgQIECBAYPwCOiBAgAABAgQIECBAgACBiQoIgCf14DVLgAABAgQIECBAgAABAgQItC+gQwIECBAgQIAAAQIEpiwgAJ7y09f7tAR0S4AAAQIECBAgQIAAAQIECLQvoEMCBAgQIECAAIHJCwiAJ/8VAECAwBQE9EiAAAECBAgQIECAAAECBAi0L6BDAgQIECBAgEAVEABXBUWAAAECBNoV0BkBAgQIECBAgAABAgQIECDQvoAOCRAgQIDAhYAA+ILCCgECBAgQIECgNQH9ECBAgAABAgQIECBAgAABAu0L6JAAAQKXBQTAlz1sESBAgAABAgQIEGhDQBcECBAgQIAAAQIECBAgQIBA+wI6JLBGQAC8BsUuAgQIECBAgAABAgQIjFnA3AkQIECAAAECBAgQIECAAIH2BW7qUAB8k4z9BAgQIECAAAECBAgQIEBgfAJmTIAAAQIECBAgQIAAAQITFxAAT+ILoEkCBAgQIECAAAECBAgQIECgfQEdEiBAgAABAgQIECBAIEIA7FtAoHUB/REgQIAAAQIECBAgQIAAAQLtC+iQAAECBAgQIECAwLmAAPgcwoIAAQItCuiJAAECBAgQIECAAAECBAgQaF9AhwQIECBAgACBVQEB8KqGdQIECBAg0I6ATggQIECAAAECBAgQIECAAIH2BXRIgAABAgSuCQiAr5HYQYAAAQIECBAYu4D5EyBAgAABAgQIECBAgAABAu0L6JAAAQLrBQTA613sJUCAAAECBAgQIDBOAbMmQIAAAQIECBAgQIAAAQIE2hfQIYENAgLgDTgOESBAgAABAgQIECBAYEwC5kqAAAECBAgQIECAAAECBAi0L3BbhwLg24QcJ0CAAAECBAgQIECAAAECwxcwQwIECBAgQIAAAQIECBAgMBcQAM8ZWv3QFwECBAgQIECAAAECBAgQINC+gA4JECBAgAABAgQIECDwQkAA/MLCGoG2BHRDgAABAgQIECBAgAABAgQItC+gQwIECBAgQIAAAQJXBATAV0BsEiBAoAUBPRAgQIAAAQIECBAgQIAAAQLtC+iQAAECBAgQILBOQAC8TsU+AgQIECAwXgEzJ0CAAAECBAgQIECAAAECBNoX0CEBAgQIELhRQAB8I40DBAgQIECAAIGxCZgvAQIECBAgQIAAAQIECBAg0L6ADgkQILBZQAC82cdRAgQIECBAgAABAuMQMEsCBAgQIECAAAECBAgQIECgfQEdEriDgAD4DkhOIUCAAAECBAgQIECAwJAFzI0AAQIECBAgQIAAAQIECBBoX+CuHQqA7yrlPAIECBAgQIAAAQIECBAgMDwBMyJAgAABAgQIECBAgAABApcEBMCXOFrZ0AcBAgQIECBAgAABAgQIECDQvoAOCRAgQIAAAQIECBAgcF1AAHzdxB4C4xYwewIECBAgQIAAAQIECBAgQKB9AR0SIECAAAECBAgQuEFAAHwDjN0ECBAYo4A5EyBAgAABAgQIECBAgAABAu0L6JAAAQIECBC4LJBSipRypFyiz9RH1IrpvorCdJvXOQECBAgQaEhAKwQIECBAgAABAgQIECBAgED7AjokQIAAgXUCn30jzr7w2TjJNQSelTNSqem+BcDTffY6J0CAAAECBJoR0AgBAgQIECBAgAABAgQIECDQvoAOCRBYJ5BK6PvmZz4ezz798cjlPyn6KIt1p05mnwB4Mo9aowQIECBAgAABAk0KaIoAAQIECBAgQIAAAQIECBBoX0CH1wTyxZ4c/ec+FvGZT8RZ9zxyrr/+rXVxwuRWBMCTe+QaJkCAAAECBAgQIECgFQF9ECBAgAABAgQIECBAgACBKQrUjHdepflUst7P/vKH4vWPfTjqvoiyI9p6bduNAHhbMecTIECAAAECBAgQIECAAIHjC5gBAQIECBAgQIAAAQIEJilQQ94Xv/7too9HcfJ/fzief/hD8TheLSFwFy+OT5IoBMBNPXfNECBAgAABAgQIECBAgAABAu0L6JAAAQIECBAgQIDANAVqsJtL5Bulur6LPs3iydnn4q1PfSqefupXIj75D+uhyf8GWAA8zf/50HWLAnoiQIAAAQIECBAgQIAAAQIE2hfQIQECBAgQIEBgwgL1jzun6Mp/ZnHSn8RZfhqv//33x6tnz+OVs7N468N/Jx719ayYvxaBcUzuF8EC4Pnj90GAAIFxC5g9AQIECBAgQIAAAQIECBAg0L6ADgkQIECAAIGIVFPdiDjJXTx6HPGJX/i5eHKW43F+Hp/6u++Pk9OXoxyd/wo4pz4inUVdnl8WU3gJgKfwlPVIgAABAi0L6I0AAQIECBAgQIAAAQIECBBoX0CHBAgQIHAuUIPcPqX44kufj+6XPh4nf+//iSezFH2KePqRX46nn/54pFS3a/j7PJ6fzCLKsZjQSwA8oYetVQIECBAgQKA1Af0QIECAAAECBAgQIECAAAEC7QvokACBVYGa5Z72OU5L6PtrH/jf49lZH59/EvGsO4lHZ7P49M/+1TiJ59F3fXQ54pXnEac1C14dpPH1rvH+tEeAAAECBAgQIECgTQFdESBAgAABAgQIECBAgAABAu0L6HAuUHLc+XL5kXKORx//pfjVD/xcPDo5jecnZ+XQSXTpLL74wb8e3a98PB7nWUR3WsLflyLSSaQuXVQ0/uoa7097BAgQIECAAAECBAgQaE5AQwQIECBAgAABAgQIECBAYCoCOUXUKouLlme5i0++/3+LR88iHkcfT2Z9PJql6E/6OHn6yfjIX67HzuJZCYCflYA4lyuXVVZH877vRAXA95VzHQECBAgQIECAAAECBAgQOLyAOxIgQIAAAQIECBAgQGAyAquhbV+67krwe9I/ivShfxBf+D8/GO95+sV489HzeN6V8Dfl+T/1e1I+T//B++NzH/1wvP35S3E6O4367wPncjynvqznyGWslt8C4CaeriYIECBAgAABAgQIECBAgACB9gV0SIAAAQIECBAgQGBaAvVXvyXaLZFuH2ddF89O+kjps/Hxn/oz8crzsi918dKsxrl5Hup2ffXJMUufic/9uT8f8dZnY9adlJ2Lc8pKedf1smj4LQBu+OFqbSIC2iRAgAABAgQIECBAgAABAgTaF9AhAQIECBAgQGBCAqsRbcopTvIsUj6JV549iw/9zE/GS5/9aHT90+hLKFz/PeAUs6ivGnx2keJxOTf/2kfj4z/9P8aj+EJE7iPn1VHr2e1W125rOiNAgED7AjokQIAAAQIECBAgQIAAAQIE2hfQIQECBAgQmJJAyXujVv3lb0luo+S5ZfssnpxFfOJnfy4e/fwH4guvfC5m9ee+5cS+LHPUX/nG4pUj+v61ctlZfObv/R/xqb/y0/MAOcr+xQlpsWj4UwDc8MPVGgECBAg0LaA5AgQIECBAgAABAgQIECBAoH0BHRIgQGBSAjWjrVWb7ktO28VZCXLfisf9FyL/3b8Uz/7S/xDp7DNx+vztMUspcqnIp9GVs7p6Ua1yXd+9UY718fYSDv/aX/2L8dm//XPxcjqNWf+4jFhParsuLNpuU3cECBAgQIAAgZYE9EKAAAECBAgQIECAAAECBAi0L6BDAtMTKNltpJIA1+VZCWyfpVeiO3stnn3wF+LTP/7nYtY9j8hdiXsXNrmeGKeLjdXPVAY5337cn8Xnf+bHyxjvL0FyuT6VOj/W6qJrtTF9ESBAgAABAgQIEGhSQFMECBAgQIAAAQIECBAgQIBA+wIT7rBmuid9V0LePl59/sX44t/82fjET/xUPH3lzTgpwe6T/qQcS5FSulGpK/lvrfkJZf2VN87iYz/1ozH7a382Xn3ax81Xzq+IcsliZaSf3UjnbdoECBAgQIAAAQIECBCYnICGCRAgQIAAAQIECBAgQIBACwLzX+6mPlaT2Bq61prvzCfx0uyL8ff/5/82fuV/+a9idvqFyOl5nPZ99PP0druIM3fP49HsLP7fv/wz8as/+afL+vPo8uJuUV4v1qLc57zK/mO9H3rf7XQeejfXEyBAgAABAgQIECBAgAABAvcRcA0BAgQIECBAgAABAgSaEKjhbw1ca0XUIHY2z4FnJbU8y7Pons7i2Uf/TnzsP/vReMff/BvRPf5UnMxOS2ib5uFvjnJiX64ulW+sFLkmxbMUqSxnJVDO/eN49XmKt37h5+Ojf+KPRveLHyxjvhnp5Cxm3UnUcVMZNpe1sUMXobG3MOX5650AAQIECBAgQIAAAQIECBBoX0CHBAgQIECAAAECBNoQKPnqEQDMUQAAEABJREFURbza5RLqnr0Sj0qd9rN4+XnE2z72y/HG//TfxC//l38ynn/sF+N5l6LvXysBcY00F5UKxbLK6sZ3Pe/FCamME/Nf/naf+XR85Mf/VPzSn/mxmH3+o/N/G/i0hMkn/aM4nT2OxZ+gfnHl2Naq1NjmbL4ECFQBRYAAAQIECBAgQIAAAQIECLQvoEMCBAgQIECAQEMCqfRSf2XbxUnMuj7efPxGvPW2L0T8ysfjcz/9X8eHfuyPxyc/+LfjUfpCdI+fliC2j9eelrP7cuGO3qnGwPmtiPR6vPF//a34pR/5E/HWX/jzcfbJD8XTV5/GG+lp1F8ixw2v1RD7hlOOvlsAfPRHYAIECBDYXsAVBAgQIECAAAECBAgQIECAQPsCOiRAgAABAk0IpNpFV2PXSLkv0W+OnCPyJ/5hzD7wV+KX/7sfiY/82B+Ltz7w8/HK8xxdvBVn3Uk5v4/+5Hm89fjNODvpo1xyUXXE+1aXZ3E6y/Ho2WvxZPZKPH76mfjU3/gL8f/9yH8an/hT/0U8/cD7o3v6RnSzs+jKfFO5a4p+Pp8oyz6VuZSe6p+yvu8c9n1dt+8bGJ8AAQIECBDYqYDBCBAgQIAAAQIECBAgQIAAgfYFdEiAAIGmBGaf/0K88ZEPx+sf/Ovxsb/438ev/uc/HB/5k38sPv2TfzZe/vlfjHe89Vac5i9Gf/J6nHZvxeNZlO3Fn2I+mT2JedhaQteSwsa84v6vPnXl4i5Sehan/Vk8OnsUr5zleK3c/8kv/q3IP/Gn41f/gx+Mj/3oH41P/q8/EZ/++b8W/Yc/HvHJz0aalfA3cgmyZ1FD4RjoqxvovEyLAAECBAgQIEDgmoAdBAgQIECAAAECBAgQIECAQPsCOiTQlkAqgenj/CxO5392eRY59XHWzeLs5Fmpp/Hs8RfjjSelHr8ZuezvcioBa70qFYjT+XrKXfRla1m5rD/k3dehywB1MUuzeHp6Fk8fPY/nXY5nJ12cPXlbpMcvx2k58cnZLJ6f9vH8pNw91TvXZb2yDDDQtwB4oA/GtAgQIECAAAECBAhcErBBgAABAgQIECBAgAABAgQItC/QYIc5n8TZO94Vj7/2N8Zr3/yd8Rt+1x+Ir/g3/uP45n/3P4kv/54/GCff+Jtjlt4VuX8l+nLunGAetM7XLj5qqLms+8SvNbq9GOzqyqyLR2evxunXvDde+r5/Kb76D//x+Op/+4fjS973B+KVb/+ueOk3fFW89O4vib7rSiDdxdBfw5/h0AXNjwABAgQIECBAgAABAnsWMDwBAgQIECBAgAABAgQIEBijQA1qU5zFSTyLlJ6WAHUWT1OK5/FmPH/nO+PJb/kd8RXf/0fia37oP4zH/+z74vW3vasErLlUjTBzaTlH/SwrMV+pG7XmO7b7yGUyVy/t61y6J/G27/hn4sv+vR+Kd/9b/2Z8ybf/7sjv/ooyw9MSSOdI5TYlH45nJylyl6Ir18SeXrsaturtaizjECBAgAABAgQIECBAgAABArsVMBoBAgQIECBAgAABAgRGK5DLzGvw2kcJU+Nx5PQ4UnoUj0rls5LpdinOTk/i+bu/Ot7zO783vukH/6OIf/z3lbD1cTx7/GbMTt6MvpwbZaAaxC6rDLvVO0UfXY6oY/XxUgmYH8Wz0xSPv/WfLOHzD8c73vcDMft1742c3x798z7y09ejK8F1/XPVfS4hdF/uPDuZ37P2E+VoSYPn20P86IY4KXO6TcBxAgQIECBAgAABAgQIECBAoH0BHRIgQIAAAQIECBBoQCDXODKVRmpF1M+ufNZllGS3hrO5O4unJaF949WX4su/533x2r/2g5Ff+8Z4Hq+WnPXNeXi7OD+2epXMt4S+9S5dnOY+Huc3Ip98PvKXfXl87b/678e7v/+H4ulXfkk877rIaTGrep9lxU2vOvBNxwawvxvAHEyBAIFtBJxLgAABAgQIECBAgAABAgQItC+gQwIECBAgQIDARARm3SziZBaPUh/x6El8/pVX49Wv/rb4mn/nD8fjb/6OeP1k8cvblF+ApLJaqyxufNfT6zn1ulnXR46TeP3Rq3Hym74tvuoP/ZHov/Yro+/PIqV3Ru5O5+Okrl5RA+OyuVgtKy/eqYTZqe9izaEXJw1grRvAHEyBAAECBO4o4DQCBAgQIECAAAECBAgQIECgfQEdEiBAgACBKQmknKNPszjpI155FvHy85MSsKZ4/vjd8TX/8g/Ee37774lnJQTO8713l6l/qjnXUDnVK/t4K70SX/vd/2J8zff9ocjxUpz2OU7ys+jirAzaR18+87JKwlvXy+bld9lZDl3eN8AtAfAAH4opESBAgACBNQJ2ESBAgAABAgQIECBAgAABAu0L6JAAAQITFEiR8knkLsWzR2W9O4uuBLeP0vM4m52WAPj3x7u+/1+PN5+8rZx3VipFyWHntQ4rlZ2pxLldOakvG7mEy336yvj13/t9cfLbf1s8PXslzlKK5+lxRH4SXV8C57Jdbjofs1xWRli8y+XlfvGiYhwvAfA4npNZEiBAgAABApMW0DwBAgQIECBAgAABAgQIECDQvoAOCUxTIEWKLnfRlxB28YvdPqIEwCWdjfqapZN4xzf91vjS3/vPx1snL0V/8kbZvRrTls3zd907S/XKLk5zH4/PTmPWvyPe8z3/XLz6W35zub6EvVHGjxKRlvtFuXecvxa/GC7XluvPd5WNmJ9Rd9WKkbxKdyOZqWkSIECAAAECBAgQmKKAngkQIECAAAECBAgQIECAAIH2BSbe4TJcTSlFSi8qdyly18XrcRov/1PfGV/+u39ffD49ihwp1r3q3pQjZvWcNIu3Xn0pvuy73xdPvvXb4/WTV8pVp5G72cWluV5wsRXleKlyfdzwqqfXuuHwYHYLgAfzKEyEAAECBAgQIECAAAEClwVsESBAgAABAgQIECBAgAABAjnyyZvxtHspHn/Hd8W7v/k7o0+LiDPlroS21xPblE/i2UmOl7/lG+Pl7/6umMWr8WT2KE5L9ltGi1nXR/0d8DXb60NdO2UfO3Y9ZrfrAY1HgAABAgQIECBAgAABAgQIPFjAAAQIECBAgAABAgQIEGheIPcljl2pPudYrVy2a9Xg9rQ/i+cnr8SX/gs/EE+/9KviJL2thL8RJR0uH1feJxGPvuTr49f9jj8Yz0twnLpnsfzz0jXjzalcVmp5r3qPcuOoy1rlUKRyYl2ujlx2Ra3VfUNc74Y4KXO6ScB+AgQIECBAgAABAgQIECBAoH0BHRIgQIAAAQIECBAgsCpQg9haUSLfs3QaX/e+3x+zOItZCXafpZdLKLs4GuevpyUxfs/v/Vfi9OVXI3XPy94a2/axCIFjHu7Gplc5/fKIm04e3jEB8PCeiRkRWC9gLwECBAgQIECAAAECBAgQINC+gA4JECBAgAABAgQuBEoOG7UudpSVnEo0+4++N578E78pZieP4/nJ5TPq8Ze/5Vuje+83xuz0cZyd5kgpndfJfFmGmb/z/PPFRyqr6375W3aP6i0AHtXjMlkCBKYqoG8CBAgQIECAAAECBAgQIECgfQEdEiBAgAABArcL1NB29tKjeOfveV+kR++Orns9Tvsa3ZZry+J5dxJf+Tu/N9KTN+KsrOd4FLOSiPYlBO7LKfX6slj/LgfLEOuPjWhvaXdEszVVAgQIECAwPQEdEyBAgAABAgQIECBAgAABAu0L6JAAAQIEthDo+1nE27803v4bvzmeRFcC4JPoU443cxdP/unfGvnt74yzZ4+jyzm6vovyWSrF8lXX5lUD39VanjDypQB45A/Q9AkQIECAAIGWBfRGgAABAgQIECBAgAABAgQItC+gQwIEthGowe3JLEfKJ/HO3/Xb4unZy3FWds66Lh6nt8V7SgDcp0UEmqKPVAYv2XDkulLW6zuXj1plsTheVlYOl61xvxfdj7sHsydAgAABAgQIECDQnoCOCBAgQIAAAQIECBAgQIAAgfYFdLi9QElq6296Uz6N19/17nj8j31TPDuNEvWexktf/w1x8uu/Ls6ibufIuVS/iHprCJxyV4Ljrhxt+91+h20/P90RIECAAAECBAgQINCggJYIECBAgAABAgQIECBAgACB9QK5RL2z1EVf6vHJ2+Pt3/ZtMUslFS518q3fErPnL88vXMS+89VLH+XMS9vH3NjXvQXA+5I1LgECBAgQIECAAAECBAgQ2F7AFQQIECBAgAABAgQIECBwm0A+iZxypOddPP6690bXzeL07FG841u+PWZxEqlUVypHlPWIqL8EntesrM6iXLqocqjFd9diU+31pCMCBAgQIECAAAECBAgQIECgfQEdEiBAgAABAgQIECBwm0Ca/xnnkunWE0uo+/LbXouT93xlpC/79ZHTad07rxr+zlfqx/lGquul6rJWWW3yLQBu8rFqqikBzRAgQIAAAQIECBAgQIAAAQLtC+iQAAECBAgQIEDgzgIX4W0Jdvty1aOvf288+oZviFQD4PS8BMElIC4nlcPlaERZja5s1GWtaPwlAG78AWuPAIFxC5g9AQIECBAgQIAAAQIECBAg0L6ADgkQIECAAIH7C+SU4uQ9Xx3py768pL65hL81Eo7Fq6S9JfeNq7U42O6nALjdZ6szAgQIEBi3gNkTIECAAAECBAgQIECAAAEC7QvokAABAgQeLJDjtXd9Xbz67n8kUupL2PsiAJ4HvzUEXq0H32/4AwiAh/+MzJAAAQIECBCYnICGCRAgQIAAAQIECBAgQIAAgfYFdEiAwK4Eure/EielcpxFihcB8NXxLwLhqwca2xYAN/ZAtUOAAAECBAgQIDByAdMnQIAAAQIECBAgQIAAAQIE2hfQ4c4Eci6x7rtei0df8lrMutNIuYtIJQSuFdN8FYFpNq5rAgQIECBAgAABAgQIDE3AfAgQIECAAAECBAgQIECAAIG7C5Tot4S+KZ6fljpJUbfT3S8/2pn7vrEAeN/CxidAgAABAgQIECBAgAABArcLOIMAAQIECBAgQIAAAQIE7iGQoouTkvx2uYsupUipVFlPfRep7F9b0fara7u9sXdn/gQIECBAgAABAgQIECBAgED7AjokQIAAAQIECBAgQOA+AqlcNK8S+s7D3+V2DX6X62uWZVfTbwFw049Xc6MWMHkCBAgQIECAAAECBAgQIECgfQEdEiBAgAABAgQIPEig/sI3cok8V+tBI47/4qIx/iZ0QIAAgdYE9EOAAAECBAgQIECAAAECBAi0L6BDAgQIECBAgMA+BATA+1A1JgECBAgQuL+AKwkQIECAAAECBAgQIECAAIH2BXRIgAABAgT2JiAA3hutgQkQIECAAAEC2wo4nwABAgQIECBAgAABAgQIEGhfQIcECBDYr4AAeL++RidAgAABAgQIECBwNwFnESBAgAABAgQIECBAgAABAu0L6JDAAQQEwAdAdgsCBAgQIECAAAECBAhsEnCMAK1QBkUAABAASURBVAECBAgQIECAAAECBAgQaF/gUB12fc6xzzpUI+5DgAABAgQIECBAgAABAgRGKGDKBAgQIECAAAECBAgQIDAxgX1ms3VsvwAe5BfKpAgQIECAAAECBAgQIECAAIH2BXRIgAABAgQIECBAgACB3QsIgHdvakQCDxNwNQECBAgQIECAAAECBAgQINC+gA4JECBAgAABAgQI7ElAALwnWMMSIEDgPgKuIUCAAAECBAgQIECAAAECBNoX0CEBAgQIECBAYJ8CAuB96hqbAAECBAjcXcCZBAgQIECAAAECBAgQIECAQPsCOiRAgAABAnsXEADvndgNCBAgQIAAAQK3CThOgAABAgQIECBAgAABAgQItC+gQwIECBxGQAB8GGd3IUCAAAECBAgQILBewF4CBAgQIECAAAECBAgQIECgfQEdEjiggAD4gNhuRYAAAQIECBAgQIAAgVUB6wQIECBAgAABAgQIECBAgED7AofuUAB8aHH3I0CAAAECBAgQIECAAAECEQwIECBAgAABAgQIECBAgMBeBATAe2G976CuI0CAAAECBAgQIECAAAECBNoX0CEBAgQIECBAgAABAgT2JyAA3p+tkQlsJ+BsAgQIECBAgAABAgQIECBAoH0BHRIgQIAAAQIECBDYs4AAeM/AhidAgMBdBJxDgAABAgQIECBAgAABAgQItC+gQwIECBAgQIDAIQQEwIdQdg8CBAgQIHCzgCMECBAgQIAAAQIECBAgQIBA+wI6JECAAAECBxMQAB+M2o0IECBAgAABAlcFbBMgQIAAAQIECBAgQIAAAQLtC+iQAAEChxUQAB/W290IECBAgAABAgQILAR8EiBAgAABAgQIECBAgAABAu0L6JDAEQQEwEdAd0sCBAgQIECAAAECBKYtoHsCBAgQIECAAAECBAgQIECgfYFjdSgAPpa8+xIgQIAAAQIECBAgQIDAFAX0TIAAAQIECBAgQIAAAQIE9iogAN4r710Hdx4BAgQIECBAgAABAgQIECDQvoAOCRAgQIAAAQIECBAgsH8BAfD+jd2BwGYBRwkQIECAAAECBAgQIECAAIH2BXRIgAABAgQIECBA4EACAuADQbsNAQIE1gnYR4AAAQIECBAgQIAAAQIECLQvoEMCBAgQIECAwCEFBMCH1HYvAgQIECDwQsAaAQIECBAgQIAAAQIECBAg0L6ADgkQIECAwMEFBMAHJ3dDAgQIECBAgAABAgQIECBAgAABAgQIECBAoH0BHRIgQOA4AgLg47i7KwECBAgQIECAwFQF9E2AAAECBAgQIECAAAECBAi0L6BDAkcUEAAfEd+tCRAgQIAAAQIECBCYloBuCRAgQIAAAQIECBAgQIAAgfYFjt2hAPjYT8D9CRAgQIAAAQIECBAgQGAKAnokQIAAAQIECBAgQIAAAQIHERAAH4T5ppvYT4AAAQIECBAgQIAAAQIECLQvoEMCBAgQIECAAAECBAgcTkAAfDhrdyJwWcAWAQIECBAgQIAAAQIECBAg0L6ADgkQIECAAAECBAgcWEAAfGBwtyNAgEAVUAQIECBAgAABAgQIECBAgED7AjokQIAAAQIECBxDQAB8DHX3JECAAIEpC+idAAECBAgQIECAAAECBAgQaF9AhwQIECBA4GgCAuCj0bsxAQIECBAgMD0BHRMgQIAAAQIECBAgQIAAAQLtC+iQAAECxxUQAB/X390JECBAgAABAgSmIqBPAgQIECBAgAABAgQIECBAoH0BHRIYgIAAeAAPwRQIECBAgAABAgQIEGhbQHcECBAgQIAAAQIECBAgQIBA+wJD6VAAPJQnYR4ECBAgQIAAAQIECBAg0KKAnggQIECAAAECBAgQIECAwEEFBMAH5V7ezJIAAQIECBAgQIAAAQIECBBoX0CHBAgQIECAAAECBAgQOLyAAPjw5u44dQH9EyBAgAABAgQIECBAgAABAu0L6JAAAQIECBAgQIDAkQQEwEeCd1sCBKYpoGsCBAgQIECAAAECBAgQIECgfQEdEiBAgAABAgSOKSAAPqa+exMgQIDAlAT0SoAAAQIECBAgQIAAAQIECLQvoEMCBAgQIHB0AQHw0R+BCRAgQIAAAQLtC+iQAAECBAgQIECAAAECBAgQaF9AhwQIEBiGgAB4GM/BLAgQIECAAAECBFoV0BcBAgQIECBAgAABAgQIECDQvoAOCQxIQAA8oIdhKgQIECBAgAABAgQItCWgGwIECBAgQIAAAQIECBAgQKB9gaF1KAAe2hMxHwIECBAgQIAAAQIECBBoQUAPBAgQIECAAAECBAgQIEDgKAIC4IOyuxkBAgQIECBAgAABAgQIECDQvoAOCRAgQIAAAQIECBAgcDwBAfDx7N15agL6JUCAAAECBAgQIECAAAECBNoX0CEBAgQIECBAgACBIwsIgI/8ANyeAIFpCOiSAAECBAgQIECAAAECBAgQaF9AhwQIECBAgACBIQgIgIfwFMyBAAECBFoW0BsBAgQIECBAgAABAgQIECDQvoAOCRAgQIDAYAQEwIN5FCZCgAABAgQItCegIwIECBAgQIAAAQIECBAgQKB9AR0SIEBgWAIC4GE9D7MhQIAAAQIECBBoRUAfBAgQIECAAAECBAgQIECAQPsCOiQwQAEB8AAfiikRIECAAAECBAgQIDBuAbMnQIAAAQIECBAgQIAAAQIE2hcYaocC4KE+GfMiQIAAAQIECBAgQIAAgTEKmDMBAgQIECBAgAABAgQIEDiqgAD4IPxuQoAAAQIECBAgQIAAAQIECLQvoEMCBAgQIECAAAECBAgcX0AAfPxnYAatC+iPAAECBAgQIECAAAECBAgQaF9AhwQIECBAgAABAgQGIiAAHsiDMA0CBNoU0BUBAgQIECBAgAABAgQIECDQvoAOCRAgQIAAAQJDEhAAD+lpmAsBAgQItCSgFwIECBAgQIAAAQIECBAgQKB9AR0SIECAAIHBCQiAB/dITIgAAQIECBAYv4AOCBAgQIAAAQIECBAgQIAAgfYFdEiAAIFhCgiAh/lczIoAAQIECBAgQGCsAuZNgAABAgQIECBAgAABAgQItC+gQwIDFhAAD/jhmBoBAgQIECBAgAABAuMSMFsCBAgQIECAAAECBAgQIECgfYGhdygAHvoTMj8CBAgQIECAAAECBAgQGIOAORIgQIAAAQIECBAgQIAAgUEICID3+hgMToAAAQIECBAgQIAAAQIECLQvoEMCBAgQIECAAAECBAgMR0AAPJxnYSatCeiHAAECBAgQIECAAAECBAgQaF9AhwQIECBAgAABAgQGJiAAHtgDMR0CBNoQ0AUBAgQIECBAgAABAgQIECDQvoAOCRAgQIAAAQJDFBAAD/GpmBMBAgQIjFnA3AkQIECAAAECBAgQIECAAIH2BXRIgAABAgQGKyAAHuyjMTECBAgQIEBgfAJmTIAAAQIECBAgQIAAAQIECLQvoEMCBAgMW0AAPOznY3YECBAgQIAAAQJjETBPAgQIECBAgAABAgQIECBAoH0BHRIYgYAAeAQPyRQJECBAgAABAgQIEBi2gNkRIECAAAECBAgQIECAAAEC7QuMpcMu5xybaiyNmCcBAgQIECBAgAABAgQIEDiCgFsSIECAAAECBAgQIECAAIFBCfgF8F4eh0EJECBAgAABAgQIECBAgACB9gV0SIAAAQIECBAgQIAAgeEJCICH90zMaOwC5k+AAAECBAgQIECAAAECBAi0L6BDAgQIECBAgAABAgMVEAAP9MGYFgEC4xQwawIECBAgQIAAAQIECBAgQKB9AR0SIECAAAECBIYsIAAe8tMxNwIECBAYk4C5EiBAgAABAgQIECBAgAABAu0L6JAAAQIECAxeQAA8+EdkggQIECBAgMDwBcyQAAECBAgQIECAAAECBAgQaF9AhwQIEBiHgAB4HM/JLAkQIECAAAECBIYqYF4ECBAgQIAAAQIECBAgQIBA+wI6JDAiAQHwiB6WqRIgQIAAAQIECBAgMCwBsyFAgAABAgQIECBAgAABAgTaFxhbh6MPgPucY1ON7YGYLwECBAgQIECAAAECBAiMQsAkCRAgQIAAAQIECBAgQIDAUQRyyUc31egD4KOo3nhTBwgQIECAAAECBAgQIECAAIH2BXRIgAABAgQIECBAgACB4QoIgIf7bMxsbALmS4AAAQIECBAgQIAAAQIECLQvoEMCBAgQIECAAAECAxcQAA/8AZkeAQLjEDBLAgQIECBAgAABAgQIECBAoH0BHRIgQIAAAQIExiAgAB7DUzJHAgQIEBiygLkRIECAAAECBAgQIECAAAEC7QvokAABAgQIjEZAADyaR2WiBAgQIECAwPAEzIgAAQIECBAgQIAAAQIECBBoX0CHBAgQGJeAAHhcz8tsCRAgQIAAAQIEhiJgHgQIECBAgAABAgQIECBAgED7AjokMEIBAfAIH5opEyBAgAABAgQIECBwXAF3J0CAAAECBAgQIECAAAECBNoXGGuHAuCxPjnzJkCAAAECBAgQIECAAIFjCLgnAQIECBAgQIAAAQIECIxcoM85NtXI2wsB8E6eoEEIECBAgAABAgQIECBAgACB9gV0SIAAAQIECBAgQIAAgeELCICH/4zMcOgC5keAAAECBAgQIECAAAECBAi0L6BDAgQIECBAgAABAiMREACP5EGZJgECwxQwKwIECBAgQIAAAQIECBAgQKB9AR0SIECAAAECBMYkIAAe09MyVwIECBAYkoC5ECBAgAABAgQIECBAgAABAu0L6JAAAQIECIxOQAA8ukdmwgQIECBAgMDxBcyAAAECBAgQIECAAAECBAgQaF9AhwQIEBingAB4nM/NrAkQIECAAAECBI4l4L4ECBAgQIAAAQIECBAgQIBA+wI6JDBiAQHwiB+eqRMgQIAAAQIECBAgcFgBdyNAgAABAgQIECBAgAABAgTaFxh7h7cGwDnnWK2xN2z+BAgQIECAAAECBAgQIEDgHgIuIUCAAAECBAgQIECAAAECoxC4NQAeRRdHm6QbEyBAgAABAgQIECBAgAABAu0L6JAAAQIECBAgQIAAAQLjERAAj+dZmenQBMyHAAECBAgQIECAAAECBAgQaF9AhwQIECBAgAABAgRGJiAAHtkDM10CBIYhYBYECBAgQIAAAQIECBAgQIBA+wI6JECAAAECBAiMUUAAPManZs4ECBAgcEwB9yZAgAABAgQIECBAgAABAgTaF9AhAQIECBAYrYAAeLSPzsQJECBAgACBwwu4IwECBAgQIECAAAECBAgQINC+gA4JECAwbgEB8Lifn9kTIECAAAECBAgcSsB9CBAgQIAAAQIECBAgQIAAgfYFdEigAQEBcAMPUQsECBAgQIAAAQIECOxXwOgECBAgQIAAAQIECBAgQIBA+wKtdCgAbuVJ6oMAAQIECBAgQIAAAQIE9iFgTAIECBAgQIAAAQIECBAgcFRUz0sGAAAQAElEQVSBnHOs1m2TEQDfJrT2uJ0ECBAgQIAAAQIECBAgQIBA+wI6JECAAAECBAgQIECAwPgEBMDje2ZmfGwB9ydAgAABAgQIECBAgAABAgTaF9AhAQIECBAgQIAAgZEKCIBH+uBMmwCB4wi4KwECBAgQIECAAAECBAgQINC+gA4JECBAgAABAmMWEACP+emZOwECBAgcUsC9CBAgQIAAAQIECBAgQIAAgfYFdEiAAAECBEYvIAAe/SPUAAECBAgQILB/AXcgQIAAAQIECBAgQIAAAQIE2hfQIQECBNoQEAC38Rx1QYAAAQIECBAgsC8B4xIgQIAAAQIECBAgQIAAAQLtC+iQQEMCAuCGHqZWCBAgQIAAAQIECBDYrYDRCBAgQIAAAQIECBAgQIAAgfYFWutw6wA45xyrNXSQvsx3Uw19/uZHgAABAgQIECBAgAABAkcRcFMCBAgQIECAAAECBAgQGKnApmywHht6W6tZbF3fdr5bB8Db3qCt83VDgAABAgQIECBAgAABAgQItC+gQwIECBAgQIAAAQIECIxXQAA83mdn5ocWcD8CBAgQIECAAAECBAgQIECgfQEdEiBAgAABAgQIEBi5gAB45A/Q9AkQOIyAuxAgQIAAAQIECBAgQIAAAQLtC+iQAAECBAgQINCCgAC4haeoBwIECBDYp4CxCRAgQIAAAQIECBAgQIAAgfYFdEiAAAECBJoREAA38yg1QoAAAQIECOxewIgECBAgQIAAAQIECBAgQIBA+wI6JECAQFsCAuC2nqduCBAgQIAAAQIEdiVgHAIECBAgQIAAAQIECBAgQKB9AR0SaFBAANzgQ9USAQIECBAgQIAAAQIPE3A1AQIECBAgQIAAAQIECBAg0L5Aqx0KgFt9svoiQIAAAQIECBAgQIAAgfsIuIYAAQIECBAgQIAAAQIECOxVoEspasWeXgLgO8E6iQABAgQIECBAgAABAgQIEGhfQIcECBAgQIAAAQIECBAYv4AAePzPUAf7FjA+AQIECBAgQIAAAQIECBAg0L6ADgkQIECAAAECBAg0IiAAbuRBaoMAgf0IGJUAAQIECBAgQIAAAQIECBBoX0CHBAgQIECAAIGWBATALT1NvRAgQIDALgWMRYAAAQIECBAgQIAAAQIECLQvoEMCBAgQINCcgAC4uUeqIQIECBAgQODhAkYgQIAAAQIECBAgQIAAAQIE2hfQIQECBNoUEAC3+Vx1RYAAAQIECBAgcF8B1xEgQIAAAQIECBAgQIAAAQLtC+iQQMMCAuCGH67WCBAgQIAAAQIECBDYTsDZBAgQIECAAAECBAgQIECAQPsCrXf44AA45xyr1TqY/ggQIECAAAECBAgQIECgSQFNESBAgAABAgQIECBAgACBowisZq11/aGTeHAA/NAJDPt6syNAgAABAgQIECBAgAABAgTaF9AhAQIECBAgQIAAAQIE2hEQALfzLHWyawHjESBAgAABAgQIECBAgAABAu0L6JAAAQIECBAgQIBAYwIC4MYeqHYIENiNgFEIECBAgAABAgQIECBAgACB9gV0SIAAAQIECBBoUUAA3OJT1RMBAgQIPETAtQQIECBAgAABAgQIECBAgED7AjokQIAAAQLNCgiAm320GiNAgAABAgS2F3AFAQIECBAgQIAAAQIECBAg0L6ADgkQINC2gAC47eerOwIECBAgQIAAgbsKOI8AAQIECBAgQIAAAQIECBBoX0CHBCYgIACewEPWIgECBAgQIECAAAECmwUcJUCAAAECBAgQIECAAAECBNoXmEqHkw+A+5xjU03li6BPAgQIECBAgAABAgQITFRA2wQIECBAgAABAgQIECAwMoFN2V49NrJ2dj7dyQfA60XtJUCAAAECBAgQIECAAAECBNoX0CEBAgQIECBAgAABAgTaExAAt/dMdfRQAdcTIECAAAECBAgQIECAAAEC7QvokAABAgQIECBAgECjAgLgRh+stggQuJ+AqwgQIECAAAECBAgQIECAAIH2BXRIgAABAgQIEGhZQADc8tPVGwECBAhsI+BcAgQIECBAgAABAgQIECBAoH0BHRIgQIAAgeYFBMDNP2INEiBAgAABArcLOIMAAQIECBAgQIAAAQIECBBoX0CHBAgQmIaAAHgaz1mXBAgQIECAAAECNwnYT4AAAQIECBAgQIAAAQIECLQvoEMCExIQAE/oYWuVAAECBAgQIECAAIHLArYIECBAgAABAgQIECBAgACB9gWm1uHOA+CccyyrYvZluy4VAQIECBAgQIAAAQIECBAYkICpECBAgAABAgQIECBAgACBJgV2HgCPW8nsCRAgQIAAAQIECBAgQIAAgfYFdEiAAAECBAgQIECAAIF2BQTA7T5bnW0r4HwCBAgQIECAAAECBAgQIECgfQEdEiBAgAABAgQIEGhcQADc+APWHgECdxNwFgECBAgQIECAAAECBAgQINC+gA4JECBAgAABAlMQEABP4SnrkQABAgQ2CThGgAABAgQIECBAgAABAgQItC+gQwIECBAgMBkBAfBkHrVGCRAgQIAAgesC9hAgQIAAAQIECBAgQIAAAQLtC+iQAAEC0xIQAE/reeuWAAECBAgQIEBgKWBJgAABAgQIECBAgAABAgQItC+gQwITFBAAT/Cha5kAAQIECBAgQIDA1AX0T4AAAQIECBAgQIAAAQIECLQvMNUOBcC3PPk+59hUt1zuMAECBAgQIECAAAECBAgMS8BsCBAgQIAAAQIECBAgQIBA0wIC4Pnj9UGAAAECBAgQIECAAAECBAi0L6BDAgQIECBAgAABAgQItC8gAG7/GevwNgHHCRAgQIAAAQIECBAgQIAAgfYFdEiAAAECBAgQIEBgIgIC4Ik8aG0SILBewF4CBAgQIECAAAECBAgQIECgfQEdEiBAgAABAgSmJCAAntLT1isBAgQIrApYJ0CAAAECBAgQIECAAAECBNoX0CEBAgQIEJicgAB4co9cwwQIECBAgEAEAwIECBAgQIAAAQIECBAgQKB9AR0SIEBgmgIC4Gk+d10TIECAAAECBKYroHMCBAgQIECAAAECBAgQIECgfQEdEpiwgAB4wg9f6wQIECBAgAABAgSmJqBfAgQIECBAgAABAgQIECBAoH2BqXcoAJ76N0D/BAgQIECAAAECBAgQmIaALgkQIECAAAECBAgQIEBgJAJ9zrGpRtLG0aY58QD4aO5uTIAAAQIECBAgQIAAAQIECBxMwI0IECBAgAABAgQIECAwHQEB8HSetU6vCtgmQIAAAQIECBAgQIAAAQIE2hfQIQECBAgQIECAAIGJCQiAJ/bAtUuAwELAJwECBAgQIECAAAECBAgQINC+gA4JECBAgAABAlMUEABP8anrmQABAtMW0D0BAgQIECBAgAABAgQIECDQvoAOCRAgQIDAZAUEwJN99BonQIAAAQJTFNAzAQIECBAgQIAAAQIECBAg0L6ADgkQIDBtAQHwtJ+/7gkQIECAAAEC0xHQKQECBAgQIECAAAECBAgQINC+gA4JEAgBsC8BAQIECBAgQIAAAQLNC2iQAAECBAgQIECAAAECBAgQaF9AhwuBLuccq7XY7ZMAAQIECBAgQIAAAQIECDQhoAkCBAgQIECAAAECBAgQIDApgYn+AnhSz1izBAgQIECAAAECBAgQIEBgogLaJkCAAAECBAgQIECAwPQEBMDTe+Y6JkCAAAECBAgQIECAAAECBAi0L6BDAgQIECBAgAABAhMVEABP9MFrm8BUBfRNgAABAgQIECBAgAABAgQItC+gQwIECBAgQIDAlAUEwFN++nonQIDAtAR0S4AAAQIECBAgQIAAAQIECLQvoEMCBAgQIDB5AQHw5L8CAAgQIECAwBQE9EiAAAECBAgQIECAAAECBAi0L6BDAgQIEKgCAuCqoAgQIECAAAECBNoV0BkBAgQIECBAgAABAgQIECDQvoAOCRC4EBAAX1BYIUCAAAECBAgQIECgNQH9ECBAgAABAgQIECBAgAABAu0L6PCygAD4soctAgQIECBAgAABAgQIEGhDQBcECBAgQIAAAQIECBAgQGASAjnnWK2JBcCTeMaaJECAAAECBAgQIECAAAECExfQPgECBAgQIECAAAECBKYrIACe7rOfXuc6JkCAAAECBAgQIECAAAECBNoX0CEBAgQIECBAgACBiQsIgCf+BdA+gakI6JMAAQIECBAgQIAAAQIECBBoX0CHBAgQIECAAAECEQJg3wICBAgQaF1AfwQIECBAgAABAgQIECBAgED7AjokQIAAAQIEzgUEwOcQFgQIECBAgECLAnoiQIAAAQIECBAgQIAAAQIE2hfQIQECBAisCgiAVzWsEyBAgAABAgQItCOgEwIECBAgQIAAAQIECBAgQKB9AR0SIHBNQAB8jcQOAgQIECBAgAABAgTGLmD+BAgQIECAAAECBAgQIECAQPsCOlwvcC0AzjnHaq2/zF4CBAgQIECAAAECBAgQIDBIAZMiQIAAAQIECBAgQIAAAQJNC6xmuXX9arPXAuCrJ7SxrQsCBAgQIECAAAECBAgQIECgfQEdEiBAgAABAgQIECBAgIAA2HegfQEdEiBAgAABAgQIECBAgAABAu0L6JAAAQIECBAgQIAAgbmAAHjO4IMAgVYF9EWAAAECBAgQIECAAAECBAi0L6BDAgQIECBAgACBFwIC4BcW1ggQIECgLQHdECBAgAABAgQIECBAgAABAu0L6JAAAQIECBC4IiAAvgJikwABAgQIEGhBQA8ECBAgQIAAAQIECBAgQIBA+wI6JECAAIF1AgLgdSr2ESBAgAABAgQIjFfAzAkQIECAAAECBAgQIECAAIH2BXRIgMCNAgLgG2kcIECAAAECBAgQIEBgbALmS4AAAQIECBAgQIAAAQIECLQvoMPNArcGwDnnWK3NwzlKgAABAgQIECBAgAABAgSOIuCmBAgQIECAAAECBAgQIECgSYHVrLau39bkrQHwbQMM+7jZESBAgAABAgQIECBAgAABAu0L6JAAAQIECBAgQIAAAQIElgIC4KWEZXsCOiJAgAABAgQIECBAgAABAgTaF9AhAQIECBAgQIAAAQKXBATAlzhsECDQioA+CBAgQIAAAQIECBAgQIAAgfYFdEiAAAECBAgQIHBdQAB83cQeAgQIEBi3gNkTIECAAAECBAgQIECAAAEC7QvokAABAgQIELhBQAB8A4zdBAgQIECAwBgFzJkAAQIECBAgQIAAAQIECBBoX0CHBAgQILBJQAC8SccxAgQIECBAgACB8QiYKQECBAgQIECAAAECBAgQINC+gA4JELhVQAB8K5ETCBAgQIAAAQIECBAYuoD5ESBAgAABAgQIECBAgAABAu0L6PBuAlsHwDnnWK273cZZBAgQIECAAAECBAgQIEBgLwIGJUCAAAECBAgQIECAAAECTQmsZrF1fdvmtg6At73BQpTv5QAAEABJREFUcc53VwIECBAgQIAAAQIECBAgQKB9AR0SIECAAAECBAgQIECAwFUBAfBVEdvjF9ABAQIECBAgQIAAAQIECBAg0L6ADgkQIECAAAECBAgQWCsgAF7LYicBAmMVMG8CBAgQIECAAAECBAgQIECgfQEdEiBAgAABAgT2KZBj8Z993mOfYwuA96lrbAIECBA4pIB7ESBAgAABAgQIECBAgAABAu0L6JAAAQIECOxdoO9zzCuXZam933DHNxAA7xjUcAQIECBAgMAxBNyTAAECBAgQIECAAAECBAgQaF9AhwQIECBwFwEB8F2UnEOAAAECBAgQIDBcATMjQIAAAQIECBAgQIAAAQIE2hfQIYEDCqSUIqV0wDvu9lYC4N16Go0AAQIECBAgQIAAgQMKuBUBAgQIECBAgAABAgQIECDQvoAOtxN4cACcc45aV2+b0iIV786XV4/vYrsv967j1PvfVPW4IkCAAAECBAgQIECAAIHmBDREgAABAgQIECBAgAABAgT2IlBzx+XA+8o6S8I6z1hX71XXay3vfd/lgwPg+954P9cZlQABAgQIECBAgAABAgQIEGhfQIcECBAgQIAAAQIECBAgcJOAAPgmGfvHJ2DGBAgQIECAAAECBAgQIECAQPsCOiRAgAABAgQIECBAYKOAAHgjj4MECIxFwDwJECBAgAABAgQIECBAgACB9gV0SIAAAQIECBAgcLuAAPh2I2cQIECAwLAFzI4AAQIECBAgQIAAAQIECBBoX0CHBAgQIECAwB0FBMB3hHIaAQIECBAgMEQBcyJAgAABAgQIECBAgAABAgTaF9AhAQIECGwjIADeRsu5BAgQIECAAAECwxEwEwIECBAgQIAAAQIECBAgQKB9AR0SILC1gAB4azIXECBAgAABAgQIECBwbAH3J0CAAAECBAgQIECAAAECBNoX0OH9BHYWAOecY1l1KnW9LhUBAgQIECBAgAABAgQIENihgKEIECBAgAABAgQIECBAgMCDBGqOuanq4PV4l1Jd3VvVe6zWrm60swB4VxO63ziuIkCAAAECBAgQIECAAAECBNoX0CEBAgQIECBAgAABAgQI3CYgAL5NyPHhC5ghAQIECBAgQIAAAQIECBAg0L6ADgkQIECAAAECBAgQuJOAAPhOTE4iQGCoAuZFgAABAgQIECBAgAABAgQItC+gQwIECBAgQIAAgbsLCIDvbuVMAgQIEBiWgNkQIECAAAECBAgQIECAAAEC7QvokAABAgQIENhSQAC8JZjTCRAgQIAAgSEImAMBAgQIECBAgAABAgQIECDQvoAOCRAgQOA+AgLg+6i5hgABAgQIECBA4HgC7kyAAAECBAgQIECAAAECBAi0L6BDAgTuLSAAvjedCwkQIECAAAECBAgQOLSA+xEgQIAAAQIECBAgQIAAAQLtC+jwYQJ7CYBzzpFSetjMXE2AAAECBAgQIECAAAECBF4IWCNAgAABAgQIECBAgAABAs0IpEh762UvAfDeZnttYDsIECBAgAABAgQIECBAgACB9gV0SIAAAQIECBAgQIAAAQJ3FRAA31XKecMTMCMCBAgQIECAAAECBAgQIECgfQEdEiBAgAABAgQIECCwlYAAeCsuJxMgMBQB8yBAgAABAgQIECBAgAABAgTaF9AhAQIECBAgQIDA9gIC4O3NXEGAAAECxxVwdwIECBAgQIAAAQIECBAgQKB9AR0SIECAAAEC9xQQAN8TzmUECBAgQIDAMQTckwABAgQIECBAgAABAgQIEGhfQIcECBAg8BABAfBD9FxLgAABAgQIECBwOAF3IkCAAAECBAgQIECAAAECBNoX0CEBAg8WEAA/mNAABAgQIECAAAECBAjsW8D4BAgQIECAAAECBAgQIECAQPsCOtyNQPMBcM45NtVuGA83Sl/6Wa3D3dmdCBAgQIAAAQIECBAgcBQBNyVAgAABAgQIECBAgACBAwusZlHr1g88na1vtykbrMe2HnBkF4w0AB6ZsukSIECAAAECBAgQIECAAAEC9xBwCQECBAgQIECAAAECBAhsKyAA3lbM+ccXMAMCBAgQIECAAAECBAgQIECgfQEdEiBAgAABAgQIECBwLwEB8L3YXESAwLEE3JcAAQIECBAgQIAAAQIECBBoX0CHBAgQIECAAAEC9xcQAN/fzpUECBAgcFgBdyNAgAABAgQIECBAgAABAgTaF9AhAQIECBAg8EABAfADAV1OgAABAgQIHELAPQgQIECAAAECBAgQIECAAIH2BXRIgAABArsQEADvQtEYBAgQIECAAAEC+xMwMgECBAgQIECAAAECBAgQINC+gA4JENiZgAB4Z5QGIkCAAAECBAgQIEBg1wLGI0CAAAECBAgQIECAAAECBNoX0OFuBQTAu/U8+Gh9zrGpDj4hNyRAgAABAgQIECBAgMBuBIxCgAABAgQIECBAgAABAnsS2JQt1WN7uq1hDyQwsgD4QCpuQ4AAAQIECBAgQIAAAQIECBxRwK0JECBAgAABAgQIECBA4L4CAuD7yrnu8ALuSIAAAQIECBAgQIAAAQIECLQvoEMCBAgQIECAAAECBB4kIAB+EJ+LCRA4lID7ECBAgAABAgQIECBAgAABAu0L6JAAAQIECBAgQODhAgLghxsagQABAgT2K2B0AgQIECBAgAABAgQIECBAoH0BHRIgQIAAAQI7EhAA7wjSMAQIECBAgMA+BIxJgAABAgQIECBAgAABAgQItC+gQwIECBDYpYAAeJeaxiJAgAABAgQIENidgJEIECBAgAABAgQIECBAgACB9gV0SIDAzgUEwDsnNSABAgQIECBAgAABAg8VcD0BAgQIECBAgAABAgQIECDQvoAO9yPQ5ZxjtfZzm+GOutr7uvXhztzMCBAgQIAAAQIECBAg0KSApggQIECAAAECBAgQIECAwEaBdZne6r6NF0/g4Eh+ATyBJ6FFAgQIECBAgAABAgQIECAweQEABAgQIECAAAECBAgQIPBQAQHwQwVdv38BdyBAgAABAgQIECBAgAABAgTaF9AhAQIECBAgQIAAAQI7ERAA74TRIAQI7EvAuAQIECBAgAABAgQIECBAgED7AjokQIAAAQIECBDYnYAAeHeWRiJAgACB3QoYjQABAgQIECBAgAABAgQIEGhfQIcECBAgQIDAjgUEwDsGNRwBAgQIECCwCwFjECBAgAABAgQIECBAgAABAu0L6JAAAQIE9iEgAN6HqjEJECBAgAABAgTuL+BKAgQIECBAgAABAgQIECBAoH0BHRIgsDcBAfDeaA1MgAABAgQIECBAgMC2As4nQIAAAQIECBAgQIAAAQIE2hfQ4X4FrgXAOedYrf3efvijr1rU9eHP+PIM+/I8N9Xls20RIECAAAECBAgQIEDgaAJuTIAAAQIECBAgQIAAAQI7EtiUDdVjO7qNYY4kUDPLTXUtAD7SPG+4rd0ECBAgQIAAAQIECBAgQIBA+wI6JECAAAECBAgQIECAAIFdCQiAdyVpnN0LGJEAAQIECBAgQIAAAQIECBBoX0CHBAgQIECAAAECBAjsVEAAvFNOgxEgsCsB4xAgQIAAAQIECBAgQIAAAQLtC+iQAAECBAgQIEBg9wIC4N2bGpEAAQIEHibgagIECBAgQIAAAQIECBAgQKB9AR0SIECAAAECexIQAO8J1rAECBAgQIDAfQRcQ4AAAQIECBAgQIAAAQIECLQvoEMCBAgQ2KeAAHifusYmQIAAAQIECBC4u4AzCRAgQIAAAQIECBAgQIAAgfYFdEiAwN4FBMB7J3YDAgQIECBAgAABAgRuE3CcAAECBAgQIECAAAECBAgQaF9Ah4cRuDUAzjnHah1mWsO9y6pFXe+LT63hznjzzOrcN9Xmqx0lQIAAAQIECBAgQIDAgwUMQIAAAQIECBAgQIAAAQIELgRqblU3ag53U9XjU6qrDrf1fmsAfNsA+zluVAIECBAgQIAAAQIECBAgQKB9AR0SIECAAAECBAgQIECAwK4FBMC7FjXewwWMQIAAAQIECBAgQIAAAQIECLQvoEMCBAgQIECAAAECBPYiIADeC6tBCRC4r4DrCBAgQIAAAQIECBAgQIAAgfYFdEiAAAECBAgQILA/AQHw/myNTIAAAQLbCTibAAECBAgQIECAAAECBAgQaF9AhwQIECBAgMCeBQTAewY2PAECBAgQIHAXAecQIECAAAECBAgQIECAAAEC7QvokAABApsF8vnhnJdr5zssthIQAG/F5WQCBAgQIECAAIGdCxiQAAECBAgQIECAAAECBAgQaF9AhwRuEchR/lOCX+HvLVB3OCwAvgOSUwgQIECAAAECBAgQ2I+AUQkQIECAAAECBAgQIECAAIH2Be7aofD3rlKbz9s6AK7wq7V5+P0fXZ3LuvX9z8AdCBAgQIAAAQIECBAgQOAeAi4hQIAAAQIECBAgQIAAgXsK9DnHprrnsEe9LEU66v2HdPOrmee2c9s6AN72Btud72wCBAgQIECAAAECBAgQIECgfQEdEiBAgAABAgQIECBAgMC+BATA+5I17vYCriBAgAABAgQIECBAgAABAgTaF9AhAQIECBAgQIAAAQJ7FRAA75XX4AQI3FXAeQQIECBAgAABAgQIECBAgED7AjokQIAAAQIECBDYv4AAeP/G7kCAAAECmwUcJUCAAAECBAgQIECAAAECBNoX0CEBAgQIECBwIAEB8IGg3YYAAQIECBBYJ2AfAQIECBAgQIAAAQIECBAg0L6ADgkQIEDgkAIC4ENquxcBAgQIECBAgMALAWsECBAgQIAAAQIECBAgQIBA+wI6JEDg4AJ7C4Bzzgdvxg0JECBAgAABAgQIEBiHgFkSIECAAAECBAgQIECAAAEC7Qvo8DgCDw6Aa9B7tVZb6ScSBNc+a6323sJ67WlTtdCjHggQIECAAAECBAgQOKiAmxEgQIAAAQIECBAgQIDALQKbspl67JbLHb5F4Gq2eXX7lst3cjjHix/T7vr+Dw6Ab+qwTvSmY9f320OAAAECBAgQIECAAAECBAi0L6BDAgQIECBAgAABAgQIENi3QJdKuLysfd/M+ATWCthJgAABAgQIECBAgAABAgQItC+gQwIECBAgQIAAAQIEDiKwt18AH2T2bkKAwOgFNECAAAECBAgQIECAAAECBAi0L6BDAgQIECBAgACBwwlcCoD9Evhw8O5EgAABAoGAAAECBAgQIECAAAECBAgQaF9AhwQIECBAgMCBBS4FwPu4d5fSPoY1JgECBAgQIDBqAZMnQIAAAQIECBAgQIAAAQIE2hfQIQECBAgcQ6DrcsSydjWBnPvIOYfsd1eixiFAgAABAgQINCSgFQIECBAgQIAAAQIECBAgQKB9AR0SIHA0gb38Arhkv+cBcBleCny0h+vGBAgQIECAAAECBIYmYD4ECBAgQIAAAQIECBAgQIBA+wI6PK5A16eIZS2nkv2zwTwAABAASURBVHLEsuIer5RSpJQWV9Y0eLF2lM/6S+RNdZRJuSkBAgQIECBAgAABAgSmJ6BjAgQIECBAgAABAgQIECBwFIGrWeFRJnHlpinSlT272+x2N9R9RnINAQIECBAgQIAAAQIECBAg0L6ADgkQIECAAAECBAgQIEDgUAI3BMC53H9ZZdWbwD4EjEmAAAECBAgQIECAAAECBAi0L6BDAgQIECBAgAABAgQOIJAj5UVdCYBzufm6Kru9CRAgsEMBQxEgQIAAAQIECBAgQIAAAQLtC+iQAAECBAgQIEBg3wLXs92VAPjqwdXJ1GOr29YJECBAgMC9BVxIgAABAgQIECBAgAABAgQItC+gQwIECBAgQGDPAstf/C6XETXTzbESAC9nUA6kUvMT6r7lel3WbUWAAAECBAgQuK+A6wgQIECAAAECBAgQIECAAIH2BXRIgAABAocVKDluzXfPa00AfNjpuBsBAgQIECBAgMBEBLRJgAABAgQIECBAgAABAgQItC+gQwIEjiCQInKKblllKxZVFt4ECBAgQIAAAQIECBDYg4AhCRAgQIAAAQIECBAgQIAAgfYFdHhMgRICx6K6Rfiby2xqlUU9UNLhqMuISGX9RdXtyxVeBAgQIECAAAECBAgQIEDgZgFHCBAgQIAAAQIECBAgQIDAQQVyzrFaB735AW6WSqxbK+Z57iL0jfLqz6sEwGXt2rueuLrz6vbqsfusu4YAAQIECBAgQIAAAQIECBBoX0CHBAgQIECAAAECBAgQILBfges57g0BcJ1GPXlZdVsR2JGAYQgQIECAAAECBAgQIECAAIH2BXRIgAABAgQIECBAgMCBBJaZ7mJZ/y3g+m8C33DzetINh+wmQIDAPQRcQoAAAQIECBAgQIAAAQIECLQvoEMCBAgQIECAAIF9COQy6E1VDp3/SeiLXwDnlEoQ/KJifkJ4ESBAgACBXQkYhwABAgQIECBAgAABAgQIEGhfQIcECBAgQIDAXgRuCn6v7o/o+hRRazGPsjEPfutysccnAQIECBAgQODhAkYgQIAAAQIECBAgQIAAAQIE2hfQIQECBAgMQeDiF8DXJ1ND4FrXj9hDgAABAgQIECBA4M4CTiRAgAABAgQIECBAgAABAgTaF9AhAQJ7F0g5olbc8toQAN9ypcMECBAgQIAAAQIECBC4RcBhAgQIECBAgAABAgQIECBAoH0BHQ5LoOtyilox/9PPcfHKJT6udbGj0ZWcc2yqRtvWFgECBAgQIECAAAECBPYtYHwCBAgQIECAAAECBAgQILAXgU3ZXj22l5seYdAS185/8btY1r/cvKicUtxcEV3Mg98Uh3m5CwECBAgQIECAAAECBAgQINC+gA4JECBAgAABAgQIECBAYPcCNdPdVIs7lgB4sbLdZy6nL6usehO4i4BzCBAgQIAAAQIECBAgQIAAgfYFdEiAAAECBAgQIECAwB4EltlsvvhV8E032TIAzmWcdVV2exMgQGCDgEMECBAgQIAAAQIECBAgQIBA+wI6JECAAAECBAgQ2LXA9Wy2/jO+uf4Q+IZbbREAXx18dcR6bHXbOgECBAgQuBCwQoAAAQIECBAgQIAAAQIECLQvoEMCBAgQIEDggQKpRK6r1eWyIxZVQ9/Lw9f9l/cst7YIgJeXlMHqnec3q/vK9ny9Luu2IkCAAAECBAgsBSwJECBAgAABAgQIECBAgACB9gV0SIAAAQL7Fag5bI4aAi9++bvYjqjL63e+RwCcylilotb1Ae0hQIAAAQIECBAgMBfwQYAAAQIECBAgQIAAAQIECLQvoEMCBA4gUHPZZd1+u3sEwHXQeoO6VAQIECBAgAABAgQIELguYA8BAgQIECBAgAABAgQIECDQvoAODylw93z21gC4/ox4USlyWlb9EfBiPea/BK43rBVeBAgQIECAAAECBAgQIDBtAd0TIECAAAECBAgQIECAQGMCef5v0S6a6kpeuFjz+RCBHNf/fHMucWut5bj93LrsLHls/Rd6UzlYK8r2i4prr1sD4MtX1Bus7qnby1rdf3XdNgECBAgQIECAAAECBAgQINC+gA4JECBAgAABAgQIECBAYLcCNYtdHbFuL2t1/4v1LQPgeuFywLqs24tK10PqxQGfBAgQIECAAAECBAgQIECAAAEC7QvokAABAgQIECBAgACBBwnUvLXW9UFqLrus60ev7rlHAFyHqDeoS0WAAIHNAo4SIECAAAECBAgQIECAAAEC7QvokAABAgQIECBAYHuBbRLXnOo/z1v/md7b73PPADiips+rFeW13C6r3gQIECBAgAABAgQIECBAgAABAgQIECDQvoAOCRAgQIAAgfsI5IgaAC/z1bqMNa9cTqq15tCNu+4dAN84ogMECBAgQIAAgUBAgAABAgQIECBAgAABAgQItC+gQwIECBB4kMB5CHyXMfoSBC/rtvMFwLcJOU6AAAECBAgQILCdgLMJECBAgAABAgQIECBAgACB9gV0SIDAYAUEwIN9NCZGgAABAgQIECBAYHwCZkyAAAECBAgQIECAAAECBAi0L6DDHQmkiLyjoVaHuXcAXP/W9GrVQZfbdb2VyjnHXWpf/fbl/qt1dS77uu9Qxl3tfd36UOZpHgQIECBAgAABAgQIBAICBAgQIECAAAECBAgQaETg2HnU1ftf3W6BOaUUfWlkma/WZdmcv+v6suY7ykdXkuJllc2N73sHwBtHvThohQABAgQIECBAgAABAgQIEGhfQIcECBAgQIAAAQIECBAgMBSBnQXANYUeSlPmMRAB0yBAgAABAgQIECBAgAABAgTaF9AhAQIECBAgQIAAAQI7Eah5a62HDrazAPihE3E9AQJtCeiGAAECBAgQIECAAAECBAgQaF9AhwQIECBAgAABAsMTEAA/8Jlc/Zvjy3+n9oHDupwAAQJjFjB3AgQIECBAgAABAgQIECBAoH0BHRIgQIAAAQIDFRAAD/TBmBYBAgQIEBingFkTIECAAAECBAgQIECAAAEC7QvokAABAgSGLNClHLGs8CJAgAABAgQIECBwXwHXESBAgAABAgQIECBAgAABAu0L6JAAgcEL+AXw4B+RCRIgQIAAAQIECBAYvoAZEiBAgAABAgQIECBAgAABAu0L6HAcAl3OfSwr+j5qLbfrchxtHHeWKaX5BFJK0Z1XHOiVcy7P7+Y60DTchgABAgQIECBAgACB6QronAABAgQIECBAgAABAs0J9CV/2VRjb/g++VK9puZgY+99CvPf0y+Ap0CnRwIECBAgQIAAAQIECBAgMHUB/RMgQIAAAQIECBAgQIDA0AS6LkfUqv8O8NAmZz4jFTBtAgQIECBAgAABAgQIECBAoH0BHRIgQIAAAQIECBAgMCiBmvfW6voUUSuX5aBmaDIECIxSwKQJECBAgAABAgQIECBAgACB9gV0SIAAAQIECBAgMFyBS38CuobAtYY7XTMjQIAAgQELmBoBAgQIECBAgAABAgQIECDQvoAOCRAgQIAAgYEI1F/7rtZyWl0NfJe13GlJgAABAgQIENhOwNkECBAgQIAAAQIECBAgQIBA+wI6JECAAIExCFz6BfDqhJdp8eo+6wQIECBAgAABAgSuCdhBgAABAgQIECBAgAABAgQItC+gQwIEBi/Q5Yh5DX6mJkiAAAECBAgQIECAwGAFTIwAAQIECBAgQIAAAQIECBBoX0CH4xLoUuoileri8n/qvlrjauc4s805R0rpODe/5a51bpvqlssHf7gv9ptq8A2YIAECBAgQIECAAIHxCpg5AQIECBAgQIAAAQIERiuwKVuox0bb2PnEN2VD9dj5aRYjFbjpLzn3Ja6s1e22L6MRIECAAAECBAgQIECAAAEC7QvokAABAgQIECBAgAABAgSGKtDdlBAvJ3zb8eV5lgQCAQECBAgQIECAAAECBAgQINC+gA4JECBAgAABAgQIEBi0wK2/AM4potaguzA5AgSOLmACBAgQIECAAAECBAgQIECAQPsCOiRAgAABAgQIEBi+wEUA3OUXkxX4vrCwNm6B+nf6a427C7MnMHgBEyRAgAABAgQIECBAgAABAgTaF9AhAQIECBAgMBKBeQCc1ky2hsC11hyyiwABAgQIECBwLmBBgAABAgQIECBAgAABAgQItC+gQwIECBAYk0BXf/mbVn79O6bJmyuBuwrUXwHXuuv5ziNAgAABAgTuIOAUAgQIECBAgAABAgQIECBAoH0BHRIgMDqB+S+ARzdrEyZAgAABAgQIECBA4KgCbk6AAAECBAgQIECAAAECBAi0L6DDcQp0fYpY1rKF+ovgZS33WbYpkHOOTdVa1/VXwKvVWn/6IUCAAAECBAgQIHAAAbcgQIAAAQIECBAgQIDA4AVWs4B164Nv4JYJbsp26rFbLnd45AL1n/HdVDv6BfDIlUyfAAECBAgQIECAAAECBAgQuIOAUwgQIECAAAECBAgQIEBg6AIC4KE/oTHMzxwJECBAgAABAgQIECBAgACB9gV0SIAAAQIECBAgQIDAKAS65c+DRzFbkyRAYHACJkSAAAECBAgQIECAAAECBAi0L6BDAgQIECBAgACB8Qhc/AJ4GQQvl+NpwUwJECBA4EgCbkuAAAECBAgQIECAAAECBAi0L6BDAgQIECBAYGQCXZ8iao1s3qZLgAABAgQIHFXAzQkQIECAAAECBAgQIECAAIH2BXRIgAABAmMUuPgF8Bgnb84ECBAgQIAAAQJHEHBLAgQIECBAgAABAgQIECBAoH0BHRIgMFoBAfBoH52JEyBAgAABAgQIEDi8gDsSIECAAAECBAgQIECAAAEC7QvocNwCXfR91Mq5j9XqY/Gfcbdn9gQ2C/Q5x6bafLWjBAgQIECAAAECBCYloFkCBAgQIECAAAECBAgMRmDTf7dfjw1movecSJdS1Iorr1xyjVpXdtucmEC+kute3e5SAalVFvd4u4QAAQIECBAgQIAAAQIECBBoX0CHBAgQIECAAAECBAgQIDAWAX8CeixPaojzNCcCBAgQIECAAAECBAgQIECgfQEdEiBAgAABAgQIECAwKgEB8Kgel8kSGI6AmRAgQIAAAQIECBAgQIAAAQLtC+iQAAECBAgQIEBgfAIC4PE9MzMmQIDAsQXcnwABAgQIECBAgAABAgQIEGhfQIcECBAgQIDASAUEwCN9cKZNgAABAgSOI+CuBAgQIECAAAECBAgQIECAQPsCOiRAgACBMQsIgMf89MydAAECBAgQIHBIAfciQIAAAQIECBAgQIAAAQIE2hfQIQECoxcQAI/+EWqAAAECBAgQIECAwP4F3IEAAQIECBAgQIAAAQIECBBoX0CHbQiMNgDOxT/nHLXKqveeBKrvTVVv2ZdnUJeKAAECBAgQIECAAIFmBTRGgAABAgQIECBAgAABAkcQKCnYPAdbzWmOMI3J3jKlFGPNwe4ZAB//Wfd9P//SH38mZkCAAAHfCB1fAAAQAElEQVQCBAgQIECAAAECBFoV0BcBAgQIECBAgAABAgQIjE1gtAFwCd3HZt3OfHVCgAABAgQIECBAgAABAgQItC+gQwIECBAgQIAAAQIERilwQwBc/8ByXxqqy1pldWDvlG6Y+sDmaToEWhPQDwECBAgQIECAAAECBAgQINC+gA4JECBAgAABAgTGK3AlRa1h7zL4rU3V7dVlXR9GpWFMwywIECAwJQG9EiBAgAABAgQIECBAgAABAu0L6JAAAQIECBAYucCaALh2tAx+l+t1u1bdVgQIECBAgMD0BHRMgAABAgQIECBAgAABAgQItC+gQwIECBBoQeBKALxsye9rlxKWBAgQIECAAIHJCwAgQIAAAQIECBAgQIAAAQIE2hfQIQECzQhcCYBvC37rr4CX1YyBRggQIECAAAECBAgQuEHAbgIECBAgQIAAAQIECBAgQKB9AR22JbAmAL68K+c+FjUry2Ut9/VH18g5l3ndXEefoAkQIECAAAECBAgQIEBgnAJmTYAAAQIECBAgQIAAAQJHFEiRjnh3t64ZZJfG+Qwup70Xz/KmZpYn1F8BL9ctCRAgQIAAAQIECBAgQIAAgbYEdEOAAAECBAgQIECAAAECYxW4MQBOJeOtNdbGzHsPAoYkQIAAAQIECBAgQIAAAQIE2hfQIQECBAgQIECAAAECoxa4IQAu6e/Gtm77hfDGix0kQGCEAqZMgAABAgQIECBAgAABAgQItC+gQwIECBAgQIAAgfELXATA9de+KedIuS+V13RWT12WAHgNkF0ECBBoVUBfBAgQIECAAAECBAgQIECAQPsCOiRAgAABAgQaEaiJ7kory+B3uVw5ZJUAAQIECBCYoICWCRAgQIAAAQIECBAgQIAAgfYFdEiAAAECLQlcCYDPW1v5ge/il8Hn+y0IECBAgAABAgSmI6BTAgQIECBAgAABAgQIECBAoH0BHRIg0JzA+gDYD4Cbe9AaIkCAAAECBAgQILCNgHMJECBAgAABAgQIECBAgACB9gV02KZAl3IftSL6lQ5XfgJ8vreec71y5HL9+locO7/8aIuc6zxurqNNzI0JECBAgAABAgQIECAwTAGzIkCAAAECBAgQIECAAAECBAYskFIXaUN1d5v7TWf5qfBNMvYTIECAAAECBAgQIECAAIHxCZgxAQIECBAgQIAAAQIECIxd4IEB8NjbN/87CTiJAAECBAgQIECAAAECBAgQaF9AhwQIECBAgAABAgQINCGwgwC4/ulovwRu4tugCQJrBOwiQIAAAQIECBAgQIAAAQIE2hfQIQECBAgQIECAQDsCOwiAK0YNgGsQvKy6XaseUwQIECAwUgHTJkCAAAECBAgQIECAAAECBNoX0CEBAgQIECDQmMAOAuAa9NZalbm6vXrMOgECBAgQIDB8ATMkQIAAAQIECBAgQIAAAQIE2hfQIQECBAi0KLCnALhFKj0RIECAAAECBCYioE0CBAgQIECAAAECBAgQIECgfQEdEiDQrMAOAuBUcGqVhTcBAgQIECBAgAABAqMWMHkCBAgQIECAAAECBAgQIECgfQEdti3w4AA45RSLirJ8UV3ksp3DiwABAgQIECBAgAABAgRGIWCSBAgQIECAAAECBAgQIECAQAMCtwTAD+hwnv3OPx4wiEsJECBAgAABAgQIECBAgACB/Qu4AwECBAgQIECAAAECBAi0IrC/ALgVoSn3oXcCBAgQIECAAAECBAgQIECgfQEdEiBAgAABAgQIECDQgED9Ye6iBMANPE4tENiHgDEJECBAgAABAgQIECBAgACB9gV0SIAAAQIECBAgMHaBRegb8WIpAB77MzV/AgQI7F7AiAQIECBAgAABAgQIECBAgED7AjokQIAAAQIERi/wIvQVAI/+YWqAAAECBAjsS8C4BAgQIECAAAECBAgQIECAQPsCOiRAgACBtgRKEJxKnf8K2C+A23q6uiFAgAABAgQI3F/AlQQIECBAgAABAgQIECBAgED7AjokQKBNgZL/pij/ySkaCIBLN+dp9upPm8OLAAECBAgQIECAAIE7CziRAAECBAgQIECAAAECBAgQaF9Ah3cTyLnmjzV5XCzvdtUhzqrzWa0r96yHSgg83gA49RG11oa/tbtaceurPsBNdesATiCwQ4G+/C+UbWqHtzYUAQIECBAgQIDAdAV0ToAAAQIECBAgQIAAgWsC2/x31evOvTagHQRGJrDID4c06Zp9LirnWdSKfhbRl8y0L/vLYjHn/qZfAA+pGXMhQIAAAQIECBAgQIAAAQIE9iNgVAIECBAgQIAAAQIECBC4KlCD1LpvuazrY6rx/gJ4r8q5jL6ssrrmXf8d5VprDo1/lw4IECBAgAABAgQIECBAgACB9gV0SIAAAQIECBAgQIBAUwIpd9HVaqqrBzezDH1Xlw8e1AAERiVgsgQIECBAgAABAgQIECBAgED7AjokQIAAAQIECBBoTyCnPvpS4/0FcEmvo1ak8nRuqnLozu/V0LeuX74wlV2X6vJhWwQIEGhBQA8ECBAgQIAAAQIECBAgQIBA+wI6JECAAAECBEYpkCLlZXVlfVHLVnIqYeb5Rne+HPEilbmvq7L7Xu+Ks6w6QF8+asWlqDm8CBAgQIBAUwKaIUCAAAECBAgQIECAAAECBNoX0CEBAgQIjFeg5peXZ18T0hd7cuTUz6uBAHjR1kqovdhx789KtazNg8zPKta7u/fm+zlKgAABAgQIENiLgEEJECBAgAABAgQIECBAgACB9gV0SIDAiAVKIBmrtbmVUQfANYCNS82uNn7b+iaYxcibznCMAAECBAgQIECAQAsCeiBAgAABAgQIECBAgAABAgTaF9Dh/QRSGkJmWDPP9fO/fOTFXLucc2yq9cMdf2+KPuZV5p9K1SC4LmvV9bvVah8VZVl1/2I95W7xN7TrritVUXM5rdaVQzvb7MoXq1YdcPU51W1FoC/f/U1FiAABAgQIECBAgMAGAYcIECBAgAABAgQIEJiwwKb/brkemzCN1icgsJq5rVuvBHV/ienq6sEr577kt6s1m2/3JR+tFWVZq/7J5+XkUgksl7lmt9y5WE79s6S5lwgW24vPSwdsECBAgAABAgQIECBAgACBEQuYOgECBAgQIECAAAECBAjcJpAi3XbKAY7Xn6Rud5tmAuCrjaRiUWs7jnp2fZDLqtsTKq0SIECAAAECBAgQIECAAAEC7QvokAABAgQIECBAgACBEQrkqNlnrdsmfzU3ve38kRzPD5xnDYA3DdGXg6VSqbLmTaAFAT0QIECAAAECBAgQIECAAAEC7QvokAABAgQIECBAYMgCNeOstf0cc4k3lzXaADhHF/NKKXKp/uIn2Lms5aJSqywu3qXrciQuVWz56sv5pZZDlS1vAgQINCCgBQIECBAgQIAAAQIECBAgQKB9AR0SIECAAAECgxao2eaySh4ZfaRcK8qyVg0o49orl93zKkeWV482AC49RG0iLgLduMOrCGx1/poh6xAF/MWRvqzWKgtvAgQIECAwOgETJkCAAAECBAgQIECAAAECBNoX0CEBAgQItCxQM9N5CFxyzLocdQD84kHN23qxubJW/w52rZVdO1hthG0HEoYgQIAAAQIERixg6gQIECBAgAABAgQIECBAgED7AjokQKAZgS53UevGhsrxKNVAklnD32Wbq+t137rtum+16nmb6+LsmpqXU5fbZdWbAAECBAgQIECAwCgFTJoAAQIECBAgQIAAAQIECBBoX0CHwxXI53/reHczLEHm+WC3BsA5l9tvqPNxDr9IfUStOc55JJvKslZEdGV/rSjLshmp9LCulsfrOeuqL9dfVBm+n1eOvoxXa3lNzrOIMp8+FsvY0St1KSKl+i5Vl4uK89dgn8/5/CyOK9Cff09vWh53du5OgAABAgQIECBwJAG3JUCAAAECBAgQIEBgAgI3/ffCy/0TINDihAXGkp8t57l4VClKrDOvGnfWWux/8dnXLLLUiz016j2v+refzw/UPRFxvmVxi0C6+fiGQzdf5AgBAgQIECBAgAABAgQIEDikgHsRIECAAAECBAgQIECAwBAEati7r3kIgLeWrUlvrcWFy2Q+97kk8nmxc2yf5kuAAAECBAgQIECAAAECBAi0L6BDAgQIECBAgAABAgQGLHD/nLEml/PKXaRS3YC7HN/U7v9cxterGTcjoBECBAgQIECAAAECBAgQIECgfQEdEiBAgAABAgQIDFWgBozL6sska5XFre8a+b44qW6l1Eet8QbAJb2OWjFvp3RXlvVvW9cqW/t9l3ut3ne+XilL1TnV2u8EjE6AAIFdCBiDAAECBAgQIECAAAECBAgQaF9AhwQIECBAgMCgBZbhb13eNtGSRcaySl5ZMslULqsVUVbOL69nnK+OdVGau5j66vrFzj2t1Hut1p5uY1gCBAgQILAXAYMSIECAAAECBAgQIECAAAEC7QvokAABAgTGIVDC23mK25fplvXyuf27Xlev7+cR8fbXD+6KZRA7uImZEAECBAgQIEBgeAJmRIAAAQIECBAgQIAAAQIECLQvoEMCBEYqkO8+71QD38XpNT9eVgO/AF409bDPCnlT3W3knOv1dzvXWQQIECBAgAABAgSOJeC+BAgQIECAAAECBAgQIECAQPsCOtyNQF75s8q7GfEwo4w6AJ7/7rfkrjXNvsrVl4O1ru6/up1KcLupVv9e9tVrl9s1/K2VUoquVOzwlfvy1cp99PNlXb9cO7yVoSYo0Jfv/6aaIImWCRAgQIAAAQItC+iNAAECBAgQIECAAIGGBDb9d7v1WEOtaoXANYGay22qaxfcY0dKKUqMco8r73ZJnX89M5ccMJcb5f7Fr3nr/vVVz1lWCUnnJ9Vl3TffqB8x6gB43sFAPuqDKd+DgczGNAgQIECAAAECBAgQIECAwKqAdQIECBAgQIAAAQIECBDYVqDmf9te8/Dz0x2HqMFvPXW5rOuLajcAzgWnVpTlolefVwVsEyBAgAABAgQIECBAgAABAu0L6JAAAQIECBAgQIAAgREIpEi5K5W2mOvlX/4uL+yWK+Nd1lS71roOtgFad719BNoV0BkBAgQIECBAgAABAgQIECDQvoAOCRAgQIAAAQIEthGomeOytrluWOeONwBOJdGuFcuHUJcVt4S+fvlbIRQBAgRuErCfAAECBAgQIECAAAECBAgQaF9AhwQIECBAgMBWAjVrXK3zLLLmkcvaarw1Jy/HKctUqos+UrnlokrGueaS++wabwC8sdvdAW28jYMECBAgQGB0AiZMgAABAgQIECBAgAABAgQItC+gQwIECBCYskCjAXB9pDUErlXXFQECBAgQIECAQCAgQIAAAQIECBAgQIAAAQIE2hfQIQEC9xDI5ZpaZXHEd5e7qPXQKTQcAD+UZvX6+sBvqtXzrBMgQIAAAQIECBAYpoBZESBAgAABAgQIECBAgAABAu0LY1sE4wAAEABJREFU6PA+AjUDvM91u75mdz9sfXAAnHOOddWf799161fHy7kv919Xi3ldPX/b7VT62FQRiy9FSrt7KFfnmCJd3XXn7Vzmv6nuPJATCRAgQIAAAQIECBAYq4B5EyBAgAABAgQIECBAgACB0QjUXKtOti5vqnp8N1VzvmWtG7FEqXml1p2yzb7zsVJZ1oqyjCjjzytFn2Je2wy5cu7Fah3xYsMKAQIECBAgQIAAAQIECBAg0JKAXggQIECAAAECBAgQIEDgbgI1CL5y5ppdV84Y5KYAeAePJaUSx+9gnIMNsXKj5f/nxMouqwQIECBAgAABAgQIECBAgEALAnogQIAAAQIECBAgQOCOAjXpzbH4q8D1kpr9jTdGHe/Mq70iQGBrARcQIECAAAECBAgQIECAAAEC7QvokAABAgQIECBAYJ1ALjtXq2yufddz+njAv9Ia27/O7xnlvttffOmKZgPgXIL5TXVJYQcbKZUb7mCcYw3hl8DHkndfAgcVcDMCBAgQIECAAAECBAgQIECgfQEdEiBAgAABAmsFasB6uZa/+E0lVKwVF4lvPS/Kq4SxaaXKnt2/673KPaIudzN6swHwbniMQoAAAQIEWhHQBwECBAgQIECAAAECBAgQINC+gA4JECBA4P4Cyx971iC2VA1+7z/YFleWe9WzU1nWe9Zl3X5ACYAfgNfipX4J3OJT1RMBAgQITF4AAAECBAgQIECAAAECBAgQINC+gA4JENiRQIo0/0Vwd/F74B0NfMswJQCen7Fczjfu9dHd66rBX5QGP0MTJECAAAECBAgQIHAIAfcgQIAAAQIECBAgQIAAAQIE2hc4VId9fng4efe51nttW3cfffOZ484a2wmA0/ILUFtKJZmPeUX9k9lrqn4/a4XXWoHlL4GXy6snpZTmu7rz5Xxjxx/L/yWynMO65Y5vaTgCBAgQIECAAAECLQnohQABAgQIECBAgAABAgQI3EtgUyazzG/uNfCtF62Gesvsb9vlrTeZZ4jzaPHaqTX/SpFL/pWji5xL7rha184fxI5rkyizvrZvpDuWD3+k0zdtAgQIECBAgAABAgQIECCwMwEDESBAgAABAgQIECBAYPcCNRje/ahDG3ERAh9vVvX+D7t7QwHwwyAednUNnx82wkGudhMCBAgQIECAAAECBAgQIECgfQEdEiBAgAABAgQIEGhUoP5qt9Z926vX1tp8fc39am0+a/dHS/A7/7VxWT5wcAHwAwEj6heg1oMHMgCBvQoYnAABAgQIECBAgAABAgQIEGhfQIcECBAgQIAAAQI1t1tXt8lcvaaPeHgWG3d+1dvf+eTNJzYcAFel8mDW/iPAOXJ5YJtqM9vq0XqfWvVeZZnKstbqKdYJECBwXAF3J0CAAAECBAgQIECAAAECBNoX0CEBAgQIEGhOoP5ad7VinsiWkO/GZcnq4kWlnGO11l8f5ZWjnBgvfvhZtstW1Jyx5n7Lmu97wMfFOCVPXI59MVzt62LjQSuNB8A32Swf2k3H77q/jnNe82dS1+96rfMIECBAgMAhBNyDAAECBAgQIECAAAECBAgQaF9AhwQIEJiaQA3mrtZdDVavu3LNMm2uIXINa68cHstmwwHwIR7ByhfkyNlv/T4eomP3IECAAAECBEYkYKoECBAgQIAAAQIECBAgQIBA+wI6JDApgRrI5Vj8qnf7xrscUeseV0bkQ8Sq9R61tp/h6hUPH2F1tNGspx3OtI5Vqw65XNb13VZKKXIu38rdDms0AgQIECBAgACBRgW0RYAAAQIECBAgQIAAAQIECLQvMK0Od5WT1XGWtVkwpfPsr56++dQdHD2/1w5G6mqouKl2cI9hDJHqk6lVM+8UdXNTbT/pxbhR0/9a2w9w8xXly1Xe8wC4Pqt6YiqtXKqyc7ldVnf+rvddVh28rtelIkCAAAECBAgQIEBgcAImRIAAAQIECBAgQIAAAQIENgrUnGdTrbu4np9SWndoh/u6SOmk5HhddHESXVnvyj27LkXXRamyLNtx/lpmY4tlKtctK8p6XHv15cRaUf/E80XV01LZtVKRIvdRPuPKq0wial3ZfdfNmiHWmo9RxlldX3O3m4atzyLnHDcty8g3Xdra/pKYzh/kOPtKqZs/xNXZl69hLKvur+t1qQgQIECAAAECBAgQIEBgqgL6JkCAAAECBAgQIECAQBsCl3OvmvPVvpbLur6uLl+17oyb99VrL1dKdXt5xer6ct8wlxMKgPf1AOrDrrWv8e827sYZ3G0IZxEgQIAAAQIECBAgQIAAAQJjFjB3AgQIECBAgAABApMWqOFwrX0g1Eh1PGlcne0+FEY9Zi7Pb1m3N1K/SLVuP3N3Z9TfnPeRo1aU5Yva3T2M1IqAPggQIECAAAECBAgQIECAAIH2BXRIgAABAgQIEGhboIR38waXy/nG+UfN6a7W+aFRLWoPJQMs+d9Dpy0AXhG8e+i7ctFF/FofSHkwqSxrrZ6yk/U6dqnzh17XlvOdL8s95st13/tyzJsAgUkKaJoAAQIECBAgQIAAAQIECBBoX0CHBAgQIECgIYGSs9UsbJ61LdeX7a2LNeeJWTnh6rLsGs27zr32Wpe7mfQ6qd2MPLhRajJa6/aJ1SB1eVZdr7XcvrysD+K85kPX9ctn7HbrfPz5l345cv1C9HHzHJfnWRIgQIDAtAR0S4AAAQIECBAgQIAAAQIECLQvoEMCBAg0LFCzt1qrLZ5HZau7FuvlQFqpKOuLAyP4PJ/rfP4l96vLB856OgHwPCG9+i1Zr3d31zreeZ0/m/Uj7nhv3v6x3b2nHc/VcAQIECBAgMDhBdyRAAECBAgQIECAAAECBAgQaF9AhwSmJjDP4mpGVqvmc6sAZbtmgcuKsr16eBTr8wbLTJfLsnrPdxW656VDv+xQD7bep1b1WC7r+j5q3+PvY87GJECAAAECBAgQOKSAexEgQIAAAQIECBAgQIAAAQLtC0yhwxqDXqoSky231/dfTpgHv3W5/oxt9+Z6w20vGsD5twbAuXS2qQbQww1TqA+3tres9aeV9mJZ9U+K11pu12Wcf1FySrFay/1x8ar3Kfesv86tdbF/ByvziaQyk3qPWnXMulytuu9F1V/8XqpyaLldVh/0rt+HlNKDxtjVxXUum2pX9zEOAQIECBAgQIAAgREImCIBAgQIECBAgAABAgQIEJgLbMpO6rH5SQP9qPOruWtf8rFrVYK8PurR5eRrXrWs5b6HL1NO0cVJpD5FKrlfKvddrXjgq3ZQqwwf5VaLKmPWfbXK6qb3rcdqgnjrSW2ckEobtcpiq3e95qbaaqCDn7w663rzul2XigABAgQIECBAgAABAgRaE9APAQIECBAgQIAAAQIEpiqwnwSsjppjF3Hs+udy88j1zuuvueteAfAaqXSz+JWz6wNYVFevqXXljH1s5rveZ+XmV3uq27VWTmlydf7/JXIfsCY1NEWAAAECBAgQIECAAAECTQpoigABAgQIECBAgMDkBRZ5XcRyGSN81bnX6LYuHzb9/5+9e9FOVUkCANrt/f8/niNThbYhxjeggDtjpaHp58acWSsVvDnKuBG+tHd7HLt85I302I3PPHFG8fWVAjZNgAABAgQIECBAgAABAgQIbF/ADgkQIECAAAECBJpA5s8y2vm0ZebcWkw78vSjbTgBnLdgH2KXIq/FpRuvfDr2PFrz7H3pWr6lMlq7T5YtQZ1l+/zwXE+ur197nnxReBL4i262raaAIECAAAECBAgQIECAAAECBLYvYIcECBAgQGCDApm6bNFntWKP52VUvfGVecHzeHn6GnnLYZQ4Pw2W+zydjDpIwVEDLKdzomS0FeWtaMfn5a1r523/nmfvTKxm/L26zJpcc1vZUKnVKQkQIEBgKwL2QYAAAQIECBAgQIAAAQIECGxfwA4JECDwDQKZ0TqPz+w782yZFzzFZ5bx8KzbSQCneP9xzA/v/eWGW0Hrf2TiHZtPBL+MsbKOngRe2Q2zXAIECBB4TkBrAgQIECBAgAABAgQIECBAYPsCdkiAwIYFMguZMW6L40cYN//LvbtIXO738e3qCJnevHrRhaMApSOEggABAgQIECCwcgHLJ0CAAAECBAgQIECAAAECBLYvsOUddiX+lwnALW/y5t6my9qtMgEct790/RO/ufwW52KJlNfO69t5fqb2rQTyoV3X7WOuQ5R99IkY1uUyMrJ1jpaRxzl7Rh5/MvLp3j5uLCLX2beJxZ+XN7qt+lLXxbsoYtWbsHgCBAgQIECAAAECBwHfCRAgQIAAAQIECBAgQIDAZgQ2ncPpInc5jBLnp8iM3eE2NoOzMnKWj+W3ctTDSCv73jb8s+xEyfipcXQQeEQl25zHobfvBAgQIECAAAECBAgQILBcASsjQIAAAQIECBAgQIDANgTyub3M/21jN5/dxWoTwH/ZWvry75XLNbn17HP56q3afEr2/Po+h8o4v/CJc3MSIECAAAECBAgQIECAAAEC2xewQwIECBAgQIAAAQJfJpA5uoxPbTtTgTl/lnOsoR+7Gz9yZkHHj7K4EVJmH6vKiOLPa67b8mciFQTeLmBCAgQIECBAgAABAgQIECBAYPsCdkiAAAECBAgQIDCvQGYb/8wQlfNlGWPwkrnNjD8zP1WxsQRwg8ny3CG32mK+W3M+q3MCBAi8UcBUBAgQIECAAAECBAgQIECAwPYF7JAAAQIECHyNQHsitpVzb7yLFOKvOE4Y1aVfw/F8iiLH3EVKs3ZdjL2P6KYYth8jM6L9wTa+NZgo8y6UKLexMbsgQIAAAQJ3BFwmQIAAAQIECBAgQIAAAQIEti9ghwQIECDwToFhpjETtvPM3WbJssW4mTaWAG4YcQsyPV+ibFVKAgQIECBAgMBWBeyLAAECBAgQIECAAAECBAgQ2L6AHRIgUPKJ2Yz5KDK32OLvLNev/G37fE2N/R2ijPzaWAI42UeKbLB7+1uBZ8sNUjy9pX3XlYynO+pAgAABAgQIEHiTgGkIECBAgAABAgQIECBAgACB9wu8O3fw/h2+f8a6mDTfz0J+jub0mH6WVSaA6+DJ3i4SdD9RStfViO4UP7djH4ctMhUapyNe+QnTw8i/NujPY8wasZRXcJQxcWkftR6ML11bW93Pe+fnPTOsa/vJf8gz2rmSAAECBAgQIECAwAIELIEAAQIECBAgQIAAAQIEPiiQeYOMTyxhmMu4dPyJNU05Z59zu5DO20cSLmPsXF23j1xiRuYWf6LsY9L9vrT5Y7o+K9nKsfOe+ncxT0TXR85/yL39K13JOLU7HDz9fZUJ4Kd3+adDoP6pU0Hgr8DhB8/75a+MGgIECBAgQIAAAQIEPitgdgIECBAgQIAAAQIEPimQ+YNPzr/FuWufal3OzuqcS8nUU8ZMc0yYAJ5wqNGbzbW0uDbYPi7MKBujv/0144T5lw4zDm9oAgQIECBAgAABAgQIECBA4FEB7WzzJRQAABAASURBVAgQIECAAAECBAgcBeRvjhBTFV3kFzOmGu+pcWLu0uKpjn8a5yh/Kr+nYp4EcI7a4nss7fTTAuYnQIAAAQIECBAgQIAAAQIEti9ghwQIECBAgAABAjMK1H0pGeXvV8v9Zfn36hQ1MXdpMW68EQng6NpnwKPss9G5kOFxnn9X5A0/j7UK5F+M/IrYSDuPQy8CBJYlYDUECBAgQIAAAQIECBAgQIDA9gXskAABAgQIlF0kojJaziY/prgd43lFoCVcswzcC0Nk7XlcaPZiVY6cc2e8OMSFbpmxvVD9QFWu54Fm39YkWbr4aTvFigFiG/2nrWeZ22hlHgsCBAgQWIqAdRAgQIAAAQIECBAgQIAAAQLbF7BDAgQI/BbInE1G1rYyj787+izdCILsn4nYLDN+hsqzU+4vwPP85+pURzl3i3FjPpEAvtO0fxp43GLW3Dtvep8tXfMmrJ0AAQIECBBYl4DVEiBAgAABAgQIECBAgAABAtsXsEMCBB4QyJTsMB7ocrVJjnP14owXMhfbYtw0OcprI0R2+7WO7+71noWe3grvme4tiLmnFjlhHmcpCBAgQIAAAQIEPi9gBQQIECBAgAABAgQIECBAgMD2Ba7tMHM2GXm9lXn8nTG1wPqTfTcSwHEpn+o9Rbxl8rhEfRyWsi+lRpTj1/C4b5PtMo7XZypqraXW61FKLeXXenJNGVHdv3IP5/HzRql1V+qFKLtdDLsr+eRvRg6Vo/z0zJr5o+u6citeXUHu6VfEQKfzmLPWGjXzv27tLa/NvwIzECBAgAABAgQIEFicgAURIECAAAECBAgQIECAwMwCmYO4FTl9Xt+9KV+S82XsIz2TccrZRGU7jsPNvNqerpU/G83MXIuf2ntHtf5X6tWIHGAJ6HuDTHI958n5Mv4M+HLF9dHS6tKw1+ovtV1t3VdscrV3x8IJECBAgAABAgQIECDwvQJ2ToAAAQIECBAgQIAAAQKXBZ7N72Xy9VpcnmEttdcTwH92cN40zvsngv80VPFugTfMl39h8YZpTEGAAAECBAgQIECAAAECBAhcE1BPgAABAgQIECBA4ExA/qaBRPK3RpSMVnepHCZ8L12/Xdf3jimyvN3ylauRez19qvEr/X/65Eg/Z8OjeyuPzQ2br+/43gbbBzqvfqPruzVW/JSAxgQIECBAgAABAgQIECBAgMD2BeyQAAECBAgQIEAgBTJvN4yseywyWX6IeznCw3g5y+Fo8D0qH+s96PPwYeYmWzzc6WLD6wng9t/4zf+2b0aetyFW8OTv4QaWcq0s/Wd35/aHUY5fcff6o/Oyr+y/5R8RDCMrc6T5bnrOIAgQIPBLwAkBAgQIECBAgAABAgQIECCwfQE7JECAAAECBHqBzNtdirwYGbpMCvb5vzxvUSNXeIjSX4t25fpXDvErjk2zV58XPJ5PV+R+pkn6DteUOcvhueMUyLuYZR8J36KvuP0tm95u4SoBAgQIEJhAwBAECBAgQIAAAQIECBAgQIDA9gXskAABAgQeF/iV4Bt0y/pa9n0C+FDdkryHs+vfh2m/HOV6yymu7GOQFnE44nUjAZyXMq6Nntcyrl1XT4AAAQIECBAgMIuAQQkQIECAAAECBAgQIECAAIHtC9ghAQIDgUzFZgyqLh5mmjbj4sWfjw6+cnkr1dczuGmYsZGdvm0rN95TG6G0DQIECBAgQIAAgQ8KmJoAAQIECBAgQIAAAQIECBDYvoAdDgWGWb48zhhen/I4x25RBs8MR+64TPtVay0507SjHkYbJIDjsBvE4Xrs5ljXzk/l4RHkbt+Vi9Ht+/pT88kPDvOXcqn8zZVnGdmy/3zuOGmPdl8sB2vtch99xD77MvYV5T7mzWj9s0uOH0Pn4WKi63Ld12MxC31xIVvf34ssuhEgQIAAAQIECGxTwK4IECBAgAABAgQIECBAYCIB+YWJIGcfJjNvg8hEX582zbpLk2d9Rj6x2eLYrj+NazFGF7m+S1H2ke3b/ys18ms1coEZpe5L1+I41CRFrCemiaEiFxtzxUF7jS5zxMMgsd/DwRa+T72ZuANbYLEHAgQIECBAgAABAgQIEFipgGUTIECAAAECBAgQIECAQHkqBfhKfu9ngld6P3OHav988c98z/S91/YnAfynZV7K+HPhCyrqYI9pMDwfXPr0ofkJECBAgAABAgQIECBAgACB7QvYIQECBAgQIECAAIGvF8hEaRcp01pqfjxvHF0mqVHdIg6vvGpXYpzy8FcbMcuHO32wYWY3D9P/WfE+6jOiWOUr1x5376m1/0GI3vfGyTkyoqkXgTcKmIoAAQIECBAgQIAAAQIECBDYvoAdEiBAgAABAgS+SyBzbsM4231eupr8bW0v5fviWt83yquv2w2ujHp1tE9e+EkA52dL10h2nuKTy3pk7lz6eRz7Zdq+P7x+o7LJ36iR7d9F9J0H33KcsEmjY9RuH+0yuii7aLsvu9LFW25fShoWXwQIEJhNwMAECBAgQIAAAQIECBAgQIDA9gXskAABAgQIfKFAF3v+idp15ZDPyxxejWsZUZxeef4TXa2li9NhtKa7dvCn7KIm8nslyzhsr/50F/MfonS7dmXx5Y2VxkY3kciMfZzfsLu3Jd4ZpzZ5dzNOFRcPDj3ut7vYWSUBAgQIEHhYQEMCBAgQIECAAAECBAgQIEBg+wJ2SIAAAQJ/BQ7ZuMv1eS3j79X7NS2/18r7PZbeYtdnq/uM9Y1c8NJ30a/v+k2JXH/JW/74DrN1P2h8y+OMOLzxut/iRmeXCBAgQIAAAQKPCGhDgAABAgQIECBAgAABAgQIbF/ADgkQuCqw62rJKNe+4nrJuHK9Rjox4+LlDSX7fnKiseGLm11N5e0NPH/Pnu9R+jRz8UWAAAECBAgQIEBgcgEDEiBAgAABAgQIECBAgAABAtsXsMNXBG7lCPPapbgwTza7UD1XVVdywlfykfdX9JMAzrarehI4P9p5GLGBTNn3H1vdRSp2HxFlV0pWl7Ivw+iiXRcX8o8ALkWJ3qUkzzDK8SsGPR6dit6uxmm074/jcAWvrou3141YwRZWvcR92A/j/H6senMWT4AAAQIECBAgMJWAcQgQIECAAAECBAgQIECAwEcFMn+RC8hyVzMflmdzRI5dI7d3iNLn62opx3Ifc+/j9Ce3F3muzPfF9S4iOkbTrhy+svwdh9xg1g3zhofWJfuX9hWT9HnC0qdps0e7MlkZg8Z2YrhcS+QXS4njaV5/R4vJphn6E6OcL/78/HxN966ft79znsNl3GnmMgECBAgQIECAAAECBAgQeExAKwIECBAgQIAAAQIECHyTQCZeb8XnLDIF2GKKVWQyPXc6xVjnY0QCOF59BjvL4eU4X9GTrMOVXzqO5H+f9L907fm64e3I44znR3m5R/+3Bq/31pMAAQIECBAgQIAAAQIECBBYgYAlEiBAgAABAgQIECCwCIE+8RvpwNOTx7OtKvKzfd721QkO/eN7PlaccTZQ7uSs6qHT2HypOV4M0JcP9ZqoUU4+fqhYeTndwBgyjw+jxsnhYPC9b304z8sZh7OZvrf50jgjz2eayrCLFLAoAgQIECBAgAABAgQIECBAYPsCdkiAAAECBAgQWJbAu/JROc+tWJbKy6uZOZ8YCeC2tEwmHo9fffK3T/i2cfLmHMebpcilDyMmyUztg2tvTwQPyxih5KovRtyIrtbS1V1EtmxxbN3vPY9j//1xuz5VeRy7ZJkxHPf8fHjNMQECGxKwFQIECBAgQIAAAQIECBAgQGD7AnZIgAABAgQ+KBB5rnIpMheV9XMvLee5F3OvYcbxM4eYkcZ9mXtt82Xesx0/WmafYRz67fqndfsJDhXTfB+8AXLsjGkGftsoyX0eP5NHNridtAxyf549+oMZv+UcGW2KPG7R6pQECBAgsD0BOyJAgAABAgQIECBAgAABAgS2L2CHBAgQIEBgvMDu+hB5KeN6i++9MkgAd3Gc8TaMmK9kvG1CExEgQIAAAQKfFjA/AQIECBAgQIAAAQIECBAgsH0BOyRAYHaBX891zj7bKxNkbjbjlb4/fcaP0Mb6upxk23CWGQlxLPOB3DydLY7z/Bk/J27x5+KkFV2X80w6pMEIECBAgAABAgQuCKgiQIAAAQIECBAgQIAAAQIEti9waYddWWAu5lqK6tIGPlo3sd1q9n1A35UucsAZh/PB9/wY54xB1fAwP9Y5ou660keNstZSa8Z/UR6i5NgZw76THOfa9qXr/h0jfgza8T6Oj3F/qsM4JT9ru0Xs6/DR2LGnGKAeI4rTq4t9djX4+rJGz3AstdTY6yFKHEeUqb5qDHSYIw4uvLqoO4+oGvnKRO95DIfcfzgRXGsttV6P4VrXeHxuf36+xj1ZMwECBAgQIECAwMMCGhIgQIAAAQIECBAgQIDATAK1Xs8t1FpnmvXxYTP/kimY87xAO398pGdbZi4q8l8xeZsry59RIq+WebSfiomP0r6WQx7uelnKod2prJEjyyj5FXnC7pBDLPtY7yC6vj7qstnNiPEi+9fnD/v9Rp8sW9zse+Ni5BFLRK2HPOqxLPV0Xkut9cYA55diXW2dfXm4nnfxcOT7BYG8uaXcZs6rGeX0lWctTpUbO+jiBz+3tHvqTZg9BAECBAgQIECAAAECBAjcF9CCAAECBAgQIECAAIFvF2i5mO9yaBm2a2XTOL/e6lt5yPG1s5fKnOKljp/vJAF8dg/yXtZ4T5zi7PpHT/vJ+xX2R5/61vV/HdEVud9P3YGfebtIxGf81DgiQIAAAQIECBAgQIAAgdUL2AABAgQIECBAgACBxQhkXmoxixm9kJb/Gz3QYgc4PBEsAXzhBuVbucWFy19fFTnHkknHWuPtIwv8tveDiQgQIECAAAECBAgQIECAAIHtC9ghAQIECBAgQOBzAofkYf+xx59bxKwzd5EAzJh1kpcH76JnuwdxOOIVGbwXe3fRNaNEeTFC8MWhH+t2Pm/2anV5/HysJ+uftm2veXwtnjfQY50CmZDPWOfqrfoBAU0IECBAgAABAgQIECBAgACB7QvYIQECBAgQ+JDAMOmYOafMQWV5Hh9a3ohpM9k7jBFDzdi1JX6znGaavIPTjGSUDwmc//C18w8tx7QECBAgMLGA4QgQIECAAAECBAgQIECAAIHtC9ghAQIEFiBQMxGcScgscz2ZcxqWebzuaMngZe0izWNF/ZOqYZ9lnI557UrezIwxo/zpG4srLf5cXHxFurZY/GItkMBAIJ8CzhhUOSRAgACBNQtYOwECBAgQIECAAAECBAgQILB9ATsksBSB/pN/zxaTGdOzqjWfLjv/d0wEl1a+Lr07dW1J/FOFg2sCyd7iWpvP17cVXis/v0IrIECAAAECBAgQuC7gCgECBAgQIECAAAECBAgQILB9gbXtsFYJxTXcs58EcD6xm08CPxrH3XX7rpyi+xe1+eRvFLO/cp5h5IQTbtIDAAAQAElEQVTtPI8PkU9D3opDq+vfa7cvLUoYdRlh1PXRkqvX+3/mSlvXvfK11dVaS6310LnLOQ6Hn/h+697mtU+saQlz5t4zlrCWW2vYx/tnTNwa2zUCBAgQIECAwIoFLJ0AAQIECBAgQIAAAQIEZhbI36Hfipmnf2j4Wo+5mIdaj2mU6cKMHCPLjOPc+chsVpda4lf68T2uXXpSuG+zvG+5/GEsZYXH3GqY7iO6QwxyrmPXGXdp7BDf3P+zyc9vlrd3AgQIECBAgAABAgQIbFPArggQIECAAAECBAgQILBUgRoJ4LrUxVnXQEACeIDxyGG+rd/+lwKPLEwbAgQIECBAgAABAgQIECBAYN0CVk+AAAECBAgQIEDgowLbTxu2HN/LzPn0c8bLA7yn4/bv5AyOfRI4xs0yCi8CswoYnAABAgQIECBAgAABAgQIENi+gB0SIECAAAECBAjML9BFci9j/pk+O8MgATw4LPsLq4rrmdFucaFFyWsl2l26NnldzjOMnKCd5/H0UbtSMsriv+LdWx6JxW/EAgl8u4D9EyBAgAABAgQIECBAgAABAtsXsEMCBAgQIEBgJoFM9g7jqWkiL1gy79nyn3351Agfa5wZ08cm7zf5WFOtliBQYxHXIi6VvKEZeSwIECBAYHkCVkSAAAECBAgQIECAAAECBAhsX8AOCRAgQOCdAi0Z/PScK0up7Upmq/t4eqs3OmReucWNZiu9VOMmt1jfFmLxkfytXVcyShyvbw9WTIAAAQIENi5gewQIECBAgAABAgQIECBAgMD2BeyQAIG3C4zN79XIqfbx9pU/N2FmaQ898mHRw9Hl7/euX+6ldlEC3aJWYzEECBAgQIAAAQJ/BdQQIECAAAECBAgQIECAAAEC2xeww7kFxic282nhS6scP/KlUaet25W6L32UKEv72rWDQRnXW9tbZT9OtD2VgyEmPRzOkcc5eJYZebyt6Lp96bqfBG4eZzy6y3za9yd+erW/dLhW/rRc51Ea3Yp17sqqm8A+fiZuRWunJECAAAECBAisRMAyCRAgQIAAAQIECBAgQGAigVu5gbw20TSGWaRApmgzdqV/Wrc9tRtlyf+m743o6q4copYu2rXMXI199rm0afKfMdq8r928wxudAAECBAgQIECAAAECBAgQuC+gBQECBAgQIECAAAECBAgsRyBTvr//Q6qHmuWs8NZKJIBv6Xz62ozz543PmHEKQxP4uEB7OvjjC7EAAgQIECBAgAABAgQI3BJwjQABAgQIECBAgMBMAvnU6q2h712/1XeN13K/Ga+uPZPAGa/2v98vs3cZ91veajF+hFuju7ZYgX2sLCMKr4UKWBYBAgQIECBAgAABAgQIECCwfQE7JECAAAECBAgQeJ9A/nd9Mx6dcZjszY+DbvFo/6vthgNfbfT6hRUngHPpw0iEdp7H3x351wvD2PXv5nw31dIffjeP3X+ZwAqfBP6yO2S7BAgQIECAAAECBAgQIEDgKwVsmgABAgQITC4wzA31xzFDX2bmcnDc6vrMUVzL87i8+lfu4zzapmKb7fBqed43fbJx9s38Wh9Z8WrUfSkZpZU5cjl+ZZ7zeDiymG6kkQtZd/fhzVnyTtrbtPRJ4HyTLnm11kaAAIHvFLBrAgQIECBAgAABAgQIECBAYPsCdkiAAIH5BDIb1CJnyeMsW+R5i6zL4yy3GL/2FieZG8t4ZK/R/E+zzAhm/yz/XFxQhQTw6JuRtzhj9EBvGiDfrufxpqlNQ+DDAp4E/vANMD0BAvcFtCBAgAABAgQIECBAgAABAgS2L2CHBN4okE+03pru3vVbfbd+LbN/Ge/dZ6ZuM8bNOn6EcfPrPZtAviWvRU7aksB5LAgQIECAAAECBD4tYH4CBAgQIECAAAECBAgQIEBg+wJz7zCzP3PPsabxM1M2dr39GCuDXXECeB/3axhxmp+X3UcePxZd15Vb8dgo2SrXEm+B/NzujKz6WMSe6iFKiTVF7OO8HdfY8yE+tsDFTHzr3ue1xSzUQiYV8CTwpJwGI0CAAAECBMYLGIEAAQIECBAgQIAAAQIEnhDI3/Fm8/w9/rXI698Qmf5psYuUUDtue8+PK87jzF/21/JkEH+utzFqLbX+jcg+DXp/8HAfebkL0XX7yPvFtePS2v7ytN9/nyPL65cidlcjmzaM6JhjBEscjX7F4JGa7SJKRCvz+BQTzBFDxOjx3Wsigclu/0TrMQwBAgQIECBAgAABAgQILFvA6ggQIECAAAECBAgQIDBOIPKVJePeKPfa5PWMe+Os+/qtXN6taxPveuapJIDv3K+ui2z/IO40n+byBKMc/ophgoEMQYAAAQIECBAgQIAAAQIECMwjYFQCBAgQIECAAAECCxLInGTGgpb0ZynyX39ILlZIAF9kebVy+38X8aqMfo8LaEmAAAECBAgQIECAAAECBAhsX8AOCRAgQIAAAQJTCAwzU5m87T+ueFj5wCR9v2jX+mYZpxt93cK5de0dHMOPpR4334oTwLn0YSREO8/jeaI9Efx39Jw73hj5ed0ZfxvMWtP+4uFQxjr6h/3vlbMuyeAECDwvoAcBAgQIECBAgAABAgQIECCwfQE7JECAAIGRAjXSH5mvGTnMKrsf8kClZLmLzG2WJb7isGTiti/j/NFX3z49Ix7t8852ub9hjJ87N5o5vUtRe9fhfDUm7M+jnOeVd6AlfqebIXc33WhGWpBA/5aM9Vwr45IXAQIECCxIwFIIECBAgAABAgQIECBAgACB7QvYIQECYwW6Ev/LnNnYgVbcv2V+Lm2hTwJHg1eITn2j/6Wxv7Wu53gF9GmwlgjO8unOvzpIAP/ieOUkb3vGK33n65N/9ZEx3wyfHbn/a4u3/LB9dp9mJ0CAAIEvEbBNAgQIECBAgAABAgQIECBAYPsCdjiJQPfh3EDmXjIm2czCBmm5lywXtrTTctI+41Qx40Fm/zKGU+R5+mQ5rF/asQTwJHdkibc5/wW8FZNs3CAECBAgQIAAAQIjBXQnQIAAAQIECBAgQIAAAQIEti8w5Q4z+zPleMa6LHDROSqXmBU838GKE8D5+PMwcmvtPI/njfxs+Z/Ylzze7+OuzzttzJNz/UTZx54juu6nLo//lX35F/8rJdd0Le4vtv8rhuh+XuZfV2Td/RGmaZFz/YpphjUKAQIECBAgQIAAgU8KmJsAAQIECBAgQIAAAQIEFi6Q+ZBhfHq5p49pPi4kz/Mwk5Kv5FGG/XKcpUTby/l69rHgjPP6x88j6RU5tHIxupKev+I4cEx7+O8DH8+fLN7efMUJ4LdbrWzCfAOvbMl3ltv/cEWbLKPwIkCAAAECBAgQIECAwIoFLJ0AAQIECBAgQIAAAQLTCmT+pMUzI2efZ9qvu+2t/Nnfa8OaNTlJAL/8Lk26jJcH+NvxiZprf/nwxBDRdPi2jdOVvfIHbRqHlW3ccgkQIECAAAECBAgQIEBg3QJWT4AAAQIECBAgsHqBfCo4cxSr38hxA8Ocy5b2ddzeZEXvNNlolwbK3GPGpWuP140f4fG5tHyrQL4Fr02Yid9hXGu3nPrhbnLlubIs22P4eb72sH4CBAgQIECAAAECBAgQIEBg+wJ2SIAAAQIECGxDID+GOHMU29jNYReZi8k4nG31+60d/r02rOnzUsGSZRTjXsOBx410sfeKE8C59GHk/tp5Hk8dbexWTj3+7fHyry3aX5Pk8e3WeTXfObnWLFtkfbwt+wGizNM+hsd9xce/5Ypzvy36JceqcqX5D2qWcepFYCsC9kGAAAECBAgQIECAAAECBAhsX8AOCRAgQGAFAi0v0crMV7RlZ9K3HSvXKpB3NPNnl6KWzEf9iuM2My/V56dqKXl8rH6+qPtSMkorh6PlmsokX9ONNMlyDDK9QLwTS8a1kfON1eJam+XVtx+y5a3MiggQIPCsgPYECBAgQIAAAQIECBAgQIDA9gXskACBrQhkEjhjK/sZ7mN92aLh6qc/vpRd643iQpbTzzjdiCtPAC+dd7obZSQCBAgQIEBggwK2RIAAAQIECBAgQIAAAQIECGxfwA4JrEAgM27t4bssV7DkjS4xU7cZ47Y3foRx87/ce7erpct348sj6EiAAAECBAgQIEDgcwJmJkCAAAECBAgQIECAAAECBLYvsIYdSret4S49t8bVJoDzE7a77l8kgfex44wo8vOy+8jjqSPnGMbU498eL//aIj9SIMuM263XfzX/sRnusx3X2Nqvz16PhrfOo/lXv7qui5+R6/HVODZPgAABAgQIEPicgJkJECBAgAABAgQIECAwWmBXa7kVxddDAu2/9dvKPg8x6BlpiNNZa5PlqXLlB7m/zMFkrHwrS1z+3zV1kZrNKIMyj0/xt8srNTH6K90+36fW/BHsSl98fjlWMINAd2XMvPOPxJXuqgkQIECAAAECBAgQIPBBAVMTIECAAAECBAgQILBogUxOZCx6kRa3eoGZ32OrTQCXyAB2M+PcfvO0p4Fvt3ro6guN8i8xMp7vmnARCdh3bsdZ9hW+ESBAgAABAgQIECBAgAABAnMIGJMAAQIECBAgQGD5ApkuyVj+Sidf4Wt5p8mXYcAJBNabAJ5g8987xPBfrsyivxLfqzf1zo1HgAABAgQIECBAgAABAgQIbF/ADgkQIECAAIF1CLSMyTpW+/wq2/5a+fwIW+6RKvkAaJYZ795rzt1i3NzrTQC3z8f+9ZnYuZ2McSjb7J1J3xbDHeYb+JUYjuGYAIFXBPZdV/ZddzVeGVMfAgQIECBAgAABAgQIECBAYHECFkSAAAECCxbYR+pkGAte6uil9dmg2G8+6TuMNnDNBu3kq8rceCZes8yNtzKP546cK+fOmG4u2dLpLFcwUvxU/1plvKnypzmjxPGva04IECBAYF4BoxMgQIAAAQIECBAgQIAAAQLbF7BDAgTWJtCSwWtbt/WOEWg5slbmWHk8bVI2R70dOV+L2y3vXd1QAvh8K3mecY9gjdfbmy7LZ9dfS1czSl/GtzyIQc6Tw1H1wVfurDs+GfnBZZiaAAECBAjMI2BUAgQIECBAgAABAgQIECBAYPsCdrhKgV0kKDJWufgJFp3PDGZMMNQKh1hWrmwM4KozpLVGIjOShGMA1tk3/vXpF97K/uTFb/lmzhh2z3FbDOvfd7zf5184HOZrK7lUHlr4ToAAAQIECBBYj4CVEiBAgAABAgQIECBAgAABAtsXeMcOL+VNbtW9Y03rnOM8T7bOXQxXvdoEcNf9i31kknBf8vgQXRxnHBLD+QRpNNrQ67DfVzfUxfs3o5Q4uBglvuKfhvzTjhYlzqP2z6uOW8uf8c4qaj3ew1hq3OFyLa6s7my05Z7uYp8ZucJ8v7bI83dEm+9SmfPvv/IPLHLn80R6DuPeLMO2l47v9XedAAECBAgQWJyABREgQIAAAQIECBAgQGAygUu/MxzWTTbRgwPl75lb0/Z773a+5DKfoW8RAAAAEABJREFU9h1GW+u/yI/citbuU2Xme16Je+s9jRn5gbyn57HfdyXfZ/fGGXv9tI7IE106rnVX6o14bv6YpOyiSyuHx1H9/OvjPXIHH1/EawtYe+rvtV1P1yvfxMOYbuSpRqo11zfVaMYhQIAAAQIECBAgQIDAJwXMTYAAAQIECBAgQIAAAQLrEVh3jmrFCeB7b5HcWsa9dh+8PmLq0wO6L4yRz+5e7xZv6OGfUpQ4v9549iv5lyWzT2ICAgQIECBAgAABAgQIECAwp4CxCRAgQIAAAQIEVicwJg+zus1a8FHgfk4sW/TvjWOP6YvMbWaMG3n8COPmH9E7iW90zweEM2402calTOe+vtGW6/1tkbYtfl9511kmfjPeNd8n5jEnAQIECBAgQIAAAQIECBAgsH0BOyRAgAABAgTWKXA5f7LOvVj1awIXs29RmRm010Yc9JpkkMF4Z4crTwDn8iO6C3G20bWf5l8T7GKftY/z3cS7rWQiuEVX2j9Mw7L1Cq12eCq7WqNPi1P1xw5iOR+b28QE3iAwyRT531kYxiSDGoQAAQIECBAgQIAAAQIECBCYSsA4BAgQILACgX0k4oaxgiVb4owCXbwffsVxrqgumavL8lj1WlEjl5eReb2+zBxfG+pSBq9de66cbqTn5p2u9dBlulFXNFICZAyXfH4+vPb7ON5m+RY7Vo5+2x7HGV/Uuv635ngFIxAgsE0BuyJAgAABAgQIECBAgAABAgS2L2CHBAisVaAlg9e6fuueVmCYcVtOFu3+HmXZ7hvdaZEp1Lz9GXeaznI5324Zrw2eb4CMn9451jB+rrzzKFfwzvnMRWALAsOngfN4C3uyBwKbE7AhAgQIECBAgAABAgQIECBAYPsCdkiAwGYFMn+VMd8GM2uXMW6G8SOMm38jvT+V/H2EL9d2Ky6NkW/djEvXlld3bXfLW6kVESBAgAABAt8sYO8ECBAgQIAAAQIECBAgQIDA9gXscCsCmX0qZfZs2UwTrDgB/KhIbvFWlIm+4o2Qn9XdYqJR2zD5eeP7GLvrI2r7DxqPOePw0qt2+5JR9v/Kpei6f6WLNqUcxug/0iAG+j1sGl+JrplGpw++0uVWfHBpT09da1o/3U0HAlcF9l1XbsXVji4QIECAAAECUwsYjwABAgQIECBAgAABAl8h0MXvJHd+172Ke5336lYsfRO3ckN57dX113gP18if1SxL5NrO4s649y9nfi1iX3aRodvF6Lu+7I7nXYyQEcWoV2bxRg2g85oFHnkLZVLyUqx539ZOgAABAgQIECBAgACBdwmYhwABAgQIECBAgAABAgTWI/CTO8vs2Jzr/plp+lkkgKc3vT/iBC26UkvGBEMZggABAgQIECBAgAABAgQIEJhDwJgECBAgQIAAAQIECBD4gMD6E8Bzp98/cFNM+YhAF40yoljZy3IJECBAgAABAgQIECBAgACB7QvYIQECBAgQIECAwNoEbued8qOls0XGLDur+1JalHFfK04AB0I5RsMYluNcXugdmeguOFu8MML9LjF+ybjfcmyL/k2cW7oSY8cf1z9/tFoc3wPtvXAqx82gN4GZBAxLgAABAgQIECBAgAABAgQIbF/ADgkQIECAAIFVCWTOKfNNWQ4W3p/O89/o/ZklJmn5zZ/K0UfvySaOXubSB4gs6dKXaH0ECBAg8GEB0xMgQIAAAQIECBAgQIAAAQLbF7BDAgQIEFifQCRh+0W3sj/59S2v9BEpwf4hyl9XpzrJJHSLcWNKAI/zi95JGHe7ZMTpSl+7eNfmTla6fMsmQIAAAQLLFrA6AgQIECBAgAABAgQIECBAYPsCdkiAwLoFVpHqy2xexm3q+y1u91/u1VXcpKXwRfa3XIulrNE6CBAgQIAAAQLrFLBqAgQIECBAgAABAgQIECBAYPsCdrgBgUyVbWAbuYVd13XlVmSjdUR7JDpz2hlxXvext3+XYx/7jljH3toqY08lo52/XtZ4Ex+iKzXeA+VqArjrJ9lHQj1nPvTpqz74LRbTP3Fd497GymOJuYXfcbjvpffKlZ/HB5dv6l5gnzcsjrbx709sxIsAAQIECBAg8FdADQECBAgQIECAAAECBL5GoNZaaq1fs9/lbvSQD+m6Q57kb5m5s0isLHcDb1pZGhysfiYcvn/zOPONP1dvHM14KdfwE7nqQ+wis/c3Sjm0ze8zLuoDQx92/YGJTflegRrTXYu45EWAAAECBAgQIECAAIGPCpicAAECBAgQIECAAAECBJYrkAnF5a5u7Mq2lwB+VKTlDh9tP0W7CceY+kncqcebcKuGIkCAAAECBAgQIECAAAEC6xKwWgIECBAgQIAAAQKLFth28nMO+j6tGGwtn5bns8zT7UqNuD72Li5lRHHjdb/Fjc7rvnT+WPeru8lx4o6XjFfH0O8bBOyRAAECBAgQIECAAAECBAgQ2L6AHRIgQIAAAQIEPieQOatbs2cuaxi32m7xWu49jTKe318mfVs833uqHrn2jNvjbTcBnNnxYfSfed0w7sO0lo+V+YaJqDFui8c6Ptwq/6JgF/upfTzc7Usbth+/LPMtfim+lMa2PyVgXgIECBAgQIAAAQIECBAgQGD7AnZIgMCXCey7rtyKL+Ow3Y8KRH6qZFxaROZKsj7yWKVFnmfkeZZbj9xn+mT5/F5TMOP5nhd6tDxilDUi/yu+mQM8ROazzvvkun8i13ErWu9LI7VrGy8b1tht5pulxdix9J9OoL39pxvRSAQIEHhNQC8CBAgQIECAAAECBAgQIEBg+wJ2SIAAgQUIRELx5ioydXJq0HJbWZ4qN3pw3OMhyxp7PJ7H0cdfTy/lsfzmFyWAE2SO25g/LS3mGN+YBAgQIECAwGoFLJwAAQIECBAgQIAAAQIECBDYvoAdEliKQPdFab9Xzbtl5/Ty04AzXt1e6/cd74S8l23HSgIECBAgQIAAAQJvEDAFAQIECBAgQIAAAQIECBAgsH2BVe2wf9p060mz3GTGhTtzpfpCy9VXbTcBnI+5tzh97nk+BZwxx32LH5j8y4oWE0+Rf5Cwj/10fUw8+IXhTk/BH6/t4oci3yy5jox9bjfieFlBgAABAgQIECBAgMCPgCMCBAgQIECAAAECBAgQWLlArbXUej2Wtb3M4GRcWlUkePrqGt+zTZbnEZdW9uq6fbke/2I3mQ9sEaf9K/fdHzzwLd0O/Q+5uTiOHF1pcRjh+e/HPGI+5VvzuOQ9+YnMv2XcG7jbd+VW5Ij3xnD9rsAzb5i7g2lAgAABAgQIECBAgAABAqsVsHACBAgQIECAAAECBAgsXSDzWi2WvtZn15eJ22f7XGmfRINLOXKLQfVrh5MNdHl6CeDLLk/UJmG+AzKudJuhOp/CzZhhaEMSIECAAAECBAgQIECAAAECrwjoQ4AAAQIECBAgQOCjApmzmnMBmbWcc/zxY59/wu3fEdMo4++VWzW588zLneJW41mv5dozbk9yv8Xt/q72Hy/d3/bNWJzevO/NaW/G73wjzgkQIECAAAECBAgQIECAAIHtC9ghAQIECBAgQGC7Ai0PFuXYj0AejRRrKBmjB1rgAPtYU4s4HPHabgI4Pze7Rf/52amU283I4ykj32gR7U2f5ZTDn8bKtWecKiY9aInfSQc1GIHvFrB7AgQIECBAgAABAgQIECBAYPsCdkiAAAECBBYkkHmkjHzK71o8s9zIf/UJ11Ye++bQx8P3FW0NWR4SpbXbl2G8by1TzfSzl8sj5r0cxuVW57XZ47xue+dpN9uucvAWs01yNvC8P1X5H5ducTaxUwIECBB4WEBDAgQIECBAgAABAgQIECBAYPsCdkiAAIGlCmQu6VK8ut7zXNi+lNkeiCxf+hWm/ScPZzmO4DsSwL3R+VbzPKO/OOLb8IdnxDBPdc05c+0ZT3V8qPEufoZ3XS0ZpeRcxRcBAgQIECDwjIC2BAgQIECAAAECBAgQIECAwPYF7JDAVwlkvihj2Zve9TmuZa/x+uoy79fiSqvTpx9fuX6szlGOh4p1Csz5wzbn2OvUtmoCBAgQIECAwD0B1wkQIECAAAECBAgQIECAAIHtC3znDteeN1rW+mut/Ydrz/Fe2m4COB87j6iR6u+jdqXWeoz/jmWd0DTGaln3LCcc+dZQXeypq7tyiBJlRhflPqK71bW/1nXRro84zSfKI7ro1sW3Luqj1uuDAl1/H+J+Xik/uDRTEyBAgAABAgQI/BVQQ4AAAQIECBAgQIAAgc0I3Pv99LXr+/h9dsZmIL5+I5H/Ki0SI1KLmQdrkVUfjC7yfxk11rOL+LOUuB6Zs6iOdff7iMPxr2lGCNb4cYmxcm0ZcXh65XnGqeJwELnPRz56+0LPQ3/fnxGIO/RM8zW0jSRwyVjDWq2RAAECBAgQIECAAAECHxewAAIECBAgQIAAAQIECGxVYJAHW1zuKBeUcc0+r2Vcu/65+tonpOdZ2xcngHPrGWNvbI5RY5CMKIavjx3nWtq6nl9E/jFELbt42+3KUr/6Nc7zM7HULVsXAQIECBAgQIAAAQIECCxVwLoIECBAgAABAgQIbF4gc08Zn93op/NDtduVuo+YhWEXo7aIwxGvHGVEd11L2QdCZiIz4vCjr1d/8C71y31lfHRDq57c4gkQIECAAAECBAgQIECAAIHtC9ghAQIECBAgQOB7BC7lk6befebbrsXUc90eL1fxq0VWRLxD4de8L5xIAL+A9rdL3O0S0T53O8u/jd5Qk2+5R29ptmsR/bo8bkuMvbTDhZTtLzpauZBlWQaBawLqCRAgQIAAAQIECBAgQIAAge0L2CEBAgQIECAwuUDmqH6idl0ZxuTTnQ3YZcqsRVzrSuTPIodWW0TdvK99DH8r4vIDr1j1A600uSHQxbUWcbiIV7wzR60j95NvriwzRg2mMwECBL5MwHYJECBAgAABAgQIECBAgACB7QvYIQECBAh8g8AwSzY2+/ZOLwng0dp56zNGDzThAPkWzFubMWbYpe3r7148EfzXRA0BAgQIfFDA1AQIECBAgAABAgQIECBAgMD2BeyQAIGPC3wqP9SeBP44wJ0FjM0Q3hne5c8LZDL4fBWX6oZt2vVWDq85JkCAAAECBAgQuCSgjgABAgQIECBAgAABAgQIENi+gB1+UiAfXGzR1pG5rIx2fl7mtYzz+sfOX+95Z/wYuCu5lzi40/SVy1+UAM6PNM7ILWe8wrW+Pl2tpau7s8i6EnWD/dS0aef5ZkujKPfx5tvHtbOorb51maGM2cu9v+DoolHGtem7Ln58bsS1fu+q38faMq6t8946rvV7tP7e+K4TIECAAAECBAg8JKARAQIECBAgQIAAAQIECGxM4N7v2Te23QVtJxI/JSJSUyUi0iil6/aHiIqu/CtdlG3BNZJEGV3kufZ9lLKP7u16ieslxysx2K8oF79qpMUOUSNHtet71mh5jFJijj7KuK+2mrIrJaYcROT0sp16PaUAABAASURBVPLq8KeeV1vkhRg2C/G6wOmWvz6EngQIECBAgAABAgQIECCwUgHLJkCAAAECBAgQIECAAIHpBG7l3TJVOt1M90bKldxrM+Z6l9ntPsU8ZpTLfSWAL7s8UZu3v8Wxm4IAAQIECBAgQIAAAQIECBDYvoAdEiBAgAABAgQIECDwRoHIx3WR2uyf6n3jtCucKpRWuGpLJrBgAUsjQIAAAQIECBAgQIAAAQIEti9ghwQIECBAgAABAnMI5FO+GRfGvlJ9oeUsVTl9i1kmaB8vneXICSSARwL+dG9/dRCk+dcHPxccESDwPQJ2SoAAAQIECBAgQIAAAQIECGxfwA4JECBAgACB2QRairX9t26zbJNFLq4dvrFsKxqW000fo2bCN2O6QW/+V4QnnMZQBAgQIEBg6wL2R4AAAQIECBAgQIAAAQIECGxfwA4JECBA4BsFIk1b8pOnTzELQia7W4ybYDeu+5J651YylrQmayFAgAABAgS+QsAmCRAgQIAAAQIECBAgQIAAge0L2CEBAgsQyFxgxvxL6ZO+808zywzvEZpl6QYlQIAAAQIECBAg8HkBKyBAgAABAgQIECBAgAABAgS2L2CH8wt0JVOu88/z7Az9qj7z6dPPLvXUfsUJ4Fz6ME57Ohx07drhtPSfdp117dHpVrbrY8u4/fn53C3GDjd7/1hvaQbnZV6bfQGLmKDr4p+TByMXvI+2WU4Vu1pLRq211Po3ysxfbf/n09Ra+6pcW3/woW9tfdfKDy3LtAQIECBAgACBJqAkQIAAAQIECBAgQGDDAvn74Fux4a33W6u1Xvy9da2H+r6Rb7MJ5O/nM65NcO335q3+Wr/l12cur95YZstp3Wgy4tLpI55jCf1xjNXVstDUdCzuyisVr1xaSXXmKjMuLfda/aW2X1d3C+fWta+DsmECBAgQIECAAAECBAhcEFBFgAABAgQIECBAgAABAlMKTPwM3pRLW91Y608AN/J84jejnWcZ2fks3hYmIkCAAAECBAgQIECAAAECBLYvYIcECBAgQIAAAQIECBCYQSBTm/Xmc5qZ2s24Pfn9Frf7L+9qL7MvJT+Kuf+I4+Jr1QL5Lr8U791UfmTCvRldJ0CAAAECBAgQIECAAAECBLYvYIcECBAgQIAAAQIzCGR+r8/rRY5vdR+4PKFHpsQmGG5bCeCPJn3jnZlPILeY4OZ8doj8AbsW+e7LmHGFeS8z+h/ynOtSzDj/YOhM/mbUuMW3Pm9/0MXh9wnYMQECBAgQIECAAAECBAgQILB9ATskQIAAAQIE5hDo80GZk4rBIxdT+txQHM/w6mL8W5FP3/6KWEN/HuXUr1hK2UX6qx//WP6dI1O5w0iniDS7FMcBssfxcEtFbPz0VwLv2FfeonfMs5Q54l24lKW8aR2ZAH7TVKYhQGB1AhZMgAABAgQIECBAgAABAgQIbF/ADgkQIEBgdoFMaPb5vWXlofos4LKWdPdWbDQBfHffEzZIwrz1GRMOaygCBAgQIEBg+QJWSIAAAQIECBAgQIAAAQIECGxfwA4JEHiPQH7Kbml5t+mnzCd/nxk1M38Zz/QZ2zZ3n3F9nLyacb1FXrnfIluJDQq8+y07ljD/tCJjOE6eX4thO8cECBAgQIAAgekFjEiAAAECBAgQIECAAAECBAhsX8AO3ydQM3WVaZ+SB/PMm8NnPDJ6tqt1vrU8soZX2+xqraXW6/HqwG/rV0upu3qIGuVZlI19dfuuDKPE+a0Yfm747+Ow6v+S4lWgfNtnvNr/mX4xT1t8qdExI+r6z4C/VUbTka/86OeMHKbWXSnx/ioTfu27Lm5fV3KOSzHhVJsc6pLZM3XNf5M4C9hU871WLmCJlkCAAAECBF4V0I8AAQIECBAgQIAAgRUIXPu91KP1K9jiR5dYa41fmf+NXdRnfHRxoyY//GdGa+QlLsdhzzlFrbX/HX8eTx3tfXrtd95Tz/fR8fp8VeRgZlpEPvnbR4zfl/X6f2X4dD3a7EtX8jy6lTgt8Zb4iawcEbnbHPN8iMO7b1jbas7LGCHdzuPYNa4ejxQEnhbI5OvTnXQgQIAAAQIECBAgQIDAigUsnQABAgQIECBAgACBzQtkZu5SbH7jH9xgpJxqTfQPruHC1LVP/R4u1ChaxOG4V+y3ZLw6yp2+G04A59YyXpV7ot8Hmk72BvvA2k1JgAABAgQIECBAgAABAgRWKWDRBAgQIECAAAECBD4qkFm/FvMspD3lOs/od0bNp1n7hGtmwe60ffJyrxbDtv3F4ZMjvKt55jYzrs2X1zKuXT/U329xaOf7VYF85Lp/21xtsbwLud5cd8byVre2FVkvAQIECBAgQIAAAQIECBAgsH0BOyRAgAABAgQIfE4g8zqX4nMrmm/m+VOz88/wgM7Mi1hxAjiTlxn5hs8yo4G+e1u5hogaa2jRljJRmX+RsMspYrzX3xMxQIk1jnqmPBbw8VcKPBIfX6gFbF/ADkcItP+GxbVyxNC6EiBAgAABAgQIECBAgACBKQWMRYAAAQIEDgKZmujzLJlriWg5oWF5aDnx98zvtBgOnXXD8+ePM/80jOdHWFaP/G/2nkeuMG9dv888+WS090q+j/L4V87uUn4z64bx2OKzx2MtF9tq/Jt73NZy/hbjRpq/d64zZunf4fkP0/E8qtb36n9UY9nXyrjkRYAAgVkFDE6AAAECBAgQIECAAAECBAhsX8AOCRAgcCYwTEucXZr3NHM6LXKmdpxlnot7Annr7rXZyvUNJICv3YrcWsa161PV59ulxVRjzj1O+8eglXPPZ3wCBAgQILAxAdshQIAAAQIECBAgQIAAAQIEti9ghwSWJpDpqDetqX+WcGVppHzy9x7P8veVuc2MKzvp4lrGlcutOlq1Q+X3CLR/IVq5xp3nvzq3Yo17smYCBAgQIEBgDQLWSIAAAQIECBAgQIAAAQIECGxcoCul/2TeW2mIvLZxhjVuL29LxmrWPlOqbhMJ4K7rStf9O0Yt3T4j6vbvvMVxhzLj3mLid1b+1UJs6/TvTRu+1lpqvR6l77GP5hlR5CsH69dZ82yFkff1kZhma7UOnOK9Ns2oh1F2MXZGrfXifTy08n1ugX3c14y55zH+cwJ5T8bEc7NpTYAAAQIEHhLQiAABAgQIECBAgAABAgQ2L5Cps13pIpdyK0qJNpG42ZX/IhUTffq8S5QT+WTuIKPWOkv+4N6TsLH9kjHRdmYdJtfZR8zSlzVuSRxferXrl64N6uY7PL5P9vn+iWhlF8d91H247wfz5/Eg4nqJqLuu3Irp3omDpXz0sPvE7PFO+sS0D835EZCHVqYRAQIECBAgQIAAAQIE1iNgpQQIECBAgAABAgQIECBAYDqBOTN420sAT+d+f6S+RRJmAjijr3jLt3xTZLxlMpMQIECAAAECBAgQIECAAIFvFrB3AgQIECBAgAABAosTyLxUi6kWl5mnFlON+Z5x+lUnx3umW/wsmb1c/CKXvcB87Lp/W71vmTXmbHFx1lxPtCkZFxuonEDAEAQIECBAgAABAgQIECBAgMD2BeyQAAECBAgQILAMgZbdbGWuanic569G5pUuxavjzdOvfXxzlvPM8OFRM/c30RIkgCeBPP5Q5I1pMcm454NEQjfHP68+nec6ok3J8lS5wYP8B+2R2ODWbWkpAtZBgAABAgQIECBAgAABAgQIbF/ADgkQIECAwPsFMg90Hm0V+d+PbceTlZlTGsZw4Kwfnn/mOBO+fXxm+plnDeN2vy/OlKncYVxs9Kcye/ypVPGMQNyYPuGa5TP9xrTNJG/rn8dt7mNZo+zfLFG2Zpsr7yWAN7dhGyJAYDECFkKAAAECBAgQIECAAAECBAhsX8AOCRAg8G0CkVPK/FKf88q9x3l/nGWefzZyFcMkcH+cqaLPLmvi2TPnN82QEsCjHfPd1WL0YC8OkG/7Ydd23srhtTUeh2//k+ztusa7Z80ECBDYlIDNECBAgAABAgQIECBAgAABAtsXsEMCixbIXElG5E7esM4+J/yGeUzxiEAmiFvcbp/vkNstXF2hQPuhb+UKt/BnyVvay5/NqSBAgAABAgRWIGCJBAgQIECAAAECBAgQIECAwPYF1rPDfAjwUqxnB7dXKi902+f21c0ngLuuK7fiNs8zV+ONmJ+93uKZri+1Pc/w5/lxoPa0bJbHqtUVJ8dwLRmXd5B/eXIrLvdaTu0+3p8Z196j71rpcP6cM8+zFASWLLCrtdyK4osAAQIECEwnYCQCBAgQIECAAAECBAgQ2JhA/h78Vnxsuy0/MixLpvNaZD4o41Lyt9XdX32mkP7EoFvLvWTV8DjP54/IC+1iv7v/Somo9b+yi/iv/Fdq2ZWojDi8cg95VONbW2dfxvkLr4V2yfud8fjyUunx1lpeEci31ZVLqkcKsB0JqDsBAgQIECBAgAABAqMEdCZAgAABAgQIECBAgACB9wtkfuhSXF/JsPX1Vt9xRQL4lfv8q08StrfUrwsznuxK7Q4x4yQLGrr5tnJBS7MUAgQIECBAgAABAgQIENiugJ0RIECAAAECBAgQ+BqBloPJMjedZS279ohtWcJXV2qtfcy1mv7p4W6u0e+P+zP/LhpnRHF6Pf4U8HnP0xAOCCxLoMZyMqL48Mv0BAgQIECAAAECBAgQIECAwPYF7JAAAQIECBAgsDyBxxOAr619mIfJLGhX9pmRLIfj0pevjTyu13D+djxuxOX3znud8dpKJYBfc3t7r/z52h2f+s3jty/AhAQIpIAgQIAAAQIECBAgQIAAAQIEti9ghwQIECBAYGECmQjMuLSsTNqex6V21+qGfSPFG6f50G8XyaiMqClZZuTxtVHmq28J3/Nymhljm2UY04x6Y5Qa9/EYNcpd6QbzX0rbRvvTcJeuny7+Oni85a9uTggQIECAwLcJ2C8BAgQIECBAgAABAgQIECCwfQE7JECAwIIFImF4eXWRtS0tLre4XZt9hy26ODnEIfEbpx9/HdbTZ0sjafrx5Uy1gNzWxbEy8Ztx8eLdSgngu0R/Gxz+8qGULP9eVUOAAAECBAhsTsCGCBAgQIAAAQIECBAgQIAAge0L2CGBpQt0c6b1MgmckQhZHqIuJhl2WM8hOZfHuc75okZiNmO+GS6PvIt5M0rJe51x3i7rMs7rf5/fb/G7vTMCBAgQIECAAAECXyVgswQIECBAgAABAgQIECBAgMD2BezwXKBGRUYUw9eFquHleY9z8hbzzrT20b8+Adx1XbkVwxucf+SQMax713HOu6/70vXxrlk/O08X0+e+b0U0ufnKv84YEzcHn+DirtaSUWsttf6N8oGv/HmotX5gZlMSIECAAAECBBYnYEEECBAgQIAAAQIECBAgcEUgf5d8KfaRd8m40u1t1ZfWNqx720JenCgNMw5rLpHLysicVpY5aP4ev0WeTxG11EjKHKLEcem/aiRsMvqTsi8lclXlbV81ZmqMw3xvAAAQAElEQVQRhxO9cj8Zx+H+FMEQObk/1eMr8inuiF1EjSglU7U/sa+7knF9ovAvGddb5JUcMUtBgAABAgQIECBAgAABAgQInAQcECBAgAABAgQIECBAYCkC9Wwhed7i7NLo0xx39CATD7DENY3cYiTVS8bIYa51lwC+JnOp/ldd0PWZ+V+Vbzvp4r2e8bYJTUSAAAECBAgQIECAAAECBL5FwD4JECBAgAABAgQILE4gEkOlxVyLy4xkxs/4kQ37OfnoUdt7Kx9dzHJ28OiKp2j3nbueQu73+3+KEY2xcAHLI0CAAAECBAgQIECAAAECBLYvYIcECBAgQIAAgeUKZPJzjtVl0us8DvPc/7DhQ7v3fM/9Zzw6W2vbykf7fapdarcYtwYJ4If9dqV2hyhRPtxt0oa7GC0jCi8CBN4pYC4CBAgQIECAAAECBAgQIEBg+wJ2SIAAAQIEvlDgd+K3q105RInywJGfSJtxOFv698yjtWiJ3yyzbolrT/9pkr7D3S11t8M1Oh4K5PtgeO6YAAECBGYWMDwBAgQIECBAgAABAgQIECCwfQE7JECAwLcLZAIqIhLAkfoNjDjO75k7jdLrHQItEZzluPkkgE9+j1Pke712u/6J4HJ4/59GcUCAAAECBAhsSMBWCBAgQIAAAQIECBAgQIAAge0L2CEBAiHQZ78i93ssS5ZRvbBX5qczHl5W5PMebruhhrsN7eUjW+m6rnT7N2aBl/nz9hF7kxIgQIAAAQIE5hQwNgECBAgQIECAAAECBAgQILB9ATscCmQSqsWwfonHuc7zdV2qG7a5d33Y9nAcWcDDwcq+f3ECOLaeWf9TxJ3L4xL1cdheXVcjwZsRtzgSvZns7aP7V7qI1u495b7U2kXUU7xn3uXOEren3Irlrvywsn3XlYz+Dwni+Lw8tPKdAIFLAvmzcysu9VFHgAABAgQeFNCMAAECBAgQIECAAAECBO4I1PqTq6j153gXxxl3urt8RyANM2r9sa315/hO9ycu12jbIg4X8uq6feTh9qXsf8ehPnJlkRyqkdf7HbVEGu13lP3gPK/v4nzXdnmzrDXyg93NJou9+NgOF7v8EQu7dsPO68/Pz6ZsyYezaqcECBAgQIAAAQIECBAgsEoBiyZAgAABAgQIECBAgMC3CdSHN/x4y4eHXHTDrruTKFzo6r83AfznhpxTxHkXke0WGO0vGBa4NEsiQIAAAQIECBAgQIAAAQLrFLBqAgQIECBAgAABAl8rkKndYVyGyPzU7oM50Zw/4/LqtlCbucmMcXsZP8K4+T/XO9/Dt2b/4Jv31rJcm1+gi/dGi5xNECBAgAABAgQIECBAgAABAtsXsEMCBAgQIECAAIFIkJSM5Urczt9kcm8fi88yirNX65vl2aULpzlGjDUXx1zjHnfyvQngkjdtEHl+RCkLfPK3xvtsF+s6fJZ5W6hySoH8gc+YckxjrV7ABggQIECAAAECBAgQIECAAIHtC9ghAQIECBAgcEUg81PDuNJsturM2wzj8kSRROvzfFlmi1bmcSmn/ofTB7+3MQa5xBrHD/a+2izHyMj19mWbJ3tMl7adbqRclyCwAYF9LaXFBrZjCwQIvCygIwECBAgQIECAAAECBAgQILB9ATskQIAAgTUJtGTu7zW3JGor82oma3/O86hFXr08Tl5pEa37BG07X1cpAXz1fiVNxtUGLhAgQIAAAQJbFbAvAgQIECBAgAABAgQIECBAYPsCdkiAwMsCNXpmRDHrK58+fniCPwuKJO7Dnc8bxmDdJ/KEOWfG+XqeOx8/wnPzaU2AAAECBAgQIEBg0QIWR4AAAQIECBAgQIAAAQIECGxfwA43KPAn3xtJ3Je3Oabvy5NO1nH7CeDMzj8Sf0jz0fCMPxc+UpGPou/rvnR9fGQJq5w03R6NtsFd/APRotXNVe5qLRm11lLr3yi+CBAgQIAAAQIE3ilgLgIECBAgQIAAAQIECBAgQOCDAvnE7zByKe08j38ikjkl83gZrba2gygzBTo8j6qf1xNHMc4wz/hEz4tN21jlOG6Wv+Jir6crY/Sn++hAgAABAgQIECBAgAABAgQ2JmA7BAgQIECAAAECBAgQILAegUwAv2G1c00z17hHEgngI8TFYsGV7anWBS/R0ggQIECAAAECBAgQIECAwDoErJIAAQIECBAgQIAAgUUK5NO/w4Xlecaw7pHjfBa4RbbPMTLy+HJk6/WmUde78st3Qy2ByQQMRIAAAQIECBAgQIAAAQIECGxfwA4JECBAgAABAgSeF8gHWDOe7zmmR86YH/mc8fw4mdJ9vNdxruc6PT78xZa5rxYXGzxcKQH8MNUSGubtyljCWqyBwKYFbI4AAQIECBAgQIAAAQIECBDYvoAdEiBAgAABAncE2ifStvJO89GX2zzDspRDMrZ2WT4/RT7pm/FczzZXJGTrIJ4b5IHWOU+MXzIeaP5gE9nEB6E0I0CAAIFvEbBPAgQIECBAgAABAgQIECBAYPsCdkiAAAECrwhkYnb/1qdic5WZJI2yz+LmcUacz/qKOTLxO+sc54NnErjF+bXnziWAn/PSmgABAgQIENiygL0RIECAAAECBAgQIECAAAEC2xewQwIEXhaItOjLfUd3jMl3pZZdZqHL81+ZP25xv3dkubvd/WYLbbHelS8U1LIIECBAgAABAgTWKWDVBAgQIECAAAECBAgQIECAwPYF7HDpApHl7T/y+co68/KVS9NWRwJ42gHfOpoE8Fu5x042zWPfY1eh/3QC+64rGV2Ul2K6mYxEgAABAgQIECBwQ8AlAgQIECBAgAABAgQIEHhS4NLvtLMuf+ed8eRwmi9KIJOfVyKfis2Ybb2Z4e1K7fZ9lF//bdxa8uOnM16cvuTDw7fi77iRSs39tvjb4KWauqulj7ortdaXxrjVaXfromsECBAgQIAAAQIECBAgQGDbAnZHgAABAgQIECBAgAABAn8FMil5Kf623HRNt87dSQBfum8rqHv8M8pXsBlLJECAAAECBAgQIECAAAECnxAwJwECBAgQIECAAAECKxPI1GbG3MvO5Pc75jnfR86ZcV7/3Pn4EZ6bb1ut895va0d2U0qBQIAAAQIECBAgQIAAAQIECGxfwA4JECBAgAABAgTWKLCPRWdE8eQrP/r5yS6rbS4B/Oqtq/nmisgyowyO+/NXB77cL5/43XW7Uvu43EYtAQKjBQxAgAABAgQIECBAgAABAgQIbF/ADgkQIECAAIHFCuTTlxm7WGGLOOxfr30ecyZ+++jH+P0t82/D+H11hrPMIWZkXjGjP27z5H7b8bhyupHGrUNvAgQIECDwYQHTEyBAgAABAgQIECBAgAABAtsXsEMCBAgQWLZAJn8zLqyyz9TmA5nPJ4KzR4sLI2+uSgJ4c7fUhggQIECAAIGnBXQgQIAAAQIECBAgQIAAAQIEti9ghwQIbEQgU7nPbSVTyi1+91xaqjTXk/F7lc+ejR/h2Rm1J0DgqkCttdRar153gQABAgQIEJhewIgECBAgQIAAAQIECBAgQIDA9gXskMDv7EueZaRLK/P4d9R6/drvlss6kwBe1v24upr8bPJ93Zeuj6vNXFiZwC7+4ciotb6U+O0/7aAr5VpZFv7VdV25FQtfvuURIECAAAEC6xewAwIECBAgQIAAAQIECHytwK3fzT5y7WvhbHwlAvtY5yFqt488Sh5HQiVqD68aRY28W4nIchdlVA1e+XMQ6ZtBzQSHXaRmM0qUGcPjPJ9gihwiR89SECCwAIFa69OJ4BrrvhRR7UWAAAECBAgQIECAwFUBFwgQIECAAAECBAgQIEBgXQKZDckVtzKPn4lhAvixfrXUxxourJUE8PCGPHq8gHudTwRnPLrkMuFfDTw+p5aPChyeAj60zr8oORxd/3564vd6E1cIECBAgAABAgQIECBA4JqAegIECBAgQIAAAQIE1ieQibF8YjbLF1afuZU/3XK8P5Xrr5AAfvYe1uyQj4lnuZboFx2LbWUcev0R+HxF7T8O+dF1uJuPSmlHgAABAgQIECBAgAABAgR+BBwRIECAAAECBAisTWDGjEj9yfnl88GZW874jFCupcW4FUgAP+PXvwkS/lKnePPlXwm0uNRkdF3eroz7A3U1P6u8RSQWc3k1y6y731+L9wrkPyr7/bX3Vin5Vym/oviaWMBwBAgQIECAAAECBAgQIECAwPYF7JAAAQIECGxGoNZaar0em9lov5Ea3x/Lj0XDm6/a7SPn0qKL42zela7sSyZ+uzjNiOKNr5xxP+l802hNuqQ1DDbtTVjDjq1xXoFM/t776Of8563FvKsxOoFvE7BfAgQIECBAgAABAgQIECBAYPsCdkiAAAECBM4FMvHa4nCtTwJnMuZw+qbvuYacKvOPLfL89dhQAji3kvE6xqZ75pPJm97gc5trT9M+12u+1vXt/5jMtxcjEyBAYFUCFkuAAAECBAgQIECAAAECBAhsX8AOCRB4WSDzKS93XkXH3wma3G/GKpZ+Y5Eypjdwtnvp95v59X1ONc7rK9hKz1rv/yjm33+02Mq+7YMAAQIECHxSwNwECBAgQIAAAQIECBAgQIDA9gXskMB1gZbnauWh5e+zQ93avt/POi12R7n0YbxjoTlfPnr9jrkuzbEvXfcvorsbZf+vZORfKfRR9v3nmPfHXS1dJBxvRSm513tRLy1ykXWHfZeTQTl+ndefnx+bzVbsu65k5Mc/X4o2cdyyuGflJ9oF5aIF8t4O4/weL3rxFkeAAAECBLYtYHcECBAgQIAAAQIECLxBYPi7sUvHb1iCKTYm0JX4X/xe/fx3rZfON7b1t23nUp6k1b1tEX8mysfj9n9qH6j40+R3bizzZdmklhp5sX6f5TNftcYadj8xdhWZ4Rs7xmf75z3PeMcq3jXPO/ZijtULeDuu/hbaAAECBAgQIECAwEcETEqAAAECBAgQIECAAAEC6xJ4T0aknlB+jk5Vbz0YP//6E8ANPP8btxnt/JlyhW37v0K4+X7PW5uxws3NvuSu7LpDzD7VTBOcngieaXzDEiBAgAABAgQIECBAYJMCNkWAAAECBAgQIECAwC+BzDf9qjg72d3MRZ01XuPpr9xiLTXOayZhSv3AbmLOmL/084+bXoZwnJ/eqxLIf6UOsa9dySilK6vagsUSIECAAAECBAgQIECAAAECLwnoRIAAAQIECBAg8LzAPnKSz/eausd7FtFnkGKqCfKvrwHkAl7r+aeXBPAfkmVWRL6y7CLrX/u4tMa8lcO41Obxunxz34zHh1pEyy4Ah/F7URP+RP0e2NnyBT66wkv/XYph3UcXZ3ICBAgQIECAAAECBAgQILAdATshQIAAAQIEjgKRLinDyOp2nsfnuaFhXR5/JiIrWzIHNn722u1j/y26Usu+H7SL712cdX0Z3+Z61Zgvo5+3HbfJcp/teFw5jda4NehN4I0Chx/dQzI4pz2cxtdKCAAAEABJREFUexI4LQSBbxOwXwIECBAgQIAAAQIECBAgQGD7AnZIgAABAmMEMiE8pv+0fadLkB7WlTmiw1H7njUZ7XytpQTwWu/cvXV3cWsz7rX7kuv51yunrU7978NpYAcECBAgsBoBCyVAgAABAgQIECBAgAABAgS2L2CHBAjcFditKtuZCZ7If030NPBlnLnHvzzrT+008+coP2M6ui2Q76vbLVxdjED+izWMwcKyenD6c5gXWvzULv2orfi8XPq6rY8AAQIECHxKwLwECBAgQIAAAQIECBAgQIDA9gXscB6BbaXKlrab6dYjAfzU+38frT9Dlo/Y7+u+dH3EMk6vXE/GqeJwEO1KxPC/Jzo8LvtIF0bkk7G34jDY3++5noy/V5ZQ05Xa/Y78iOfDPvOHp8VwrV2cnEdULfyV9+BWLHz5lndHYPgze+n4TneXCRAgQIAAgb8CaggQIECAAAECBAgQeEJgH79nHRNPTKUpgYcEaqkPtdPoR+CQGymRNzlEPvGbUY5f+wHpeduL59HvQlYqahf1emAxuYvB5k89MheYcaqY9iA/vTejf4o51jA8nvD9HSNPu26jEVi+wKUf6OWv2goJECBAgAABAgQIEBgjoC8BAgQIECBAgAABAgQITCKQz9NNMpBB5hL47gTwFKqZmc+YMCv/yLLaU5+PtNWm9H9HMXRof7UyrPt77F+wvyZqCBAgQIAAAQIECBAgsEIBSyZAgAABAgQIECBAgMANgRrXhhGnq35JAD96+/KuX2pb96VklE8lC2P+klEm+2rJ5SwnG3RRAx3u1fUl5fVhXG/pCgECBAgQIECAAAECBAgQILBsAasjQIAAAQIECBD4EciPfM74qXHUBDIV2KLVvbfM3FTm/DLGzSwBfM0vk7rD+JVkvcQWN+VX+2sDj6nPeTMujZFvhmFcanO7LhO+fUSz2M3HUtox/chXLV39HfvTE9pdHHUxfkYUp1f+SOdJ1OfjwSXKPO1jeNxX+LZ+ATsgQIAAAQIECBAgQIAAAQIEti9ghwQIECBA4OsFukh/DOPrQS4AZFoo48KlN1VlHmofc2UZxQSva9nECYb+liHyhmRMd1Nuyv2ZJufOuNnr4Ys5/Hk83HlRDeNftEj1llOUF7+axovddSNAYIEClkSAAAECBAgQIECAAAECBAhsX8AOCRAgQOCSQEsGX7qm7lMCmYuKuTML3T9sejyPqldfEsCvyp36JWFGJhxPlW88yLkzppkyd3Ee04y8rFFSLGNZq7IaAgQIEJhdwAQECBAgQIAAAQIECBAgQIDA9gXskACBqwJ9jnF8fvHq+C6MEWg3ppWvjyUH9rrdZ3pmdnbmmXOKFjNP9Ybh84ck4w1TmYIAAQIECBBYtIDFESBAgAABAgQIECBAgAABAtsXsEMCBEqRAL72LuiCJqLW/0o9RS21ZnTHsg56x3G0Ly0GV6Y7zI96zsgRs8zI40uR1x6Jn761KyWjbOari/0copTuuKu8T7XsS8axqi9+Xy9xvfRftXT5eQj9cXyL+x/fvQgQIECAAAECBNYlYLUECBAgQIAAAQIECLwgsIvfh96KF4bUZUECtdZS699Y0BItZQKBzPsMY4Ih3zPELvJ0FyJTNhlXFvFSdY6X8VLnhXYKvYWuzLIIzCZQ74x87/qd7i4TIECAAAECBAgQILAgAUshQIAAAQIECBAgQIAAAQJrEhifp/rOBPCU9/j0xO/4m/HMsmrMm/FMn0fbrvIvQX5tLp/mzfhV6YQAAQIECBAgQIAAAQIEvk3AfgkQIECAAAECBJ4WqLX2TwY/3VGHVQjsIn2SsYrFXlhkrbtSa71wZQtVsa/I/5UJHkfebYHjo3uo+1IySvzEFF+fFch7cB5/V/RcTY4X9/i5TloTIECAAAECBAgQIECAAAECHxYwPQECBAgQIECAwF+BfeQYM/5eUfNxgUxJTbQICeBrkJnUzSiZ/GvRGl9ii7uS7Vu0phOV+VTuLrL+tY+JBt3UMOFfLsXYTeaYMUbe1/Ze6I+jzmuNAtZMgAABAgQIECBAgAABAgQIbF/ADgkQIECAAIGjQD5MOoxjtWIgkDm4jEHVfIeZY8q4mHOK7PxEM1/KZE409LcM05LDx0Tht2x7sfuM+9D/lEZ5Sgi/utjjGP0P4qtj6EeAwHIErIQAAQIECBAgQIAAAQIECBDYvoAdEiBAgMAtgZYMvtXGtfULSACPvodJmDFdVn70kr59gMjb5t3IGEeRI0R0eX/HjaQ3AQIECHxYwPQECBAgQIAAAQIECBAgQIDA9gXskAABAiME8vnCFiOGGdk1c1IZ44YZP8K4+fUmsHCBSAAvfIWWR4AAAQIECNwWcJUAAQIECBAgQIAAAQIECBDYvoAdEli/wHQ5KQnga++G/qnPR3je8xHQ+Uj+vu5L18e1Rb9S39Z/qexeGfAjfdpfZPTlHCs4vR/iPdEfTzPJrtbSotZaav0d5cu/uq4rt2LrPLX+fj/U+vt86/u3PwIECBAgMIGAIQgQIECAAAECBAgQIECAwCYFbv3uPK9tctPXN/XClUt5sVaX+bGMF4a91yVzTBFd2ZWMfZY1jvuoJfOBGbX+zgfU+vv83jSRzbrX5Iuvd1+8937rXw/QK/hGgAABAgQIECBAgMAaBayZAAECBAgQIECAAAECBAi8IvCe/Nics3xXAvjZe1wf6ZCEGQ81fmTAh9pk9j/jocZf1SjuQ8DsjlFKnJcxX9k/Y8wY+hIgQIAAAQIECBAgQIDAWwVMRoAAAQIECBAgQIDARYH+k1TnzDxenFXluwUyc/nuOZc9X+b66r6UjBJl8bU+gRp37hDDtb92nP8KZrzWWy8CBAgQIECAAAECBAgQIEDgvQJmI0CAAAECBAgQILBOgcxHZW4yY9wOJICHfqOSvpE57oKzxXDcyY5j/JIx2YCbGairtfzElNvKH7YY7/TeiB+6/jjqvNYkYK0ECBAgQIAAAQIECBAgQIDA9gXskAABAgQIEDgTaE/8tvLsstNFCGQuKvJPJctpFiSbeNExkVtcbPC5yunu/ef2MNvMkYQ/jt3FYcbx9MUisSMkfF/0043AUgSsgwABAgQIECBAgAABAgQIENi+gB0SIECAAIG1CkQuql96lpmfzLKvePmbBPDLdMeOpyd+I+N4rFJ8UiDvwzDGrOU4Tt7jMcPoS4AAAQKfEzAzAQIECBAgQIAAAQIECBAgsH0BOyRAgMAmBFrit5Wvb0oC+HW7z/TMnORnZl7RrImUMcWSpxpnirUYgwABAgQIEHhGQFsCBAgQIECAAAECBAgQIEBg+wJ2SIDAXwEJ4F8myZGPVv+qXNBJri1jQUv6lqX0TwHn+yOiP55m4/uuKy26OH42plnFeke557XenR1Wfm9/964fRvGdAAECBAh8pYBNEyBAgAABAgQIECBAYPMCu1pLRrnyde/3h/euXxlW9coE8j+XOYyVLf/ecl2/IhDZrCtXvrF6/BPV36hmzwQIECBAgAABAgQIEFiQgKUQIECAAAECBAgQIECAAIE1C4z/dNrvSACv+R5fWXuNZHXGlcuqJxPIHzI/JpNxGogAAQIECBAgQIAAAQJzChibAAECBAgQIECAAIGbAu1p4JuNXPyQQC2120XU0fPvRo/w7QPUfSkZJTKyxdcSBayJAAECBAgQIECAAAECBAgQ2L6AHRIgQIAAAQIECBAgcBCQAD44TPA9EsCZCG4xwYjDIfJp312f9d+VPB5ec0yAwFUBFwgQIECAAAECBAgQIECAAIHtC9ghAQIECBAgQGAdAi2PGGWN2JV9n/fL3F/Nx7Mn2sVuonG+eJh97D0jEsBx5LVNgfEP22/Txa4ILFvA6ggQIECAAAECBAgQIECAAIHtC9ghAQIECBAgcC4gAXwu8vR5EmZIET5Nt6IO7u6KbpalEiBAIAUEAQIECBAgQIAAAQIECBAgsH0BOyRAgMDGBPLTgDPGbiszl2PH2E5/Wb7t3Es7IUCAAAECBL5WwMYJECBAgAABAgQIECBAgACB7QvYIYHtCUyXqJQA/vXuyI9yfpUkbkoXfVv8Gnf8SX7s977uS9fH+PHWMkLXxZ5vxO191PB6LUqJ+xmRn7e+O366d40yoyzoq+u6citeWWqtYRbjvtJXHwIECBAgQIDAhwVMT4AAAQIECBAgQIDAGwV28bvEW/HGpZgqBM5/VxxVXhsWqLWWWv/Ghrc83Np6j495xBplRomylMgv9lHLvpY+xm4wRxw7hv4EFiwQPyllTCx4a5ZGgAABAgQIECBAgMBAwCEBAgQIECBAgAABAgQIECCQAttOAOcOX46kybgzQGbmM/ok4522E17OJ4IzJhxyVUPVNz+N28+3KqFxi82nnh9494+bRG8CBAgQIECAAAECBAhMJWAcAgQIECBAgAABAgR6gVprqbX2x759r4AcT7v3r/4s1H0pGSUyksXXkgSmXEsm27/uDn/dhqd8xxiLAAECBAgQIECAAAECBN4lYB4CBAgQIECAAAEC2xDIxEzkHUvGuB19bwI4k7bD+IX5CkvclF/jjbsxl3vnujIuX91ybf8EbhIfY+699gnfWkqW+XnrOV8eZ+Tx1mLom0//bmB/tkCAAAECBAgQIECAAAECBAhsX8AOCRAgQIAAAQIbEIjkV5+nzHKa7XxnNnEau+MomYXPmO6mHAe+XLxpmsuTf2/tN7BHvrtkfO9dtvPtCNgJAQIECBAgQIAAAQIECBAgsH0BOyRAgAABAlsROGah+qf1IueY5citSQCPBCwlCTPq6JEM8LxA/gxkPN/zuR7HH73nOm2gdb6rMzawFVsgQOBbBOyTAAECBAgQIECAAAECBAgQ2L6AHRIgQGCTAi0b1crXN5mZy9d76/l+Adm495ubkQABAgQIEFiFgEUSIECAAAECBAgQIECAAAEC2xewQwIHAQmzg8Pl79+bAO5i68Pon+RtSPt28EQZb7Rf4z3R9eGmua6Mhzv8aVhrLbX+xJ8GC6qosZZ8ujcjDi++umiUcfHiRJW1xiRtrG78X120oZZQpm0fg8V0scdaD3vO3WYMLi/qsNb66/1c6+/zRS3WYggQIECAAIE5BYxNgAABAgQIECBAgMACBXbx+7pbscAlWxIBAssWOK4ucwG7yA/89ydKn+/bHdstt8jcS8a+lpJ5rj5iuVmXEYejXssXGLW9JzpPofnEdJoSWIpA/NuylKVYBwECBAgQIECAAIEXBHQhQIAAAQIECBAgQIAAge8TyOzGpViPxPXUZO5r3D62mQAeZ/Jc7/bUbxl/M56ZuH9q8/o745mhtCVAgAABAgQIECBAgAABAusUsGoCBAgQIECAAAECXyYgP7TlG565xkzdZjlunznKuBG20vtVy7ovJaNsJxvbP2YeHlmWFX5ZMgECBAgQIECAAAECBAgQILB9ATskQIAAAQIECHyDQKRrvmGb9jixwPcmgDNpO8JlrucAABAASURBVIwSidwT7isskQD+Nd5psEkO8i86dt2u1D4mGfLPIJnw7SOuxG5KRhx+5tUs+/uS92YYH13ZZzzM+qiAdgQIECBAgAABAgQIECBAgMD2BeyQAAECBAh8jUAmgDNHdIqv2flrG601cmk11V7rP3uvlv9qZZ8Ha7NOt+5dG1L5qkBLTG4jKZm76JPA8R7ry1dZZu2Xq5x1AoMTILBKAYsmQIAAAQIECBAgQIAAAQIEti9ghwQIEPgygUiJRMqmtPiy3dvuiwISwFfhkibjaoNNXuj/Acl/TFpscpc2RYAAAQKbE7AhAgQIECBAgAABAgQIECBAYPsCdkiAQC8wzOX0Fb5tSCBzkxnjtjR+hHHzL7d3JEA/+xnIn6Pp/+GI6bOMYoGv5a5sgViWRIAAAQIENi9ggwQIECBAgAABAgQIECBAgMD2BeyQwPYFpst/SQBP9W7JD1/vP6c7SLuIqcY9jpMfx7yv+9L1caycuMgtZAyHzfNLsYsEedYP2056nIYRtf5X6p/Yldp/hvtu0inXOFittdR6Pda4J2smQIAAAQIECDwhoCkBAgQIECBAgAABAgQIENikQI1dZUTx5xUpmsgXlT7+XNxmxZ9dZd7sVvzpsJSKyH2VYZTMdbW4dsf/Lr7WejM/lCP+7aXmdYH8qXu998J61gWsJ9dwKRawNEsgQIAAAQIECBAgQOCDAqYmQIAAAQIECBAgQIAAAQIELglsKwF8aYcbrWt/1TDH9moksWu3KzUnmWMCYxIgQIAAAQIECBAgQIAAgTEC+hIgQIAAAQIECHy9QK315hOQXw80J0Cdc/DvHrv2ObrxBrvxQxhhewL3fnLj3dd/3HWWc+8+57gUf+dVQ4AAAQIECBAgQIAAAQIECGxfwA4JECBAgAABAgQ+I5DPDWbGZv+Z6b9g1qY7XlgCeFVvl7xdGeMX3f+QRp73p9yVrraICxenaG+8LLNBK/N44qjx5s4oOce1mHhOw61ZwNoJECBAgAABAgQIECBAgACB7QvYIQECBAgQIPABgZZLyqnzOEsxXiCzcbtIgdWuK7XbR3TjBz2OME028TiY4g0C0937FxbbJo8yn0HPETJJm5HHggABAh8RMCkBAgQIECBAgAABAgQIECCwfQE7JECAAIFPC+wjYxkZopJJ4Cw/vZ7tzH/UzNxbn3M7no/YoATwCLxD1ySM6CJKxqF21d/zfZX7ybi0kfgBv1StjgABAgQIvF3AhAQIECBAgAABAgQIECBAgMD2BeyQAAECXyHQlXwieFcyUTduwxvJWI5DuNg7k5wZFy9+sHKWNT056Pj33QcBTU2AAAECBAhsRcA+CBAgQIAAAQIECBAgQIAAge0LfP0OI4WTaZlhfL0JgLsC35sA7p9u3ZVa65Xoor67C/jeBvuYLiOKB1+1/t5f69Y/RR7bq+FQu2jTH5dSsyzxlY+YZ5SoKDlnRtT3r1pK9OkPo3/J6E8m/BZjdhmx/u5qTDifoU4CtdbSdXnfT1WLPch13orFLvxNC7tns1/JfX4Tl2kIECBAYF0CVkuAAAECBAgQIECAAAECZwK11shr/MTZZacrE8jf0p+iHtIy3aAcu53hWPeO21z5dGos4SeX1C7MV2525N7xwu7yY7aHGbkLTR6q2j3UaquN8idnq3ubbF+fRmo/AuflZBs0EAECBAgQIECAAAECqxKwWAIECBAgQIAAAQIECHyPwKezNH+kF7egPytcf0XNnNi4bWwjAfyqwXi/0j/92iVjRF++upjn+tX4Act4rpfWBA4C+d7p43B6+fsUPx+XR35bbXsC9m0TmogAAQIECBAgQIAAgXkFjE6AAAECBAgQIECAwC+B/F3/r4qJT+Yef+Llrny4SMxkrjEfyR65k8hajhxhbd3DruRHG2f0H208cgM5TkaJjOzIoXR/TUCv1wTyR2HYM9/BGf3HC8TFKT5iYDi+YwIECBAgQIAAAQIECBAgMEZAXwIECBAgQIAAAQKbFsgkzUQb/K4EcJ+onSutFXclx28x0Q1qw+RfWOwi61/7aLWvl/nHA7fi9ZH1XKJAvn9+xdki491b2vvh7NLSTx9aX3sSuJUPddKIAAECBAgQIECAAAECBAgQWIqAdRAgQIAAAQJHgV+/649f7teob3VxOPrVxmplDjg8znMxQuCUR8x8ZUSen4bLu3k6GXXwXQngE1WA9k//ZnmqfPEgx8iIn7IXR9CNwDsE8p+NFrfma4ngvrzVcAPXJITXfhOtnwABAgQIECBAgAABAgQIENi+gB0SIECAwLlA+11/lnmtlXksCKTAlyaAc+uCAIFvFWiJ3/Ny33Ul41td7JvAqgQslgABAgQIECBAgAABAgQIENi+gB0SIHBXIJ/OvdtoRIOd5x9H6L3SNVO3Ga/0/ekzfoSfsRwRILBggfw3ukVb5vl5q1cSIECAAIElC1gbAQIECBAgQIAAAQIECBAgsH0BO7wukL/bv3513iueNp7TdzrdL0sA53bz45rnvDnzjJ0fx7uv+9L1MX6O/IuQWzF+BiMsSSDfP78iFpf/BzGsi6rDa9+VXamlf38cajb9vdba76/WWnbHKL4IECBAgACBpQpYFwECBAgQIECAAAECBAgQ+GqB0+/1jwp5nof5m+7+9/rxy/8ss+6VyPEyWt99Dnw8yXHzdHc8n7HY7tBd6GWUKDOGx5GbmWrjOfpUYy1/nHjTL3+RVkiAAAECBAgQIECAAAECfwXUECBAgAABAgQIECBAgMAtgUzOZtxqM8k1+bZJGOccZN0J4DllHh47CTPe8iN1WlX+9UXGqcIBgScE8r2T8UQXTQkQIECAAAECBAgQIPA5ATMTIECAAAECBAgQINAL9E/hRgL2UlYqqktG33Cj39r+N7q9ybaVmcvJBjMQgXcKmIsAAQIECBAgQIAAAQIECBDYvoAdEiBAgAABAgS+WeBSove8LpO+fcSFfPgrY71m/U5i+dfKuLTZV+55H7vLiGLESwJ4BN7vrvlTFZz5Wd0Zvy9OdBbj5+eBTzBa/vDfigmmMASBOQWMTYAAAQIECBAgQIAAAQIECGxfwA4JECBAgMDXC0T2qbSnXvvyTCRThi3fc3Zppaf9jmLth7J2Xez/J8omn3HuYr+Z9M0yDid4ZUZxgmEM8TaB6e7925ZsIgIECEwrYDQCBAgQIECAAAECBAgQIEBg+wJ2SIAAAQK9QOSF+iRwnGQZxdVXSwRnebWRCwsUiJucq+oz/JEIzjLPR4QE8Ai8vms+7ZtR7v3Y9a19I0CAAAECBMYI6EuAAAECBAgQIECAAAECBAhsX8AOCRC4KpC5wYxLDbK+xaXrW6rb5j6PieAJnnKWAF7bu32mPHN7S62Nw3oJECBAgACB7xGwUwIECBAgQIAAAQIECBAgQGD7AnZIgMB4AQng8YZvHGEfc2VEMeErk78ZOfI2/2JiHFbXpc5xjDpTBv44vOL9Anl/a3Vf3y9vRgIECBAg8JSAxgQIECBAgAABAgQIECDwpECttdT6N54cRvMPCdSYNyOKX6/8eOeMVpltLuV2aq1rvP+xrdpHjU1mlHI4/12WEpf7KL4uCkgAX2RRSYAAAQIECBAgQIAAAQLLELAKAgQIECBAgAABAgQIELglkCnSW9fXdS13cyvWtZvXVpv7f61n67XOBHBb/ReXtSslo/giQIAAAQIECBAgQIAAAQJbFbAvAgQIECBAgAABAgQeEsiUYeaNWjzUSaOFCcRd7CJ1m483j1xZjDJyhG/vXvelZJTIyBZf7xB4zxx5P1u8Z0azECBAgAABAgQIECBAgAABAj8CjggQIECAAAECBB4TaNmMzBu2eKznEluddhOLu3Qc1Vt95XYn2psE8ESQJRPAmQhuMdm4h4HyLzZ2kfWvfRzqfJ9LIH/ChtGS/FGWiLzHc01t3HsCrhMgQIAAAQIECBAgQIAAAQLbF7BDAgQIECBA4EGBPpuRD45GPNhl4c36HcUab5Vxea2vzDFlZL4poz9um5nuJkoAN9OXy0gI5g0q+UZ8eRAdCRAgQOCugAYECBAgQIAAAQIECBAgQIDA9gXskAABAgReFcinf/eRQ8zy1TH024aABPDo+5iEGfETNXosAxAgQIAAAQIXBVQSIECAAAECBAgQIECAAAEC2xeww7cI1FpLrfUtc5nkvQLtUcVWvnd2s00jkDnHjHGjjR9h3Px6EyBAgAABAgQIELgp4CIBAgQIECBAgAABAgQIECCwfQE7vCIQufpM6F6LYa9o2p+2sj/52m/TKHRv/QTgadact1wCOBUmibgpXXC2mGTMn0Hycf193Zeuj5/6V49q/EuRkf1j5SUjVh/jl1+R178vUmMYIZP3tUSZ0R8vQ6Xr4p+eG7GMVVrFUgRqraXWQ+SadnGcpSBAgAABAgsWsDQCBAgQIECAAAECBAgQeFHA749fhFtIt0jjlFPU37mbzBkNoy058z676JRlqzsva63974nP6z98Ppi+xvG9iCY3X63/Ma+TuZ0/cXOA/mKttUQKpj+e7FvmmDLaeobHJdc9zUy582lGMsqqBaZ7S62aYbD4FGkxqHZIgAABAgQIECBAgMCbBExDgAABAgQIECBAgAABApHP/TKElpu5Vr6XI/+Q4r0zTjPbuhLA0+x52lEyM58xYVb+kQW2v+x4pO0rbfKvQzJe6asPAQIECBAgQIAAAQIECBAYJaAzAQIECBAgQIAAAQIPCcjlPMT0dY0kgMfe8rovJaN/EL+s4qslj7O8vOD8e5LYV8m43OITte+dMw1avHdmsxEgQIAAAQIECBAgQIAAgW8WsHcCBAgQIECAAIFvFmi5mWvlu2xy/siT5YPI75qyzzXGnBPk5ySAJ7tp8UbIRHCLycYdDpS3K2NY9/hxJnz7iC6x2v5tFIf9K/9CpHZdqd0+ouvrvvdb7n8Y+1LyvvY/cO24+HqvgNkIECBAgAABAgQIECBAgACB7QvYIQECBAgQIHBH4JDPKeVUlnI6Lpv4GuZnrh2/Y6M5d85zzAtlnigjqyaPnCvm+ZW5GzfJ69nEcfNuqHfekIy8OW/Y1shpsnufBK6l9OWvJefVqOj/1Yg9ZRmnXuXNH/BdfBEg8EvACQECBAgQIECAAAECBAgQILB9ATskQIAAgUcFIsXT5y2yzD6tzGMxlUDkzGZL+J6vMebKqszL5ZxZ5vmI+OIEcG49Y4TeZrse32illZvd6MMbm+Bn7eG5NCRAgACBgYBDAgQIECBAgAABAgQIECBAYPsCdkiAwMsC8hcv093pGGn17t15xJaXa+WdJd64/O6V31jKGy7FvXrDLPNOMfEeLg/Xals575aMToAAAQIECBC4JKCOAAECBAgQIECAAAECBAgQ2L6AHT4vMD49+Pycn+uRu8149wrWnSPbbgK4f0Q6P8Z4ECWOS245491vlCnmy/VnXB+r1lpq/Ylhy/wrkPzY56zL4138vNS5qsX5AAAQAElEQVRuX1pkfUZXain5Vw2tcVZ+VdQw+YldWsT7pkaZ0dusxKPrujKMlSzbMgkQIECAAAECBAgQIECAAAECBAgQIECAwCiBWuP3/Bdi1KAL6Jypmz6Oa8njPKzxrXYl8huHKOv4urPK4Yb6HUb7LKO499pFLnAQ6TSMe91/rsc4kR8qLX4uLPooVr3o9VncmwQe/HF502qWME2KtFjCeqyBAAECBAgQIECAwLcI2CcBAgQIECBAgAABAgQIvCKw/axG7vAVmRF9Igc9oveLXcfvcx0J4Bd5bnfLrWfcbnX/ao6RMf5m3J/rp0WNN1zGT83Yo9zD2DG22z+t33uHt2tpZwQIECBAgAABAgQIELgq4AIBAgQIECBAgAABAjcF+nxF5ohutnJxvEBmhd6dO4s5+yeNoxy5gXevfORyp+y+j8Eyovj6Vy3xb0UojH9DxSCTvz4zYIq0KKX/WIDPLMSsBAgQIECAAAECBAgQIEDgKwRskgABAgQIECBA4K/ApczNpbq/PdWME8gcUeQR34mdU45b9Kn3dhPAfYY8ttfKEsenbccNOx1PdRDvgDZXllMNexwn/6Ij/1u0NcbO42P1y0UXHvuIru5KVyMBHMsv+d/+jbopxi+r/urC5Cf2+d+TLvuoO0Tpz1e9wTUt3loJECBAgAABAgQIECBAgACB7QvYIQECBAgQIHBFINM3mbc5xZV2qqcW6I4D7kufF8rcUEYZ+ZVjZETeqWT0x23MvNvteFw5zIqOG2npvdt9Oq0zbljCns6/8+APy3cy3N11N93P3N25NCBAoAkoCRAgQIAAAQIECBAgQIAAge0L2CEBAgQI3BSIRE6mKFrcbOvihAIJn7nECYd841DfkwD+g5pbz/hz4bmKLsbI6J+efa7rYlrHe7iU2MdgQbuoyxhUffVh/mXNVwPYPAECBN4tYD4CBAgQIECAAAECBAgQIEBg+wJ2SIDA0wKZr8h4uqMOTwrUUvr835PdRjfPfF3GuIHGjzBu/vf1jvv0vsnWPhOsu3cQ0V0iDQgQIECAwKsC+hEgQIAAAQIECBAgQIAAAQLbF7DDFQt8RY7kE5ucbs7tJoDzM7OHcfy451prqfW/UmuWdTU/XfkRxPvYT9fHa8vOMWp37BvjlHbSMwwfY8+KfGtkHNt/VVGDpkU5PRudXPXkEF5peDp3sESBWuvpZ73W68dLXPsca+q6rrTI8fdxnqUgQIAAAQILErAUAgQIECBAgAABAgQIECBAIATqMaL49cpcT8avyhlOco6LEXNFhiS+j3qtqHPkyvJJ4BZjV34aJ8bNDFSeZ9lH3vWxExz65+iHI98JEBgIDH7IWtI8rw6P81wQIECAAAECBAgQIDCRgGEIECBAgAABAgQIECBAYOkCX5cmWemGl50AnvVdnlvPmHWS2QZvf3Xx8gT5FwU5yMsDbLlj/jRn/Ozx99O/WR/vnTTMQ0GAAAECBAgQIECAAAEC4wT0JkCAAAECBAgQIECAwBsE+nzP7xTQlVnzQcHIBV25uvTq9a58tGw+oJ4xcqD8GOCM8tC7ZeRkU3XPN+1hrJ+jw/nhe1fy46YzDuef+f7+WfMenkesIpAyV55X4uzw+nVyqPKdAAECBAgQIECAAAECBAgQeF5ADwIECBAgQIAAAQLLE8hEUOQRI0f0vrUd5ywx78hJt5sAzqczh9F/dnbTGg/XRvop46ZkIrjFz4UJj/J2ZbwyZPY7RmQz8/2aZ+0vHbIsfRJ7X7rDySuTrLhP3L/yE2lwiHL8MduVrh6i5PtqxTtdydItkwABAgQIECBAgAABAgQIENi+gB0SIECAAAECBGYVqJH6Gcbjk0XHvnHkFFvuL8u+bupvOVfMU7KcZuzMAU4z0tJH+WOWkBljF55jZPyZYOzAl/vPNE0mhMvpjdWVQ/Jzpsku72whtbHnX/8SxHms7PA9DrwIEHiDgCkIECBAgAABAgQIECBAgACB7QvYIQECBAgQWLJAZIZmS/ie7zvmyqo+PxU5xyzzfER8TwL4D1JuPePPhScrcoyMQwr1yc5vb56r7COfYs24uoK+1dWr33bh+KM32Hbe84xBlUMCBAgQGC9gBAIECBAgQIAAAQIECBAgQGD7AnZIgACBhwQiV9VlTJeP2UXCJ+P+9NPOe3++bBGLy6K0sj956dt0Yi9N/8ZOcZ/eONt8U720j9+dfp8dljr+rXQYZ6vfL5ltda/2RYAAAQIEPiVgXgIECBAgQIAAAQIECBAgQGD7Anb4pEAkKDKHcx5PjrLi5gHwkdV/at5pNrvdBHA+lj2Msh+IzbHteCPkE7UtBrNNd5h7yPgZsdZaav2JnyvtKPda+5N8YjwjT2r5V2r5XxzmePvSpVWc5at2tdT4lyQjz782jgZNMD36CJC+jOtx6EWAAAECBAgQIDBewAgECBAgQIAAAQIECBAgQOAtArVGDiTiLZONmCRTEKeoJfI4ZzFi7A92fWDq2GxksMopyktf53mcWnelRnS7Xel2Ocejw+4CfhCPdrvTrt3bfSwl0nKH+xt9Wn0cjnrFikf113mNAvnuKf23Na7+PWse8gyP3zO7WQgQIECAAAECBAh8kYCtEiBAgAABAgQIECBAgMA1ge9LUURGtLS4pvLG+hlvwPWhc//j9rjMBPC4PT3YO7ee8WDza826GCOjfzNeazR9fY13RcYrIz/2tol9lYxXZlh5n7SNLTzmFA29CBAgQIAAAQIECBAgQOA1Ab0IECBAgAABAgQIECBwVSAzNcOIBE7/gGOWVztNdCHnfXeerM2Z5bhtvHvl41a7xN750ckZ/RtuiQu8tqZ7b57DR0Nf6z1n/dLHzn9W8iOzM5a+VusjQIAAAQIECBAgQIAAAQJLFbAuAgQIECBAgAABAvcFWj6rz85E82EZp7O9cp7IlbXpZ5tnnoElgCdzjTdCJoJbTDbuYaB82nfX7Urt41B36/vp88LjjXnpuPRPLO9K6Z/ybWWc9q/YS19+z7f0PcXFbR/+O8mZ9D1EKd+ndBFm6krjESBAgAABAgQIECBAgAABAtsXsEMCBAgQIECAwIMCmY0ZxrBb1g/PpzxuY2cSeBBjp2h5xFaWGPs0Zj0djT3IzN/YMb68f96YjPZG2ABHy4RKcV68mYeE+jEhfLGFSgIEXhPQiwABAgQIECBAgAABAgQIENi+gB0SIECAAIFXBCIPl/mrU+4qzvvjLF8Z716fGDeTtPeaLfS6BPBCb8xnl1VLySxn/5TwZ1fyqdl38XOdcXX+Ln90Mq62cIEAAQIEnhHQlgABAgQIECBAgAABAgQIENi+gB0SIEBgNQKZK/tEHijnzBgHNX6EcfPrvUSBSH4ucVnvWlP8SL9rKvMQIECAAAECpRQIBAgQIECAAAECBAgQIECAwPYF7JDAYwKZpBrGea93ZXHmn6fW8znOz8/3/vj5FyWA82OaM3LLGY8jLaFlPpC7r8ePHX7g/udT8LeilPzhSY9htJ0+MEFrupGyix+yjF24pNvfbeV75hj9079/W6hZnkDXdeVWLG/FVkSAAAECBL5OwIYJECBAgAABAgQIECBAgACB7Qs8scPMX51Hdo/cVZ+fibL/BNthmdd/RxeXb8Xv1rfOIjeU87a41fSRa22cKGuJrFQuMsrSRy1TfcWqpxrKOOsSyB+eda3YagkQIECAAAECBAgQ2JKAvRAgQIAAAQIECBAgQIAAgVcEMlHa4pX+T/SZMZ1W+0T2PBMsKwH8hPdymiZhRn3rkvIPAjLmmzT3lDHfDOseOW0y1r0LqydAgAABAgQIECBAgMBHBExKgAABAgQIECBAgMBLAvkppn281HsrneZJmv7WybzfGvNAueZd/zzx7/04+xKBfOPe2mr7aOhbbaa9tq7R+KzrflktAQIECBAgQIAAAQIECCxFwDoIECBAgAABAgQeF7iUzblU9/iIa26Zid9hzLmXnCdyQQvCzgdDb0ct7XqmgefU+aKx4x3QBWeLWXYe40+Ws4/19mO1MbNsi843dTtWHgTih7wco2Z5qPV9MgEDESBAgAABAgQIECBAgAABAtsXsEMCBAgQIEDgSYHM5vRP/Ebqpi+f7L++5v2OY9nDMk7LESDLPO0j6vpyjm9t7MgJZV6oxRxT3RmzJXVzRX9jFyItIgEcY2WbYdYvqrwWL5B3be5F9v+C5EQZc0+20vHzB71PCK90/ZZNYFECFkOAAAECBAgQIECAAAECBAhsX8AOCRAgQOAlgUjVnKdCXxpnNZ2Gu83jawsPmEh9lj6utRlTH+P3uaAxY0zXN1ZTTongYDkdxxT9tbNSAjhAvM4Fju+cEuX5JecHgXzSu3+C+nDqOwECBAi8KKAbAQIECBAgQIAAAQIECBAgsH0BOyRAYDKB0zN8k41ooMsCkSPrc0GXry63NlO/Oxms5d6gKyuL99uVK9NV558KTDeakQgQIECAAAECFwVUEiBAgAABAgQIECBAgAABAtsXsEMC6xR4R0Lulswj819vs6u1llqvx62pF32tz8pnlrutMo8z9lExjDid5BVZ03wUvMUkY54P0tZ9Xv/3/PTody0XHwmP2ujUxmtlVPWv6NSX2//W/lKmdl3J2Jda9rH9Fj8C+d45Rv/e+rmy5KNaa6n1J5a8VmsjQIAAAQIEvkrAZgkQIECAAAECBAgQIECAAIEbAjWuZUTx69XyP78ql3sy28p+8jsl8jt/o0z2FbmhzAu1mGzc2wN1kdvp6i5yfDF/2ZWaEWuov6JGfTmLPtMVrcuGv7oN72301uCMJjQAAQIECBAgQIAAAQIvCOhCgAABAgQIECBAgAABAgRWIrCgdFoNskdjF21neuUSHhx+phX0Ke+5xv7wuO0vG+ZbRt67jPlmWPTIXbx/M66+idImY9G7sDgCBAgQIECAAAECBAgsS8BqCBAgQIAAAQIECBAg8JLAed4mzvscTpYvDXinU4673jzQeld+7bbk/Th9DPP+Wiv1CxL4zFLyTzaGcWkV+Wa6VJ91+d7KyGNBgAABAgQIECBAgAABAgQI3BNwnQABAgQIECBAgMA4gfO8zfn5uNF/984cUuSB5pzi94QPnB3XVLK83XzCBHAM1UX0nyqd5QdEMvFb4mbc3vNMV2O/uf8WE8+ST/zuYuzax/3Bs/2tuD/CllvkD8alyD3nfYzo/2okz1vk++oY/fus1StHCuhOgAABAgQIECBAgAABAgQIbF/ADgkQIECAAAECLwq0nE2WLw7xUrfMI2XHyA1lXqhFVr09ci2xjpJlTt7KPL4cmam9fOXZ2vtzPTviiPaJ0GLEMLp+qcAD/4h89Af9S2+LbW9QwJYIECBAgAABAgQIECBAgACB7QvYIQECBAgQGCvwQN5m7BR/+kfiM3NBf+o/URFr6adtZZ5kHnR4nnU/MV0C+GfMBRzltlosYDmWsEKB/MckY4VLt2QCBAisQcAaCRAgQIAAAQIE7wORnwAAEABJREFUCBAgQIAAge0L2CEBAgRWKxA5oi5zjUvewDsSwOGwZAJre0bAzXxGS1sCBAgQIEDgOQGtCRAgQIAAAQIECBAgQIAAge0L2OFEApGyyTTfeUw0+kqGyd1PvdSAvTnk4frh+82GL1/s+o90HjPD9b53U9e11lLrI9GVuutik/nIcUYex+k7X30m/u6WZlpR7DcfBW8x8SxdLWUfY3d93B8829+KPyPUWH//Rku/mOxPgy1V5P4eiS3t2V4IECBAgAABAosQsAgCBAgQIECAAAECBAgQIEDgAYGWtenLSGn8yfncGCOal0z73Iob3ae4NOEYvUCMl2UUk7x6oRgpc2KXo7eLFjVyj78i6yKmeHWxpVpzLZdGi4sl860Z7fqwba57eN7aHMq8ejjayvf02Mpe3rqPhMt466QfnCx/KG7FB5dmagIECBAgQIAAAQKbFLApAgQIECBAgAABAgQIEHhW4NXMzTYzIOca5+fP6t5un0ng2y3GXe0yA3x1iHF7mzEBnAsbZqUv7GCuqsjGl4wy4/bmWvuD47a/9HiwuWZPCeR7N+NGp3x/Zdxo4hIBAgQIECBAgAABAgQIHAUUBAgQIECAAAECBAgQGCUQeZsaUTJyoCxb5PnUkSn09eYZ17vyR+5j3vdH2mnzEYHlTZpvmPNY3iqtiAABAgQIECBAgAABAgQIrEnAWgkQIECAAAECBAisTyATwL9XPcwg/b4y1VnOkA/XZowbc9sJ4HE2T/aON0I+Edriyd6PNc/blXG/df4RxK24P8K3tcgfqkvRHNL9GHmPW7XyVQH9CBAgQIAAAQIECBAgQIAAge0L2CEBAgQIECBAYPUCt7JH02wuZ8ikb5bTjJgZrWlGMsp7BKa79+9Z7+pmCeBh5vz0UQKr24gFE1iwgKURIECAAAECBAgQIECAAAEC2xewQwIECBAgsB2ByB6V9p9n7ctJt5aj54BZTpMIlgBOT0HgXKD/6a1RmxHFn1f+6GT8uaCCAAECBG4JuEaAAAECBAgQIECAAAECBAhsX8AOCRAgQOAFgUwAZ7dW5vFrIYP1mtvnel3LR35uRSudOX94hnFpG9ewr9VfGkMdAQIECBAg0ASUBAgQIECAAAECBAgQIECAwPYF7JAAgccEas18U+aqsnysz6OtNp8ArrWWWn/iUZjn28UNqvtSWpQ5vvaxly7iHfuZY/1LGbOLhVyKqC619M/wZ5mnGfH+KWVfdqWL73F9eC2vCwIECBAgQIAAgXsCrhMgQIAAAQIECBAgQIAAAQILEqi1llr/xsglztC9xpgRtYtyW6/gL12/rdhf5KCm3N3mE8BTYhnrWwTyB+3SXvufwksX1BEgQIAAAQIECBAgcFXABQIECBAgQIAAAQIECBAgQOBcoJYaVS331MqomuD1mQTwBAv/9iHyDx0yvt1hvv3nD13GfDMYmQABAgQIECBAgAABApsXsEECBAgQIECAAAECBFYlUGsttdZVrfmdi02ZzM9l+c55n51LAvhZMe1HCyx/gPwrixbLX60VEiBAgAABAgQIECBAgACBJQpYEwECBAgQIECAAIE1C2Sm6M/6o3Lpyd9cswRwKkwScbu74GwxyZg/g+RfE+xi7NrHT/21oy6XcyOu9fuO+oAplyJ3nz+5EaVF1okJBQxFgAABAgQIECBAgAABAgQIbF/ADgkQIECAAAECqxT4k1877qLPKkXqKMtj1aKLyFguen0WR2AmgfwRHcbZNJlxz+gTwWfXnBIg8KKAbgQIECBAgAABAgQIECBAgMD2BeyQAAECBAhsRyByvqfNZFbpdLLwAwnghd8gy/uQQPsTj/5J4Q+twbQECBDYkoC9ECBAgAABAgQIECBAgAABAtsXsEMCBAhsXCCTwBlL3WY+25ghAbzUO2RdMwvk32wM49J05z/C5+eX+qgjQIAAAQIEzgWcEyBAgAABAgQIECBAgAABAtsXsEMCWxSodb7cUNd/Cm0bv5XTKK4/ARwedVfLtZiG6ZFRIplY96W0KNN+5QOp+xi76+P+2JndvxX3R9hyi7hX/Q/VeZl7rqUk9unJ33a+K/uo25Xss4+GLeLQi8D/2bvbxVR1JQCgief9X7mcGWzc1OI3Vgir12kghJBZ6Plxp7gJECBAgAABAgQIECBAgAABAv0LyJAAAQIECBDoR+AQJdKZqPVQakQmOgxDqVEmyu0WQ2xkRPPyK6b/nj9nPLvQzdmPdao6fJVplKhmZRxunm8Agd0JPPoh2x2QhAkQmAjYJECAAAECBAgQIECAAAECBPoXkCEBAgQI7FOglvq2xLPAXMb5swBcJj+vX1MBeMK5pc18SDVjS2ve1lrzw9Xi58p/PFn985A9AgQIENiXgGwJECBAgAABAgQIECBAgACB/gVkSIAAgT8SyLpUlm6zfe6SWcM6RD05Z3luhlWf9RWraxGbXgQeEohPxvhVz639eXJ+7Fr8PGKPAAECBAgQ2I+ATAkQIECAAAECBAgQIECAAIH+BWRIYFsC+fDoVxSxOisAf7LoG5pDcLZ4y/sh5i8Zb5l8R5PGvRofqT9vkyCKvvnnEWMBOPf/RXZn/OuxRYAAAQIECBAgsEsBSRMgQIAAAQIECBAgQIAAAQL9C7wjwxq1zGmU2D9dJ+tWp53ZjaxTnUcbmMXftt1pNTGxWrRUtQSmAvkhmsb02HQ7CsI/PnzTY7YJECBAgAABAgQIENibgHwJECBAgAABAgQIECBAgMBaBLLSNV1LFoEzOi0AT1N98/ZwKCWf+h2fKH3ztUxPgAABAgQIECBAgAABAgQIfErAdQkQIECAAAECBAgQ+JRA1uKystl9PS5LtxmvQb8+w2vXdzaBDwnkk73TOF/G+d9MnB9v+1oCBAgQIECAAAECBAgQIECgfwEZEiBAgAABAgQIfF5gidrNtDY0t/3JLB/PLzOYW3FnBeBMJ7/6+V+qtdZS6+X4N3ILW5lbxhbWuuY15sdhLnLNdfJEd2yXjHxfRXdsjn9cksNWErXWUuvlWMky+12GzAgQIECAAAECBAgQIECAAIH+BWRIgACBjQrUevn/O661bjQryyaQ793zuFdlrjY013fvfE+MG59kjrpTa0tsnyLz+jlnjeVN4xD7GW3UtG71Y1wboCVA4FwgP2gZ5/32CRAgUAoDAgQIECBAgAABAgQIECBAoH8BGRIgQIDAGgWydtNijev7/JqyrPz5VWxyBUmX8ZnFtyr+Z66+l6sOe0lUngQIECDwmIDRBAgQIECAAAECBAgQIECAQP8CMiRAYDUCrdjb2kcWlrWeFo+ct+2xn6tgbtvN6rsWaP8haG3XyUqOAAECBAgQeEjAYAIECBAgQIAAAQIECBAgQKB/ARmuT6AVf1vt5nc71KG0KOX38WPf+jL7t6Jc81fsZkQz8/oKhoyZQz+6FIB/cFzbSappXBu7/LF4z5bDcCh1jNvz53d+X4vbM/Q8Ij4dZS4y5/hwJXaJNncnkd0Zky6bBAgQIECAAAECexKQKwECBAgQIECAAAECBAgQIPBBgazd/I7bRd/pOefLn6kXnQ95+36uL4u+Q9QBy68o3z9Z9/vevNkcbo4wgECXAucf6EtJDnEgP3TReBEgQIAAAQIECBAgsFsBiRMgQIAAAQIECBAgQIDAugXyydgWx5VGjSef7JvGzAOA5cdDg+UDP7HO8arR1qhJ5XrH/TKurEx+sgicMema3VQAnmW5o3M4lDLgu0PKEAIECBAgQIAAAQIECBAgsGUBaydAgAABAgQIECBAgMAfCEQBeLxKa8edp36pYD7F1sNJ+QTsNI/cz5j29bydH55pnOd6y+J8vH0CBAgQIECAAAECBAgQIECgPwEZESBAgAABAgQIrFug1XpeWWWbY9q+Mt9y5+aKnpmtswLwVxg8llKttdR6Lf6L4xlnYw5DqRGHWktGefNPPs79Vb/KMMbti9Wh/PqO8GlfHC2lTKzyAqVGXxpOI7q6ewVOmYtMNAzGJ7ujHT2yPTolUUaOEjsXkD4BAgQIECBAgAABAgQIECDQv4AMCRAgQIAAgZNArbXUWsvhEBFtWcVP1Hqi+FWj5vNVaqxoGrGbfVnYmUb25aFTxBxxfpmN06A/22iraRfMpbftSPVU+2t9l9pjZevSUf0Edi3Q/kOxawTJEyBwJmCXAAECBAgQIECAAAECBAgQ6F9AhgQIECCwRYG5uk7ra+0W83p8zR0XgDO1jMdRHjmjHmrJeOScJcZmxT9jibnMQYAAAQIECNwlYBABAgQIECBAgAABAgQIECDQv4AMCRAg8DGBGlfOiOal1/srpC8tz8nvEcgHyL9i6oxovAgQIECAAAECBG4IOEyAAAECBAgQIECAAAECBAj0LyBDAn0IbLgAnMXLjLli5utp5dO11+Iztz/zynj26s0q22fn6OG8/NuJe+Jnru271X/22iNAgAABAgQIEOheQIIECBAgQIAAAQIECBAgQIBA/wJ/nGFWqg5Rsmv1p9xfagmvVBOXWsOL84TMizNs7/Rn3wLfVuM7KYrn2W4v+YVWnIbXYqHLmIYAAQIECBAgQIAAgU0LWDwBAgQIECBAgAABAgQIbEUg62AZW1nvhXUukEIHBeALOCVTy7h0/On+FZyYhcvMLeOZ5bR3TmufmcM5BAgQIECAAAECBAgQIECgawHJESBAgAABAgQIECCwaoGol+XX+Z7WmHWvFqfOTW3kE8HPVv+miS4xx3S+brfz7bLO5OLNfXFh145dPGknB/KOXotLDPoJECBAgAABAgQIECBAgACB/gVkSIAAAQIECBAgQOCPBbJstdAlOyoAfwVJRqaUEbsLvdI7I2fPb03OWGjql6cZai1DPVwIBeB54Lyb98TPs4fgzPjZa29XApIlQIAAAQIECBAgQIAAAQIE+heQIQECBAgQIPBxgazH/I6sic1EqSUqZWV8ejbKP9mWnf8sWyndOeZ20o9K5rjY1o47fhEgQIDAFQGHCBAgQIAAAQIECBAgQIAAgf4FZEiAAAECaxfI2laLttbcz+2o/mYjoiAOYX8C459MRO0/2/1lL2MCBAgQIPCogPEECBAgQIAAAQIECBAgQIBA/wIyJEBgcwJZ+M3IhWfxt0XubzBaKgssPaqAC8xiio0ILPjO2UjGlkmAAAECBAgQeE3A2QQIECBAgAABAgQIECBAgED/AjLcjkAr8rZ2Oyu/Z6VfUcr7umfgjTEKwDeA+joc7xoPfT99S2v8tyTj6QmcSIAAAQIECBAgsC0BqyVAgAABAgQIECBAgAABAgRWJBCFmjIXucSsgbXI/QfiQ0Mzkyz45hf2jtHWkWm07SdbBeAn4ZxGgAABAgQIECBAgAABAv0KyIwAAQIECBAgQIAAAQIEtiawQOX0wylnUTjj1WUoAN8hmG+XWspp5FiFj85sT502CBAgQIAAAQIECBAgQIAAgR4E5ECAAAECBAgQIECAwLrzVNkAABAASURBVGYFooBXMjabwCILVwBehNEk2xfIv6fIuJSJfgIECBAgQIAAAQIECBAgQKB/ARkSIECAAAECBAhsSyBrOxnbWvW7V6sAfEE4/63XHxHjEmvbT/3mB2CJfzo6MLp6hUu72eNfheRfhmT8TDLvfcbPXnu7EJAkAQIECBAgQIAAAQIECBAg0L+ADAkQIEBgVwK11lLr5dgVxkyytf60mRmygq7v+k6JttRYT4vY3Pkra5o7J9hT+vkB2FO+z+aa/4F49lznESDQm4B8CBAgQIAAAQIECBAgQIAAgf4FZEiAAAECPQio77S7qADcJG60+YDojSEOEyBAgAABAn0JyIYAAQIECBAgQIAAAQIECBDoX0CGBAgQOAlkPTDj1PHHG1nCznj1sgrArwpu6vwl3jKbSthiCRAgQIAAAQJPCjiNAAECBAgQIECAAAECBAgQ6F9AhgT6FFAAfuC+ZsU/44FTVjY0C8Bu+bM3Je99xrPnO48AAQIECBAgQGAjApZJgAABAgQIECBAgAABAgQI9C8QGWbdZxrR9WevsWo3lHK6flnuRzVwOcsNzZRvqQ0t11IJECBAgAABAgQIECDwRwIuQ4AAAQIECBAgQIAAAQIEPioQReFXr68AfFvw14hTJX6BG/Br8j/pyAJw3vqMP7mgixAgQIAAAQIECBAgQIAAgbULWB8BAgQIECBAgAABAp0LtBrfrTTvHXdrnkePH6L2uET1bok5Hl278asSyGLwqha0gsXEp6u0WMFyLIEAAQIECBAgQIAAAQIECBB4s4DpCRAgQIAAAQIEti+QtZ0NZ7Hg8hWAb74PvmLEpVjwTsRVPvPKAnC+DS7FZ1b13qtmzi3ySrE9fMep8Jv3tkWOKeU05Ljr9x4E5EiAAAECBAgQIECAAAECBAj0LyBDAgQIECBAYKMCrbYTbWk1nWz/pdOe5G1tO3K+3/pbu/WaUFb9Wi7ahwV+vokePt0JHxTI/xhML5/7GdM+2wQI7FlA7gQIECBAgAABAgQIECBAgED/AjIkQIAAga0LZG0nY+t5LLt+BeBlPc22CYEs3GdsYrEWSYAAAQJ/L+CKBAgQIECAAAECBAgQIECAQP8CMiRAoEOBW0/2ZmE0Y5WpL1jHXm2Oq4RfzaKyeJlfS53taha1gYWk13lsYNmWSIAAAQIECPyhgEsRIECAAAECBAgQIECAAAEC/QvIcK8CWV3LWGv+X1EEXmJ9CsBrvcOz68pbnpFFzBzQ2twW1wXSai6unzU9euuvRqZjbRMgQIAAAQIECGxQwJIJECBAgAABAgQIECBAgACBTQm02k1rzxff/i3f1o7HV/Irq1ZZ8G1ry/1xaVEEHtsXfikAv4D3uVNPb4FYwrQgHLteNwTSLiL/S1CiHePGKQ4TIECAAAECBAgQINC9gAQJECBAgAABAgQIECBAoH+BVmxdZ6Z1rFoN5fUKsALw5Tu8oSPDhtb66aXmhyYiP+HjByi2P70k1ydAgAABAgQIECBAgACBTwq4NgECBAgQIECAAAEC3QhkzWwo+RxgxrbSyppVlm6zfW3lOctrMzi7c4Frb7Jrx9bMkutucWmd+gkQIECAAAECBAgQIECAAIH+BWRIgAABAgQIECDQj8Cw0VSyZrXs0hWAl/Vc3Wz5oOu1uL3gfNPl22Qu8tjtGdYxItfa4rkVNcfnznbWpgQslgABAgQIECBAgAABAgQIEOhfQIYECBAgQIDAxgRanaeWGkWbjDJ+22uJnyj+1ojxS5Rj9/uVXXPxffhjTT3UcoioNXKph1Lrf6WObW4fSjn8dz1KjLkSebT42bpA3XoCf7R+Tn8E7TIENi1g8QQIECBAgAABAgQIECBAgED/AjIkQIAAga0KZK1nGlvNY7ruzGe637az/1K0MfOtAvC8y8p782a3JeYtnO63fu28QFpNY36UXgIECBDYpYCkCRAgQIAAAQIECBAgQIAAgf4FZEiAAIEVCkxrV237+WVm9fD5s50ZAl8Rvx8pj06v1Qm0+zRtV7dICyJAgAABAgQ+IuCiBAgQIECAAAECBAgQIECAQP8CMty+wLTGk9vbz+hfBq3wm+2/3me2FICfUft1Tr7BImoUg1v8GrNER96ujCXm2tsccX/G730/b+93aN8Rf/8ZRhIgQIAAAQIECGxCwCIJECBAgAABAgQIECBAgACBDQic13jafi49iqZDRMnI/ZnYUZdq4ss3u725sn15MhO8XSDvU0RWc08F4bdf1AUIECBAgAABAgQIEFipgGURIECAAAECBAgQIEBgLwJRHRkrI/3mq/jb7q0CcJP41z641f/H5UGQlQ/PD3/E6a9AYnvlK7Y8AgQIECBAgAABAgQIEHiLgEkJECBAgAABAgQI7EZgrGZFSSTLIxn9Jh5Jegq4KAC//A7/90bKrZenM8EfCOSdanF+OfsECBAgQIAAAQIECBAgQIBA/wIyJECAAAECBAjsRyCLv/1mm9llbC/D+sZCtQLwi++HOsTtiTjETarx/jpF+YqerxdnPz8958s477+8X2us7IW4PPPWjtRYcIvYfOIVt7lkPHGqU7YiYJ0ECBAgQIAAAQIECBAgQIBA/wIyJECAAAECOxKI0tVY2+izvhHZtcJcaTWgbDdyg2stwxA5vGG5hzfMuc8p33N/9mn5tqw39KF/m4GJCRC4JKCfAAECBAgQIECAAAECBAgQ6F9AhgQIECDQs8C26kBR/33bzVAAfhutidcpkB/+aaxzlVZFgAABAn8q4GIECBAgQIAAAQIECBAgQIBA/wIyJLB7gT6fAt79bZ0FUACeZXmtMz9ALV6b6Z6z8yuhPX58j1Qp6XQe951pFAECBAgQINCrgLwIECBAgAABAgQIECBAgACB/gX2k6EqyH7u9bVMFYCv6Tx4rBV9px+uB6e4MTxvV8b5sLxiFoJb5P75mL3vp8lc3O9y+hr5+08xkgABAgQIECBAYM0C1kaAAAECBAgQIECAAAECBDoSGKsgtZRTvep7u6WYdY62vat2h8nOVRN3yLBcyr8+XMtNfWGm8Ypnx7LvrMvut0DaRIz/lYu2ZHwf0hAgQIAAAQIECBAgsBsBiRIgQIAAAQIECBAgQIAAgV4FFID/3dmNbtVYd0Y0XncIpFVE/vlLiXaMO04zhAABAgQIECBAgAABAgR6EZAHAQIECBAgQIAAgd0K5PNxGX0ARJ0n6z2Dcuf5/SRyLtLFfrzhu8jjXUmkT4t2DS0BAgQIECBAgAABAgQIECDQv4AMCRAgQIAAAQL9COR3nE6jn8weySTrPY+M38fYQ6211Ho59sGwlSzbv/Gb6z1+pGvNe3eIe/jfzyixH5Ejr8X4hxH19/fBt/5yOJS5GA61jP3XJl/VsRqraRGbT7xOJk+c65SVC1geAQIECBAgQIAAAQIECBAg0L+ADAkQIECAQEcCrWZx3t5KsY2/NW6dx1udZ9quc6VvX9WF+t1Yu4tjUd17+xJc4M8E2hv+zy64sQulz8aWbLkECLxdwAUIECBAgAABAgQIECBAgACB/gVkSIAAAQK9CGStp0UvOS2fhwLwwqbjW24oJb8/fYzyrp/xSjF5tmW8XvFzh0B6TeOOUwwhQIAAgV4F5EWAAAECBAgQIECAAAECBAj0LyBDAgS6FZjWe3K720QfTkwB+GGy2yfkW6zF7dFLjojKc/mOsfqc20vOv/W50uM8tp6T9RMgQIAAAQLPCTiLAAECBAgQIECAAAECBAgQ6F9Ahv0JXKrztP7+Mn4mIwXgZ9QunPP+mmverowyPvHbrpdticJvHYboH0pu/4vY9QqBc5e2H4fufKVzxp3DDSNAgAABAgQIEFirgHURIECAAAECBAgQIECAAAECGxRotZ1b7XdqO26O1cQdA/Sb+vTN32+Wj2f27TJWcr+3H5/EGQQIECBAgAABAgQIbFTAsgkQIECAAAECBAgQIECAQO8CHRWAM5WMh29ZFyfsN/NHb9/3l3MP323J9tE5jCdAgAABAgQIECBAgACBDQpYMgECBAgQIECAAAECBHYh0EHdUAFvF+/URZPM90yLRSc2GQECBAgQIECAAAECBAgQILBKAYsiQIAAAQIECBDoU8C3vc7d15sF4FprqfXxOHyfM3fRZfpy6Rk1pss2mg+/8qHSjPct4yumziglr5MRHePr2Dtulvx24xbHHr9LyfdJi/LUT3pnPHWyk9YpYFUECBAgQIAAAQIECBAgQIBA/wIyJECAAAECBDoViOLvqSDWakDZdpruA2mto3L6wIINJfC8gA/983bOJNCfgIwIECBAgAABAgQIECBAgACB/gVkSIAAAQJ7ElAHane7owJwppLRUuu7Pf1Bw8U0803e4uKgHR5oJq3dIYGUCRAgQIAAAQIECBAgQIAAAQIECBAg0L+ADAkQILBbgf1UTHd0i/Nrio+RRc4dJX4z1SFGnEd0eREgQIAAAQI7EpAqAQIECBAgQIAAAQIECBAg0L+ADAnsW0ABeMH7f/up3OcvlnMfhkOpY8zNU8tQj1FKFn4zip+TwHnht+2fBtzcyHuQcXOgAQQIECBAgAABAusUsCoCBAgQIECAAAECBAgQIECgfwEZlgODngSy6FvLVxSCv2Lzq6fUFsvlu/A7VnK/txeb20QECBAgQIAAAQIECKxVwLoIECBAgAABAgQIECBAgMBeBPZcAO77Hg9RAR6fBO47zcez+3Y5+eT+47M4gwABAgQIECBAgAABAgQ2I2ChBAgQIECAAAECBAh0KRA1nqz3DEuWO2POsb6W7XbRlhTZrkJvK88HW3vLadF88kPbYtGJTUaAAAECBAgQIECAAAECBAisSsBiCBAgQIAAAQIE+hbIes/SGb5jzqXXeH2+TReAa62l1kOpNdv5uJ7+skfHPzKoy87ZZsu5v+pXGcZovSX26yla7yE2DmUoGbHpNQrkjWkxdjz8K+9BxsMnOmF9AlZEgAABAgQIECBAgAABAgQI9C8gQwIECBAgQKAzgVbn+Vcby7rNazGdq21vny1rhdvPYvcZ5Bt+9wh3AHC6A8kQAt0LSJAAAQIECBAgQIAAAQIECBDoX0CGBAgQINCrQNZ6WiyVY5sv26Xm/Ow8CsCf9X/66u2vGY4T3P7O53p7yHGq7n/nh7eWGoAZ3acrQQIECBCYCtgmQIAAAQIECBAgQIAAAQIE+heQIQECuxGokek0shiWEd3PvqJ+VDKePX8l5ykAr+RGPL+MfCPPxfMz9n9m+49B/5nKkAABAgQIEGgCWgIECBAgQIAAAQIECBAgQKB/ARnuTyBrPpn1ea0s++6Jdn6OjTnqd+TuhkMBeMGb9/73RN6ujOmi441YfkcdhtLWk22ekW1Gbu8tMu9pPJN/O/+Zc51DgAABAgQIECDwQQGXJkCAAAECBAgQIECAAAECBDoVGCKv7/hRL4vu2VcWfFtEze30tO/5HLMnb6YzMtvMWi10VmD7C/w8AAAQAElEQVT6hpwdMNP5zDkz0+giQIAAAQIECBAgQIDAygUsjwABAgQIECBAgAABAgT2IPBd+8qn+U6F4Et5twLw3PHvecY55o5vo6/TAnDenK+4AxnR/Hx1ttfepNleTu2QJOPh3DiP8YBfBAgQIECAAAECBAgQIECgJwG5ECBAgAABAgQIECCwG4Gsk0WMT/RGWzJ2k/yvRDsuAP/KtdOOfANnnKc315eF3/Nxe9uXLwECBAgQIECAAAECBAgQINC/gAwJECBAgAABAgT2J5C1sRb7y36a8YYLwHPFzOz73FO/+UcFGVPgZbczt4ycNXMdyr9/67fGdou8rTUGZUQTr6/JI++5eW/EqV288r5M45mk2vnPnOuclQhYBgECBAgQIECAAAECBAgQINC/gAwJECBAgACBHQlkLazFNO3WN9dOxmXBbNy9MW4cs51fWSnczmpvrnS4OaLvAe3N2XeWsiNAgMAzAs4hQIAAAQIECBAgQIAAAQIE+heQIQECBAjsUSDrY3N5Z/95zI1rfdOxrW+b7aYLwLXWEq+VygftEPGm1dUhco8opZbXf/ZXOE+6jNftzECAAAECGxCwRAIECBAgQIAAAQIECBAgQKB/ARkSILBrgayXncd+Qd5XofyIad7Yj1z490U/UlPNiw5lqP/i98LOe47nlPJoez6PfQIECBAgQIDAGgWsiQABAgQIECBAgAABAgQIEOhfQIYEUiDrhC1yf7/RYQH4UynVUofDGCXapd9SNeqzh5j3eI252adF3xhcWrSxNTZaxObp1cY92p4m2M1G3oOM3SQsUQIECBAgQIDA1gWsnwABAgQIECBAgAABAgQIEOhfQIa/BA6/enRsXuAr67zfBeDj08AtpfFA24k2ir5Z0cwYx0eXFwECBAgQIECAAAECBDoQkAIBAgQIECBAgAABAgQIENirwJ4KwC/e40epcnzGi5d96+lREB6+o0T71muZnAABAgQIECBAgAABAgQI/ImAixAgQIAAAQIECBAgQGDXAmuvUK7k5rTiaGvPl3Wp/3zcp/eHyQJyOyPXnjE51OWmpAgQIECAAAECBAgQIECAAIH+BWRIgAABAgQIECBAgEBnBeAsaH4tdFeTpkUrkGabfdNL5H721/FLlHMFx6O5jozj3qu/80Hdr/pVhjH+zfZV/v1vGI7XO/xbRMlvd84oJTsnkZ0ZY/+/+c63cshcHOK69ft65+dsZ/9438r49PO17TL+5D3IGHf82paA1RIgQIAAAQIECBAgQIAAAQL9C8iQAAECBAgsKFBrLbVejgUvZaoZgVov29daZ87YV9dc7W7al9XLjkSywPmX6XiD/aX2e66V9/BavOeqZiVA4O8EXIkAAQIECBAgQIAAAQIECBDoX0CGBAgQIECAwD+BzgrA/xJbfGuYUmXBMPezXfxKd02YT6JmtMFZ1W/bt9tYd56cUWL79glGECBAgACBLQpYMwECBAgQIECAAAECBAgQINC/gAwJECCwG4GsB2bMJ5wPyh4jq5jzYzbZq5h5/21Lq4z7zzCSAAECBAgQILAdASslQIAAAQIECBAgQIAAAQIE+heQIQECpRyLvtO2wwLwUil9xTumRcDV3I6u8TVfOM3ejHHIW35lbhmlZHV/GiV+2n5szrxyZS1mDuu6KXDd9+bpBhAgQIAAAQIECPyVgOsQIECAAAECBAgQIECAAAEC/QvsIMNWm2rt75Sjhtl/Afh32sv0JN4yM312liwAf3YFrk6AAAECBAgQIECAAIF3CpibAAECBAgQIECAAAECBAjsTyBqma1KHO3xcdK+Fd6T3RB0Ge+Z/eFZ417eeU4Wgadx52mGESBAgAABAgQIECBAgACBdQtYHQECBAgQIECAAAECBLoWOESdN+NWklHFvDXE8VKyYFo6+sl8MjpK6WIqDhAgQIAAAQIECBAgQIAAAQL9C8iQAAECBAgQIECAQApEhXTmK5H//fu4OWYdMeRS37SUzgrAKTX9t3qXUEuimWJp/pvAGZNL5NUzJl0Lb2ZuGfE2jSUNEe0C0+18GrhFO659XSCNM16fyQx/JuBCBAgQIECAAAECBAgQIECAQP8CMiRAgAABAgR2J1BrLbXORYn+Ej9ZsbsUcXgNr6gA11pnV3KpzvcVwzNmT5p0ZnVzsrv1zbyRW8/B+gkQIEBgCQFzECBAgAABAgQIECBAgAABAv0LyJAAAQIECGxVYBifVH7P6jsrAH8jjWXxr1KyLX3+ZGoZfWYnKwIECBAg8JKAkwkQIECAAAECBAgQIECAAIH+BWRIgACB7gSy9pfxdGL5VbYRfRaATxXzfT4RHPe1tHj6DeJEAgQIECBAgMAmBSyaAAECBAgQIECAAAECBAgQ6F9AhgTmBL7mOlfdVx9eXdY+pzE3QS2dFoDLR37yJmW84+JZ7T8Mh1LHmL+Cou+8y1K9eQ8ylprPPAQIECBAgAABAgsLmI4AAQIECBAgQIAAAQIECBDoX+BXhln4zfh1IDqycnce0b2GV9Rxx5Vl+x3XlxWDylzkWTFTFgpLtLF7iPDqTODreG/HrPJeZ4w7fhEgQIAAAQIECBAgQKBTAWkRIECAAAECBAgQIECAwM4F6j1F4JUZZT13sSX9KxD2XABejMtEBKYC+fFpMe23TYAAAQIECBAgQIAAAQIfEXBRAgQIECBAgAABAgQIlDJsv+x5iIJwxvO381jB2r7E8wLO7FpAcgQIECBAgAABAgQIECBAgED/AjIkQIAAAQIECBAgsE2BWuv4hc7Lr776N4DLhZ/82uSMcohK+SHq5GdR66HUHxHj3najSsm1fNWvaDP+LTr7W7Te6V8G1KGUjOJnVqDZXW3jPRCMYR/3oQzxv2yPMTupzs8LWAEBAgQIECBAgAABAgQIECDQv4AMCRAgQIAAAQKjwCF+Z0RTss2Iul1pkf3riqzd1VzfkBWof2vLf+Y141/PdKvGzj1RRoUY3OurfiSxvFUtPrIAF11cIO/n4pOakACBtwiYlAABAgQIECBAgAABAgQIEOhfQIYECBAgQOC6QNYIM66P+uTRGst7vP4UJ2Xh+GIcM8oS+HGrq9+RfH7Pdz7W+cd55Y3Ky57iTddv879petMSIECAAIEtClgzAQIECBAgQIAAAQIECBAg0L+ADAkQIHBBoNOy54Vsf3ePVcroHjp9Ajjzi/Te+VKAfaeuuQkQIECAAAECjwoYT4AAAQIECBAgQIAAAQIECPQvIEMC9wpksXAu7j1/S+N+57nhUngm8xX604jd8VXH36/8Gr97Oy4xbdt8ecW2/bdt3q6Mv72qqxEgQIAAAQIECBBYtYDFESBAgAABAgQIECBAgAABAv0LjBlmle6eiCJfuRTjRJ38ms9xw9XETOhD92ZSX/7Mk8CTBXyIwGUJECBAgAABAgQIECCwBgFrIECAAAECBAgQIECAAAECBKJuOnmqdcMF4Iu38vtAppbxvdtVkwXgzC2jq8QkQ4AAAQIECBAgQIAAAQIE7hUwjgABAgQIECBAgAABAgRmBFQQZ1BudkUR/eaYPxuQxeA/u9gGLmSJBAgQIECAAAECBAgQIECAQP8CMiRAgAABAgQIECCwZ4EsVmbMGygAz7uU9tXO07YNTbT2FHXr+8o6bES8Sjs2tm3AQm2th1J/xX+l1mOUMq6glB9t8UNgHwKyJECAAAECBAgQIECAAAECBPoXkCEBAgQIECCwY4FD5H5PzNXLWl9M8eHXtP44t319eVn4nUaOjtwmE6VQ9ooFBYL4VH5dcNoLU02vNrd94TTdBAgQ6ExAOgQIECBAgAABAgQIECBAgED/AjIkQIAAAQL3CczVzLLvvrO3OSrzO4YC8Dbv4Iurbn8V8OI0TidAgAABAusQsAoCBAgQIECAAAECBAgQIECgfwEZEiBAYOcC99f3NlwAzgr2tfv8FQczonnDqz1F/Yap3zhle2NM2zdeztQECBAgQIAAgbcLuAABAgQIECBAgAABAgQIECDQv4AMCexZYFrXa9vXPTZeAM7lT6Mlm8m37efaGlOcR5vpfWXldoV3tJFQmYt3XMucBAgQIECAAAECBP5AwCUIECBAgAABAgQIECBAgACB/gV+ZJhVumvxY3AHO3O1vey7nlpWT6+P2OLRfDg4q7djwfMNCcT8X9/xhtnfPGW8KdKmxbuM3pyF6QkQIECAAAECBAgQ2LeA7AkQIECAAAECBAgQIECAwH4EHqvv9VQA/nePT9/PHFXaf722RoEwaT7Zltgf+/0iQIAAAQIECBAgQIAAAQKbELBIAgQIECBAgAABAgQIELgi0FkBWDHzyr2eHEqnFpPuTW9aPAECBAgQIECAAAECBAgQINC/gAwJECBAgAABAgQI3CMwxKC5iO4dvDosAHeW0mJvwlbwzXaxSU30osCh1tKi1lpq/RnFz30CRhEgQIAAAQIECBAgQIAAAQL9C8iQAAECBAgQIFCyDngt2r8PPFf8bX3lVz2m1r7qMylU+vup/aW0SEZcFmE0CQECqxKwGAIECBAgQIAAAQIECBAgQKB/ARkSIECAAAEC9wt0XADO1DLux3hk5GEoJeORc9YxtsYyphG7XgQIECBAYJsCVk2AAAECBAgQIECAAAECBAj0LyBDAgQIEChR2xsmkftXVN5XIb1y0c0fiuLvtnOIN8iNN8a287N6AgQIECBAoH8BGRIgQIAAAQIECBAgQIAAAQL9C8iQAIF/Aq2+l+2/3rktBeA5leibFtHbdnSPL2gjg18ECBAgQIAAAQIEPiPgqgQIECBAgAABAgQIECBAgED/ArMZfkXvtcgqXkYWSS9FTLGZ1zSH+xedAvePNpIAAQIECBAgQIAAAQIECHxQwKUJECBAgAABAgQIECBAgMBtgWnhdLp9+8z1jcj1P7aq2QJwe+I128em+8johy+aebV4+OTvE+pQSkbxQ4AAAQIECBAgQIAAAQIECPyFgGsQIECAAAECBAgQIECAwB0CswXgO87b0JDHq+K/k4tqbzmP36P0fELANQkQIECAAAECBAgQIECAAIH+BWRIgAABAgQIECBAYK8CWaO8J/ccd4xDrYdSv6McDiWj7R/b/0qtl+Oey31yTK2HUr/XXw7/RX7/lfq9f609lOP/yq/C7xFuqEPJp4g/mds91841Xot75jCGwGoFLIwAAQIECBAgQIAAAQIECBDoX0CGBAgQIECAAIGTwCG2rkUcjlettdR6OWLIql//antZj2wRVcvaokadskX2tTHHNoXuSDBmK3Nxx6kfHzK37lt9H1+0BRAgQIDADQGHCRAgQIAAAQIECBAgQIAAgf4FZEiAAAECBAhcEsh65+RY7n7HbAH4Kw/+KPhOTrZJgAABAgQIEPisgKsTIECAAAECBAgQIECAAAEC/QvIkAABAn8uUIdSMsrmfqK4+++x4XJo2/N5xOCZA+2cbGcOb6orc7gWm0rGYgkQIECArUOdgwAACcVJREFUAAEC3QtIkAABAgQIECBAgAABAgQIEOhfQIYECDwukHXdY5yeAB7qsaOUeqwKR1vOfoYYknHWvZndrNhn3F5wJDrmf6u9PZMRBAgQIECAAAECBAgsJGAaAgQIECBAgAABAgQIECBAoH+BP8ww64Y/4g+vfd+lprXKuTPmjx/y654zjqfMDzoe+/f7699myYJwxqRrA5tDrPEYmUvm/ztq+ZoUxcuvgnDxQ4AAAQIECBAgQIAAAQJ/JOAyBAgQIECAAAECBAgQIEDgHQL3VUffceV758wVXhv7+/jpCeDz02pUdTPO+8f93/OM3X/868nLDaUOQ5x7jEMZyiE3o8eLAAECBAgQIECAAAECBAgQWJ2ABREgQIAAAQIECBAgQGARgRo1wYxrk2UZNMdkXBv3t8fGVcUlp23snl7T/louFoDLtZ/A+Xc4J/y3d9oau8dfp67Pb/xY+OeXYwUvCDiVAAECBAgQIECAAAECBAgQ6F9AhgQIECBAgAABAgQIHAWy7tri2PPzdztWy+EwxK+IMn7FcTn9DFHWPkYpeTijHfxXNa6l1kOp9b9SDj9jaH3tpHe1h0Nc+0qcrpvF3xalRHpjlO+fQxyai+/DnTY18noyhjB/8u8H4qJedwrUWkutl+POafobJiMCBAgQIECAAAECBAgQIECgfwEZEiBAgMBLAsMwlGvx0uROJrARgVYPPLWx7poRdcGxL7bPX3HoV230fMza96OKN6b5wjrb+eftC1O+/dS8dW+/yEYucH7f7t3fSHqWSYBAdwISIkCAAAECBAgQIECAAAECBPoXkCEBAgQIEFhKYFr5anO2vrbfWxsF4N5SupVPFH+zpF+iPQ2dbh87c0jGcc9vAgQIECBAYAUClkCAAAECBAgQIECAAAECBAj0LyBDAgQIvE0ga38Zb7vASibuuACcRd1pXBKfjpluXxq/lv7pWue217JO6yBAgAABAgQILCFgDgIECBAgQIAAAQIECBAgQKB/ARkSWFYgn/RtM47VtOgYIlpfr22nBeDxFsY9O2+jq8RdHe9stLk7Pgk8lDr8jDL2jwNW+GuINd0TMcyLAAECBAgQIECAwNYFrJ8AAQIECBAgQIAAAQIECBDoX2CBDPPp3haHKKXldk4bmyXLg2ObHZ1HpwXgW3ftZ/H3WOzNW35+Xva1OD9mnwABAgQIECBAgAABAgTeLWB+AgQIECBAgAABAgQIECDwiEBWATPmzhmLwHEwq39zx3vp22IBeEH7uMP5RPApplPnrR9OTwYfi8TT47YJECBAgAABAgQIECBAgACBNwqYmgABAgQIECBAgAABAgSeENhRAXgInoxofrxaEXjaOTcuj2d/i9xfU6x1XUsbLTVf87rULnUd8xAgQIAAAQIECBAgQIAAAQKPCziDAAECBAgQIECAwOMCWfV7/Kz+zthJATiKfPkl3xmnp33zLVBLHY5Rxv4SP99jS7Sx117n/0bwcb8d/XQba60R45prLKZFbHrNCDSrW+3Mqbo+K+DqBAgQIECAAAECBAgQIECAQP8CMiRAgACBTQjUWkutv+MQfRmbSKLjRdb6+97Uen/fVmiyPNai/Zu/ud/WH2XAcbPG7+w/Rez3/NpJAfj8Fo63OTqnbex288q8uklGIgQIEBgF/CJAgAABAgQIECBAgAABAgT6F5AhAQIECBB4VCCrYhm3zssxLW6N3frxnRaAt37brP/dAse/AMknhN99JfMTIECAwB0ChhAgQIAAAQIECBAgQIAAAQL9C8iQAAECBBYS2HEBOIt703hG9NXzn7mmc94vML2vuf3+K7oCAQIECBAgcElAPwECBAgQIECAAAECBAgQINC/gAwJPC+QlZxT1FLa1z4/P+P2z9xpAfj0Nog7ON2O3dLeGdHm7ilyfxrT83L7K0ZGW6PNiD2vtQpM7+Nxu8Z/DWrevmGId8AQC8+IZnxNt8cOvwgQIECAAAECBP5CwDUIECBAgAABAgQIECBAgACB/gVeyDDKO2PB99TGXKo6pey0ABx3/+qrXjia/RkXDhdvqUsy6+vP+ziNSyvMe5px6bh+AgQIECBAgAABAgTeIWBOAgQIECBAgAABAgQIECDwqMC0EPzouT2Nv1gAPj4NuapU/3gx0+Jg2/7jJbjcHwlkgTfj9+V8Dn6b6CFAgAABAgQIECBAgMCbBUxPgAABAgQIECBAgACBuwSyjnPXwJ0NulgA3plDpJsFwIzYnH3lsRazA6IzC8XReL1BYOkp273Mts093W59WgIECBAgQIAAAQIECBAgQODvBFyJAAECBAgQIECAAIHLAlnLuhbHM08F4KyQT+N4eC+/A6olX7KImxF941c6X2pzTC11OMZhOHxvZxsRdDVi7a9YfrkWa1//c+v7d09r3KQxDrUcDuUY0XEY97OvlhrbtdYy/rR23PHrzwRciAABAgQIECBAgAABAgQIEOhfQIYECBAgsCqBWmup9XKsarE7XEytl+9NrfWmyDAM5VrcnOBDA2qUeH5ErKPtx2bnr0i+HCNv8XzU8XMbJa/OLd6aXo3ZW8Sm14YF8gOz4eVbOoGOBaRGgAABAgQIECBAgAABAgQI9C8gQwIECBAgcK9Aq8xlm+e0NrfFUeBQo8Kfcdz9/Xs/VfPfueshQIAAAQIEPirg4gQIECBAgAABAgQIECBAgED/AjIkQIDA0wJZx5yenPtjTDvv3M5HBTPuHL6KYZeK34fy/ajwpXYIpYzfx1eR1yoXkW+OFqtcoEXNCFz6iMwM1UWAAAECBAj8gYBLECBAgAABAgQIECBAgAABAv0LyJDA4wK3anCPVnzafEOc2OLxVS11xmk1MeH5dnTdfH3FiK9yKgAfJoXg+YLvECecR3R1+Yo7XO6Jn8mf6+T+zxH21iEwvbfxEciPwbiw3M5j445fBAgQIECAAAECnxJwXQIECBAgQIAAAQIECBAgQKB/gScybAXabL+ipJNtThObpUZhLtvcvzfilJJzZNx7zvvGjauJ6S+3NRZ6jEPk+x1xxph3zeLv8dw8Umo97sTx0yvOHxM+dexuI6muxTzIKBmnNb/cnx+p97MCcZNKxmdX4eoECBAgQIAAAQIECPwUsEeAAAECBAgQIECAAAECBO4VmNbhXq36ZG1vWlS+dw1/P66OFa76feGxzFu+JXIn4nCI/Wi/h6yysSgC7xcYDsdvOX//lVyBAAECBAgQIECAAAECBOYF9BIgQIAAAQIECBAgQOAlgax5ZjwzSZRMx9NaO+6s/NelXKPqtfKVW97OBaRPgAABAgQIECBAgAABAgQI9C8gQwIECBAgQIAAAQIElhL4HwAA//+VKAqqAAAABklEQVQDACLGVk5U/nBsAAAAAElFTkSuQmC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" y="193040"/>
            <a:ext cx="17556480" cy="98755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33083" y="618471"/>
            <a:ext cx="14886432" cy="4754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altLang="en-US" sz="4400" dirty="0">
                <a:solidFill>
                  <a:srgbClr val="E06A4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Актуальность</a:t>
            </a:r>
            <a:r>
              <a:rPr lang="en-US" altLang="ru-RU" sz="4400" dirty="0">
                <a:solidFill>
                  <a:srgbClr val="E06A4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 </a:t>
            </a:r>
            <a:r>
              <a:rPr lang="en-US" altLang="en-US" sz="4400" dirty="0">
                <a:solidFill>
                  <a:srgbClr val="E06A4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для</a:t>
            </a:r>
            <a:r>
              <a:rPr lang="en-US" altLang="ru-RU" sz="4400" dirty="0">
                <a:solidFill>
                  <a:srgbClr val="E06A4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 </a:t>
            </a:r>
            <a:r>
              <a:rPr lang="en-US" altLang="en-US" sz="4400" dirty="0">
                <a:solidFill>
                  <a:srgbClr val="E06A4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российских</a:t>
            </a:r>
            <a:r>
              <a:rPr lang="en-US" altLang="ru-RU" sz="4400" dirty="0">
                <a:solidFill>
                  <a:srgbClr val="E06A4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 </a:t>
            </a:r>
            <a:r>
              <a:rPr lang="en-US" altLang="en-US" sz="4400" dirty="0">
                <a:solidFill>
                  <a:srgbClr val="E06A4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граждан</a:t>
            </a:r>
            <a:endParaRPr lang="en-US" altLang="en-US" sz="4400" dirty="0">
              <a:solidFill>
                <a:srgbClr val="E06A4E"/>
              </a:solidFill>
              <a:latin typeface="Onest" pitchFamily="34" charset="0"/>
              <a:ea typeface="Onest" pitchFamily="34" charset="-122"/>
              <a:cs typeface="Onest" pitchFamily="34" charset="-120"/>
            </a:endParaRPr>
          </a:p>
        </p:txBody>
      </p:sp>
      <p:sp>
        <p:nvSpPr>
          <p:cNvPr id="5" name="Text 1"/>
          <p:cNvSpPr/>
          <p:nvPr>
            <p:custDataLst>
              <p:tags r:id="rId3"/>
            </p:custDataLst>
          </p:nvPr>
        </p:nvSpPr>
        <p:spPr>
          <a:xfrm>
            <a:off x="1332865" y="2092325"/>
            <a:ext cx="12170410" cy="8318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571500" indent="-571500" algn="l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en-US" sz="3600" dirty="0"/>
              <a:t>В</a:t>
            </a:r>
            <a:r>
              <a:rPr lang="en-US" altLang="ru-RU" sz="3600" dirty="0"/>
              <a:t> </a:t>
            </a:r>
            <a:r>
              <a:rPr lang="en-US" altLang="en-US" sz="3600" dirty="0"/>
              <a:t>России</a:t>
            </a:r>
            <a:r>
              <a:rPr lang="en-US" altLang="ru-RU" sz="3600" dirty="0"/>
              <a:t> </a:t>
            </a:r>
            <a:r>
              <a:rPr lang="en-US" altLang="en-US" sz="3600" dirty="0"/>
              <a:t>более</a:t>
            </a:r>
            <a:r>
              <a:rPr lang="en-US" altLang="ru-RU" sz="3600" dirty="0"/>
              <a:t> 300 000 </a:t>
            </a:r>
            <a:r>
              <a:rPr lang="en-US" altLang="en-US" sz="3600" dirty="0"/>
              <a:t>инвалидов</a:t>
            </a:r>
            <a:r>
              <a:rPr lang="en-US" altLang="ru-RU" sz="3600" dirty="0"/>
              <a:t> </a:t>
            </a:r>
            <a:r>
              <a:rPr lang="en-US" altLang="en-US" sz="3600" dirty="0"/>
              <a:t>по</a:t>
            </a:r>
            <a:r>
              <a:rPr lang="en-US" altLang="ru-RU" sz="3600" dirty="0"/>
              <a:t> </a:t>
            </a:r>
            <a:r>
              <a:rPr lang="en-US" altLang="en-US" sz="3600" dirty="0"/>
              <a:t>зрению</a:t>
            </a:r>
            <a:r>
              <a:rPr lang="en-US" altLang="ru-RU" sz="3600" dirty="0"/>
              <a:t>, </a:t>
            </a:r>
            <a:r>
              <a:rPr lang="en-US" altLang="en-US" sz="3600" dirty="0"/>
              <a:t>плюс</a:t>
            </a:r>
            <a:r>
              <a:rPr lang="en-US" altLang="ru-RU" sz="3600" dirty="0"/>
              <a:t> </a:t>
            </a:r>
            <a:r>
              <a:rPr lang="en-US" altLang="en-US" sz="3600" dirty="0"/>
              <a:t>миллионы</a:t>
            </a:r>
            <a:r>
              <a:rPr lang="en-US" altLang="ru-RU" sz="3600" dirty="0"/>
              <a:t> </a:t>
            </a:r>
            <a:r>
              <a:rPr lang="en-US" altLang="en-US" sz="3600" dirty="0"/>
              <a:t>пожилых</a:t>
            </a:r>
            <a:r>
              <a:rPr lang="en-US" altLang="ru-RU" sz="3600" dirty="0"/>
              <a:t> </a:t>
            </a:r>
            <a:r>
              <a:rPr lang="en-US" altLang="en-US" sz="3600" dirty="0"/>
              <a:t>людей</a:t>
            </a:r>
            <a:r>
              <a:rPr lang="en-US" altLang="ru-RU" sz="3600" dirty="0"/>
              <a:t> </a:t>
            </a:r>
            <a:r>
              <a:rPr lang="en-US" altLang="en-US" sz="3600" dirty="0"/>
              <a:t>с</a:t>
            </a:r>
            <a:r>
              <a:rPr lang="en-US" altLang="ru-RU" sz="3600" dirty="0"/>
              <a:t> </a:t>
            </a:r>
            <a:r>
              <a:rPr lang="en-US" altLang="en-US" sz="3600" dirty="0"/>
              <a:t>сильным</a:t>
            </a:r>
            <a:r>
              <a:rPr lang="en-US" altLang="ru-RU" sz="3600" dirty="0"/>
              <a:t> </a:t>
            </a:r>
            <a:r>
              <a:rPr lang="en-US" altLang="en-US" sz="3600" dirty="0"/>
              <a:t>снижением</a:t>
            </a:r>
            <a:r>
              <a:rPr lang="en-US" altLang="ru-RU" sz="3600" dirty="0"/>
              <a:t> </a:t>
            </a:r>
            <a:r>
              <a:rPr lang="en-US" altLang="en-US" sz="3600" dirty="0"/>
              <a:t>зрения</a:t>
            </a:r>
            <a:r>
              <a:rPr lang="en-US" altLang="ru-RU" sz="3600" dirty="0"/>
              <a:t>.</a:t>
            </a:r>
            <a:endParaRPr lang="en-US" altLang="ru-RU" sz="3600" dirty="0"/>
          </a:p>
        </p:txBody>
      </p:sp>
      <p:sp>
        <p:nvSpPr>
          <p:cNvPr id="6" name="Text 2"/>
          <p:cNvSpPr/>
          <p:nvPr>
            <p:custDataLst>
              <p:tags r:id="rId4"/>
            </p:custDataLst>
          </p:nvPr>
        </p:nvSpPr>
        <p:spPr>
          <a:xfrm>
            <a:off x="2019300" y="4237355"/>
            <a:ext cx="12913995" cy="44348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altLang="en-US" sz="3600" dirty="0"/>
              <a:t>Наш</a:t>
            </a:r>
            <a:r>
              <a:rPr lang="en-US" altLang="ru-RU" sz="3600" dirty="0"/>
              <a:t> </a:t>
            </a:r>
            <a:r>
              <a:rPr lang="en-US" altLang="en-US" sz="3600" dirty="0"/>
              <a:t>ассистент</a:t>
            </a:r>
            <a:r>
              <a:rPr lang="en-US" altLang="ru-RU" sz="3600" dirty="0"/>
              <a:t> </a:t>
            </a:r>
            <a:r>
              <a:rPr lang="en-US" altLang="en-US" sz="3600" dirty="0"/>
              <a:t>решает</a:t>
            </a:r>
            <a:r>
              <a:rPr lang="en-US" altLang="ru-RU" sz="3600" dirty="0"/>
              <a:t> </a:t>
            </a:r>
            <a:r>
              <a:rPr lang="en-US" altLang="en-US" sz="3600" dirty="0"/>
              <a:t>эти</a:t>
            </a:r>
            <a:r>
              <a:rPr lang="en-US" altLang="ru-RU" sz="3600" dirty="0"/>
              <a:t> </a:t>
            </a:r>
            <a:r>
              <a:rPr lang="en-US" altLang="en-US" sz="3600" dirty="0"/>
              <a:t>проблемы</a:t>
            </a:r>
            <a:r>
              <a:rPr lang="en-US" altLang="ru-RU" sz="3600" dirty="0"/>
              <a:t>: </a:t>
            </a:r>
            <a:r>
              <a:rPr lang="en-US" altLang="en-US" sz="3600" dirty="0"/>
              <a:t>бесплатный</a:t>
            </a:r>
            <a:r>
              <a:rPr lang="en-US" altLang="ru-RU" sz="3600" dirty="0"/>
              <a:t>, </a:t>
            </a:r>
            <a:r>
              <a:rPr lang="en-US" altLang="en-US" sz="3600" dirty="0"/>
              <a:t>русскоязычный</a:t>
            </a:r>
            <a:r>
              <a:rPr lang="en-US" altLang="ru-RU" sz="3600" dirty="0"/>
              <a:t>, </a:t>
            </a:r>
            <a:r>
              <a:rPr lang="en-US" altLang="en-US" sz="3600" dirty="0"/>
              <a:t>не</a:t>
            </a:r>
            <a:r>
              <a:rPr lang="en-US" altLang="ru-RU" sz="3600" dirty="0"/>
              <a:t> </a:t>
            </a:r>
            <a:r>
              <a:rPr lang="en-US" altLang="en-US" sz="3600" dirty="0"/>
              <a:t>требует</a:t>
            </a:r>
            <a:r>
              <a:rPr lang="en-US" altLang="ru-RU" sz="3600" dirty="0"/>
              <a:t> </a:t>
            </a:r>
            <a:r>
              <a:rPr lang="en-US" altLang="en-US" sz="3600" dirty="0"/>
              <a:t>зрения</a:t>
            </a:r>
            <a:r>
              <a:rPr lang="en-US" altLang="ru-RU" sz="3600" dirty="0"/>
              <a:t>, </a:t>
            </a:r>
            <a:r>
              <a:rPr lang="en-US" altLang="en-US" sz="3600" dirty="0"/>
              <a:t>работает</a:t>
            </a:r>
            <a:r>
              <a:rPr lang="en-US" altLang="ru-RU" sz="3600" dirty="0"/>
              <a:t> </a:t>
            </a:r>
            <a:r>
              <a:rPr lang="en-US" altLang="en-US" sz="3600" dirty="0"/>
              <a:t>на</a:t>
            </a:r>
            <a:r>
              <a:rPr lang="en-US" altLang="ru-RU" sz="3600" dirty="0"/>
              <a:t> </a:t>
            </a:r>
            <a:r>
              <a:rPr lang="en-US" altLang="en-US" sz="3600" dirty="0"/>
              <a:t>обычном</a:t>
            </a:r>
            <a:r>
              <a:rPr lang="en-US" altLang="ru-RU" sz="3600" dirty="0"/>
              <a:t> </a:t>
            </a:r>
            <a:r>
              <a:rPr lang="en-US" altLang="en-US" sz="3600" dirty="0"/>
              <a:t>компьютере</a:t>
            </a:r>
            <a:r>
              <a:rPr lang="en-US" altLang="ru-RU" sz="3600" dirty="0"/>
              <a:t>.</a:t>
            </a:r>
            <a:endParaRPr lang="en-US" altLang="ru-RU" sz="3600" dirty="0"/>
          </a:p>
        </p:txBody>
      </p:sp>
      <p:sp>
        <p:nvSpPr>
          <p:cNvPr id="9" name="Выгнутая влево стрелка 8"/>
          <p:cNvSpPr/>
          <p:nvPr/>
        </p:nvSpPr>
        <p:spPr>
          <a:xfrm>
            <a:off x="667385" y="3124835"/>
            <a:ext cx="730885" cy="1216660"/>
          </a:xfrm>
          <a:prstGeom prst="curvedRightArrow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torage.yandexcloud.net/prs-editor/themes/light-orange/image-left.webp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  <p:pic>
        <p:nvPicPr>
          <p:cNvPr id="3" name="Image 1" descr="data:image/png;base64,iVBORw0KGgoAAAANSUhEUgAAB4AAAAQ4CAYAAADo08FDAAAQAElEQVR4Aezda4xk6Vkf8Oecqu6Z3ou9a6/tBcfGBGOCwRgwBCNDpCTiogiEHASKsEABfwFBQpIPEAUJKQq5kEj+EMgHJKQEImHFJDjIclCiEOLgQLjEEHyJASm2kS+yvWt7b7Mz01V18p7q6dmemb5UVdflnOf82n26qk6d877v//eWtOv5q2frZ598ojn/+Gx53/HskwwY+Az4DPgM+Az4DPgM+Az4DPgM+Az4DPgM9PYz4P/b+//1PgM+Az4DPgM+Az4DPgM+Az4DPgM+AwP5DNTha8ACohMgQIAAAQIECBAgQIAAAQL5BSQkQIAAAQIECBAgQGBIAgrgIe22rAROCnhOgAABAgQIECBAgAABAgQI5BeQkAABAgQIECBAYHACpxTAs4Jw8igvfRMgQIBAKgFhCBAgQIAAAQIECBAgQIAAgfwCEhIgQIAAAQLDFLirAC7Fb1Ugqvbx+CivfRMgQIAAAQJZBOQgQIAAAQIECBAgQIAAAQIE8gtISIAAAQIDFrirAG4lSvEbTfvk1lFet4XwrVceCBAgQIAAAQIE+ipg3QQIECBAgAABAgQIECBAgEB+AQkJEBi6wCkFcEvS/hpw++ggQIAAAQIECBAgQCCFgBAECBAgQIAAAQIECBAgQIBAfgEJCRSBMwrg8o5vAgQIECBAgAABAgQIEEghIAQBAgQIECBAgAABAgQIECCQX+A4YSmAZ+X58VGeRjnVPrSPTXl+fMzP+UGAAAECBAgQIECAAAECBAj0SMBSCRAgQIAAAQIECBAgQGBgAqXhvSvx8X/+9/jxrre9zCAgAwECBAgQIECAAAECBAgQIJBfQEICBAgQIECAAAECBIYocG8B3Cq0v/XbPjoIEMgnIBEBAgQIECBAgAABAgQIECCQX0BCAgQIECBAgACBwQqcXgAPlkNwAgQI5BaQjgABAgQIECBAgAABAgQIEMgvICEBAgQIECAwbAEF8LD3X3oCBAgQGI6ApAQIECBAgAABAgQIECBAgEB+AQkJECBAgEAogH0ICBAgQIAAAQLpBQQkQIAAAQIECBAgQIAAAQIE8gtISIAAgSMBBfCRg58ECBAgQIAAAQIEcgpIRYAAAQIECBAgQIAAAQIECOQXkJDACQEF8AkMTwkQIECAAAECBAgQIJBJQBYCBAgQIECAAAECBAgQIEAgv8DdCRXAd4t4TYAAAQIECBAgQIAAAQIE+i8gAQECBAgQIECAAAECBAgMVEABPKiNF5YAAQIECBAgQIAAAQIECBDILyAhAQIECBAgQIAAAQJDFlAAD3n3ZR+WgLQECBAgQIAAAQIECBAgQIBAfgEJCRAgQIAAAQIEBi+gAB78RwAAAQJDEJCRAAECBAgQIECAAAECBAgQyC8gIQECBAgQIECgFVAAtwoOAgQIECCQV0AyAgQIECBAgAABAgQIECBAIL+AhAQIECBA4LaAAvg2hScECBAgQIAAgWwC8hAgQIAAAQIECBAgQIAAAQL5BSQkQIDAnQIK4Ds9vCJAgAABAgQIECCQQ0AKAgQIECBAgAABAgQIECBAIL+AhAROEVAAn4LiFAECBAgQIECAAAECBPosYO0ECBAgQIAAAQIECBAgQIBAfoGzEiqAz5JxngABAgQIECBAgAABAgQI9E/AigkQIECAAAECBAgQIEBg4AIK4EF8AIQkQIAAAQIECBAgQIAAAQIE8gtISIAAAQIECBAgQIAAgQgFsE8BgewC8hEgQIAAAQIECBAgQIAAAQL5BSQkQIAAAQIECBAgcEtAAXwLwgMBAgQyCshEgAABAgQIECBAgAABAgQI5BeQkAABAgQIECBwUkABfFLDcwIECBAgkEdAEgIECBAgQIAAAQIECBAgQCC/gIQECBAgQOAeAQXwPSROECBAgAABAgT6LmD9BAgQIECAAAECBAgQIECAQH4BCQkQIHC6gAL4dBdnCRAgQIAAAQIECPRTwKoJECBAgAABAgQIECBAgACB/AISEjhHQAF8Do63CBAgQIAAAQIECBAg0CcBayVAgAABAgQIECBAgAABAgTyC1yUUAF8kZD3CRAgQIAAAQIECBAgQIBA9wWskAABAgQIECBAgAABAgQIzAUUwHOGrD/kIkCAAAECBAgQIECAAAECBPILSEiAAAECBAgQIECAAIHnBBTAz1l4RiCXgDQECBAgQIAAAQIECBAgQIBAfgEJCRAgQIAAAQIECNwloAC+C8RLAgQIZBCQgQABAgQIECBAgAABAgQIEMgvICEBAgQIECBA4DQBBfBpKs4RIECAAIH+Clg5AQIECBAgQIAAAQIECBAgkF9AQgIECBAgcKaAAvhMGm8QIECAAAECBPomYL0ECBAgQIAAAQIECBAgQIBAfgEJCRAgcL6AAvh8H+8SIECAAAECBAgQ6IeAVRIgQIAAAQIECBAgQIAAAQL5BSQksICAAngBJJcQIECAAAECBAgQIECgywLWRoAAAQIECBAgQIAAAQIECOQXWDShAnhRKdcRIECAAAECBAgQIECAAIHuCVgRAQIECBAgQIAAAQIECBC4Q0ABfAdHlhdyECBAgAABAgQIECBAgAABAvkFJCRAgAABAgQIECBAgMC9Agrge02cIdBvAasnQIAAAQIECBAgQIAAAQIE8gtISIAAAQIECBAgQOAMAQXwGTBOEyBAoI8C1kyAAAECBAgQIECAAAECBAjkF5CQAAECBAgQIHCegAL4PB3vESBAgACB/ghYKQECBAgQIECAAAECBAgQIJBfQEICBAgQIHChgAL4QiIXECBAgAABAgS6LmB9BAgQIECAAAECBAgQIECAQH4BCQkQILCYgAJ4MSdXESBAgAABAgQIEOimgFURIECAAAECBAgQIECAAAEC+QUkJLCEgAJ4CSyXEiBAgAABAgQIECBAoEsC1kKAAAECBAgQIECAAAECBAjkF1g2oQJ4WTHXEyBAgAABAgQIECBAgACB3QtYAQECBAgQIECAAAECBAgQOFVAAXwqS19PWjcBAgQIECBAgAABAgQIECCQX0BCAgQIECBAgAABAgQInC2gAD7bxjsE+iVgtQQIECBAgAABAgQIECBAgEB+AQkJECBAgAABAgQIXCCgAL4AyNsECBDog4A1EiBAgAABAgQIECBAgAABAvkFJCRAgAABAgQILCKgAF5EyTUECBAgQKC7AlZGgAABAgQIECBAgAABAgQI5BeQkAABAgQILCygAF6YyoUECBAgQIAAga4JWA8BAgQIECBAgAABAgQIECCQX0BCAgQILCegAF7Oy9UECBAgQIAAAQIEuiFgFQQIECBAgAABAgQIECBAgEB+AQkJrCCgAF4BzS0ECBAgQIAAAQIECBDYpYC5CRAgQIAAAQIECBAgQIAAgfwCqyZUAK8q5z4CBAgQIECAAAECBAgQILB9ATMSIECAAAECBAgQIECAAIFzBRTA5/L05U3rJECAAAECBAgQIECAAAECBPILSEiAAAECBAgQIECAAIGLBRTAFxu5gkC3BayOAAECBAgQIECAAAECBAgQyC8gIQECBAgQIECAAIEFBRTAC0K5jAABAl0UsCYCBAgQIECAAAECBAgQIEAgv4CEBAgQIECAAIFlBBTAy2i5lgABAgQIdEfASggQIECAAAECBAgQIECAAIH8AhISIECAAIGlBRTAS5O5gQABAgQIECCwawHzEyBAgAABAgQIECBA4HSB5sTpk89PnPaUAIHeCFgoAQIEVhNQAK/m5i4CBAgQIECAAAECuxEwKwECBAgQIECAAIEzBNrCt6ki5o/lmqaazZ+Xp74JECBAoG8C1kvgEgIK4EvguZUAAQIECBAgQIAAAQLbFDAXAQIECBAgQOBcgVL+VuVo/9C3PJx7qTcJECBAgACB7gpcdmXtvwtcdgz3EyBAgAABAgQIECBAgAABApsVMDoBAgQIEFhAYBajuor6s89E8+knjn4VOHwRIECAAAECQxNQAPd6xy2eAAECBAgQIECAAAECBAgQyC8gIQECBBYVqKOqmrjxmU/E7KnHo/IXQC8K5zoCBAgQIJBKoE6VRhgCQxKQlQABAgQIECBAgAABAgQIEMgvICGBZQSaiKqZxY3HPlyOD8WoLifCFwECBAgQIDA0AQXw0HZcXgIEUggIQYAAAQIECBAgQIAAAQIECOQXWC1hFTc/84lSAH8sZrPZakO4iwABAgQIEOi1gAK419tn8QQIECAwQAGRCRAgQIAAAQIECBAgQIDAmQKTpo7rH/pA3PjIB6MaXTnzOm90XsACCRAgQIDAygIK4JXp3EiAAAECBAgQ2LaA+QgQIECAAAECBAgQIHC2QBVNTD77ybj58U/HzY99Kqaf+5T/DvDZXN4h0GEBSyNAgMDlBBTAl/NzNwECBAgQIECAAIHtCJiFAAECBAgQIECAwBkCx/+l3/YPe6d//ME4mEbs3ZxF+7y+dc/xNbdeeiBAgACBrgpYF4E1CBz/838NQxmCAAECBAgQIECAAAECBDYhYEwCBAgQIECAwFkCTRUxqds/5q2jbqZx+P4PxKSaxaxu4qn3vGd+LqKeX9NUauCzHJ0nQIAAAQJdEFjXGtp/M1jXWMYhQIAAAQIECBAgQIAAAQIE1itgNAIECBAgcIFAE9NqFPuzUvN+9tPx5J/8XuzNZnGllL03/+x9UX3647E/mcasqmPUKIDDFwECBAgQGICAAriXm2zRBAgQIECAAAECBAgQIECAQH4BCQkQIHCxQD2roiqXPRvX4qnf+V8xKuVv1Z4o50azaXzyv/+3mF2ZRFv+tteW074JECBAgACB5AIK4OQbLF5CAZEIECBAgAABAgQIECBAgACB/AISElhQoP3N3r3ZJO575ol47Hf/Z9Rt+ds00czKMZ3GM3/0nph+9MMxLs8n8zcXHNhlBAgQIECAQG8FFMC93ToLJ0BgiAIyEyBAgAABAgQIECBAgAABAvkFzkt4/Jc4z3ve8uPmqIpxKYA/+o5fi/HkqSi1b8zK+VnVxKy82mueicd/490xbg5jUtfRlPfK93yK47HmL/wgQIAAAQIE0ggogNNspSAECBAgkFxAPAIECBAgQIAAAQIECBAYuEBb2D67F1GXJ/Usoi16D5ppVH/6+9G897di//q1mDWzKG+VoreK9teB9yY34rE/+c149uPvidHsMKZVRHtvO8a1/Ygy1MBVOxffgggQIECAwKUFFMCXJjQAAQIECBAgQGDTAsYnQIAAAQIECBAgQIBAzP9bv/cdRoza1raKqJsm9p99Ij72zv8ck9n1uFFX0ZbC7W/5Hh83RlXsTyfxsV/5T3Fw+HRU5Z6qrudjPHjjaMzwRYBARwQsgwABAusRqNczjFEIECBAgAABAgQIENiIgEEJECBAgAABAgQGL9D2vS1CVX6MZnH0W7zTJq4+M41P/MrbIx77RDTVJKajOupSE1flhvYoDzEtpfDVUgBf+ejH4hNvf3vc+FUYYQAAEABJREFUfz1iXNrhaRmr/S3g8jD/bq+dP/GDAAECBHYjYFYCaxSo1ziWoQgQIECAAAECBAgQIEBgjQKGIkCAAAECBAYuUBrftthtqlm0BW3TjKL9b/4elj/VHdXjePxdvxOj//3euD66FlUpf+/Wakod3Ja841lEXU9i7w/fH5/79d+OOJzE4Sjixl5Vbqmj9MHlmJVjElHmCl8ECBAgQIDAVgXWPVn5V4V1D2k8AgQIECBAgAABAgQIECBA4JICbidAgAABAtFEW8hOI6ppVKXMvTJpW9tZHMyaeOa974on/scvlPL38Tg4jKhnVYzLESe+Rs0sRu25UhzX9SyebR6Lx3/z5+OpP/qNuG86jauzUYybUgCXlng2nkQznkVUVVT14kf4IkCAAAECBDonoADu3JactyDvESBAgAABAgQIECBAgAABAvkFJCRAgECU8rc96phVdVRNFZNS4D5xMImrexGffd+74iNv+6UYTeoob8b84lIQR5QCN577qpqIuhyzMkZ5Vt5oYn82jsd/7R3xxAfeHdXsejxR2uPJaBZVGWTaNDHvi8uVvgkQIECAAIH+CpR/Q+jv4q2cwKAEhCVAgAABAgQIECBAgAABAgTyC0g4SIHS0Zb69c7oVXlZNXWMpldiGuOoDm/E869fi0+/+9fik//ubXF/c70c03JVlPK2HE05IqItfW8fcddXuebK4WFUTz8en3jrW+Px3/ov8bynn4p6ehiTZhTVdD+qtgGelQvvvfWuM14SIECAAAECXRVQAHd1Z6yLAAECJwQ8JUCAAAECBAgQIECAAAECBHIKtFVrU9reaR0xq2bRtO3trahVKWWvHo5iVv4U98q1a/HZX35nXHvn2+PBSRX33azjcPxsubIdIeYlcJSvMtT8eftYXt75Xcae7D0d7ZgPNeN46h3/Ph5/2zvj4PrNUjJX8/NVKZ3nN5Vhy3c0MZsf87WVZ/P3/CBAgAABAgQ6LVD+1aHT67M4AgQIECAwdAH5CRAgQIAAAQIECBAgQCCpwHFJ2xat7d/m/PSViMnoZuw3h3FlGjGqqmimT8X9H3xffOzn3xI3//BXo66uxbR6Iq7tX4/DUbmzlLoL81RVTKqDuLE/i8PZU7EX06jf91/jQ2/5Z/HgH/xRjGfTMvf+vAgez6KMP41ZGX9Slxq4irgxbkoFXN4oPxee04WLCriOAAECBAisTaBe20gGIkCAAAECBAgQWLOA4QgQIECAAAECBAgQyCxQ6tt5vNKtxqj0qlcnEaPpXlwbl6J2fCOqT/5ZfPo//ly895d+JiaPfzwmdT3/7d4opWzM/7u+o6Mqtio3z0da5Ed1+6KmLODGdBrN5z4Z73vbz8Wn/sPPRvP0J+Pw6mHcHEXcf7MuBXB7fROjZhZXJs3R/Ld+3h7IEwIELingdgIECKxXoF7vcEYjQIAAAQIECBAgQGAtAgYhQIAAAQIECBBIKvDcH8k2JWFbr7a/yHv/rI6DZyP2D+vY++TH46O/+q/jvT/7Y/HM//nteOja0zGeTGJabmiivb8c7V/V3B6x3FdVV6U7Pj5G0f4Fz1dms3hkcj1uvPf34sNv+fF47Ff/bew9+Zm4EftxcOMw9stRz/+7wGUB8+lm859+ECBAgMAaBAxBYAMC9QbGNCQBAgQIECBAgAABAgQIXELArQQIECBAgEB2gSaqaI9ZjJppjKfTiCefjs/+3w/Gx9/6L+L//aufivHv/W48PB2V0ve+UtIeFJC63FOVozxd13c1i6qKaMqPWVyNSXMQs+s34tpvviv+9Kd/Ih77N/8knvqD98f4yWdK7TyLG3vl+miiiklZwaQ8m5VH3wQIECBAgMCqApu6r97UwMYlQIAAAQIECBAgQIAAAQIElhZwAwECBAhkFzicRPXEkzH50Afi2nt+PZ58xy/GR37uH8WHfvrvRv2Lb4npB94X911/NprDaxHN9aiq69HU159TaX/rtz2Oz7TP2+P49ZKP7W8ER12K3OrZGFXX4qC5EVeqm3H/zWsx++P3x+FbfyY+/M9/PD76L38qbvzyL8Rnfv/dce3DH4lnPvOZePbwZimBl5zQ5QQIECBAgMDGBRTAGydexwTGIECAAAECBAgQIECAAAECBPILSEiAwBAE9qcx71sj9kp5ejVujvZiPN0rZe8onrzalMJ3ElFNYhbj8v6VKFeX4+R3ffLFep5XbQHclLGqW/NWEfVhWcvNeHZvFof1qLwel9d7UZV1j5oqrkxHcfWwKq/rcp9vAgQIECBAoEsC/uncpd2wFgKnCThHgAABAgQIECBAgAABAgQI5BeQML1AW6/Oqojr9+3F5IUPxfiLXhkPvu4b4iV/7U3x6N/++/EFP/lP44E3vjn2v/Ar49r4hVHNDuL+SVu6jqKqyo1zoeM/zm0fj4/5Gyv/mLXlb3t3WeBoVsdBXI1qel88M3o4xq/4yjj43h+KV/2Dfxwv/8Efi+d/+5viwa/+6hh9wcujeeRFMT14INpM5dZ2BAcBAgQIECDQEYH23xI6shTLIECAAIG7BbwmQIAAAQIECBAgQIAAAQIEcgi0FW5VmtJx00TV1DGLK3FYX41nRwdRza5E7N0Xj3ztX4wXvPnH41U/8hNx39d/Qzzx4AMxLTdW0f6vifZ/VUR5LD/Kdzte+7o8Xey7qcvNR0db/DYxLa9jPnr5EYfjiM9dvRJXX//18cWl8H30h38yXvjlr4npfQ/EzWo/DmMUEeOom3Hsl4XtT/ZiNCt5ylnfBAgQIECAQHcE6u4sxUoIECBAgACBEwKeEiBAgAABAgQIECBAgEAygbasbUprW1WzqGMSo+ZmqVRvxLSexmQ0juvTOpp6FpMXPxoPvfF749Ef/Yfx4Fe8oRTGD8ao3DPZezL2ps1cpSoPz7sR5b1Y6qspM7friHL/jVEVk7bInR2UQvq+GL/2NfHw3/qJePA7vy8mL3t5Wc/1uB73x836IKIaHd3Zlsh1E009iWb0dDRl7eHrMgLuJUCAAAECaxeo1z6iAQkQIECAAAECBC4p4HYCBAgQIECAAAECBIYg0Bax7dFmLX1seajaX8Qt3WwV01K37j3/oXjx93xfvPAHvjemD704RrEf7deoXDyrmnhqvxSxVXtmmWMW7V/b3I7x4GHElfGVmDz0SLzo+78/Xvjdb477X/ySaMbjaKp24DLRfEXleXld11XUdXuuPWYR0T6Wh1JOl5++CRBYWsANBAgQ2IyAAngzrkYlQIAAAQIECBAgsJqAuwgQIECAAAECBAYnULrVUrNWUbdP4uRXKV5v3hdXv/i18ZK/96Nx5bV/JR4rHfCk/Klu27lOjgvYcktbxR4f5eXt75PnZlW5o55E3UziZmmBP7d3JcZf/vp45O/8UOy98qtjPH1B6XTHEbf+WueT66mqspYyalVVUVV1VFX7WJUzvgkQIEBgJQE3EdigQL3BsQ1NgAABAgQIECBAgAABAksIuJQAAQIECBAgcFKgilk01WFEsxd71cvi0e/6oXjpN31jPFk3MZ40cfUwov1N3qrc1JQft4/yuv1uX8/KnwC3j+3r9trJaBrjUvBev7IfL/i2vxov+e4fiKt7XxhVc1Dmqko5HFHN/xflqyrH3d+nnbv7Gq8JECBAgACB8wQ2/V75x/+mpzA+AQIECBAgQIAAAQIECBAgcIGAtwkQIEBgIAJNKV9PO06PX8dhPYppNY6b44gbzSQO/vKb4/P+5g/GJx64GjfGdSlsq3ldW1VVNKPyvDy2f1Vz1FVMy+vZraNpIkaziIcnB/GpK1fieW96U1x9w3fFzbqOm9U0mlv/a3/7tynXNbMyXnmMcj7aIrop17RrL+M0ZbCmKe+XI5ryR8ztEb4IECBAgACBrgiUfzp3ZSnWca+AMwQIECBAgAABAgQIECBAgEB+AQkJECBwukDpWu98oypnqlm8+AtfF69445vi2fF+zErRWxrg9jvqeWF7dEtVHtrCd35Led52tZNS9j5ervxzb/yeeOkrXx8xudm+UyreMm75WV6c8t2+d+L0XS9PvOMpAQIECBAg0BEBBXBHNsIyCNwj4AQBAgQIECBAgAABAgQIECCQX0BCAksINKV8ncV+XB8/EM97zevjFd/ynXGtmsW0tLzVrIl62kT71zwfd7l1uX48i3kxPCnXXBtX8cJv+vZ4+HV/KSajB+Kg/C9KIRx3fZVL52eq8rN9Pj/K89vffuP3NoUnBAgQIECgiwIK4C7uijURIDB4AQAECBAgQIAAAQIECBAgQIBAfoHlE1YxbR6Ia3vTqGZ1XP26b4rPe/WrSwFcR1vSjpvS9h4PWsrftsAdtcVwOddUdXz+l746Dt7wzTGdzuLmaFJ64ivRlBtnpURubh3l0ju+2zHa4+TJMnQcHyfPe06AAAECBAh0Q6DuxjKsggABAgQIELgl4IEAAQIECBAgQIAAAQIECJwh0MS4fjLun0xjOh7FzSsR93/HD0f9yCuiaQ5iFqPn7iutbVNe1U0d9fQgxg+/PB789h+J8f79MauuRt2Moqkm5WjKMStHRHv9URHczAvl0g3Pfz+4DDV/LMPduqZcW0427QnHqgLuI0CAAAECGxNQAG+M1sAECBAgQIAAgWUFXE+AAAECBAgQIECAAIGzBUrnWorb5nYZ2/6+743nXYmXftt3x2Q0jdFsPC9ob19QhhqXc4flvc/71r8e04cPjt4vF9Tts6otfssoZeB58VuX1+WeUu/Of573oylvtv9d4faxPPVNgMBSAi4mQIDAZgUUwJv1NToBAgQIECBAgACBxQRcRYAAAQIECBAgQGABgdLVzq+q6qNn18dVNF/0ynjgdV8Tk3GpdZsmmll5rzn6o9+nZ5O477VfFeMv/bK4Hm3Ze+soBbDydk7pBwECBLYrYDYCWxA4+reALUxkCgIECBAgQIAAAQIECBA4XcBZAgQIECBAgMCqAqPZXrS/4fv8b/yWeOqglMHt39t8a7CmPG9/6/eRb/6OmOw1Uc/Gt945eig18dETPwkQIECAAIGtCGxrEgXwtqTNQ4AAAQIECBAgQIAAAQIE7hVwhgABAgQILCXQzNrf8D06qqhjb1rHzfF+7D/6+fGCr/jWOIxRlN53fkyqvXjkq/5GNA++JK7Vo4jZLOZ/bfO8+W1//7cp19VRzU4ccfTVVO215Sgvm1tHeYj21uPx54/tSQcBAgQIECDQKYG6U6uxmFsCHggQIECAAAECBAgQIECAAIH8AhISIEDgsgKzuDo9jP3pLG42s3jRG15fytyDMmgVTWltq9lBPO9rXhOTcVWuiTiYzCLK+XLB7e/jEnde7N4+e/6T42vbx/Ov9C4BAgQIECCwC4F6F5OakwCBcwS8RYAAAQIECBAgQIAAAQIECOQXkJDAGgTqmMVkdBijZhrT0V40L340Dl71ZVGV54elFL76yi+J2YseLO9VUZfi97D8aXD7eFQCt/Vte4QvAoopUS8AABAASURBVAQIECBAIJlA+Ud+skTiECBAoMcClk6AAAECBAgQIECAAAECBAjkF1hHwtLnxuFoGjfGTcxKj1s142jKceVrvzImcRgxjjj4utfFbFRH1f610eWaZ/ciJnWZvTwvP30TIECAAAECSQXaf9wnjSYWAQIECBDolYDFEiBAgAABAgQIECBAgACBhQXaDreelUa3lL4Re/P/Nu+0jrj/ZV8ahwf78cy4ivte9heidL9HYzZ17M3KBXHrq7yO9rj10sPWBExEgAABAgQ2LnDin/gbn8sEBAgQIECAAAECpwo4SYAAAQIECBAgQIAAgeUFqiaino2jOi52q1nsP/S8uPro58VBOcYPPT/aZriKaB/m//3foz8Qbs/Era+Tz2+d8kCAwIYEDEuAAIHtCBz98347c5mFAAECBAgQIECAAIG7BbwmQIAAAQIECBAgcAmBtr5tj+MhDsuL/Zf++Xjwi14dN6aTqKpqftTlsa6rUgKXPxJuyuPxDdE+L+duv/aEAAECBDYiYFACWxTwT/YtYpuKAAECBAgQIECAAAECJwU8J0CAAAECBAisU6Apg01LyTt60Utj/MjnR/u8PRfzkjd8ESBAgAABAjsS2Pa0CuBti5uPAAECBAgQIECAAAECBAhEMCBAgAABAmsXaH+Xt5qNYv/hL4m9h18V42o/mqaKZhblaI6OZhrNiSOivDk/whcBAgQIECCQREAB3KmNtBgCBAgQIECAAAECBAgQIEAgv4CEBAgQ2JxAWwJffcFDceUFD89/77c6+hXgzU1oZAIECBAgQKBzAgrgzm2JBQ1WQHACBAgQIECAAAECBAgQIEAgv4CEBDYsUFVVTO/fj/r598Vs1v5274YnNDwBAgQIECDQOQEFcOe2xIIIEBiigMwECBAgQIAAAQIECBAgQIBAfoGtJGwL4Kt7cX0U4Zd/tyJuEgIECBAg0DkBBXDntsSCCBAgQGBgAuISIECAAAECBAgQIECAAIE1CjQxLiXwOKqoy2P46oqAdRAgQIAAga0JKIC3Rm0iAgQIECBAgMDdAl4TIECAAAECBAgQIEBg/QLtfwe4PdY/shEJEFhNwF0ECBDYroACeLveZiNAgAABAgQIECBwJOAnAQIECBAgQIAAgQ0KVHUV7bHBKQxNgAABAosIuIbADgQUwDtANyUBAgQIECBAgAABAsMWkJ4AAQIECBAgQIAAAQIECBDIL7CrhArgXcmblwABAgQIECBAgAABAgSGKCAzAQIECBDYiEAza+K0YyOTGZQAAQIECBDotIACuBPbYxEECBAgQIAAAQIECBAgQIBAfgEJCRAgQIAAAQIECBAgsHkBBfDmjc1A4HwB7xIgQIAAAQIECBAgQIAAAQL5BSQkQIAAAQIECBAgsCUBBfCWoE1DgACB0wScI0CAAAECBAgQIECAAAECBPILSEiAAAECBAgQ2KaAAnib2uYiQIAAAQLPCXhGgAABAgQIECBAgAABAgQI5BeQkAABAgQIbF1AAbx1chMSIECAAAECBAgQIECAAAECBAgQIECAAAEC+QUkJECAwG4EFMC7cTcrAQIECBAgQIDAUAXkJkCAAAECBAgQIECAAAECBPILSEhghwIK4B3im5oAAQIECBAgQIAAgWEJSEuAAAECBAgQIECAAAECBAjkF9h1QgXwrnfA/AQIECBAgAABAgQIECAwBAEZCRAgQIAAAQIECBAgQIDAVgQUwFthPmsS5wkQIECAAAECBAgQIECAAIH8AhISIECAAAECBAgQIEBgewIK4O1Zm4nAnQJeESBAgAABAgQIECBAgAABAvkFJCRAgAABAgQIECCwZQEF8JbBTUeAAIFWwEGAAAECBAgQIECAAAECBAjkF5CQAAECBAgQILALAQXwLtTNSYAAAQJDFpCdAAECBAgQIECAAAECBAgQyC8gIQECBAgQ2JmAAnhn9CYmQIAAAQIEhicgMQECBAgQIECAAAECBAgQIJBfQEICBAjsVkABvFt/sxMgQIAAAQIECAxFQE4CBAgQIECAAAECBAgQIEAgv4CEBDogoADuwCZYAgECBAgQIECAAAECuQWkI0CAAAECBAgQIECAAAECBPILdCWhArgrO2EdBAgQIECAAAECBAgQIJBRQCYCBAgQIECAAAECBAgQILBVAQXwVrmPJ/NIgAABAgQIECBAgAABAgQI5BeQkAABAgQIECBAgAABAtsXUABv39yMQxeQnwABAgQIECBAgAABAgQIEMgvICEBAgQIECBAgACBHQkogHcEb1oCBIYpIDUBAgQIECBAgAABAgQIECCQX0BCAgQIECBAgMAuBRTAu9Q3NwECBAgMSUBWAgQIECBAgAABAgQIECBAIL+AhAQIECBAYOcCCuCdb4EFECBAgAABAvkFJCRAgAABAgQIECBAgAABAgTyC0hIgACBbggogLuxD1ZBgAABAgQIECCQVUAuAgQIECBAgAABAgQIECBAIL+AhAQ6JKAA7tBmWAoBAgQIECBAgAABArkEpCFAgAABAgQIECBAgAABAgTyC3QtoQK4aztiPQQIECBAgAABAgQIECCQQUAGAgQIECBAgAABAgQIECCwEwEF8FbZTUaAAAECBAgQIECAAAECBAjkF5CQAAECBAgQIECAAAECuxNQAO/O3sxDE5CXAAECBAgQIECAAAECBAgQyC8gIQECBAgQIECAAIEdCyiAd7wBpidAYBgCUhIgQIAAAQIECBAgQIAAAQL5BSQkQIAAAQIECHRBQAHchV2wBgIECBDILCAbAQIECBAgQIAAAQIECBAgkF9AQgIECBAg0BkBBXBntsJCCBAgQIAAgXwCEhEgQIAAAQIECBAgQIAAAQL5BSQkQIBAtwQUwN3aD6shQIAAAQIECBDIIiAHAQIECBAgQIAAAQIECBAgkF9AQgIdFFAAd3BTLIkAAQIECBAgQIAAgX4LWD0BAgQIECBAgAABAgQIECCQX6CrCRXAXd0Z6yJAgAABAgQIECBAgACBPgpYMwECBAgQIECAAAECBAgQ2KmAAngr/CYhQIAAAQIECBAgQIAAAQIE8gtISIAAAQIECBAgQIAAgd0LKIB3vwdWkF1APgIECBAgQIAAAQIECBAgQCC/gIQECBAgQIAAAQIEOiKgAO7IRlgGAQI5BaQiQIAAAQIECBAgQIAAAQIE8gtISIAAAQIECBDokoACuEu7YS0ECBAgkElAFgIECBAgQIAAAQIECBAgQCC/gIQECBAgQKBzAgrgzm2JBREgQIAAAQL9F5CAAAECBAgQIECAAAECBAgQyC8gIQECBLopoADu5r5YFQECBAgQIECAQF8FrJsAAQIECBAgQIAAAQIECBDILyAhgQ4LKIA7vDmWRoAAAQIECBAgQIBAvwSslgABAgQIECBAgAABAgQIEMgv0PWECuCu75D1ESBAgAABAgQIECBAgEAfBKyRAAECBAgQIECAAAECBAh0QkABvNFtMDgBAgQIECBAgAABAgQIECCQX0BCAgQIECBAgAABAgQIdEdAAdydvbCSbALyECBAgAABAgQIECBAgAABAvkFJCRAgAABAgQIECDQMQEFcMc2xHIIEMghIAUBAgQIECBAgAABAgQIECCQX0BCAgQIECBAgEAXBRTAXdwVayJAgACBPgtYOwECBAgQIECAAAECBAgQIJBfQEICBAgQINBZAQVwZ7fGwggQIECAAIH+CVgxAQIECBAgQIAAAQIECBAgkF9AQgIECHRbQAHc7f2xOgIECBAgQIAAgb4IWCcBAgQIECBAgAABAgQIECCQX0BCAj0QUAD3YJMskQABAgQIECBAgACBbgtYHQECBAgQIECAAAECBAgQIJBfoC8JFcB92SnrJECAAAECBAgQIECAAIEuClgTAQIECBAgQIAAAQIECBDolIACeCPbYVACBAgQIECAAAECBAgQIEAgv4CEBAgQIECAAAECBAgQ6J6AArh7e2JFfRewfgIECBAgQIAAAQIECBAgQCC/gIQECBAgQIAAAQIEOiqgAO7oxlgWAQL9FLBqAgQIECBAgAABAgQIECBAIL+AhAQIECBAgACBLgsogLu8O9ZGgAABAn0SsFYCBAgQIECAAAECBAgQIEAgv4CEBAgQIECg8wIK4M5vkQUSIECAAAEC3RewQgIECBAgQIAAAQIECBAgQCC/gIQECBDoh4ACuB/7ZJUECBAgQIAAAQJdFbAuAgQIECBAgAABAgQIECBAIL+AhAR6JKAA7tFmWSoBAgQIECBAgAABAt0SsBoCBAgQIECAAAECBAgQIEAgv0DfEiqA+7Zj1kuAAAECBAgQIECAAAECXRCwBgIECBAgQIAAAQIECBAg0EkBBfBat8VgBAgQIECAAAECBAgQIECAQH4BCQkQIECAAAECBAgQINBdAQVwd/fGyvomYL0ECBAgQIAAAQIECBAgQIBAfgEJCRAgQIAAAQIECHRcQAHc8Q2yPAIE+iFglQQIECBAgAABAgQIECBAgEB+AQkJECBAgAABAn0QUAD3YZeskQABAgS6LGBtBAgQIECAAAECBAgQIECAQH4BCQkQIECAQG8EFMC92SoLJUCAAAECBLonYEUECBAgQIAAAQIECBAgQIBAfgEJCRAg0C8BBXC/9stqCRAgQIAAAQIEuiJgHQQIECBAgAABAgQIECBAgEB+AQkJ9FBAAdzDTbNkAgQIECBAgAABAgR2K2B2AgQIECBAgAABAgQIECBAIL9AXxMqgPu6c9ZNgAABAgQIECBAgAABArsQMCcBAgQIECBAgAABAgQIEOi0gAJ4LdtjEAIECBAgQIAAAQIECBAgQCC/gIQECBAgQIAAAQIECBDovoACuPt7ZIVdF7A+AgQIECBAgAABAgQIECBAIL+AhAQIECBAgAABAgR6IqAA7slGWSYBAt0UsCoCBAgQIECAAAECBAgQIEAgv4CEBAgQIECAAIE+CSiA+7Rb1kqAAAECXRKwFgIECBAgQIAAAQIECBAgQCC/gIQECBAgQKB3Agrg3m2ZBRMgQIAAAQK7F7ACAgQIECBAgAABAgQIECBAIL+AhAQIEOingAK4n/tm1QQIECBAgAABArsSMC8BAgQIECBAgAABAgQIECCQX0BCAj0WUAD3ePMsnQABAgQIECBAgACB7QqYjQABAgQIECBAgAABAgQIEMgv0PeECuC+76D1EyBAgAABAgQIECBAgMA2BMxBgAABAgQIECBAgAABAgR6IaAAvtQ2uZkAAQIECBAgQIAAAQIECBDILyAhAQIECBAgQIAAAQIE+iOgAO7PXllp1wSshwABAgQIECBAgAABAgQIEMgvICEBAgQIECBAgACBngkogHu2YZZLgEA3BKyCAAECBAgQIECAAAECBAgQyC8gIQECBAgQIECgjwIK4D7umjUTIECAwC4FzE2AAAECBAgQIECAAAECBAjkF5CQAAECBAj0VkAB3Nuts3Ap003OAAAQAElEQVQCBAgQIEBg+wJmJECAAAECBAgQIECAAAECBPILSEiAAIF+CyiA+71/Vk+AAAECBAgQILAtAfMQIECAAAECBAgQIECAAAEC+QUkJJBAQAGcYBNFIECAAAECBAgQIEBgswJGJ0CAAAECBAgQIECAAAECBPILZEmoAM6yk3IQIECAAAECBAgQIECAwCYEjEmAAAECBAgQIECAAAECBHoloABeabvcRIAAAQIECBAgQIAAAQIECOQXkJAAAQIECBAgQIAAAQL9E1AA92/PrHjXAuYnQIAAAQIECBAgQIAAAQIE8gtISIAAAQIECBAgQKCnAgrgnm6cZRMgsBsBsxIgQIAAAQIECBAgQIAAAQL5BSQkQIAAAQIECPRZQAHc592zdgIECBDYpoC5CBAgQIAAAQIECBAgQIAAgfwCEhIgQIAAgd4LKIB7v4UCECBAgAABApsXMAMBAgQIECBAgAABAgQIECCQX0BCAgQI5BBQAOfYRykIECBAgAABAgQ2JWBcAgQIECBAgAABAgQIECBAIL+AhAQSCSiAE22mKAQIECBAgAABAgQIrFfAaAQIECBAgAABAgQIECBAgEB+gWwJFcDZdlQeAgQIECBAgAABAgQIEFiHgDEIECBAgAABAgQIECBAgEAvBRTAS22biwkQIECAAAECBAgQIECAAIH8AhISIECAAAECBAgQIECgvwIK4P7unZVvW8B8BAgQIECAAAECBAgQIECAQH4BCQkQIECAAAECBAj0XEAB3PMNtHwCBLYjYBYCBAgQIECAAAECBAgQIEAgv4CEBAgQIECAAIEMAgrgDLsoAwECBAhsUsDYBAgQIECAAAECBAgQIECAQH4BCQkQIECAQBoBBXCarRSEAAECBAgQWL+AEQkQIECAAAECBAgQIECAAIH8AhISIEAgl4ACONd+SkOAAAECBAgQILAuAeMQIECAAAECBAgQIECAAAEC+QUkJJBQQAGccFNFIkCAAAECBAgQIEDgcgLuJkCAAAECBAgQIECAAAECBPILZE2oAM66s3IRIECAAAECBAgQIECAwCoC7iFAgAABAgQIECBAgAABAr0WUAAvtH0uIkCAAAECBAgQIECAAAECBPILSEiAAAECBAgQIECAAIH+CyiA+7+HEmxawPgECBAgQIAAAQIECBAgQIBAfgEJCRAgQIAAAQIECCQRUAAn2UgxCBDYjIBRCRAgQIAAAQIECBAgQIAAgfwCEhIgQIAAAQIEMgkogDPtpiwECBAgsE4BYxEgQIAAAQIECBAgQIAAAQL5BSQkQIAAAQLpBBTA6bZUIAIECBAgQODyAkYgQIAAAQIECBAgQIAAAQIE8gtISIAAgZwCCuCc+yoVAQIECBAgQIDAqgLuI0CAAAECBAgQIECAAAECBPILSEggsYACOPHmikaAAAECBAgQIECAwHICriZAgAABAgQIECBAgAABAgTyC2RPqADOvsPyESBAgAABAgQIECBAgMAiAq4hQIAAAQIECBAgQIAAAQIpBBTA526jNwkQIECAAAECBAgQIECAAIH8AhISIECAAAECBAgQIEAgj4ACOM9eSrJuAeMRIECAAAECBAgQIECAAAEC+QUkJECAAAECBAgQIJBMQAGcbEPFIUBgPQJGIUCAAAECBAgQIECAAAECBPILSEiAAAECBAgQyCigAM64qzIRIECAwGUE3EuAAAECBAgQIECAAAECBAjkF5CQAAECBAikFVAAp91awQgQIECAAIHlBdxBgAABAgQIECBAgAABAgQI5BeQkAABArkFFMC591c6AgQIECBAgACBRQVcR4AAAQIECBAgQIAAAQIECOQXkJDAAAQUwAPYZBEJECBAgAABAgQIEDhfwLsECBAgQIAAAQIECBAgQIBAfoGhJFQAD2Wn5SRAgAABAgQIECBAgACB0wScI0CAAAECBAgQIECAAAECqQQUwKdup5MECBAgQIAAAQIECBAgQIBAfgEJCRAgQIAAAQIECBAgkE9AAZxvTyW6rID7CRAgQIAAAQIECBAgQIAAgfwCEhIgQIAAAQIECBBIKqAATrqxYhEgsJqAuwgQIECAAAECBAgQIECAAIH8AhISIECAAAECBDILKIAz765sBAgQILCMgGsJECBAgAABAgQIECBAgACB/AISEiBAgACB9AIK4PRbLCABAgQIECBwsYArCBAgQIAAAQIECBAgQIAAgfwCEhIgQGAYAgrgYeyzlAQIECBAgAABAmcJOE+AAAECBAgQIECAAAECBAjkF5CQwIAEFMAD2mxRCRAgQIAAAQIECBC4U8ArAgQIECBAgAABAgQIECBAIL/A0BIqgIe24/ISIECAAAECBAgQIECAQCvgIECAAAECBAgQIECAAAECKQUUwHdsqxcECBAgQIAAAQIECBAgQIBAfgEJCRAgQIAAAQIECBAgkFdAAZx3byVbVsD1BAgQIECAAAECBAgQIECAQH4BCQkQIECAAAECBAgkF1AAJ99g8QgQWEzAVQQIECBAgAABAgQIECBAgEB+AQkJECBAgAABAkMQUAAPYZdlJECAAIHzBLxHgAABAgQIECBAgAABAgQI5BeQkAABAgQIDEZAATyYrRaUAAECBAgQuFfAGQIECBAgQIAAAQIECBAgQCC/gIQECBAYloACeFj7LS0BAgQIECBAgMCxgEcCBAgQIECAAAECBAgQIEAgv4CEBAYooAAe4KaLTIAAAQIECBAgQGDoAvITIECAAAECBAgQIECAAAEC+QWGmlABPNSdl5sAAQIECBAgQIAAAQLDFJCaAAECBAgQIECAAAECBAikFlAAz7fXDwIECBAgQIAAAQIECBAgQCC/gIQECBAgQIAAAQIECBDIL6AAzr/HEl4k4H0CBAgQIECAAAECBAgQIEAgv4CEBAgQIECAAAECBAYioAAeyEaLSYDA6QLOEiBAgAABAgQIECBAgAABAvkFJCRAgAABAgQIDElAATyk3ZaVAAECBE4KeE6AAAECBAgQIECAAAECBAjkF5CQAAECBAgMTkABPLgtF5gAAQIECBCIYECAAAECBAgQIECAAAECBAjkF5CQAAECwxRQAA9z36UmQIAAAQIECAxXQHICBAgQIECAAAECBAgQIEAgv4CEBAYsoAAe8OaLToAAAQIECBAgQGBoAvISIECAAAECBAgQIECAAAEC+QWGnlABPPRPgPwECBAgQIAAAQIECBAYhoCUBAgQIECAAAECBAgQIEBgEAIDL4AHscdCEiBAgAABAgQIECBAgACBgQuIT4AAAQIECBAgQIAAgeEIKICHs9eS3i3gNQECBAgQIECAAAECBAgQIJBfQEICBAgQIECAAAECAxNQAA9sw8UlQOBIwE8CBAgQIECAAAECBAgQIEAgv4CEBAgQIECAAIEhCiiAh7jrMhMgQGDYAtITIECAAAECBAgQIECAAAEC+QUkJECAAAECgxVQAA926wUnQIAAAQJDFJCZAAECBAgQIECAAAECBAgQyC8gIQECBIYtoAAe9v5LT4AAAQIECBAYjoCkBAgQIECAAAECBAgQIECAQH4BCQkQCAWwDwEBAgQIECBAgAABAukFBCRAgAABAgQIECBAgAABAgTyC0h4JKAAPnLwkwABAgQIECBAgAABAgRyCkhFgAABAgQIECBAgAABAgQGJTDQAnhQeywsAQIECBAgQIAAAQIECBAYqIDYBAgQIECAAAECBAgQGJ6AAnh4ey4xAQIECBAgQIAAAQIECBAgQCC/gIQECBAgQIAAAQIEBiqgAB7oxotNYKgCchMgQIAAAQIECBAgQIAAAQL5BSQkQIAAAQIECAxZQAE85N2XnQABAsMSkJYAAQIECBAgQIAAAQIECBDILyAhAQIECBAYvIACePAfAQAECBAgQGAIAjISIECAAAECBAgQIECAAAEC+QUkJECAAIFWQAHcKjgIECBAgAABAgTyCkhGgAABAgQIECBAgAABAgQI5BeQkACB2wIK4NsUnhAgQIAAAQIECBAgkE1AHgIECBAgQIAAAQIECBAgQCC/gIR3CiiA7/TwigABAgQIECBAgAABAgRyCEhBgAABAgQIECBAgAABAgQGKTCwAniQeyw0AQIECBAgQIAAAQIECBAYmIC4BAgQIECAAAECBAgQGK6AAni4ez+85BITIECAAAECBAgQIECAAAEC+QUkJECAAAECBAgQIDBwAQXwwD8A4hMYioCcBAgQIECAAAECBAgQIECAQH4BCQkQIECAAAECBCIUwD4FBAgQIJBdQD4CBAgQIECAAAECBAgQIEAgv4CEBAgQIECAwC0BBfAtCA8ECBAgQIBARgGZCBAgQIAAAQIECBAgQIAAgfwCEhIgQIDASQEF8EkNzwkQIECAAAECBPIISEKAAAECBAgQIECAAAECBAjkF5CQAIF7BBTA95A4QYAAAQIECBAgQIBA3wWsnwABAgQIECBAgAABAgQIEMgvIOHpAgrg012cJUCAAAECBAgQIECAAIF+Clg1AQIECBAgQIAAAQIECBAYtMBACuBB77HwBAgQIECAAAECBAgQIEBgIAJiEiBAgAABAgQIECBAgIAC2Gcgv4CEBAgQIECAAAECBAgQIECAQH4BCQkQIECAAAECBAgQmAsogOcMfhAgkFVALgIECBAgQIAAAQIECBAgQCC/gIQECBAgQIAAAQLPCSiAn7PwjAABAgRyCUhDgAABAgQIECBAgAABAgQI5BeQkAABAgQIELhLQAF8F4iXBAgQIECAQAYBGQgQIECAAAECBAgQIECAAIH8AhISIECAwGkCCuDTVJwjQIAAAQIECBDor4CVEyBAgAABAgQIECBAgAABAvkFJCRA4EwBBfCZNN4gQIAAAQIECBAgQKBvAtZLgAABAgQIECBAgAABAgQI5BeQ8HwBBfD5Pt4lQIAAAQIECBAgQIAAgX4IWCUBAgQIECBAgAABAgQIECBQBJIXwCWhbwIECBAgQIAAAQIECBAgQCC5gHgECBAgQIAAAQIECBAgcCygAD6W8JhPQCICBAgQIECAAAECBAgQIEAgv4CEBAgQIECAAAECBAjcIaAAvoPDCwIEsgjIQYAAAQIECBAgQIAAAQIECOQXkJAAAQIECBAgQOBeAQXwvSbOECBAgEC/BayeAAECBAgQIECAAAECBAgQyC8gIQECBAgQIHCGgAL4DBinCRAgQIAAgT4KWDMBAgQIECBAgAABAgQIECCQX0BCAgQIEDhPQAF8no73CBAgQIAAAQIE+iNgpQQIECBAgAABAgQIECBAgEB+AQkJELhQQAF8IZELCBAgQIAAAQIECBDouoD1ESBAgAABAgQIECBAgAABAvkFJFxMQAG8mJOrCBAgQIAAAQIECBAgQKCbAlZFgAABAgQIECBAgAABAgQInBBIWgCfSOgpAQIECBAgQIAAAQIECBAgkFRALAIECBAgQIAAAQIECBC4W0ABULe//QAAEABJREFUfLeI1/0XkIAAAQIECBAgQIAAAQIECBDILyAhAQIECBAgQIAAAQKnCiiAT2VxkgCBvgpYNwECBAgQIECAAAECBAgQIJBfQEICBAgQIECAAIGzBRTAZ9t4hwABAgT6JWC1BAgQIECAAAECBAgQIECAQH4BCQkQIECAAIELBBTAFwB5mwABAgQIEOiDgDUSIECAAAECBAgQIECAAAEC+QUkJECAAIFFBBTAiyi5hgABAgQIECBAoLsCVkaAAAECBAgQIECAAAECBAjkF5CQAIGFBRTAC1O5kAABAgQIECBAgACBrglYDwECBAgQIECAAAECBAgQIJBfQMLlBBTAy3m5mgABAgQIECBAgAABAgS6IWAVBAgQIECAAAECBAgQIECAwCkCyQrgUxI6RYAAAQIECBAgQIAAAQIECCQTEIcAAQIECBAgQIAAAQIEzhJQAJ8l43z/BKyYAAECBAgQIECAAAECBAgQyC8gIQECBAgQIECAAAEC5woogM/l8SYBAn0RsE4CBAgQIECAAAECBAgQIEAgv4CEBAgQIECAAAECFwsogC82cgUBAgQIdFvA6ggQIECAAAECBAgQIECAAIH8AhISIECAAAECCwoogBeEchkBAgQIECDQRQFrIkCAAAECBAgQIECAAAECBPILSEiAAAECywgogJfRci0BAgQIECBAgEB3BKyEAAECBAgQIECAAAECBAgQyC8gIQECSwsogJcmcwMBAgQIECBAgAABArsWMD8BAgQIECBAgAABAgQIECCQX0DC1QQUwKu5uYsAAQIECBAgQIAAAQIEdiNgVgIECBAgQIAAAQIECBAgQOAcgSQF8DkJvUWAAAECBAgQIECAAAECBAgkERCDAAECBAgQIECAAAECBC4SUABfJOT97gtYIQECBAgQIECAAAECBAgQIJBfQEICBAgQIECAAAECBBYSUAAvxOQiAgS6KmBdBAgQIECAAAECBAgQIECAQH4BCQkQIECAAAECBBYXUAAvbuVKAgQIEOiWgNUQIECAAAECBAgQIECAAAEC+QUkJECAAAECBJYUUAAvCeZyAgQIECBAoAsC1kCAAAECBAgQIECAAAECBAjkF5CQAAECBFYRUACvouYeAgQIECBAgACB3QmYmQABAgQIECBAgAABAgQIEMgvICEBAisLKIBXpnMjAQIECBAgQIAAAQLbFjAfAQIECBAgQIAAAQIECBAgkF9AwssJKIAv5+duAgQIECBAgAABAgQIENiOgFkIECBAgAABAgQIECBAgACBBQR6XgAvkNAlBAgQIECAAAECBAgQIECAQM8FLJ8AAQIECBAgQIAAAQIEFhVQAC8q5bruCVgRAQIECBAgQIAAAQIECBAgkF9AQgIECBAgQIAAAQIElhJQAC/F5WICBLoiYB0ECBAgQIAAAQIECBAgQIBAfgEJCRAgQIAAAQIElhdQAC9v5g4CBAgQ2K2A2QkQIECAAAECBAgQIECAAIH8AhISIECAAAECKwoogFeEcxsBAgQIECCwCwFzEiBAgAABAgQIECBAgAABAvkFJCRAgACBywgogC+j514CBAgQIECAAIHtCZiJAAECBAgQIECAAAECBAgQyC8gIQEClxZQAF+a0AAECBAgQIAAAQIECGxawPgECBAgQIAAAQIECBAgQIBAfgEJ1yOgAF6Po1EIECBAgAABAgQIECBAYDMCRiVAgAABAgQIECBAgAABAgSWEOhpAbxEQpcSIECAAAECBAgQIECAAAECPRWwbAIECBAgQIAAAQIECBBYVkABvKyY63cvYAUECBAgQIAAAQIECBAgQIBAfgEJCRAgQIAAAQIECBBYSUABvBKbmwgQ2JWAeQkQIECAAAECBAgQIECAAIH8AhISIECAAAECBAisLqAAXt3OnQQIECCwXQGzESBAgAABAgQIECBAgAABAvkFJCRAgAABAgQuKaAAviSg2wkQIECAAIFtCJiDAAECBAgQIECAAAECBAgQyC8gIQECBAisQ0ABvA5FYxAgQIAAAQIECGxOwMgECBAgQIAAAQIECBAgQIBAfgEJCRBYm4ACeG2UBiJAgAABAgQIECBAYN0CxiNAgAABAgQIECBAgAABAgTyC0i4XgEF8Ho9jUaAAAECBAgQIECAAAEC6xEwCgECBAgQIECAAAECBAgQILCCQM8K4BUSuoUAAQIECBAgQIAAAQIECBDomYDlEiBAgAABAgQIECBAgMCqAgrgVeXct30BMxIgQIAAAQIECBAgQIAAAQL5BSQkQIAAAQIECBAgQOBSAgrgS/G5mQCBbQmYhwABAgQIECBAgAABAgQIEMgvICEBAgQIECBAgMDlBRTAlzc0AgECBAhsVsDoBAgQIECAAAECBAgQIECAQH4BCQkQIECAAIE1CSiA1wRpGAIECBAgQGATAsYkQIAAAQIECBAgQIAAAQIE8gtISIAAAQLrFFAAr1PTWAQIECBAgAABAusTMBIBAgQIECBAgAABAgQIECCQX0BCAgTWLqAAXjupAQkQIECAAAECBAgQuKyA+wkQIECAAAECBAgQIECAAIH8AhJuRkABvBlXoxIgQIAAAQIECBAgQIDAagLuIkCAAAECBAgQIECAAAECBC4h0JMC+BIJ3UqAAAECBAgQIECAAAECBAj0RMAyCRAgQIAAAQIECBAgQOCyAgrgywq6f/MCZiBAgAABAgQIECBAgAABAgTyC0hIgAABAgQIECBAgMBaBBTAa2E0CAECmxIwLgECBAgQIECAAAECBAgQIJBfQEICBAgQIECAAIH1CSiA12dpJAIECBBYr4DRCBAgQIAAAQIECBAgQIAAgfwCEhIgQIAAAQJrFlAArxnUcAQIECBAgMA6BIxBgAABAgQIECBAgAABAgQI5BeQkAABAgQ2IaAA3oSqMQkQIECAAAECBFYXcCcBAgQIECBAgAABAgQIECCQX0BCAgQ2JqAA3hitgQkQIECAAAECBAgQWFbA9QQIECBAgAABAgQIECBAgEB+AQk3K6AA3qyv0QkQIECAAAECBAgQIEBgMQFXESBAgAABAgQIECBAgAABAmsQ6HgBvIaEhiBAgAABAgQIECBAgAABAgQ6LmB5BAgQIECAAAECBAgQILAuAQXwuiSNs34BIxIgQIAAAQIECBAgQIAAAQL5BSQkQIAAAQIECBAgQGCtAgrgtXIajACBdQkYhwABAgQIECBAgAABAgQIEMgvICEBAgQIECBAgMD6BRTA6zc1IgECBAhcTsDdBAgQIECAAAECBAgQIECAQH4BCQkQIECAAIENCSiANwRrWAIECBAgQGAVAfcQIECAAAECBAgQIECAAAEC+QUkJECAAIFNCiiAN6lrbAIECBAgQIAAgcUFXEmAAAECBAgQIECAAAECBAjkF5CQAIGNCyiAN05sAgIECBAgQIAAAQIELhLwPgECBAgQIECAAAECBAgQIJBfQMLtCCiAt+NsFgIECBAgQIAAAQIECBA4XcBZAgQIECBAgAABAgQIECBAYI0CHS2A15jQUAQIECBAgAABAgQIECBAgEBHBSyLAAECBAgQIECAAAECBNYtoABet6jxLi9gBAIECBAgQIAAAQIECBAgQCC/gIQECBAgQIAAAQIECGxEQAG8EVaDEiCwqoD7CBAgQIAAAQIECBAgQIAAgfwCEhIgQIAAAQIECGxOQAG8OVsjEyBAgMByAq4mQIAAAQIECBAgQIAAAQIE8gtISIAAAQIECGxYQAG8YWDDEyBAgAABAosIuIYAAQIECBAgQIAAAQIECBDILyAhAQIECGxDQAG8DWVzECBAgAABAgQInC3gHQIECBAgQIAAAQIECBAgQCC/gIQECGxNQAG8NWoTESBAgAABAgQIECBwt4DXBAgQIECAAAECBAgQIECAQH4BCbcroADerrfZCBAgQIAAAQIECBAgQOBIwE8CBAgQIECAAAECBAgQIEBgAwIdK4A3kNCQBAgQIECAAAECBAgQIECAQMcELIcAAQIECBAgQIAAAQIENiWgAN6UrHGXF3AHAQIECBAgQIAAAQIECBAgkF9AQgIECBAgQIAAAQIENiqgAN4or8EJEFhUwHUECBAgQIAAAQIECBAgQIBAfgEJCRAgQIAAAQIENi+gAN68sRkIECBA4HwB7xIgQIAAAQIECBAgQIAAAQL5BSQkQIAAAQIEtiSgAN4StGkIECBAgACB0wScI0CAAAECBAgQIECAAAECBPILSEiAAAEC2xRQAG9T21wECBAgQIAAAQLPCXhGgAABAgQIECBAgAABAgQI5BeQkACBrQsogLdObkICBAgQIECAAAECBAgQIECAAAECBAgQIECAAAEC+QUk3I2AAng37mYlQIAAAQIECBAgQIDAUAXkJkCAAAECBAgQIECAAAECBDYo0JECeIMJDU2AAAECBAgQIECAAAECBAh0RMAyCBAgQIAAAQIECBAgQGDTAgrgTQsb/2IBVxAgQIAAAQIECBAgQIAAAQL5BSQkQIAAAQIECBAgQGArAgrgrTCbhACBswScJ0CAAAECBAgQIECAAAECBPILSEiAAAECBAgQILA9AQXw9qzNRIAAAQJ3CnhFgAABAgQIECBAgAABAgQI5BeQkAABAgQIENiygAJ4y+CmI0CAAAECBFoBBwECBAgQIECAAAECBAgQIJBfQEICBAgQ2IWAAngX6uYkQIAAAQIECAxZQHYCBAgQIECAAAECBAgQIEAgv4CEBAjsTEABvDN6ExMgQIAAAQIECBAYnoDEBAgQIECAAAECBAgQIECAQH4BCXcroADerb/ZCRAgQIAAAQIECBAgMBQBOQkQIECAAAECBAgQIECAAIEtCOy4AN5CQlMQIECAAAECBAgQIECAAAECOxYwPQECBAgQIECAAAECBAhsS0ABvC1p89wr4AwBAgQIECBAgAABAgQIECCQX0BCAgQIECBAgAABAgS2KqAA3iq3yQgQOBbwSIAAAQIECBAgQIAAAQIECOQXkJAAAQIECBAgQGD7Agrg7ZubkQABAkMXkJ8AAQIECBAgQIAAAQIECBDILyAhAQIECBAgsCMBBfCO4E1LgAABAgSGKSA1AQIECBAgQIAAAQIECBAgkF9AQgIECBDYpYACeJf65iZAgAABAgQIDElAVgIECBAgQIAAAQIECBAgQCC/gIQECOxcQAG88y2wAAIECBAgQIAAAQL5BSQkQIAAAQIECBAgQIAAAQIE8gtI2A0BBXA39sEqCBAgQIAAAQIECBAgkFVALgIECBAgQIAAAQIECBAgQGCLAjsqgLeY0FQECBAgQIAAAQIECBAgQIDAjgRMS4AAAQIECBAgQIAAAQLbFlAAb1vcfBEMCBAgQIAAAQIECBAgQIAAgfwCEhIgQIAAAQIECBAgsBMBBfBO2E1KYLgCkhMgQIAAAQIECBAgQIAAAQL5BSQkQIAAAQIECBDYnYACeHf2ZiZAgEJ0nbsAABAASURBVMDQBOQlQIAAAQIECBAgQIAAAQIE8gtISIAAAQIECOxYQAG84w0wPQECBAgQGIaAlAQIECBAgAABAgQIECBAgEB+AQkJECBAoAsCCuAu7II1ECBAgAABAgQyC8hGgAABAgQIECBAgAABAgQI5BeQkACBzggogDuzFRZCgAABAgQIECBAIJ+ARAQIECBAgAABAgQIECBAgEB+AQm7JaAA7tZ+WA0BAgQIECBAgAABAgSyCMhBgAABAgQIECBAgAABAgQI7EBgywXwDhKakgABAgQIECBAgAABAgQIENiygOkIECBAgAABAgQIECBAYFcCCuBdyQ9xXpkJECBAgAABAgQIECBAgACB/AISEiBAgAABAgQIECCwUwEF8E75TU5gOAKSEiBAgAABAgQIECBAgAABAvkFJCRAgAABAgQIENi9gAJ493tgBQQIEMguIB8BAgQIECBAgAABAgQIECCQX0BCAgQIECBAoCMCCuCObIRlECBAgACBnAJSESBAgAABAgQIECBAgAABAvkFJCRAgACBLgkogLu0G9ZCgAABAgQIEMgkIAsBAgQIECBAgAABAgQIECCQX0BCAgQ6J6AA7tyWWBABAgQIECBAgACB/gtIQIAAAQIECBAgQIAAAQIECOQXkLCbAgrgbu6LVREgQIAAAQIECBAgQKCvAtZNgAABAgQIECBAgAABAgQI7FBgSwXwDhOamgABAgQIECBAgAABAgQIENiSgGkIECBAgAABAgQIECBAYNcCCuBd78AQ5peRAAECBAgQIECAAAECBAgQyC8gIQECBAgQIECAAAECnRBQAHdiGyyCQF4ByQgQIECAAAECBAgQIECAAIH8AhISIECAAAECBAh0R0AB3J29sBICBAhkE5CHAAECBAgQIECAAAECBAgQyC8gIQECBAgQINAxAQVwxzbEcggQIECAQA4BKQgQIECAAAECBAgQIECAAIH8AhISIECAQBcFFMBd3BVrIkCAAAECBAj0WcDaCRAgQIAAAQIECBAgQIAAgfwCEhIg0FkBBXBnt8bCCBAgQIAAAQIECPRPwIoJECBAgAABAgQIECBAgACB/AISdltAAdzt/bE6AgQIECBAgAABAgQI9EXAOgkQIECAAAECBAgQIECAAIEOCGy4AO5AQksgQIAAAQIECBAgQIAAAQIENixgeAIECBAgQIAAAQIECBDoioACuCs7kXEdMhEgQIAAAQIECBAgQIAAAQL5BSQkQIAAAQIECBAgQKBTAgrgTm2HxRDIIyAJAQIECBAgQIAAAQIECBAgkF9AQgIECBAgQIAAge4JKIC7tydWRIAAgb4LWD8BAgQIECBAgAABAgQIECCQX0BCAgQIECBAoKMCCuCOboxlESBAgACBfgpYNQECBAgQIECAAAECBAgQIJBfQEICBAgQ6LKAArjLu2NtBAgQIECAAIE+CVgrAQIECBAgQIAAAQIECBAgkF9AQgIEOi+gAO78FlkgAQIECBAgQIAAge4LWCEBAgQIECBAgAABAgQIECCQX0DCfggogPuxT1ZJgAABAgQIECBAgACBrgpYFwECBAgQIECAAAECBAgQINAhgQ0VwB1KaCkECBAgQIAAAQIECBAgQIDAhgQMS4AAAQIECBAgQIAAAQJdE1AAd21HMqxHBgIECBAgQIAAAQIECBAgQCC/gIQECBAgQIAAAQIECHRSQAHcyW2xKAL9FbByAgQIECBAgAABAgQIECBAIL+AhAQIECBAgAABAt0VUAB3d2+sjAABAn0TsF4CBAgQIECAAAECBAgQIEAgv4CEBAgQIECAQMcFFMAd3yDLI0CAAAEC/RCwSgIECBAgQIAAAQIECBAgQCC/gIQECBAg0AcBBXAfdskaCRAgQIAAAQJdFrA2AgQIECBAgAABAgQIECBAIL+AhAQI9EZAAdybrbJQAgQIECBAgAABAt0TsCICBAgQIECAAAECBAgQIEAgv4CE/RJQAPdrv6yWAAECBAgQIECAAAECXRGwDgIECBAgQIAAAQIECBAgQKCDAmsugDuY0JIIECBAgAABAgQIECBAgACBNQsYjgABAgQIECBAgAABAgS6KqAA7urO9HFd1kyAAAECBAgQIECAAAECBAjkF5CQAAECBAgQIECAAIFOCyiAO709FkegPwJWSoAAAQIECBAgQIAAAQIECOQXkJAAAQIECBAgQKD7Agrg7u+RFRIgQKDrAtZHgAABAgQIECBAgAABAgQI5BeQkAABAgQIEOiJgAK4JxtlmQQIECBAoJsCVkWAAAECBAgQIECAAAECBAjkF5CQAAECBPokoADu025ZKwECBAgQIECgSwLWQoAAAQIECBAgQIAAAQIECOQXkJAAgd4JKIB7t2UWTIAAAQIECBAgQGD3AlZAgAABAgQIECBAgAABAgQI5BeQsJ8CCuB+7ptVEyBAgAABAgQIECBAYFcC5iVAgAABAgQIECBAgAABAgQ6LLCmArjDCS2NAAECBAgQIECAAAECBAgQWJOAYQgQIECAAAECBAgQIECg6wIK4K7vUB/WZ40ECBAgQIAAAQIECBAgQIBAfgEJCRAgQIAAAQIECBDohYACuBfbZJEEuitgZQQIECBAgAABAgQIECBAgEB+AQkJECBAgAABAgT6I6AA7s9eWSkBAgS6JmA9BAgQIECAAAECBAgQIECAQH4BCQkQIECAAIGeCSiAe7ZhlkuAAAECBLohYBUECBAgQIAAAQIECBAgQIBAfgEJCRAgQKCPAgrgPu6aNRMgQIAAAQIEdilgbgIECBAgQIAAAQIECBAgQCC/gIQECPRWQAHc262zcAIECBAgQIAAAQLbFzAjAQIECBAgQIAAAQIECBAgkF9Awn4LKID7vX9WT4AAAQIECBAgQIAAgW0JmIcAAQIECBAgQIAAAQIECBDogcAlC+AeJLREAgQIECBAgAABAgQIECBA4JICbidAgAABAgQIECBAgACBvggogPuyU11cpzURIECAAAECBAgQIECAAAEC+QUkJECAAAECBAgQIECgVwIK4F5tl8US6I6AlRAgQIAAAQIECBAgQIAAAQL5BSQkQIAAAQIECBDon4ACuH97ZsUECBDYtYD5CRAgQIAAAQIECBAgQIAAgfwCEhIgQIAAAQI9FVAA93TjLJsAAQIECOxGwKwECBAgQIAAAQIECBAgQIBAfgEJCRAgQKDPAgrgPu+etRMgQIAAAQIEtilgLgIECBAgQIAAAQIECBAgQCC/gIQECPReQAHc+y0UgAABAgQIECBAgMDmBcxAgAABAgQIECBAgAABAgQI5BeQMIeAAjjHPkpBgAABAgQIECBAgACBTQkYlwABAgQIECBAgAABAgQIEOiRwIoFcI8SWioBAgQIECBAgAABAgQIECCwooDbCBAgQIAAAQIECBAgQKBvAgrgvu1YF9ZrDQQIECBAgAABAgQIECBAgEB+AQkJECBAgAABAgQIEOilgAK4l9tm0QR2J2BmAgQIECBAgAABAgQIECBAIL+AhAQIECBAgAABAv0VUAD3d++snAABAtsWMB8BAgQIECBAgAABAgQIECCQX0BCAgQIECBAoOcCCuCeb6DlEyBAgACB7QiYhQABAgQIECBAgAABAgQIEMgvICEBAgQIZBBQAGfYRRkIECBAgAABApsUMDYBAgQIECBAgAABAgQIECCQX0BCAgTSCCiA02ylIAQIECBAgAABAgTWL2BEAgQIECBAgAABAgQIECBAIL+AhLkEFMC59lMaAgQIECBAgAABAgQIrEvAOAQIECBAgAABAgQIECBAgEAPBZYsgHuY0JIJECBAgAABAgQIECBAgACBJQVcToAAAQIECBAgQIAAAQJ9FVAA93XndrFucxIgQIAAAQIECBAgQIAAAQL5BSQkQIAAAQIECBAgQKDXAgrgXm+fxRPYnoCZCBAgQIAAAQIECBAgQIAAgfwCEhIgQIAAAQIECPRfQAHc/z2UgAABApsWMD4BAgQIECBAgAABAgQIECCQX0BCAgQIECBAIImAAjjJRopBgAABAgQ2I2BUAgQIECBAgAABAgQIECBAIL+AhAQIECCQSUABnGk3ZSFAgAABAgQIrFPAWAQIECBAgAABAgQIECBAgEB+AQkJEEgnoABOt6UCESBAgAABAgQIELi8gBEIECBAgAABAgQIECBAgACB/AIS5hRQAOfcV6kIECBAgAABAgQIECCwqoD7CBAgQIAAAQIECBAgQIAAgR4LLFgA9zihpRMgQIAAAQIECBAgQIAAAQILCriMAAECBAgQIECAAAECBPouoADu+w5uY/3mIECAAAECBAgQIECAAAECBPILSEiAAAECBAgQIECAQAoBBXCKbRSCwOYEjEyAAAECBAgQIECAAAECBAjkF5CQAAECBAgQIEAgj4ACOM9eSkKAAIF1CxiPAAECBAgQIECAAAECBAgQyC8gIQECBAgQIJBMQAGcbEPFIUCAAAEC6xEwCgECBAgQIECAAAECBAgQIJBfQEICBAgQyCigAM64qzIRIECAAAECBC4j4F4CBAgQIECAAAECBAgQIEAgv4CEBAikFVAAp91awQgQIECAAAECBAgsL+AOAgQIECBAgAABAgQIECBAIL+AhLkFFMC591c6AgQIECBAgAABAgQILCrgOgIECBAgQIAAAQIECBAgQCCBwAUFcIKEIhAgQIAAAQIECBAgQIAAAQIXCHibAAECBAgQIECAAAECBLIIKICz7OQmchiTAAECBAgQIECAAAECBAgQyC8gIQECBAgQIECAAAECqQQUwKm2UxgC6xMwEgECBAgQIECAAAECBAgQIJBfQEICBAgQIECAAIF8AgrgfHsqEQECBC4r4H4CBAgQIECAAAECBAgQIEAgv4CEBAgQIECAQFIBBXDSjRWLAAECBAisJuAuAgQIECBAgAABAgQIECBAIL+AhAQIECCQWUABnHl3ZSNAgAABAgQILCPgWgIECBAgQIAAAQIECBAgQCC/gIQECKQXUACn32IBCRAgQIAAAQIECFws4AoCBAgQIECAAAECBAgQIEAgv4CEwxBQAA9jn6UkQIAAAQIECBAgQIDAWQLOEyBAgAABAgQIECBAgAABAokEziiAEyUUhQABAgQIECBAgAABAgQIEDhDwGkCBAgQIECAAAECBAgQyCagAM62o+vIYwwCBAgQIECAAAECBAgQIEAgv4CEBAgQIECAAAECBAikFFAAp9xWoQisLuBOAgQIECBAgAABAgQIECBAIL+AhAQIECBAgAABAnkFFMB591YyAgQILCvgegIECBAgQIAAAQIECBAgQCC/gIQECBAgQIBAcgEFcPINFo8AAQIECCwm4CoCBAgQIECAAAECBAgQIEAgv4CEBAgQIDAEAQXwEHZZRgIECBAgQIDAeQLeI0CAAAECBAgQIECAAAECBPILSEiAwGAEFMCD2WpBCRAgQIAAAQKw97CBAAAQAElEQVQECNwr4AwBAgQIECBAgAABAgQIECCQX0DCYQkogIe139ISIECAAAECBAgQIEDgWMAjAQIECBAgQIAAAQIECBAgkFDgrgI4YUKRCBAgQIAAAQIECBAgQIAAgbsEvCRAgAABAgQIECBAgACBrAIK4Kw7u0ou9xAgQIAAAQIECBAgQIAAAQL5BSQkQIAAAQIECBAgQCC1gAI49fYKR2BxAVcSIECAAAECBAgQIECAAAEC+QUkJECAAAECBAgQyC+gAM6/xxISIEDgIgHvEyBAgAABAgQIECBAgAABAvkFJCRAgAABAgQGIqAAHshGi0mAAAECBE4XcJYAAQIECBAgQIAAAQIECBDILyAhAQIECAxJQAE8pN2WlQABAgQIECBwUsBzAgQIECBAgAABAgQIECBAIL+AhAQIDE5AATy4LReYAAECBAgQIECAQAQDAgQIECBAgAABAgQIECBAIL+AhMMUUAAPc9+lJkCAAAECBAgQIEBguAKSEyBAgAABAgQIECBAgAABAokFbhXAiROKRoAAAQIECBAgQIAAAQIECNwS8ECAAAECBAgQIECAAAEC2QUUwNl3eJF8riFAgAABAgQIECBAgAABAgTyC0hIgAABAgQIECBAgMAgBBTAg9hmIQmcLeAdAgQIECBAgAABAgQIECBAIL+AhAQIECBAgAABAsMRUAAPZ68lJUCAwN0CXhMgQIAAAQIECBAgQIAAAQL5BSQkQIAAAQIEBiagAB7YhotLgAABAgSOBPwkQIAAAQIECBAgQIAAAQIE8gtISIAAAQJDFFAAD3HXZSZAgAABAgSGLSA9AQIECBAgQIAAAQIECBAgkF9AQgIEBiugAB7s1gtOgAABAgQIECAwRAGZCRAgQIAAAQIECBAgQIAAgfwCEg5bQAE87P2XngABAgQIECBAgACB4QhISoAAAQIECBAgQIAAAQIECOQXCAXwADZZRAIECBAgQIAAAQIECBAYuoD8BAgQIECAAAECBAgQIDAUAQXwUHb6tJzOESBAgAABAgQIECBAgAABAvkFJCRAgAABAgQIECBAYFACCuBBbbewBJ4T8IwAAQIECBAgQIAAAQIECBDILyAhAQIECBAgQIDA8AQUwMPbc4kJECBAgAABAgQIECBAgAABAgQIEMgvICEBAgQIECAwUAEF8EA3XmwCBAgQGKqA3AQIECBAgAABAgQIECBAgEB+AQkJECBAYMgCCuAh777sBAgQIECAwLAEpCVAgAABAgQIECBAgAABAgTyC0hIgMDgBRTAg/8IACBAgAABAgQIEBiCgIwECBAgQIAAAQIECBAgQIBAfgEJCbQCCuBWwUGAAAECBAgQIECAAIG8ApIRIECAAAECBAgQIECAAAEC+QVuJ1QA36bwhAABAgQIECBAgAABAgQIZBOQhwABAgQIECBAgAABAgSGJqAAHtqOt3kdBAgQIECAAAECBAgQIECAQH4BCQkQIECAAAECBAgQGKSAAniQ2y70kAVkJ0CAAAECBAgQIECAAAECBPILSEiAAAECBAgQIDBcAQXwcPdecgIEhicgMQECBAgQIECAAAECBAgQIJBfQEICBAgQIEBg4AIK4IF/AMQnQIAAgaEIyEmAAAECBAgQIECAAAECBAjkF5CQAAECBAhEKIB9CggQIECAAAEC2QXkI0CAAAECBAgQIECAAAECBPILSEiAAIFbAgrgWxAeCBAgQIAAAQIECGQUkIkAAQIECBAgQIAAAQIECBDILyAhgZMCCuCTGp4TIECAAAECBAgQIEAgj4AkBAgQIECAAAECBAgQIECAQH6BexIqgO8hcYIAAQIECBAgQIAAAQIECPRdwPoJECBAgAABAgQIECBAYKgCCuAh7bysBAgQIECAAAECBAgQIECAQH4BCQkQIECAAAECBAgQGLSAAnjQ2y/8kARkJUCAAAECBAgQIECAAAECBPILSEiAAAECBAgQIEBAAewzQIAAgfwCEhIgQIAAAQIECBAgQIAAAQL5BSQkQIAAAQIECMwFFMBzBj8IECBAgEBWAbkIECBAgAABAgQIECBAgACB/AISEiBAgACB5wQUwM9ZeEaAAAECBAgQyCUgDQECBAgQIECAAAECBAgQIJBfQEICBAjcJaAAvgvESwIECBAgQIAAAQIZBGQgQIAAAQIECBAgQIAAAQIE8gtISOA0AQXwaSrOESBAgAABAgQIECBAoL8CVk6AAAECBAgQIECAAAECBAjkFzgzoQL4TBpvECBAgAABAgQIECBAgACBvglYLwECBAgQIECAAAECBAgMXUABPIRPgIwECBAgQIAAAQIECBAgQIBAfgEJCRAgQIAAAQIECBAgUAQUwAXBN4HMArIRIECAAAECBAgQIECAAAEC+QUkJECAAAECBAgQIHAsoAA+lvBIgACBfAISESBAgAABAgQIECBAgAABAvkFJCRAgAABAgQI3CGgAL6DwwsCBAgQIJBFQA4CBAgQIECAAAECBAgQIEAgv4CEBAgQIEDgXgEF8L0mzhAgQIAAAQIE+i1g9QQIECBAgAABAgQIECBAgEB+AQkJECBwhoAC+AwYpwkQIECAAAECBAj0UcCaCRAgQIAAAQIECBAgQIAAgfwCEhI4T0ABfJ6O9wgQIECAAAECBAgQINAfASslQIAAAQIECBAgQIAAAQIE8gtcmFABfCGRCwgQIECAAAECBAgQIECAQNcFrI8AAQIECBAgQIAAAQIECBwJKICPHHL+lIoAAQIECBAgQIAAAQIECBDILyAhAQIECBAgQIAAAQIETggogE9geEogk4AsBAgQIECAAAECBAgQIECAQH4BCQkQIECAAAECBAjcLaAAvlvEawIECPRfQAICBAgQIECAAAECBAgQIEAgv4CEBAgQIECAAIFTBRTAp7I4SYAAAQIE+ipg3QQIECBAgAABAgQIECBAgEB+AQkJECBAgMDZAgrgs228Q4AAAQIECBDol4DVEiBAgAABAgQIECBAgAABAvkFJCRAgMAFAgrgC4C8TYAAAQIECBAgQKAPAtZIgAABAgQIECBAgAABAgQI5BeQkMAiAgrgRZRcQ4AAAQIECBAgQIAAge4KWBkBAgQIECBAgAABAgQIECCQX2DhhArghalcSIAAAQIECBAgQIAAAQIEuiZgPQQIECBAgAABAgQIECBA4E4BBfCdHjleSUGAAAECBAgQIECAAAECBAjkF5CQAAECBAgQIECAAAECpwgogE9BcYpAnwWsnQABAgQIECBAgAABAgQIEMgvICEBAgQIECBAgACBswQUwGfJOE+AAIH+CVgxAQIECBAgQIAAAQIECBAgkF9AQgIECBAgQIDAuQIK4HN5vEmAAAECBPoiYJ0ECBAgQIAAAQIECBAgQIBAfgEJCRAgQIDAxQIK4IuNXEGAAAECBAgQ6LaA1REgQIAAAQIECBAgQIAAAQL5BSQkQIDAggIK4AWhXEaAAAECBAgQIECgiwLWRIAAAQIECBAgQIAAAQIECOQXkJDAMgIK4GW0XEuAAAECBAgQIECAAIHuCFgJAQIECBAgQIAAAQIECBAgkF9g6YQK4KXJ3ECAAAECBAgQIECAAAECBHYtYH4CBAgQIECAAAECBAgQIHC6gAL4dJd+nrVqAgQIECBAgAABAgQIECBAIL+AhAQIECBAgAABAgQIEDhHQAF8Do63CPRJwFoJECBAgAABAgQIECBAgACB/AISEiBAgAABAgQIELhIQAF8kZD3CRAg0H0BKyRAgAABAgQIECBAgAABAgTyC0hIgAABAgQIEFhIQAG8EJOLCBAgQIBAVwWsiwABAgQIECBAgAABAgQIEMgvICEBAgQIEFhcQAG8uJUrCRAgQIAAAQLdErAaAgQIECBAgAABAgQIECBAIL+AhAQIEFhSQAG8JJjLCRAgQIAAAQIECHRBwBoIECBAgAABAgQIECBAgACB/AISElhFQAG8ipp7CBAgQIAAAQIECBAgsDsBMxMgQIAAAQIECBAgQIAAAQL5BVZOqABemc6NBAgQIECAAAECBAgQIEBg2wLmI0CAAAECBAgQIECAAAEC5wsogM/36ce7VkmAAAECBAgQIECAAAECBAjkF5CQAAECBAgQIECAAAECCwgogBdAcgmBLgtYGwECBAgQIECAAAECBAgQIJBfQEICBAgQIECAAAECiwoogBeVch0BAgS6J2BFBAgQIECAAAECBAgQIECAQH4BCQkQIECAAAECSwkogJficjEBAgQIEOiKgHUQIECAAAECBAgQIECAAAEC+QUkJECAAAECywsogJc3cwcBAgQIECBAYLcCZidAgAABAgQIECBAgAABAgTyC0hIgACBFQUUwCvCuY0AAQIECBAgQIDALgTMSYAAAQIECBAgQIAAAQIECOQXkJDAZQQUwJfRcy8BAgQIECBAgAABAgS2J2AmAgQIECBAgAABAgQIECBAIL/ApRMqgC9NaAACBAgQIECAAAECBAgQILBpAeMTIECAAAECBAgQIECAAIHFBBTAizl18yqrIkCAAAECBAgQIECAAAECBPILSEiAAAECBAgQIECAAIElBBTAS2C5lECXBKyFAAECBAgQIECAAAECBAgQyC8gIQECBAgQIECAAIFlBRTAy4q5ngABArsXsAICBAgQIECAAAECBAgQIEAgv4CEBAgQIECAAIGVBBTAK7G5iQABAgQI7ErAvAQIECBAgAABAgQIECBAgEB+AQkJECBAgMDqAgrg1e3cSYAAAQIECBDYroDZCBAgQIAAAQIECBAgQIAAgfwCEhIgQOCSAgrgSwK6nQABAgQIECBAgMA2BMxBgAABAgQIECBAgAABAgQI5BeQkMA6BBTA61A0BgECBAgQIECAAAECBDYnYGQCBAgQIECAAAECBAgQIEAgv8DaEiqA10ZpIAIECBAgQIAAAQIECBAgsG4B4xEgQIAAAQIECBAgQIAAgeUEFMDLeXXjaqsgQIAAAQIECBAgQIAAAQIE8gtISIAAAQIECBAgQIAAgRUEFMAroLmFwC4FzE2AAAECBAgQIECAAAECBAjkF5CQAAECBAgQIECAwKoCCuBV5dxHgACB7QuYkQABAgQIECBAgAABAgQIEMgvICEBAgQIECBA4FICCuBL8bmZAAECBAhsS8A8BAgQIECAAAECBAgQIECAQH4BCQkQIECAwOUFFMCXNzQCAQIECBAgQGCzAkYnQIAAAQIECBAgQIAAAQIE8gtISIAAgTUJKIDXBGkYAgQIECBAgAABApsQMCYBAgQIECBAgAABAgQIECCQX0BCAusUUACvU9NYBAgQIECAAAECBAgQWJ+AkQgQIECAAAECBAgQIECAAIH8AmtPqABeO6kBCRAgQIAAAQIECBAgQIDAZQXcT4AAAQIECBAgQIAAAQIEVhNQAK/mtpu7zEqAAAECBAgQIECAAAECBAjkF5CQAAECBAgQIECAAAECGAea2AAAEABJREFUlxBQAF8Cz60EtilgLgIECBAgQIAAAQIECBAgQCC/gIQECBAgQIAAAQIELiugAL6soPsJECCweQEzECBAgAABAgQIECBAgAABAvkFJCRAgAABAgQIrEVAAbwWRoMQIECAAIFNCRiXAAECBAgQIECAAAECBAgQyC8gIQECBAgQWJ+AAnh9lkYiQIAAAQIECKxXwGgECBAgQIAAAQIECBAgQIBAfgEJCRAgsGYBBfCaQQ1HgAABAgQIECBAYB0CxiBAgAABAgQIECBAgAABAgTyC0hIYBMCCuBNqBqTAAECBAgQIECAAAECqwu4kwABAgQIECBAgAABAgQIEMgvsLGECuCN0RqYAAECBAgQIECAAAECBAgsK+B6AgQIECBAgAABAgQIECBwOQEF8OX8tnO3WQgQIECAAAECBAgQIECAAIH8AhISIECAAAECBAgQIEBgDQIK4DUgGoLAJgWMTYAAAQIECBAgQIAAAQIECOQXkJAAAQIECBAgQIDAugQUwOuSNA4BAgTWL2BEAgQIECBAgAABAgQIECBAIL+AhAQIECBAgACBtQoogNfKaTACBAgQILAuAeMQIECAAAECBAgQIECAAAEC+QUkJECAAAEC6xdQAK/f1IgECBAgQIAAgcsJuJsAAQIECBAgQIAAAQIECBDILyAhAQIENiSgAN4QrGEJECBAgAABAgQIrCLgHgIECBAgQIAAAQIECBAgQCC/gIQENimgAN6krrEJECBAgAABAgQIECCwuIArCRAgQIAAAQIECBAgQIAAgfwCG0+oAN44sQkIECBAgAABAgQIECBAgMBFAt4nQIAAAQIECBAgQIAAAQLrEVAAr8dxM6MYlQABAgQIECBAgAABAgQIEMgvICEBAgQIECBAgAABAgTWKKAAXiOmoQisU8BYBAgQIECAAAECBAgQIECAQH4BCQkQIECAAAECBAisW0ABvG5R4xEgQODyAkYgQIAAAQIECBAgQIAAAQIE8gtISIAAAQIECBDYiIACeCOsBiVAgAABAqsKuI8AAQIECBAgQIAAAQIECBDILyAhAQIECBDYnIACeHO2RiZAgAABAgQILCfw/9m7+1jb1vUg6O+Ya+19zrnnntOW9hZ7+wGiLZpYUItaakIFEiHFFtJCJKgxEUn8B4LyB4kGBWNIwD9E/pEYNRFiow3YCoiBIgiUBkilRAJYIdIWL/TSy+099+N87L3WGL7PmGusNddcc841v8bXO3/7rmeNMcfH+z7P7x1r7ZP13Lm2qwkQIECAAAECBAgQIECAAIHyBVRIgACBngU0gHsGNjwBAgQIECBAgACBfQRcQ4AAAQIECBAgQIAAAQIECJQvoEICQwhoAA+hbA4CBAgQIECAAAECBAhsF3CGAAECBAgQIECAAAECBAgQKF9gsAo1gAejNhEBAgQIECBAgAABAgQIEFgX8JoAAQIECBAgQIAAAQIECJxXQAP4vJ7nGc0oBAgQIECAAAECBAgQIECAQPkCKiRAgAABAgQIECBAgEAPAhrAPaAaksApAu4lQIAAAQIECBAgQIAAAQIEyhdQIQECBAgQIECAAIG+BDSA+5I1LgECBA4XcAcBAgQIECBAgAABAgQIECBQvoAKCRAgQIAAAQK9CmgA98prcAIECBAgsK+A6wgQIECAAAECBAgQIECAAIHyBVRIgAABAgT6F9AA7t/YDAQIECBAgACB3QLOEiBAgAABAgQIECBAgAABAuULqJAAAQIDCWgADwRtGgIECBAgQIAAAQKbBBwjQIAAAQIECBAgQIAAAQIEyhdQIYEhBTSAh9Q2FwECBAgQIECAAAECBB4E7BEgQIAAAQIECBAgQIAAAQLlCwxeoQbw4OQmJECAAAECBAgQIECAAAECBAgQIECAAAECBAgQIECAQD8CGsD9uB43qrsIECBAgAABAgQIECBAgACB8gVUSIAAAQIECBAgQIAAgR4FNIB7xDU0gUMEXEuAAAECBAgQIECAAAECBAiUL6BCAgQIECBAgAABAn0LaAD3LWx8AgQIPC/gCgIECBAgQIAAAQIECBAgQKB8ARUSIECAAAECBAYR0AAehNkkBAgQIEBgm4DjBAgQIECAAAECBAgQIECAQPkCKiRAgAABAsMJaAAPZ20mAgQIECBAgMBjAa8IECBAgAABAgQIECBAgACB8gVUSIAAgYEFNIAHBjcdAQIECBAgQIAAgRAQBAgQIECAAAECBAgQIECAQPkCKiQwhoAG8Bjq5iRAgAABAgQIECBA4JIF1E6AAAECBAgQIECAAAECBAiULzBahRrAo9GbmAABAgQIECBAgAABAgQuT0DFBAgQIECAAAECBAgQIECgXwEN4H599xvdVQQIECBAgAABAgQIECBAgED5AiokQIAAAQIECBAgQIDAAAIawAMgm4LALgHnCBAgQIAAAQIECBAgQIAAgfIFVEiAAAECBAgQIEBgKAEN4KGkzUOAAIGnAo4QIECAAAECBAgQIECAAAEC5QuokAABAgQIECAwqIAG8KDcJiNAgAABAp2ALQECBAgQIECAAAECBAgQIFC+gAoJECBAgMDwAhrAw5ubkQABAgQIELh0AfUTIECAAAECBAgQIECAAAEC5QuokAABAiMJaACPBG9aAgQIECBAgACByxRQNQECBAgQIECAAAECBAgQIFC+gAoJjCmgATymvrkJECBAgAABAgQIELgkAbUSIECAAAECBAgQIECAAAEC5QuMXqEG8OhLIAECBAgQIECAAAECBAgQKF9AhQQIECBAgAABAgQIECBAYBgBDeBhnDfP4igBAgQIECBAgAABAgQIECBQvoAKCRAgQIAAAQIECBAgMKCABvCA2KYisCpgnwABAgQIECBAgAABAgQIEChfQIUECBAgQIAAAQIEhhbQAB5a3HwECBBIiQEBAgQIECBAgAABAgQIECBQvoAKCRAgQIAAAQKjCGgAj8JuUgIECBC4XAGVEyBAgAABAgQIECBAgAABAuULqJAAAQIECIwnoAE8nr2ZCRAgQIAAgUsTUC8BAgQIECBAgAABAgQIECBQvoAKCRAgMLKABvDIC2B6AgQIECBAgACByxBQJQECBAgQIECAAAECBAgQIFC+gAoJTEFAA3gKqyAHAgQIECBAgAABAgRKFlAbAQIECBAgQIAAAQIECBAgUL7AZCrUAJ7MUkiEAAECBAgQIECAAAECBMoTUBEBAgQIECBAgAABAgQIEBhWQAN4WO/lbD4TIECAAAECBAgQIECAAAEC5QuokAABAgQIECBAgAABAiMIaACPgG7KyxZQPQECBAgQIECAAAECBAgQIFC+gAoJECBAgAABAgQIjCWgATyWvHkJELhEATUTIECAAAECBAgQIECAAAEC5QuokAABAgQIECAwqoAG8Kj8JidAgACByxFQKQECBAgQIECAAAECBAgQIFC+gAoJECBAgMD4AhrA46+BDAgQIECAAIHSBdRHgAABAgQIECBAgAABAgQIlC+gQgIECExEQAN4IgshDQIECBAgQIAAgTIFVEWAAAECBAgQIECAAAECBAiUL6BCAlMS0ACe0mrIhQABAgQIECBAgACBkgTUQoAAAQIECBAgQIAAAQIECJQvMLkKNYAntyQSIkCAAAECBAgQIECAAIH5C6iAAAECBAgQIECAAAECBAiMI6ABPKS7uQgQIECAAAECBAgQIECAAIHyBVRIgAABAgQIECBAgACBEQU0gEfEN/VlCaiWAAECBAgQIECAAAECBAgQKF9AhQQIECBAgAABAgTGFtAAHnsFzE+AwCUIqJEAAQIECBAgQIAAAQIECBAoX0CFBAgQIECAAIFJCGgAT2IZJEGAAAEC5QqojAABAgQIECBAgAABAgQIEChfQIUECBAgQGA6AhrA01kLmRAgQIAAAQKlCaiHAAECBAgQIECAAAECBAgQKF9AhQQIEJiYgAbwxBZEOgQIECBAgAABAmUIqIIAAQIECBAgQIAAAQIECBAoX0CFBKYooAE8xVWREwECBAgQIECAAAECcxaQOwECBAgQIECAAAECBAgQIFC+wGQr1ACe7NJIjAABAgQIECBAgAABAgTmJyBjAgQIECBAgAABAgQIECAwroAG8BD+5iBAgAABAgQIECBAgAABAgTKF1AhAQIECBAgQIAAAQIEJiCgATyBRZBC2QKqI0CAAAECBAgQIECAAAECBMoXUCEBAgQIECBAgACBqQhoAE9lJeRBgECJAmoiQIAAAQIECBAgQIAAAQIEyhdQIQECBAgQIEBgUgIawJNaDskQIECAQDkCKiFAgAABAgQIECBAgAABAgTKF1AhAQIECBCYnoAG8PTWREYECBAgQIDA3AXkT4AAAQIECBAgQIAAAQIECJQvoEICBAhMVEADeKILIy0CBAgQIECAAIF5CsiaAAECBAgQIECAAAECBAgQKF9AhQSmLKABPOXVkRsBAgQIECBAgAABAnMSkCsBAgQIECBAgAABAgQIECBQvsDkK9QAnvwSSZAAAQIECBAgQIAAAQIEpi8gQwIECBAgQIAAAQIECBAgMA0BDeA+18HYBAgQIECAAAECBAgQIECAQPkCKiRAgAABAgQIECBAgMCEBDSAJ7QYUilLQDUECBAgQIAAAQIECBAgQIBA+QIqJECAAAECBAgQIDA1AQ3gqa2IfAgQKEFADQQIECBAgAABAgQIECBAgED5AiokQIAAAQIECExSQAN4kssiKQIECBCYr4DMCRAgQIAAAQIECBAgQIAAgfIFVEiAAAECBKYroAE83bWRGQECBAgQIDA3AfkSIECAAAECBAgQIECAAAEC5QuokAABAhMX0ACe+AJJjwABAgQIECBAYB4CsiRAgAABAgQIECBAgAABAgTKF1AhgTkIaADPYZXkSIAAAQIECBAgQIDAlAXkRoAAAQIECBAgQIAAAQIECJQvMJsKNYBns1QSJUCAAAECBAgQIECAAIHpCciIAAECBAgQIECAAAECBAhMS0ADuI/1MCYBAgQIECBAgAABAgQIECBQvoAKCRAgQIAAAQIECBAgMEEBDeAJLoqU5i0gewIECBAgQIAAAQIECBAgQKB8ARUSIECAAAECBAgQmKqABvBUV0ZeBAjMUUDOBAgQIECAAAECBAgQIECAQPkCKiRAgAABAgQITFpAA3jSyyM5AgQIEJiPgEwJECBAgAABAgQIECBAgACB8gVUSIAAAQIEpi+gATz9NZIhAQIECBAgMHUB+REgQIAAAQIECBAgQIAAAQLlC6iQAAECMxHQAJ7JQkmTAAECBAgQIEBgmgKyIkCAAAECBAgQIECAAAECBMoXUCGBOQloAM9pteRKgAABAgQIECBAgMCUBORCgAABAgQIECBAgAABAgQIlC8wuwo1gGe3ZBImQIAAAQIECBAgQIAAgfEFZECAAAECBAgQIECAAAECBKYpoAF8znUxFgECBAgQIECAALZFzkAAABAASURBVAECBAgQIFC+gAoJECBAgAABAgQIECAwYQEN4AkvjtTmJSBbAgQIECBAgAABAgQIECBAoHwBFRIgQIAAAQIECBCYuoAG8NRXSH4ECMxBQI4ECBAgQIAAAQIECBAgQIBA+QIqJECAAAECBAjMQkADeBbLJEkCBAgQmK6AzAgQIECAAAECBAgQIECAAIHyBVRIgAABAgTmI6ABPJ+1kikBAgQIECAwNQH5ECBAgAABAgQIECBAgAABAuULqJAAAQIzE9AAntmCSZcAAQIECBAgQGAaArIgQIAAAQIECBAgQIAAAQIEyhdQIYE5CmgAz3HV5EyAAAECBAgQIECAwJgC5iZAgAABAgQIECBAgAABAgTKF5hthRrAs106iRMgQIAAAQIECBAgQIDA8AJmJECAAAECBAgQIECAAAEC0xbQAD7H+hiDAAECBAgQIECAAAECBAgQKF9AhQQIECBAgAABAgQIEJiBgAbwDBZJitMWkB0BAgQIECBAgAABAgQIECBQvoAKCRAgQIAAAQIECMxFQAN4LislTwIEpiggJwIECBAgQIAAAQIECBAgQKB8ARUSIECAAAECBGYloAE8q+WSLAECBAhMR0AmBAgQIECAAAECBAgQIECAQPkCKiRAgAABAvMT0ACe35rJmAABAgQIEBhbwPwECBAgQIAAAQIECBAgQIBA+QIqJECAwEwFNIBnunDSJkCAAAECBAgQGEfArAQIECBAgAABAgQIECBAgED5AiokMGcBDeA5r57cCRAgQIAAAQIECBAYUsBcBAgQIECAAAECBAgQIECAQPkCs69QA3j2S6gAAgQIECBAgAABAgQIEOhfwAwECBAgQIAAAQIECBAgQGAeAhrAp6yTewkQIECAAAECBAgQIECAAIHyBVRIgAABAgQIECBAgACBGQloAM9osaQ6LQHZECBAgAABAgQIECBAgAABAuULqJAAAQIECBAgQIDA3AQ0gOe2YvIlQGAKAnIgQIAAAQIECBAgQIAAAQIEyhdQIQECBAgQIEBglgIawLNcNkkTIECAwHgCZiZAgAABAgQIECBAgAABAgTKF1AhAQIECBCYr4AG8HzXTuYECBAgQIDA0ALmI0CAAAECBAgQIECAAAECBMoXUCEBAgRmLqABPPMFlD4BAgQIECBAgMAwAmYhQIAAAQIECBAgQIAAAQIEyhdQIYESBDSAS1hFNRAgQIAAAQIECBAg0KeAsQkQIECAAAECBAgQIECAAIHyBYqpUAO4mKVUCAECBAgQIECAAAECBAicX8CIBAgQIECAAAECBAgQIEBgXgIawMesl3sIECBAgAABAgQIECBAgACB8gVUSIAAAQIECBAgQIAAgRkKaADPcNGkPK6A2QkQIECAAAECBAgQIECAAIHyBVRIgAABAgQIECBAYK4CGsBzXTl5EyAwhoA5CRAgQIAAAQIECBAgQIAAgfIFVEiAAAECBAgQmLWABvCsl0/yBAgQIDCcgJkIECBAgAABAgQIECBAgACB8gVUSIAAAQIE5i+gATz/NVQBAQIECBAg0LeA8QkQIECAAAECBAgQIECAAIHyBVRIgACBQgQ0gAtZSGUQIECAAAECBAj0I2BUAgQIECBAgAABAgQIECBAoHwBFRIoSUADuKTVVAsBAgQIECBAgAABAucUMBYBAgQIECBAgAABAgQIECBQvkBxFWoAF7ekCiJAgAABAgQIECBAgACB0wWMQIAAAQIECBAgQIAAAQIE5imgAXzIurmWAAECBAgQIECAAAECBAgQKF9AhQQIECBAgAABAgQIEJixgAbwjBdP6sMKmI0AAQIECBAgQIAAAQIECBAoX0CFBAgQIECAAAECBOYuoAE89xWUPwECQwiYgwABAgQIECBAgAABAgQIEChfQIUECBAgQIAAgSIENICLWEZFECBAgEB/AkYmQIAAAQIECBAgQIAAAQIEyhdQIQECBAgQKEdAA7ictVQJAQIECBAgcG4B4xEgQIAAAQIECBAgQIAAAQLlC6iQAAEChQloABe2oMohQIAAAQIECBA4j4BRCBAgQIAAAQIECBAgQIAAgfIFVEigRAEN4BJXVU0ECBAgQIAAAQIECJwi4F4CBAgQIECAAAECBAgQIECgfIFiK9QALnZpFUaAAAECBAgQIECAAAEChwu4gwABAgQIECBAgAABAgQIzFtAA3if9XMNAQIECBAgQIAAAQIECBAgUL6ACgkQIECAAAECBAgQIFCAgAZwAYuohH4FjE6AAAECBAgQIECAAAECBAiUL6BCAgQIECBAgAABAqUIaACXspLqIECgDwFjEiBAgAABAgQIECBAgAABAuULqJAAAQIECBAgUJSABnBRy6kYAgQIEDifgJEIECBAgAABAgQIECBAgACB8gVUSIAAAQIEyhPQAC5vTVVEgAABAgQInCrgfgIECBAgQIAAAQIECBAgQKB8ARUSIECgUAEN4EIXVlkECBAgQIAAAQLHCbiLAAECBAgQIECAAAECBAgQKF9AhQRKFtAALnl11UaAAAECBAgQIECAwCECriVAgAABAgQIECBAgAABAgTKFyi+Qg3g4pdYgQQIECBAgAABAgQIECDwvIArCBAgQIAAAQIECBAgQIBAGQIawLvW0TkCBAgQIECAAAECBAgQIECgfAEVEiBAgAABAgQIECBAoCABDeCCFlMp5xUwGgECBAgQIECAAAECBAgQIFC+gAoJECBAgAABAgQIlCagAVzaiqqHAIFzCBiDAAECBAgQIECAAAECBAgQKF9AhQQIECBAgACBIgU0gItcVkURIECAwPEC7iRAgAABAgQIECBAgAABAgTKF1AhAQIECBAoV0ADuNy1VRkBAgQIECBwqIDrCRAgQIAAAQIECBAgQIAAgfIFVEiAAIHCBTSAC19g5REgQIAAAQIECOwn4CoCBAgQIECAAAECBAgQIECgfAEVErgEAQ3gS1hlNRIgQIAAAQIECBAgsEvAOQIECBA4UaBumrQrThze7QQIECBAgAABAgTOIXAxY2gAX8xSK5QAAQIECBAgQIAAAQIEngo4QoAAAQIECBAgQIAAAQIEyhLQAN60no4RIECAAAECBAgQIECAAAEC5QuokAABAgQIECBAgAABAgUKaAAXuKhKOk3A3QQIECBAgAABAgQIECBAgED5AiokQIAAAQIECBAgUKqABnCpK6suAgSOEXAPAQIECBAgQIAAAQIECBAgUL6ACgkQIECAAAECRQtoABe9vIojQIAAgf0FXEmAAAECBAgQIECAAAECBAiUL6BCAgQIECBQvoAGcPlrrEICBAgQIEDgOQHnCRAgQIAAAQIECBAgQIAAgfIFVEiAAIELEdAAvpCFViYBAgQIECBAgMBmAUcJECBAgAABAgQIECBAgACB8gVUSOCSBDSAL2m11UqAAAECBAgQIECAwKqAfQIECAwmUDdN2hWDJTLSRLtqj3PPpRXXrMZz1ztPgAABAgQIECBAYEXg4nY1gC9uyRVMgAABAgQIECBAgAABAikxIECAAAECBAgQIECAAAECZQpoAK+uq30CBAgQIECAAAECBAgQIECgfAEVEiBAgAABAgQIECBAoGABDeCCF1dphwm4mgABAgQIECBAgAABAgQIEChfQIUECBAgQIAAAQIEShfQAC59hdVHgMA+Aq4hQIAAAQIECBAgQIAAgREFun/fd8QUTH0ZAqokQIAAAQIECFyEgAbwRSyzIgkQIEBgu4AzBAgQIECAAAECBAgQIECAQPkCKiRAgAABApcjoAF8OWutUgIECBAgQGBdwGsCBAgQIECAAIFJCXgn8KSWQzIECBAoR0AlBAgQuDABDeALW3DlEiBAgAABAgQILAV8JkCAAAECBAgQIECAAAECBMoXUCGBSxTQAL7EVVczAQIECBAgQIAAgcsWUD0BAgQGF1hUVVqNtPane+frtu3a5YO/3JZXd/zcCXXjdttzj3/oeF0ex24Pnc/1BAgQIECAAAECZxG42EE0gC926RVOgAABAgQIECBAgACBSxRQMwECBAgQIECAAAECBAgQKFtAAzjWVxAgQIAAAQIECBAgQIAAAQLlC8y4wu6dpzMuQeoECBAgQIAAAQIECAwkoAE8ELRppisgMwIECBAgQIAAAQIECBAgQKB8ARUSIECAAAECBAgQuBQBDeBLWWl1EiCwScAxAgQIECBAgAABAgQIzErAO4FntVySnY6ATAgQIECAAAECFyWgAXxRy61YAgQIEHgQsEeAAAECBAgQIECAAAECBAiUL6BCAgQIECBweQIawJe35iomQIAAAQIECBAgQIAAAQIEZi7gncAzX0DpEyBAgMAwAmYhQIDAhQpoAF/owiubAAECBAgQIHCpAuomQIAAAQIECBAgQIAAAQIEyhdQIYFLFtAAvuTVVzsBAgQIECBAgACByxJQLQECBIoT8E7geSxpt07HbudRpSwJECBAgAABApMRuPhENIAv/hEAQIAAAQIECBAgQIAAgUsQUCMBAgQIECBAgAABAgQIELgMgctuAF/GGquSAAECBAgQIECAAAECBAhctoDqCRAgQIAAAQIECBAgcEECGsAXtNhKfSzgFQECBAgQIECAAAECBAgQIFC+gAoJECBAgAABAgQIXJqABvClrbh6CRAIAUGAAAECBAgQIECAAAECBAiUL6BCAgQIECBAgMBFCmgAX+SyK5oAAQKXLKB2AgQIECBAgAABAgQIECBAoHwBFRIgQIAAgcsV0AC+3LVXOQECBAgQuDwBFRMgQIAAAQIECBAgQIAAAQLlC6iQAAECFy6gAXzhD4DyCRAgQIAAAQKXIqBOAgQIECBAgAABAgQIECBAoHwBFRIgkJIGsKeAAAECBAgQIECAAIHSBdRHgAABAgQI7BComybtih23OkWAAAECBAgQmJKAXO4ENIDvIGwIECBAgAABAgQIECBAoEQBNREgQIAAAQIECBAgQIAAgcsSuMwG8GWtsWoJECBAgAABAgQIECBAgMBlCqiaAAECBAgQIECAAAECFyigAXyBi37pJaufAAECBAgQIECAAAECBAgQKF9AhQQIECBAgAABAgQuVUAD+FJXXt0ELlNA1QQIECBAgAABAgQIECBAgED5AiokQIAAAQIECFy0gAbwRS+/4gkQIHBJAmolQIAAAQIECBAgQIAAAQIEyhdQIQECBAgQIKAB7BkgQIAAAQIEyhdQIQECBAgQIECAAAECBAgQIFC+gAoJECBAoBXQAG4ZfCJAgAABAgQIEChVQF0ECBAgQIAAAQIECBAgQIBA+QIqJEDgQUAD+MHCHgECBAgQIECAAAECZQmohgABApMVWFRVWo3kD4EJC9RNk/qMCZcuNQIECBAgQGAeArJcE9AAXgPxkgABAgQIECBAgAABAgRKEFADAQIECBAgQIAAAQIECBC4TIHLagBf5hqrmgABAgQIECBAgAABAgQIXJbcxCmGAAAQAElEQVSAagkQIECAAAECBAgQIHDBAhrAF7z4l1a6egkQIECAAAECBAgQIECAAIHyBVRIgAABAgQIECBA4NIFNIAv/QlQP4HLEFAlAQIECBAgQIAAAQIECBAgUL6ACgkQIECAAAECBLKABnBG8EGAAAECJQuojQABAgQIECBAgAABAgQIEChfQIUECBAgQIBAJ6AB3EnYEiBAgAABAuUJqIgAAQIECBAgQIAAAQIECBAoX0CFBAgQIPBIQAP4EYcXBAgQIECAAAECpQiogwABAgQIECBAgAABAgQIEChfQIUECDwV0AB+auIIAQIECBAgQIAAAQLzFpA9AQIECBAgMCOBumnSaswodakSIECAAAEC4wqYfYuABvAWGIcJECBAgAABAgQIECBAYI4CciZAgAABAgQIECBAgAABApctcBkN4MteY9UTIECAAAECBAgQIECAAIHLEFAlAQIECBAgQIAAAQIECCQNYA9B8QIKJECAAAECBAgQIECAAAECBMoXUCEBAgQIECBAgAABAksBDeClg88ECJQpoCoCBAgQIECAAAECBAgQIECgfAEVEiBAgAABAgQIrAhoAK9g2CVAgACBkgTUQoAAAQIECBAgQIAAAQIECJQvoEICBAgQIEBgXUADeF3EawIECBAgQGD+AiogQIAAAQIECBAgQIAAAQIEyhdQIQECBAhsFNAA3sjiIAECBAgQIECAwFwF5E2AAAECBAgQIECAAAECBAiUL6BCAgS2C2gAb7dxhgABAgQIECBAgACBeQnIlgABAgQIECBwsEDdNOmUOHhCNxAgQIAAAQKnCrj/GQEN4GeAnCZAgAABAgQIECBAgACBOQjIkQABAgQIECBAgAABAgQIEAiBshvAUaEgQIAAAQIECBAgQIAAAQIEyhZQHQECBAgQIECAAAECBAjcC2gA31PYKU1APQQIECBAgAABAgQIECBAgED5AiokQIAAAQIECBAgQOCxgAbwYw+vCBAoQ0AVBAgQIECAAAECBAgQIECAQPkCKiRAgAABAgQIENggoAG8AcUhAgQIEJizgNwJECBAgAABAgQIECBAgACB8gVUSIAAAQIECGwT0ADeJuM4AQIECBAgMD8BGRMgQIAAAQIECBAgQIAAAQLlC6iQAAECBHYKaADv5HGSAAECBAgQIEBgLgLyJECAAAECBAgQIECAAAECBMoXUCEBAs8LaAA/b+QKAgQIECBAgAABAgSmLSA7AgQIECBAgMBoAnXTpFNitMRNTIAAAQIE5icg4z0FNID3hHIZAQIECBAgQIAAAQIECExRQE4ECBAgQIAAAQIECBAgQIDAqkCZDeDVCu0TIECAAAECBAgQIECAAAECZQqoigABAgQIECBAgAABAgSeCGgAPyFxYO4C8idAgAABAgQIECBAgAABAgTKF1AhAQIECBAgQIAAAQKbBTSAN7s4SoDAPAVkTYAAAQIECBAgQIAAAQIECJQvoEICBAgQIECAAIEdAhrAO3CcIkCAAIE5CciVAAECBAgQIECAAAECBAgQKF9AhQQIECBAgMBzAhrAzwk5T4AAAQIECExfQIYECBAgQIAAAQIECBAgQIBA+QIqJECAAIG9BDSA92JyEQECBAgQIECAwFQF5EWAAAECBAgQIECAAAECBAiUL6BCAgT2F9AA3t/KlQQIECBAgAABAgQITEtANgQIECBAgAABAgQIECBAgED5Aio8UEAD+EAwlxMgQIAAAQIECBAgQIDAFATkQIAAAQIECBAgQIAAAQIECGwSKKsBvKlCxwgQIECAAAECBAgQIECAAIGyBFRDgAABAgQIECBAgAABAlsFNIC30jgxNwH5EiBAgAABAgQIECBAgAABAuULqJAAAQIECBAgQIAAgd0CGsC7fZwlQGAeArIkQIAAAQIECBAgQIAAAQIEyhdQIQECBAgQIECAwB4CGsB7ILmEAAECBKYsIDcCBAgQIECAAAECBAgQIECgfAEVEiBAgAABAvsKaADvK+U6AgQIECBAYHoCMiJAgAABAgQIECBAgAABAgTKF1AhAQIECBwkoAF8EJeLCRAgQIAAAQIEpiIgDwIECBAgQIAAAQIECBAgQKB8ARUSIHC4gAbw4WbuIECAAAECBAgQIEBgXAGzEyBAYHICddOkU2JyBV14Qutr+RxHk9d/Vzx3v/ME+hRYf57P/brP3I1NgAABAhcvAOBIAQ3gI+HcRoAAAQIECBAgQIAAAQJjCJiTAAECBAgQIECAAAECBAgQ2CVQRgN4V4XOESBAgAABAgQIECBAgAABAmUIqIIAAQIECBAgQIAAAQIEnhXQAH6WyAVTF5AfAQIECBAgQIAAAQIECBAgUL6ACgkQIECAAAECBAgQ2E9AA3g/J1cRIDBNAVkRIECAAAECBAgQIECAAAEC5QuokAABAgQIECBA4AABDeADsFxKgAABAlMSkAsBAgQIECBAgAABAgQIECBQvoAKCRAgQIAAgUMFNIAPFXM9AQIECBAgML6ADAgQIECAAAECBAgQIECAAIHyBVRIgAABAkcJaAAfxeYmAgQIECBAgACBsQTMS4AAAQIECBAgQIAAAQIECJQvoEICBI4X0AA+3s6dBAgQIECAAAECBAgMK2A2AgQIECAwikDTNGlXPJfUrnv3OVfn+SOem+eY8924++Sx7Zpj5nVPOQLxDB0S5VSuEgIECBDoUcDQJwpoAJ8I6HYCBAgQIECAAAECBAgQGELAHAQIECBAgAABAgQIECBAgMA+AvNuAO9ToWsIECBAgAABAgQIECBAgACBeQvIngABAgQIECBAgAABAgT2FtAA3pvKhVMTkA8BAgQIECBAgAABAgQIECBQvoAKCRAgQIAAAQIECBA4TEAD+DAvVxMgMA0BWRAgQIAAAQIECBAgQIAAAQLlC6iQAAECBAgQIEDgCAEN4CPQ3EKAAAECYwqYmwABAgQIECBAgAABAgQIEChfQIUECBAgQIDAsQIawMfKuY8AAQIECBAYXsCMBAgQIECAAAECBAgQIECAQPkCKiRAgACBkwQ0gE/iczMBAgQIECBAgMBQAuYhQIAAAQIECBAgQIAAAQIEyhdQIQECpwtoAJ9uaAQCBAgQIECAAAECBPoVMDoBAgQIzFygaZp0Ssy8/OLTP2VtN91b5+dlNYoHVGCvAqvP0jH7vSZncAIECBBYF/D6TAIawGeCNAwBAgQIECBAgAABAgQI9CFgTAIECBAgQIAAAQIECBAgQOAQgXk2gA+p0LUECBAgQIAAAQIECBAgQIDAPAVkTYAAAQIECBAgQIAAAQIHC2gAH0zmhrEFzE+AAAECBAgQIECAAAECBAiUL6BCAgQIECBAgAABAgSOE9AAPs7NXQQIjCNgVgIECBAgQIAAAQIECBAgQKB8ARUSIECAAAECBAicIKABfAKeWwkQIEBgSAFzESBAgAABAgQIECBAgAABAuULqJAAAQIECBA4VUAD+FRB9xMgQIAAAQL9C5iBAAECBAgQIECAAAECBAgQKF9AhQQIECBwFgEN4LMwGoQAAQIECBAgQKAvAeMSIECAAAECBAgQIECAAAEC5QuokACB8wloAJ/P0kgECBAgQIAAAQIECJxXwGgECBAgQKAVaJomrUadX69Ge5FPBPYUWH12Yn/P21x2oQLxjJwSF8qmbAIECBwq4PozC2gAnxnUcAQIECBAgAABAgQIECBwDgFjECBAgAABAgQIECBAgAABAscIzKsBfEyF7iFAgAABAgQIECBAgAABAgTmJSBbAgQIECBAgAABAgQIEDhaQAP4aDo3Di1gPgIECBAgQIAAAQIECBAgQKB8ARUSIECAAAECBAgQIHCagAbwaX7uJkBgGAGzECBAgAABAgQIECBAgAABAuULjFJh0zRpVzyX1K5749xz9ztPgAABAgQIEDi3gAbwuUWNR4AAAQJnFjAcAQIECBAgQIAAAQIECBAgUL6ACgkQIECAAIFzCWgAn0vSOAQIECBAgMD5BYxIgAABAgQIECBAgAABAgQIlC+gQgIECBA4q4AG8Fk5DUaAAAECBAgQIHAuAeMQIECAAAECBAgQIECAAAEC5QuokACB8wtoAJ/f1IgECBAgQIAAAQIECJwm4G4CBAgQIECAwGQE4t/x3RXPJbrr3jhXN02KeG4c5wkQIECAQIECSupJQAO4J1jDEiBAgAABAgQIECBAgMAxAu4hQIAAAQIECBAgQIAAAQIEThGYRwP4lArdS4AAAQIECBAgQIAAAQIECMxDQJYECBAgQIAAAQIECBAgcLKABvDJhAboW8D4BAgQIECAAAECBAgQIECAQPkCKiRAgAABAgQIECBA4DwCGsDncTQKAQL9CBiVAAECBAgQIECAAAECBAgQKF9AhQQIECBAgAABAmcU0AA+I6ahCBAgQOCcAsYiQIAAAQIECBAgQIAAAQIEyhdQIQECBAgQIHBuAQ3gc4sajwABAgQIEDhdwAgECBAgQIAAAQIECBAgQIBA+QIqJECAAIFeBDSAe2E1KAECBAgQIECAwLEC7iNAgAABAgQIECBAgAABAgTKF1AhAQL9CWgA92drZAIECBAgQIAAAQIEDhNwNQECBAhMUKBumjarJm+PjXYAnwgQGFxgn6/fwZMy4VkFYo37jLMmazACBAg8CNjrWUADuGdgwxMgQIAAAQIECBAgQIDAPgKuIUCAAAECBAgQIECAAAECBM4hMO0G8DkqNAYBAgQIECBAgAABAgQIECAwbQHZESBAgAABAgQIECBAgMDZBDSAz0ZpoHMLGI8AAQIECBAgQIAAAQIECBAoX0CFBAgQIECAAAECBAicV0AD+LyeRiNA4DwCRiFAgAABAgQIECBAgAABAgTKF1AhAQIECBAgQIBADwIawD2gGpIAAQIEThFwLwECBAgQIECAAAECBAgQIFC+gAoJECBAgACBvgQ0gPuSNS4BAgQIECBwuIA7CBAgQIAAAQIECBAgQIAAgfIFVEiAAAECvQpoAPfKa3ACBAgQIECAAIF9BVxHgAABAgQIEJiaQNM0KWJqecmHAAECBAjMWUDuBAj0L6AB3L+xGQgQIECAAAECBAgQ2C3gLAECBAgQmJzAauM39seKgIm5Y9tHLKrqftiYp4+4n8DOJAVOXfNJFiWpswnUTZN2xdkmMhABApcioM6BBDSAB4I2DQECBAgQIECAAAECBAhsEnCMAAEC0xXoGmPTzVBmBAgQIECAAAECBJ4KTLMB/DRPRwgQIECAAAECBAgQIECAAIHSBNRDgAABAgQIzFpg/d3Bsy5G8gQIEChIQAO4oMUspRR1ECBAgAABAgQIECBAgAABAuULqJAAAQIECBAgQIAAgX4ENID7cTUqAQLHCbiLAAECBAgQIECAAAECBAgQKF9AhQUJdL8qfdu2oFKVQoAAAQIEZiOgATybpZIoAQIEShdQHwECBAgQIECAAAECBAgQIFC+gAoJ6wI8wwAAEABJREFUECBAgACBvgU0gPsWNj4BAgQIECDwvIArCBAgQIAAAQIECBAgQIAAgfIFVEiAAAECgwhoAA/CbBICBAgQIECAAIFtAo4TIECAAAECBAgQGEOg+5XFY8xtTgIECFyigJoJEBhOQAN4OGszESBAgAABAgQIECDwWMArAgQIECBwlEA07robF1XV7Z51W1X9jHvWJM84WFX1V2+s1zFxxvKeDBX5PDm45UBcuyu23ObwncC6Xd00aTXuLrMhQIAAgbIFVDewgAbwwOCmI0CAAAECBAgQIECAAIEQEAQIECBAYFyBrjE5bhZmJ0CAAAECBAicX2BaDeDz12dEAgQIECBAgAABAgQIECBAYGoC8iFAgAABAgQIECBAgACB3gQ0gHujNfChAq4nQIAAAQIECBAgQIAAAQIEyhdQIQECBAgQIECAAAEC/QpoAPfra3QCBPYTcBUBAgQIECBAgAABAgQIECBQvsAkK+x+FfS27XNJb7uvO/7c/c4TIECAAAECBM4toAF8blHjESBAgMCBAi4nQIAAAQIECBAgQIAAAQIEyhdQIQECBAgQIDCUgAbwUNLmIUCAAAECBJ4KOEKAAAECBAgQIECAAAECBAiUL6BCAgQIEBhUQAN4UG6TESBAgAABAgQIdAK2BAgQIECAAAECBAgQIECAQPkCKiRAYHgBDeDhzc1IgAABAgQIECBA4NIF1E+AAAECBE4WiH9fdVFVJ49jgGkJVNVyTauqSrG+EamHP1W1nKeHoZ8MGc/qtoiL41xsxXkE6qZJqxG+u+I8sxqFAAECBLYIODySgAbwSPCmJUCAAAECBAgQIECAwGUKqJoAAQIECBAgQIAAAQIECBDoU2AaDeA+KzQ2AQIECBAgQIAAAQIECBAgMA0BWRAgQIAAAQIECBAgQIBA7wIawL0Tm+A5AecJECBAgAABAgQIECBAgACB8gVUSIAAAQIECBAgQIDAMAIawMM4m4UAgc0CjhIgQIAAAQIECBAgQIAAAQLlC6iQAAECBAgQIEBgQAEN4AGxTUWAAAECqwL2CRAgQIAAAQIECBAgQIAAgfIFVEiAAAECBAgMLaABPLS4+QgQIECAAIGUGBAgQIAAAQIECBAgQIAAAQLlC6iQAAECBEYR0AAehd2kBAgQIECAAIHLFVA5AQIECBAgQIAAAQIECBAgUL6ACgkQGE9AA3g8ezMTIECAAAECBAgQuDQB9RIgQIAAAQIEdgo0TZOqqtp5jZP7CyzuLKvqqWlVVawzZTxzuyJf4oMAAQIEDhdwx8gCGsAjL4DpCRAgQIAAAQIECBAgcBkCqiRAgAABAgQIECBAgAABAgSGEBi3ATxEheYgQIAAAQIECBAgQIAAAQIExhUwOwECBAgQIECAAAECBAgMJqABPBi1idYFvCZAgAABAgQIECBAgAABAgTKF1AhAQIECBAgQIAAAQLDCmgAD+ttNgIElgI+EyBAgAABAgQIECBAgAABAuULqJDA7AWapkmnRJ3vj5g9hAIIECBAYFYCGsCzWi7JEiBAoAQBNRAgQIAAAQIECBAgQIAAAQLlC6iQAAECBAgQGEtAA3gsefMSIECAAIFLFFAzAQIECBAgQIAAAQIECBAgUL6ACgkQIEBgVAEN4FH5TU6AAAECBAgQuBwBlRIgQIAAAQIECBAgMB2B7tcaTycjmRAgUIqAOggQGF9AA3j8NZABAQIECBAgQIAAgdIF1EeAAAECzwh0jZht22dun9zpbXUce3xyBUqIwMwENn3tdSVsOnfIsW4cWwJjCMS/r9xnjFGTOQnMXED6ExHQAJ7IQkiDAAECBAgQIECAAAECZQqoigABAgQIEJiiQNfknWJuciJAgAABAgROExinAXxazu4mQIAAAQIECBAgQIAAAQIE5iAgRwIECBAgQIAAAQIECBAYXEADeHByExIgQIAAAQIECBAgQIAAAQIEyhdQIQECBAgQIECAAAEC4whoAI/jblYClyqgbgIECBAgQIAAAQIECBAgQKB8ARVekED3q6S3bS+IQqkECBAgQGAyAhrAk1kKiRAgQKB0AfURIECAAAECBAgQIECAAAEC5QuokAABAgQIEBhbQAN47BUwPwECBAgQuAQBNRIgQIAAAQIECBAgQIAAAQLlC6iQAAECBCYhoAE8iWWQBAECBAgQIECgXAGVESBAgAABAgQIECBAgAABAuULqJAAgekIaABPZy1kQoAAAQIECBAgQKA0AfUQIECAwBaB9X8rc8tl94fXr19/XTdNiri/obCd9XoLK085BHoXqKqq9zlMMI7AIq9txDizm5UAAQL3AnYmJqABPLEFkQ4BAgQIECBAgAABAgTKEFAFAQIECBAgQIAAAQIECBAgMIbAsA3gMSo0JwECBAgQIECAAAECBAgQIDCsgNkIECBAgAABAgQIECBAYDQBDeDR6C9vYhUTIECAAAECBAgQIECAAAEC5QuokAABAgQIECBAgACBcQU0gMf1NzuBSxFQJwECBAgQIECAAAECBAgQIFC+gAoJECBAgAABAgQmIKABPIFFkAIBAgTKFlAdAQIECBAgQIAAAQIECBAgUL6ACgkQIECAAIGpCGgAT2Ul5EGAAAECBEoUUBMBAgQIECBAgAABAgQIECBQvoAKCRAgQGBSAhrAk1oOyRAgQIAAAQIEyhFQCQECBAgQIECAAAECBAgQIFC+gAoJEJiegAbw9NZERgQIECBAgAABAgTmLiB/AgQIECBAgAABAoMLNCn/r3kcgycx8IR1rjeiydtNMXA6piNA4PIEVDxRAQ3giS6MtAgQIECAAAECBAgQIDBPAVkTIECAAAECBAgQIECAAAECYwoM0wAes0JzEyBAgAABAgQIECBAgAABAsMImIUAAQIECBAgQIAAAQIERhfQAB59CcpPQIUECBAgQIAAAQIECBAgQIBA+QIqJECAAAECBAgQIEBgGgIawNNYB1kQKFVAXQQIECBAgAABAgQIECBAgED5AiokMFmBpmnSrphs4hIjQIAAAQInCGgAn4DnVgIECBDYJeAcAQIECBAgQIAAAQIECBAgUL6ACgkQIECAAIGpCWgAT21F5EOAAAECBEoQUAMBAgQIECBAgAABAgQIECBQvoAKCRAgQGCSAhrAk1wWSREgQIAAAQIE5isgcwIECBAgQIBACQLxK2OnUMdQeQw1zxRM5UCAAAEC5xEwCgEC0xXQAJ7u2siMAAECBAgQIECAwNwE5EuAAIHRBOqmSasxWiImnr1Ak/L/8vMUhURTdOyoqipS6S3i66YbvK9au/H33UYece1qbvH6nNHNcc4xjTW+QJXy/+6+ZmKNI57LKq7ZFc/dP/Xzu2rb59zU6+s7v/g+tCv6nt/4BCYsILWJC2gAT3yBpEeAAAECBAgQIECAAIF5CMiSAAECZQjk9lGqqipFY2QKFQ2RRy53MvVOwVwOBAgQIECAAIG5C/TbAJ67jvwJECBAgAABAgQIECBAgACB5wVcQaAwgYeGaFNYZU/LWSwWKZrey0bz43qr/DLi6V2OECBAgAABAgQITFlgMeXk5DZvAdkTIECAAAECBAgQIECAAAEC5QsUV2F0f3NLNBqid78JurgSnxSUa76kehe53icGDhAgQIAAAQIEChLQAC5oMZVCYEICUiFAgAABAgQIECBAgAABAgRmJhDv9l2NPdKf3yXR/M0RDe/5JS9jAgQIECBAgMB+AhrA+zm5igABAgT2FnAhAQIECBAgQIAAAQIECJxbwLtWzydaVVUerPHvHmeF0z7cTYAAAQIECExVQAN4qisjLwIECBAgMEcBORMgQIAAAQIECBDoUSDendrj8CcP3Ud+dV2niBRNy4iTszx8gKgr4vA73UGAQLECCiNAgACBSQtoAE96eSRHgAABAgQIEJiPgEwJECBAgAABAgT6EYhfV1xV8a7VfsaPUfsdPWYQmwRibTcdd4wAAQJTFpAbAQLTF9AAnv4ayZAAAQIECBAgQIDA1AXkR4AAAQIEehGId50+ijxLvF40KfXWsGzy4Ckiz/FM0zVyWY2U/3Sv8+75P9rczj9sm3Metqo2qzb5cES+5KiPaHLuGzFBXBvbviLGr+vlr4CO/TGjqjJuX4WujBs1rrwcdDfmXo8ugb5+tXlVnc91PfdDXkedcX1s5xqR/66Ya13yJkDgaAE3zkRAA3gmCyVNAgQIECBAgAABAgQITFNAVgQIEOhXINo4XcRMsR9bUbZA9O8iyq4ypWisDVHjUPMMUYs5CBAgQIAAgecF+mkAPz+vKwgQIECAAAECBAgQIECAAIG5C8ifwMACQzZ/q+rw2eKdybtI4p22u847Fw3ROjdF61Td/Y8JAQIECBAgQIDA4QIawIebueMZAacJECBAgAABAgQIECBAgACB8gWGqjB+GfN6DDX3ofPU1aF3uH5dIH7LdUSKBnzE+gWFvu7rVyEXyqUsAgQIECBA4BkBDeBngJwmQOAgARcTIECAAAECBAgQIECAAIGzCcS/O/so8sjxOhqt0RTOL0f9iFxWI5LpXsd+vON3NVaPxf6MQ+pnEqjrOkVcWsP7THyGmYBA/Hrx1aibJkVMIDUpECBA4KIFNIAvevkVT4AAgXMKGIsAAQIECBAgQIAAAQL9CkRztd8ZTht96vmdVp27+xKI5llVzent46dJLOtNbc87+UOAAAECBAj0IqAB3AurQQkQIECAwIUJKJcAAQIECBAgQIDAAALxbtoBpjl6iufye+7fCD56YjcSmIlANH8jqrT830zSluaqgH0CBAgQmIWABvAslkmSBAgQIECAAIHpCsiMAAECBAgQIECAAAEC+wpEAzjFO54j9r3JdQQITEJAEgQIzEdAA3g+ayVTAgQIECBAgAABAlMTkA8BAgQI7CkQDY/V2PO22Vy2WlvsnyvxeEfto8gDx+t4J22V98f+iFxWI/LpXsd+/EroiNiPqFeS7q7bZxv39hmRY5MnaLc5x/VtPjXYR1VV6f4ZaiKrM0/dx5jnSrGH3Lp/izVMx45zMRmHAAECBEYRMOnMBDSAZ7Zg0iVAgAABAgQIECBAgMA0BGRBgACBYQRyPzJ1ETPGfmzFeQV6aLWeN0GjESBAgAABAgQI7C1w3gbw3tO6kAABAgQIECBAgAABAgQIEJitgMQJjCQw9eZvvDN5JBrTHihQVVWqqurAu1x+ikC8Aznuryru4SAIECBAgECfAhrAfepe2NjKJUCAAAECBAgQIECAAAECBMoXGLrCeGfqegyXw/rM668fZ7L6K54fn/GKAAECBAgQIECAwHACGsDDWZuJQMkCaiNAgAABAgQIECBAgAABAmcXWP+3aNv2a5VSNFpj/+wTPhkwZtkeTdWk1Rzj9u517BcYSiJAgAABAgQIEJiBgAbwDBZJigQIEJi2gOwIECBAgAABAgQIECAwjEA0V4eZ6bhZpp7fcVW5i0AnYEuAAAECBAjMRWeFEbcAABAASURBVEADeC4rJU8CBAgQIDBFATkRIECAAAECBAgQGFCgijfjDjifqQgQuFyB+H4TcbkCa5V7SYAAAQKzEtAAntVySZYAAQIECBAgMB0BmRAgQIAAAQIECJwqEB3tXXHq+Ifd3zSRy2H3uJoAAQIEyhdQIQEC8xPQAJ7fmsmYAAECBAgQIECAwNgC5idAgMDgAnVuTO2KwRMy4SACVarTpljE8aoeIIcqz/Fc5EuO+ohm6z5x1OD735S/tpqmTk3eptTkbew/jngXZJ+xf7LTvPI5m2lmLat1gSfruH7BBF/H34uRVnz9bos4X1JEzatRUm1qITBRAWnNVEADeKYLJ20CBAgQIECAAAECBAiMI2BWAgQIDCuw2n6NmeN1bIeJmG1XDJPFULO0PeChJjMPgQkKrH61TzA9KREgQIAAgb0FztMA3ns6FxIgQIAAAQIECBAgQIAAAQKzFZA4gTEFmpSiOZPyNvkziED3jshBJpvhJHxmuGgHphzfc6zzgWguJ0CAAIFJCGgAT2IZ5p2E7AkQIECAAAECBAgQIECAAIHyBcaqMPq9beROTLcdKxfzEiBQrkD+FnNfXHyviRexbfKJiHgtCBAgQIDAXAQ0gOeyUvIkME0BWREgQIAAAQIECBAgQIAAgd4EmrRIm6KO483cf6yVu0rte5qf2/bG+2Tg7p2O3XblArtZoHPptvmQjxkINE2TNkWqmxQR67nIu7GNcvJuioZvbOO1IECAAAECcxSY+38pz9FczgQIEChEQBkECBAgQIAAAQIECBAYViCaMsPO2Pds02n+9l2p8ecsUHbu8VW4qcL4fhOx6ZxjBAgQIEBg6gIawFNfIfkRIECAAIEpCsiJAAECBAgQIECAAIHiBeJdkRHFF3pkgWETceTts78t3jEbMftC7grQ7L2DWN94TYAAAQKzFNAAnuWySZoAAQIECBAgMJ6AmQkQIECAAAECUxDY9q69KeQmh+MF4lf1Hn+3O6clEL9EeVP0m2WVvzkc8hx1GUZWsR9bQYDAUsBnAgTmK6ABPN+1kzkBAgQIECBAgACBoQXMR4AAAQIXKLCIbspd3dFU2RR3p3vY1HnMOlXpcSzuX6d8Lk3+T7yzcGc0dWq2xsO/X5pW1uKcRce7OOOdrOvD17mR1kb2rk+I7bXVbd2prlMXVdOkNpfciatS/O+clS7HWuYTrsv5l6+373e5rV93m00i1o+vv+7u37yNPJaR1hdgme5kPsdzshpdYqvHHvabFGu5Kdqv3/y8t9d2g5xre2fY5Oeoi21DP/mazBd2x/Kuj5kIdOvcbWeStjQJzEFAjjMX0ACe+QJKnwABAgQIECBAgAABAsMImIUAAQLjClR5+i7yro9CBXLfrtDKlDWcQLX8PxYMN6GZCBAgQIDA5AROawBPrhwJESBAgAABAgQIECBAgAABAmcXMCCBkQS6hm9sR0qhx2mbPHYXedcHgZkJxDu1I6aY9jH/R4J49+8Ua5ETAQIECBA4RkAD+Bg197QCPhEgQIAAAQIECBAgQIAAAQLlC4xdYfya2NT1SfM2f7QpRbMm9iPaA7P5FBmvx2ySl+gMBOLpGiLNOn9xRqTVL9D7/SEyMAcBAgQIECCwTUADeJuM4wQI7BJwjgABAgQIECBAgAABAgQInF0g95PS44gfXT1Ekxa5vbRI9d22yRlE5M1MPiLb1Zh82hKcmUD7dFUpvbi5SlevqtT+HyWOeTvshrrbsfLYy207U75q1zZfnDZEs8j3ReSNDwIECBAgQKAXAX/T9sJqUAIECJQsoDYCBAgQIECAAAECBAj0J7DaLto1S9t2yhe3zahdF07yXJt9ziy2eZNb2st3Uca+IHCaQJUbvh++9+kUkfL+8aPtvrP92stfg7uvigvWY/cdzhIgQIAAAQKnC2gAn25oBAIECBAgcDkCKiVAgAABAgQIECBA4DwC0RN7NFLXDH508GJfdM1FKoc9AvFYXS8Wqfn8P0zVF346XR12u6sJPAjYI0CAAIFZC2gAz3r5JE+AAAECBAgQGE7ATAQIECBAgACBIQSi4ddFN9/66+749Ldd5t12JeM41P563O5YtO66/QvfojjpAWjqlD763E+lDz/36RT7Jw128s3xoK/HyYPOZoCmx3dgzwZBorMUkDQBAvMX0ACe/xqqgAABAgQIECBAgEDfAsYnQIAAAQKpqvrvyt2/6zNPtdyvU1PVqU6395HyXtPcpipv82Wpyr2l2E5viXJiaRmR70PUKZpC0RfqIqX4EV01WglhXefpY7sphkws5s/9yyGnfHauyKnPeDaBAy5YPnF1ev3//UR6/fd+POUvlPZ5Szv+tF9D+cZt28235gcmBs/R5O8Nm6NJTR50Per8Nd20kVKedvPwxx6NL6oDR11+PeZc873n3q+qcDq2mPPcd+6azpOVUQgQmLCA1AoRiP+6LKQUZRAgQIAAAQIECBAgQIDA+QWMSIAAgekK5N5Sbj9NNz+ZERhD4PrlIt38xKfS65/8VLp+WaWqqnpKI8bdFj1NObNho/k6s5SlS4AAAQKFCBzXAC6keGUQIECAAAECBAgQIECAAAECOwScIjCyQLw7MGLkNHqbvm1gl1xgb3IG3iZQpSZV730uffhTn0rvf+on09UX3suXNjkef3TPXmwfnynjVVVFY7qMWlRBgAABAgSOEdAAPkbtwu9RPgECBAgQIECAAAECBAgQIFC+gAqHEIhfdvy0OTfEzOYoR6BrdS5SlaqmSl/4f34s3dYfpcVVnT77N/5miuP5cIqnbd+q4/ou9r3HdQQIECBAgMB0BBbTSUUmBAjMQECKBAgQIECAAAECBAgQIEBgQIH40VVElefsIl7naHLko9P96PKNbeS6yM25iJS3OVLX+O22aUp/RsulyhyL0Waf38TxdEXWi+ju1vlVdZW+9H/96fTy5ja9lS2/9Nd/MH2QDzfRBo53xeaubu4Lp0U+10Xc30U+nSK618dv86S5IZ02RqxwRPKHAAECBAgQ6EnA37Q9wRqWAAEC5QmoiAABAgQIECBAgAABAmMJrDaTxsrhmHm7vJ+7t84X5I5c/uwjC6DICPt9NFWd6hyL3OBd5I7u1ad/In36b/+d/Kpq/48Gn/vxv5c+/tmfSi+rlBa3i9zcrXNLts6DPyBX+dXjj5THfIj1c/u/jpE3xf4juJIAAQIECBA4TkAD+Dg3dxEgQIAAgcsSUC0BAgQIECBAgAABAk8E4t2qEU9ObD3w0HRLeTf369p3Yi4vzweWOz5ngXBtI+/72C7Q5Hbu66vblJqrHK/Sz/zIX0hfnhu9V4vc7G3q9PFXdfrsn//BdPX6w/QyH28WN6nO96Q2UvunatLKc9ge2vgprtt4wsGyBFRDgAABAkUIaAAXsYyKIECAAAECBAj0J2BkAgQIECBAgACBYwVyZy06vfe3x+v7F5Pbaaad3uS8JpFQXrPbRbR0r9KHX/hs+vSP/sX0xk29TC2fe/O2SZ/7a3853Xz+s+lFNICbm9ScbaHzBO3zvW27TMNnAgTmIyBTAgTKEdAALmctVUKAAAECBAgQIEDg3ALGI0CAAIEjBaLBshpHDnOxt63axf4qRLyuqmr1UO/7TVPnplluqtWPY9vx9Oi625xfvi9F5N14G2WV9/M2/snWiPg3VzdFvnqQj+gHNstPqambJ5FTbX+d8Lbtc0nG2PtHWOcc7swjn+fGP/V8zLErUjbpK6pwP6GAJlVpcfN2Si9epc//4J9Mb3/wmZSq29yWvXvu8v7br99LP/ODP5BeNSml23xtincHp3xNler8tXSb6hTRZPOUn93bvG3yNvaru23sd+e7/XjdNLdpc8Q6bosm37M8V59Yf67IB4FHAk1+plbj0ckZvoivkV0xw5KkPF0BmRUmsCisHuUQIECAAAECBAgQIECAwFkEDEKAAAECpwtEx219lE3H1q8Z53Vuy40zsVmPFmj/rxC54fWFv/1D6YO/+udSVb+Zm7l3w+WTdTSIb99Ir/7aX0n1p/9KStHMvjvd5HN3u0dumh337Tq34zanCBAgQIAAgbMIHNYAPsuUBiFAgAABAgQIECBAgAABAgQmLSA5AgT2EujeEbvXxTO8KPcPT24Rnlx2JHHyIMcNEFNHHHf3MHdFfu++/4/SZ7//+1Kz+Jl0fZuPrPVer25yG/jq/fT5P/696d3330vx7sg60suXxmbfqNbGXb/vufPr10/9ddQTMfU85UeAAAECBDYJaABvUnFso4CDBAgQIECAAAECBAgQIECAQPkCKlwViI5XxOqxh/3u1zY/HFnf29Rh23Rs/b6UYtbnx396XylHuvrbRmUpRZ2tjof3al/Xt+kz/+sPpOpzn02Lpkk316/So6597mB+9OKj/EC9SB99+ifTZ/7E96cX9U065k88jw/3xQo9vHq6t99z/vQ+RwgQIECAAIFzCGgAn0PRGATKF1AhAQIECBAgQIAAAQIECBC4OIH491mXUaeqWUZKdXaoU5Mba3nnmY9ogsWP37rIl0cXrcmv83aRe2gRMVQX+YqUD99HvB4qqia1vcPIOuL5eSPTpUfn8rCNc8+PsH5FZkl1TB6xfrLn1zHlavQ83ZHDN6lafNgaLRYfpfd+6E+kL/3oX0gvbhfp5e27aZGuUlVVbeRPKS0Wqc6Rqhfptnorvfe3/mJ674f/t3R9/To/Y02++oOcR5Pj6UccrfPhWJOIvJviuW+q9mj+mkiPIk+WXy/ayGdSSt0Icf16xLl8yYQ+uq/Bbjuh1KRCgAABAgQOFlgcfIcbCBAgQODCBJRLgAABAgQIECBAgAABAiFQxaf7aFI0xSLuDz2783iE5y6PFlnEc9eNd35XdrvOPZ9x1y4M39NGen6uOV3RpCrdNG+l2+uP0u2P/HD6zA/+sRTvAl7WUKVF8/THvVVznVK+L+K6uU3v/dk/mV79pf8j3Vx/kG7Tmym151JKaXM0d4djLVK6f3V3dNemu3bTNbvObbp+3scWuSk/7wpkT4AAAQJzE3j6XwRzq0C+BAgQIECAQH8CRiZAgAABAgQIECBA4IwChzWA4+qIMyZw0FDx7uSIg24608XxQ8uI9t2YZxrz0GGi9ohD7+vz+ngeXl69Ti/+8g+nT33f96ZUf5Dqpmn/Xd/Vedv2alycD1ZVlaqqSou0jKvqo/TZP/YD6eov/VCqmg/Tuf7EWp1rrCmNE3VFHJNTXdcpImX/No4ZZKh7zEOAAAECRQksiqpGMQQIECBAgAABAmcTMBABAgQIECBAgMBjgbap9vjQSa/iHZUPY1YnjTXOzbty3nVunGznMmv7XFR1anLXMbd28zal7jmJd/t+6c//6fR3/+fvTbdXH6a6iXfw7l9ZjFOnt1J9/VH61B/9w+mDv/Bn0ovb29wIXh0jX5WXL/JIuW28esb+4QJNbtBXVXX4je4gMKCAqQgQKE9AA7i8NVURAQIECBAgQIBPrlmwAAAQAElEQVQAgVMF3E+AAAECBAhkgSY3bSLybvvRrPRwcm8uN83qNlKq8/ntUTX1ynX50vajSvFv3db5p3NNtUhNO1d7IsU0XSyP9Ps5atn0Ttc6JxERDazNkVLT3F0UFz6KnHOdG4kReXffj/tc8q373nPodXXOqa0ntjlyBa35+jhdOevH+3wdnFF6RF3dpObqVXq9uErxPt0XX/yZ9A++979Ln/vjfzi9c/s6vXW7SG/Xr+5zj5ri3cBd3DZNiojjXeQFS2/cvJ9e3DTpnfp1+uIP/i/pM9/3fenFF7+QXmWIxVuLVC9e52fzNpeZD+TPmz9ya7qq83Pb3J9u8uuU6vy6bp/3Kp/aFPmRz+dTjia3l+s09p8ux+fy6K5b3z533/35vB73+zPe6Z6lbjv1Uro8+9p2X29jOXTzD7Udq07z9ipg8EIF4u/bQktTFgECBAgQIECAAAECBAgcLuAOAgQIEHgQ2NUAe7iqj73xZu6jGmPuK5B7pu2lV/V1euvVx9LHvvRueuv1y7T4f38kfeq//Z3p5sf+VLpubtqmbzwjEenAP3FP28TM98VYr/7Wn0r/8A/+7nT94z+Smvdep3c/eDd97KOPpav6KqVFlZo8W5Ov3fyx/czm6/PRI27Jd/kgQIAAAQIEDhDYrwF8wIAuJUCAAAECBAgQIECAAAECBGYqIG0CBNYExu1UtU26cVNY8xjuZZWnivov7YeXVVWlanGd6nSTFi9fpY/e/4n009//X6TP/De/P736zD9ITf0iZHKkVFX52hxp7U88MvFO4vBbj/t3elcpN3bzjc1V7vG+SK8/8/fTe3/ov06f/oHfl97/0k+m2+aL+XiTFvl/VZU/56iqKlXddrFIVUR+nUc58qPK9y1y+CBAgAABAgTOLeBv2HOLFjiekggQIECAAAECBAgQIECAAIHyBVS4LlDnA20rLW+H/2hnzv2xaOQNP3vMGPV3Ea+Hjag7IjIYduZds0U2m2LXPU/Pxdo+Pbo8Ut3eppu6Ttf/6Kdy4/cPpb/7X/6n6cMf+fPpRfUyvfXq7bRo4tcu3ywv3uNzfoTSasQtMX+dd+JXXN9c3cZeejOP3bxK6fpv/Z/pp/7A70lf/ME/ktJPfyq9zmev8px37eL8Kj7yiDFIXqAqfq1xdJnj8EGRx4jrY5zYjhIxeZ8xSlEmJUCAAAECrcCi/ewTAQIENgs4SoAAAQIECBAgQIAAAQIELkugitZYbgq1/am8Xb5PsheD6JutR0zUzRrbeD1ArEwR9UesHDp6N8Y5LJoMUndrcPS857pxPfdt40ZDdlNsvj+X2DZlr+MdtLm5uqg/SNXr1+n6vX+U3v+rfy598Ad/d/qbv+93pC/+8J9N737wQXrj9mVa5KZws2jSdfNGTmL5I914PtYjn2zH7uaI1120j3R+0d6TX8Q2rlvkRu7N1eu0yM/6i9cfS+988fPpo7/0Z9KP/1f/Sbr9H353+vBH/2J6+cWfTlf1q3T74U26unmZ441U3dSpznnlIff8iLy7qPa8p6/Lovohoq/8jUuAAAECBHYLxN+4u69wlgABAgQuVEDZBAgQIECAAAECBAgQuFSBaAzl5l10x3JTbCyFyCJinPlz/fcTx37E/YEed3LFuTdYZ/uYMfcmR1yB9TIjo02xft2O17m8lzdX6fYzn0kf/u2/nt7/az+UXv/JP5o+9wd+V/p7v/e3pc//kf8xfeH//jvpnTxNNMNf5Z/evm7/Hd7uPbhVqpp8sJui6nYeb7ccTnn61JrmC+636eHemzzXR9cp3S6a9LHbOn3xx34svff9/336+7/3d6XP/4H/PN3+7/9T+pkf/TPp/Z/8G+n1F95LdTfgwxD2CBAgQIAAgQkIrPzXwgSykQIBAgQIECAwDQFZECBAgAABAgQIELh4gfxjs+iQte+nHBYj9+baWbvtsLNPYLbcVMz9x5RXIDc7U2uRJvEnMjokNidd5SbryzfeSFdXV6nKi9w0Tbqtb9PNzU1uqDYp3lV7fX2dFouYK6UqX5+O+JOHTquxOkTur6++fLKfU2qPRU4xRgyUl6XNLfK+uor8rlKq2rPJnxkLSJ0AAQIEihRY/ldEkaUpigABAgQIECBA4BgB9xAgQIAAAQIECOSmVnS7Ut62MbzIeDMPX+tFzZgX9qNFbvS+8/GUvv4b07vf8kvT29/5a9MnfvN/ln7ef/T705d9z69P7/zT35g+Hx3a/Ay+qFN6eduk+CFuHAqrpv0V2bG3jHxZWo3l0QM/57ziPcbXdZPeuEnpuqnShy+u0xv/+M9Nb3/Xv5X+sf/gd6S3/93fmt7+jn87vfsLvj298bU/P12/8266vlqkanHgXC4nQGAyAhIhQKBcAX89l7u2KiNAgAABAgQIECBwqIDrCRAgQGBPgbpp0mrEO/hWY89hirlstfZz7I8K0/563bYb1lsau4zyg5UimtyIi0j5WestkWgkrkbbRuxm2/RjwzqfXI38cudHjLErljd3HvEqmpxxR7ufm++Lqt+1iHnCeXNUqanvIjdEuzzXtzHGfrG0axZ1qnNt1dVVenV7m5f7jXSbx7/5+Jenj+eG8Fu/4benb/otvzNdfdu3p8982cfSh9WrdFsv0tVtle971U7VtC3hLJWf13xrWo0Qi2gvzJ9Wm8NxPIzz4ZxBau+rcz5V8zrdvvgwN32/mD738TfS1bd8a/r63/jb01f8xt+Z3vnnf3GqP/6VaXH1ZrqtbtLN1Ufp1dWr9DqvTX5Ms1GMtk/U+aIuIqv8crSPViLPHtu8OeEjPDdHk42j3hMGf+bWIb4+nkkhrX49xLXxOraCAIHJC0iwcIH8XwmFV6g8AgQIECBAgAABAgQIENhDwCUECBAgQKBBsE3gjDTRLEy5ldtNdXN7c9dES3mb0svFVaq/8pPpZ//qfyP93N/yH6e3ftG3p3pxkz58+X6+Jf84t7nK2zN85ObxIjeW6/QifXj1Vvrww3dT+uZfnL7xN/2H6Wu+699M6ZNfnxvCTc40mqRVbmYu52xSxshFRDs6jnTN59jfP/IYcXEVn8aKUSc/a9FVVU4tZ4UxGAECBC5YIP8Xw47qnSJAgAABAgQIECBAgAABAgTKF1AhAQIbBOLHZtFUidhwuudDMWsXPU81yeFzf7FtOIbBZBLMDdO0Kbp34z7Z7p953ay8U7TK+/HO45u30psf+4b0ie/5beln/6bfmhZf9tWpWrzef9AtV4ZplfuvywZunarqJr34ik+mT/w7vzn97O/+99PtV/yc9Lr5WLqur9PHXzW5qibFPd1wsb+8f3mk3W+W+4d9jpvqw2456OoYf3tUTZMi9/2HjMr3v3qoK+NdwNU0UxuKwDwECBAgsEFgseGYQwRaAZ8IECBAgAABAgQIECBAgACB8gVUuE0gGlNNPhmRNxfxcWgXKYwizomzzKHJHa2Qjzjn6FMfK6qvcpP5ZlGnD994P33xrffSF5svpMU3fWv6Ob/l96SP/3PfmW4W1ylcuji0privu+e2uk5vf/N35Abzv5duvukb0gfXH6TXL76QXr34Unp9dZNurqp0m9ciVjn3pLvbHjWE7w/uu1Ol1LTRpNUx9719v+si46h0n3g64jK/ZZ5Pz07vSHXaikyvIBkRIECAwMkCGsAnExqAQJECiiJAgAABAgQIECBAgAABApcpEO++TLlpVEX5eRv7sVtiNIvc4co/HswNxxTxqIkUDbT1ovO194c2nb8/uedOjJcj5o6I95q2zcZ8LOcyf/2oY1c8ZYqaU6rTdd554/VVevvVi/Tyqk717fvpo7depne+59eld3/Fr0kfvXgzvbpOuWH75kFPaB42vVq8meqc1qvqzfTOL/tV6d1f/avS6ze/LL3x+kV68bpKdX2VU7jKK1DlaFI0Q+P6lP/EfhWD5P3YRuTdvT/i/nM8OVsnrGL0nGAVV+Rtyvk3dWpy5MJyXfl8vYw4FhFXdhH5RSxfxyDbYnnFVD7fRk1TSUYeBAgQIDAJgfxX/STykAQBAgQITEZAIgQIECBAgAABAgQIELh0gWgc5SZR292K/Uv3eK7+bJWbls9ddcj5GDEacW0ccmMp1+bHbtl6rHITNrWRD6WbxVX68l/2K9Mnv/PXpuvbt9JV+iAd+uc6fZiubt5M3/Ddvz69++2/Ir1exI+Iu3mqlHumyyFjwuVe+znWot05w6c6TxMRU0ScYciVIWLE/ATF129E+2zG6w3RFhvXr9yedx9qrVJTLSMfzh858fx5Sh/R/G2apzVMKUe5ECBAgMDwAvG3+/CzmpEAAQIECBCYpoCsCBAgQIAAAQIECIwo0PZqRpz/8dT5x2ZNNHsiHp/xqn+BrN/++6zxTFiBznuRmrRIr+qXqfm2X5K++rt/XXpdv9E2h7srNm1XW4Nh2VRvpU/+678hfemf/Zb0+vbl/S1VFWdTqhbLbdrxJ9ZlkQeO2HHZ1lNxX0TMFLH1wqNP5Ccovn4jtowR84foptNR39Pj/WT6dJ7DjlTHpnXYNK4mQIAAgZkJ5L8JZ5axdAkQIECAAAECBHoRMCgBAgQIECBAgEAnkDsqubmV2tZa3k/+jCEQ8hFjzD36nGuFx+MYEYfbd/DevpGuftG3pX/sV/7qdFNd3aV7lTb1O+PXNze5oxn3d+8g/vDn/8K7dxC/f3fvw6apm9RGU7fbhzNz2ctKUWz79Rs559exWY32fBzYcC4O38f9hfdHprZTVX7EP7U1mUM+ciRAoHwBfzuUv8YqJECAAAECBAgQIPCcgPMECBAYXaBumrQrRk9QAr0I5J7Uw7s87/os3bFeJtxn0Pbfon2uKbTPQIdcU+eLd0U+PcpHl1M3ebzu9h9+rBi/fnYZt6lpNkTXUNyy7UaMbax/vDMz3T0PcWzq0TZLt9S261ydv+9FmREpfg1zvPO2i3hb5yI3dnPUKd6nmiM/lvFrk2/r65Tq28zyMr37bf9q+vg/80vy98/c/E1XqUqv8vEmx8pHfqZvFjfpVXOd3v6Fvzy99W2/PNUvXqSmepVeL67zmlWPIuX52ojJYslzbXmCPGceN+8v17pJeaXb6F5v265k0n69X+XaqmqRqhyLvL96/uT9XGtKVXr4U+U5IxYpxbkuco11G1F7k+uv20jxb+nmaJpceBjn/YdjueJ8vIl1a1L3i6WzYx4j19GsRYo8Yr7U759lPlHDcXHO7CKXqqrOOaSxCBA4v4ARL0Qg/813IZUqkwABAgQIECBAgAABAgQ2CDhEgAABAgQIjCGQe4jPTrvpmiY3FrsW2+3VIn3iu74rvfU1X5cbka/Ty5sXKe88jNukdH37ItW5AXz9ia9MX/YrvyM3fRcP5zfsRRNvNTZcckGHMuCz1cZqbItnb3YBAQIECBDoRWDz3/a9TGVQAgQIECBAgAABAgQIECBAYFICkiEwMYH2nZ+TySl+bNY1dSaT1MCJhEHEwNPm6Tr52OaXelnyPQAAEABJREFUPkIg3k0aEft3UedmcP2JT6R3v/N70u1NnV5f3aR8KN3/yYC3Vx+ml4t305f9mn8tfeHtd1KqrlL1KKpUVdsj9fCnyn3VLnoYPg8Zz22VtxF5c+BH5HbgLcVfzqT4JVYgAQKFCcTfhIWVpJxTBdxPgAABAgQIECBAgAABAgQIlC8wxQrjN85OJ686p5K7VCki7/oYVKDJfbuQj+h94jxX73NsmGDXtFF/9wQ+uTXfGC7LaNJHN19Kb3zdL0rvfOu3per6/XQVv6Y53xTnYz9dfSEtvvlfSFdf+wvSG29e5zPjf0R9XfSXTYbqb3AjEyBAgACBSQtoAE96eSRHYHABExIgQIAAAQIECBAgQIAAgcEEugZQt42JV/fj9eBR3bXd2t5RtNAiBs+i7wmX40etq/Go2T3Ajw1X5479VKemalLd7jd5P6X+9PPIMU9Eymse20NjqXj051xqisesjUjnbqS829bdHr87trppz+eT8bUSA1zfVOn69ip91bd/d3p99bVpkU/E/5kiosr7H15/VfrqX/od6Z3bd1Lz0c/kW/LNKda3i9XR+93P6YT2/SRRy/0LO5MSqPLiPIqcXfc67/ogQIAAgYkLxN/yE09RegQIECAwjIBZCBAgQIAAAQIECBAgMK5ANIfGzaCbPXc+ok0V3Y62FdcdL30bdY9dY84h9yfrbJ/3UjwTsR07qzHmj7ojts0d55rczk3pKuWub7r+8q9KX/4LvjW9uqpat9zWzg3hKn31t/zLqX75sXQTPwlu8rVp24jDHY91jQZ1k6eMyBsfExSock5d5N32aYutIECAAIHpC8Rf+9PPUoYECBAgQIBAvwJGJ0CAAAECBAgQIEBgTSD/2Cy6VFoeay4DvMwdwUWOtvF0tx1g1tlOUdXX6eb6Njd4F+ntf/Hb0xdf5AZwrqZJTbv/9r/0S9Pr65fpo8VNSvWLfDRk8wX3H/lZb98RfH/gbmfb8bvTJ2xyfz961u1X13o2Jww7qVvj20fEpJKKZI6MWLMjb3UbAQIECIwgEH+LjzCtKQkQIECAAAECBKYiIA8CBAgQIECAwD4CTZM7cftcWMQ1uSXVlpu3bYuqiKL2KCLq3eOyQy/ZNOymY2vjxiURa4en83ICyVXNIjXVIt1c1el13tZf+/PSV33jP5nybrp6sUhf8U/83PTRJ74uNddvpNv4Fdf5+mpjszeN8mcYwmFmGQWw50nbb4M9z2H4YQXMRoDA5QhoAF/OWquUAAECBAgQIECAwLqA1wQIECAwU4FoxnYRJcR+bPuIeqXxG/NsilPnjXeW7YpTxz/o/twgS2du+q6bpan8iVpX41Hd8QuEz5VoHiuaj6sRv2J7w/DxHDz8wPLuvg3XnX4oNwW72qMhGvuxvR84z93mGNv7g2s7+dxqTcfst3OsDbv2MmeawmVjtPfnPPI2rruqXqfqm39J+vA2pQ9vmrT45n8lvayv8/1ZtVlum+Y2LZ/J2K5GlZp6NZr8OlqA+d7WZtt2LeG1l8u58ljxvaRuci6xX6emqVMdx9auP+/LXE8VsWyUN7kzvh7HzrdpPbqx6m5nxtt493IbdzXEfuzGc7ZaexwTBAjMQkCSFyYQf2tfWMnKJUCAAAECBAgQIECAAIGUGBAgQOAwgab3Rs1h+biawNkEmruRuu3dy8lscl5t0y0ntL7Nh1Y+6pQvTe/+/H8qVYuXabF4I73zTd/UHqtyg7vqOngrdzzajZsfHejpxVDz9JS+YVP7fxWpkj8ECBAgMGWBxw3gKWcqNwIECBAgQIAAAQIECBAgQOA8AkYhMBGBKjeCIiaSzloa8WOzaHFErJ26iJdR/3iFxnPRxThZRP1djJNBPHmRQWz3zaDJrbnbt99NH//k16WPfc3Xpuuf9dX51k0j7PMe1Zg9Ig9x5o9ubRfNmQeeyHD9qE2kOGkQIECAwCwE/F00i2UaJkmzECBAgAABAgQIECBAgAABAuULzKXCeLNiF+PlvKlxNl42lzRzt/axvaS6V2s99ul7/bpJ19/wdenFN3x9evVRNHq7yN3W+DXVq5Ps3O/u23nR4SdzYbGuEXXeP3yAqd2RXdOmmFqe8iFAgACBSxLQAL6k1VYrge0CzhAgQIAAAQIECBAgQIAAgd4Funf9ddtNE0ZTKGLTOcdOFthjgPhxYcQel/ZwSax9tB1j6K6lFvuDRRO1R/Q/Y9TaRp6q2+bdFD3R+BqJ/UMj7n376mVKX/O16eobfk56s7pKqW36ZtV2m/KfvJ8/pxR15oiaI9rX7YnU3lOls/+JOrvZzz744APGExrVxHYZVdOkiHTfEB48KRMSIECAAIFWIP8N3259IkCAAIGLFVA4AQIECBAgQIAAAQIEpicQ7wzsYnrZyahXgdx4jLWPZmEbvU62YfBmw7EeDu2aJhMcP2O1SG/8rE+mN3/W1+Qxqhy5Sdk2f/M2ReRDe33ka9v79rr4oItifSPCIOKgmydz8XwznwyhRAgQIECgNwEN4N5oDUyAAAECBGYgIEUCBAgQIECAAAECIwrEv/8ZMWIKpt4qED827GLrReWeiHfERqy+K3YW1S5SUzfp5Vd+fVp82SdTfZObuPc1PNewjGtnUeTkk4x3cHcxmWQlQoAAAQIXJRD/FXdRBSuWAAECBAgQIEBgKeAzAQIECBAgQIDAvgLxLsp9r3Xd7AR2Le9zPdMTiu1l2qZOdW74Vh//qpTe/sp0G79Quj6wsbsrsRPqHf7WJk8ZkTc+ThIIxU2xadCmiSs3nTn/sSHnOn/2w45oNgIELk9AA/jy1lzFBAgQIECAAAECBAgQIECAAIFBBba9Ey5+BWzEoMkcPFl0wyLix2jb4uBBJ3VDNFHuo27ad5DGu0gfosrHtkeKd8pui9yMnFSx98nkJlX8euOI3DJNsV2P+2v72akihYg8fLuft/GRD6X41dexf3DkR7VeNGlxlVu/OdL1Io+V1zQ35e7X+H7/NjXNbXqoPaV2PzzS6p86v9gV+fSeH1Hn0bXtOcfDZa1kfrkp9ziXT+31sen+OLa8uclN982x9G3uvFOVF2d5y6Cfw3xXdPlt29apyU/E9li9ryssjtW57oju2Dm2Tc4lxj4lzpGHMQjMTEC6FyoQ/9V6oaUrmwABAgQIECBAgAABApcooGYCBAgQIDCgwCF9tgHTKnmqrs0Y25F6jjPg9WD2tUjRnO1rbOMSIECAwP4Cywbw/te7kgABAgQIECBAgAABAgQIEJirgLwJTEogGjBdTCoxyRBYCrQd1OXukJ/baeNLY8hJ27ke3tXavizsU7wLtrCSdpYT9UbsvMhJAgQIEChWQAO42KXdvzBXEiBAgAABAgQIECBAgAABAuULTKfC6GxtipSG+9Ww09GQyZQFoiEaMXyO0QQeftaSZtxn3eKaiJLqVgsBAgQIEFgKaAAvHXwmcKkC6iZAgAABAgQIECBAgAABAgMKPG78RsP3IeJcSvFvAkcMmNQlTKXGJwK5xdrkH41GpJXt/XXjNAZzViniPg07hwlUsW7L7yXx7tfVSHmdu9cpLa85bPBpX93V1m2nna3sCBAgQKBvgfxfN31PYXwCBAgQmKaArAgQIECAAAECBAgQILCfwPn/HdHcfIkuxX0TJr/O+3V7bL+cXEXgbALx+MVg3Tb224hmYkT7YsafLi31vJArjeDN1edrUqxtbDdf4SgBAgQIEJizgAbwnFdP7gQIECBA4FgB9xEgQIAAAQIECBDYU2CxWKQq/69polESseeNOy+rUoq3/uZxd17mJIELFchfISn+/xARF0pwWtntO7tD8WGYzZbn+p72MM9U9ha5tIg0lYTkQYAAAQKDCiwGnc1kBAgQIECAAAECowtIgAABAgQIECBwsEBVpWgAtz3gg2/edsPj5sy2qxwn0JdAnR/oiPv/H4JHsi/qgcfdZyG7a7rtwCmeebrjqsgd4rQrzpyk4UYRMCkBApcroAF8uWuvcgIECBAgQIAAgcsTUDEBAgQIzFRg2Xxt7pqw8QP7AQvJTbLzzRZtii5SqpqqjbyXUu7CLfLrRS5vPdLKn6paNqNXDp19t6476zqb56iWb1jO6aVNcfYEhhowfk1uRPurcOPX4eaI1/vGUHn2Ps9d3a1DN1n82LSL7th5t/fPUh623Y/tSuTds33El3FV5Qf5bCMeN1DUme6+vqqqStWiOm6gbXc1ixg+f9027Wrmlb2/sonn+u7V8nvP4u77z93BmW4WOe8qf9/Mm0cfdaaNeHTw/kXcsE/c3zCJnSr/PXFqIqP+fXpq8u4ncJiAqy9cIP5+uHAC5RMgQIAAAQIECBAgQOASBNRIgACBqQhUa4nE6y7WTnk5kEA0ggaaakLTdI2gsVK6TPUBtC8N9tLqHeARMgUBAgTmL5CSBnAJq6gGAgQIECBAgAABAgQIECCwS8A5AmcQqKoqVVV1hpFiiBgnIvZ1L0Kh2OiWudgCL7mw+NFyxBQNPHhTXBU5ESBAgMBwAlP9G3o4gQueSekECBAgQIAAAQIECBAgQIBA+QLTqzAavpvisEwX5/7VsYdNX9jVZ26WxXDx63Yj2l/EOy2uqqpSk25zUvELgiPy7ggfwbRt2vYrJF/Q/srkbRc5vlkgu6W8wql99sZb383JDXM0npumalJESu3TlCde3eaXPggQIECgaAEN4KKXV3EEtgo4QYAAAQIECBAgQIAAAQIERhBYbUDE/moK669Xzz3sN02dIlLKXZ7cyEv+7BLYfa7JPxqMaH9JYN5vt90tmxpn+Zq4vovu0tXtRJu+9ynm/BaLJtW3uQGcH6E43jRNfqa2R1zTR+T+XGojD95t8+6yXZdz2+8rIu7oNx58cuO8Xo1sVucYyW9j1Xl9U9v4fTj7kP/zuW669mGk6e8tG7+RZzw9z0V+yOL76M6IsQQBAgQIzFEg/1fbHNOWMwECBAgcL+BOAgQIECBAgAABAgQIjC2QGxPR8WpbXZFLft3uxzZeb4/ca8rNupSqKpoXyZ8hBZ5fnpVsooHcxcrhCexWVW5its9bzq9tGE4gqQ0pBHfOsM10w+k9Dp35kkjozEP2Nly7rpFwRG+zTHbgeG665B6awt2R1W18H90Wq9cdtl9VMeZh97iaAAECBM4roAF8Xk+jESBAgACBaQvIjgABAgQIECBAgMAkBHJzILoSKW8nkc9xSUQPO+K4u901rkA8e/lHo/Fu5nETmf/srWG2nFIlbU6xxhFDJTYhgyh7qLJX5mnufkND9H8jVk7ZJUCAAIGBBSb0t9LAlZuOAAECBAgQIHBhAsolQIAAAQIECExLYKQOxbQQ5pXNc0v23PmJVBvvIp9IKqmZUjJTQZllHt3D320HLGLTlCO98Tke54iq0nYY8AnYOJWDBAgQ8J3YM0CAAAECBAgQIECgfAEVEiBAYHSBOv9EeFeMnqAEBhKITkUXMWW3v7qN49OKJv6d0xxpLaJ5twqGzXQAABAASURBVE9Mq5qVbOLX5Ea0/2Zq/NLYiO78ph8b5vNxfRfdpfev8/nuWPvvCccYEfcHx9+5e2fo4oAG1T5rfOw1VRXP/pKlqqpULe6iqpYHJ/E5r2HrtiWZWP/2Gdp8ftUm/h7YfNWZjrZ55nzPNFwMs5r/4/0qN/C7SHk//o3huOO888eIuyK+6ur8uLS/VOHuwkXKB9aiyc/U07i7wYYAgZIE1EKgFVi0n30iQIAAAQIECBAgQIAAgUIFlEWAAIGpCURjYjWneN3F6nH7wwmM9HbB4Qp8NFPTldttH50d9kU0FFPOI/fmhp34kNlyfodcPvq1c8u3N7Du++q2bW8TG5gAAQIERhN4mFgD+MHCHgECBAgQIECAAAECBAgQKEtANQQmK7DakDgsyaqqUlVVh93U09VVbjRFHD98/Ggu4vgRRr0zliFi1CSOnTwSD/vYHjvG6fdFA7iu6/xMRy6Px4vM4mhsH5/x6nmBkOvi+avPckX77uOzjDSBQfI3t/h/JrSxfzpVVeVnudr/BlcSIECAQG8C8bdgb4MbeJoCsiJAgAABAgQIECBAgAABAgTKF5hGhatNhPX9aWR4fBZ1aqplHD/GVO58rmFT50Qj8ubRRxyLeHRwJi/ieYzcYztuyk1qctPsIYduNbrtwxl7kxbI3w/Gza/J069Gfnnwx+r9q/sHD+QGAgQIEBhZQAN45AUwPYGBBUxHgAABAgQIECBAgAABAgQGElhtHuzaHyidI6aJd/e2ke+NZlzsp/bfOo3Gbz74zEeTb3oUaZFbfQ/xzO2nnN7v3njHYkTOK91Hd2s0R7v9bhvHVqM7PqNt26SLGvIzWY2bd2QR0T4jOZXY5k374Ye2LcPEP8XqrUak272O/Z4jnuUu2u9L+ZnO32HSozgkh/X7V++Nc6uvn9+vUpUWVZX8IUCAAIFxBPy3xDjuZiVAgMAIAqYkQIAAAQIECBAgQIAAgVMEHrcyogm8jFPGnPa9zzWznjs/5eqioZXzjwbaBNKMbM6XhpHGEcjP0zgTn3nWeBq7iKG7/djGa0GAAAECcxDQAJ7DKsmRAAECBAicKuB+AgQIECBAgAABAgQmLBA/oouYWoqRU8TU8jpHPtHOz7W174A+x3jGIDARgZPTiK+NLo4frFpUKeL4EdxJgAABAqcI5P/KOeV29xIgQIAAAQIECExdQH4ECBAgQIAAgfkKxDvONsU4FUUm48xs1tIFqikXuCu5XeemXJPcnhGwsM8ATfa0xAgQINAJaAB3ErYECBAgQIAAAQIEyhNQEQECBAjMVKBpmrQa8ywjGgj7xLbqot26jKa5zR6bok51tto2wqnH499kjUjtv69Zp2bl1wVXzSJ1sW2eKqe/jLtr84WrIvnl3Uf86tiIu5dDbaKeiLv6lnV2ky+6nbyN/V2RL5nLR163lKKWavSMI4uI/BBn+vyw1PnrPked4zY/17Ft8v6piVZVlRY5Vr+nrO6nZ//kZzOek03RPjvPDnB/wSKXufyaikP9rMF9bdnuHH6R6SQjnuUu0iJ/j0yPIqVDfeP6LlL+0+2vbvNhH4MKxNduxKCTmmyuAvIm8Eig/W+MR0e8IECAAAECBAgQIECAAIECBJRAgACBKQisNg427Z+SY+4knXK7e1cELtTyQsteWXi7BNYE4vv06qF43cXqcfsECBAgMC2Bp9loAD81cYQAAQIECBAgQIAAAQIECMxbQPYEJiKwfPfrRJIZJY340VvEKJOfYdLIPeIMQ01uiGhqRW2xnVZykVH7tTOttGRzMQLtE5irjW3e7PkRz+yel7qMAAECBAYQiP/KGWAaU0xBQA4ECBAgQIAAAQIECBAgQIBA+QJzqTB+DWwXx+V8WHPioDnaoet8Sxd5t+iPtuANFZZcf7z9N+qL7YbSRz60bUVGTmsW01dVleLXQM8i2ckm6Qmc7NJIjAABAnsKaADvCeUyAjMXkD4BAgQIECBAgAABAgQIEOhdIN4BthqbJty/6RsNiC7iR1jrEec2zXDisfh3Tg/8d00fZlzP8eHMQHuHTdPkfCNS3t5HN0Q0R7v9grb365sbvz09QqdoRUoRp4xx6L3RLN0Vh4439vWLRZXqutDndxU3nuUu2u9ZUXMX+flOEas3nHd/9Xt97MfosV30O21MIwgQIEBgD4H4r7s9LnMJAQIECMxXQOYECBAgQIAAAQIECBCYnkCdu1xdbM8uX5Qitl/R25lorLQNlEvuZnTNpN6URxw41jXX167ziGmcdWqDLQUq7wBuv3ctNXwmQIAAgcsU0AC+zHVXNQECBAhcioA6CRAgQIAAAQIECIwoEO8EizhXCvHusnON9ew47Ttjo/kc8ezVmy+IMSI2n53B0fjRYcQMUj04xVjXXNtE1yey6+Lg0txwmQIjV33O7/Ujl2J6AgQIFCGQ/yuniDoUQYAAAQIECBAgsCbgJQECBAgQIEBg/gLxLs2I+VeiAgIEhhOoons+3HQTnOniASa4Jv2mZHQCBAisC2gAr4t4TYAAAQIECBAgQGD+AiogQIAAAQKDCsQ7cyPWJ33+Vzyv37H6uklV00Wd9+t8sm63i/bfu2zy6x4+2neEHvYjs6apUpOLbeomb1eiuU3NXpHvaZ6Ps1cbv/44ovWs8/ARedN+HGbQ3jKHT/frO36DLLQj8uOT8uPT/tLeeKq7mAPn5HK86/xWVf6abEWHz3D131NOfeYQz3IX9/+Gd3zdRsTzHZHy98zdkY78E89tRHd7PMPdfvx90EV3bKrb1fWK/anlWee/GyIit3PE1OqTz1kEDEJgo0D8bbDxhIMECBAgQIAAAQIECBAgMEcBORMgQOACBKJD1mtj5UDDNp8D75nU5bMv4DjNCy37OKz53BVNspSWzc/kDwECBAgQKFpge3EawNttnCFAgAABAgQIECBAgAABAvMSkC2BSQlEd62LzYnFvxkZsfns06PDtnRitvjRWcTTXC7jSNQeUWK13frGtsT61HTpAt1vUOjLYS7v8O2rfuMSIEBg6gKl/hfc1N0Hzc9kBAgQIECAAAECBAgQIECAQPkC06mwa/qub9cyjNNrh557eX9L3z27dvyYLX5Bb8Rzmc39fFvwhiKi9ogNp2Z/qFvf2E6vmMiqi+llJ6PpC3RPT7cdNuP41dBdDDuz2QgQIECgE9AA7iRsCZQpoCoCBAgQIECAAAECBAgQIDCgQNdsWG67BsBy26TYdsns80OpuH414t543WtL8v7fxI3ZZhPHJdrkVYhIeXsf3VC9KneTDL+9X9/8jG7rew+UVace76SMd8J36eTM2q+VeNZjf6B0ipumrptUN5cjGM/R8l2/dYrt4wU93WE5fspjLyNt+BPPbH33IJ8+44YJHCJAgACBvQXivzP2vtiFBAgQIDAnAbkSIECAAAECBAgQIEBgLIH8o//oFqS8bVOIbRftgaM+RXPhqBuPualtFJ6e8zFTT+eeOqcSkTfFfcTa5tradZ5mcZFhPPOx3Z2hswQ6ge5piW1EHI9tF/G6/+hmy19h938L9D+rGQgQIEBgVUADeFXDPgECBAgQKEVAHQQIECBAgAABAgRGFahSis5VytsdeUSPOGLHJY9OHXLtoxuPedG+MzbyjzhmAPdMWyDWNf9otF3naWcqOwI7BbaczE93+77+Lad7PRxfXRGRQ2x7nczgBAgQILBRIL4HbzzhIAECBAgQIECAwDwFZE2AAAECBAgQmIaAH/tPYx1kQYBA6QKbv9tuPno+i+59vuvb5Qx9z76cxWcCBAgQ2CagAbxNxnECBAgQIECAAAEC8xOQMQECBEYTiH9ncVeMlthMJm6aJq3GTNLekGb8yL+LON3tL7d1VaX4laDxTt6IuGJTNE3derQX5xvi2oi4NrYPP9DKjYdz/wrf9h2hDzPEnKVHVVWpqnKk6lGpzdpzue31o5um/uJ+fR/XOvW0x8xv27p3x8fM7cnc+ZmtquXaVtVy++SaUg7k7311uk2L+EbZ3Oaq8jfL/Hn5UaXb/O0xIpPk76cpR5Mjvrc+jlTn+3bFcsD2lzrEL3ZYRh48PY34t4fbfCKnu/tsCBDoTcDABHYKXNZ/ze6kcJIAAQIECBAgQIAAAQJzFpA7AQIEpiKw3nSJ112cKcfoO7RD3e+0r872qadhz5afgc4jYJ3P42iU8QU8y+OvgQwIECAwqMDzk2kAP2/kCgIECBAgQIAAAQIECBAgMG0B2RGYnMBqw/d8nYkYdbhSY7b40VnEcLNOa6aoPWJaWZ0nm259Y3ueEc89SmQW73iP7bnHNh6BPgXa5zZ/649tn/MYmwABAgS2C5T6X3DbK76gM0olQIAAAQIECBAgQIAAAQIEyheYXoX5p/4bfjXo/nnG/XF1bOu8E5E3+SOO5E1a+03F6ex/2o5bzBZzR5x9hmkO2NY9zdTOn1W3vrE9/+hnGTGndlFLchY0gywF+npy8kN5//19OdOmz8tfE51SbDedd4wAAQIE+hfQAO7f2AwExhAwJwECBAgQIECAAAECBAgQGEFgtTkQ+6sprL9ePdftxzUR0XRt2uZBNBC6iKtiP87Gfi9RxegRvYx+7kFPGy9qXY20WnehPzaMets683PWV49sz1UJ7Yj2mc655IzaO/NuindOxrY94BOBTQJN/hqNSHn7JM7/9FRNk5/Lh3iaUpW/Z1f5q2uZT/P0AkcIECBAYECB+G484HSmIkCAAIH+BcxAgAABAgQIECBAgACBsQXyj/6jg5Xytk0ltl20B/b41F0f2+Xl0Shb7g3wuW0UxtwRA8xnioEFYl1z+7Vd54Gn3mO6/dp3ewzkkvIF4lEetMo84aPv76uTL5/cfEX73T9/hbXb1SvsEyBAgMAwAhrAwzibhQABAgQIDCNgFgIECBAgQIAAAQLFCEQjoYsRimrfWTfi/COUfFlTxtrmH42263xZlZ+72qZp0q4493zGuxPYuYkWbLRf9424fueAT07mr572fcdPTuQD8dUVEdfENh/yQYAAAQIDC8T34IGnNB0BAgQIECBAgEAfAsYkQIAAAQIECAwvEE2D1VjPwI/+10W83i7QNhG3n76oM/FVdVEFK/bMAoc+Qbuuj3MR+6T4cJ3v/vt4HX+NOwkQIPCcgAbwc0LOEyBAgAABAgQIEJi+gAwJECBAgMAIAvGD/k0RqeQf/bfvrMzbtB5x/nHEbxNdRpWqJmKRt+k+0pB/2rwXO2dsG5Ur73rcefGUT0atOZq6SvdxX9dtapo6R6zx7iKa+3t2vxP0uetilvaaOsaJVz1Erje171usehj8sCHjKYuoMvEiR5dR3k35yyDF9rARXb1JoMmYzeozfub91D5PsZLbYlNWfR2Lpybe9XvM+HFfFzHO3Rh1PlbH94OIvB/f07Npnbf13SXLTZO/ZzdZo84vu2jy/vk+8neG8w22ZaT2e1CTZ7qLLZfN9vDc6qvzOuyK2S7EaYm7m8BeAvGmby+wAAAGk0lEQVS30l4XuogAAQIECBAgQIAAAQIEpiggJwIECExdoMoJdpF3n/2Ia+Oibhv7A8d5exYDJz/f6aIxMWjX0zrP92E5JPOLWudzFbs6zup+B7/v9+dN93Zj2BIgQIDA4QL736EBvL+VKwkQIECAAAECBAgQIECAwLQEZEOgaIFoMMSPriLGKHTs+ceo+ZLm7NY3ttOqOzKKdwXHdlqZyWY+AiuN1/ZhqlOqNsXKdel8f9op89CxPd+oRiJAgACBQwTG+i/oQ3J07YECLidAgAABAgQIECBAgAABAgTKFyi3wtw1aIuLbW5YpIj2wHCf2s7biPMPV+kFz9Stb2ynx9A+gtNLS0ZTFHjuYYlHfFdsrSm+90ZsvWDriSbn1MXWi5wgQIAAgV4FNIB75TU4gcEFTEiAAAECBAgQIECAAAECBAYSyD/hT/vEIel0XYpoOsT+Ifee6dp4l9wYTefD0j/P1VFrRFtvNm/3u6Hjx4axvt3rQrZtjbnW+F3TEywvUoooRFsZfQrEsxzRff22227C1afoKh+83hJxLp9qP+Jrvt3Jn477/htN3/jqygPEV1hsBAECBAiMJLD6XX2kFExLgAABAucRMAoBAgQIECBAgAABAgSGFogmw644IZ/43aFdnDDM0be2jZVogkQcPcpMbtxSYxyOmEkVh6UZheVWVbvOh905/tUyILCvQHx/fu7auCZi5br2e298fcTXycrxPXejERxR52GPG2HzRFWq0mJRJX8IECBA4HkBDeDnjVxBgAABAgSmLyBDAgQIECBAgAABAiUKRAchYozamvixWTQaIsZIYApzRu0RU8jl3DlEXXmN23U+99injxfZdXH6aEYoSmDvYvLznRumz1++60k7rn173F3PZ9pdUdd1apq+Z+lmsyVAgMA8BeJvgXlmLmsCBAgQIECAAIFWwCcCBAgQIECAwHwF4gf4q7FSSRxeeWm3T4FoAG0af9vxTdc6RmCiAh7jIxamQ+u2RwzRxy1VlapqcdHN3z5YjUmAQJkCGsBlrquqCBAgQIAAAQIELkNAlQQIECAwU4F459JqzLSMZ9Nuf4voSiN3kffjh1Hxpt4mn7yP5jb/QL+L+m7c6m6bUr70UcQY3bEYM53zT/uO0JjhnINOdKyoNUdVXaUqR8r7q1FVVapys2XI7Ks8WTwfedPPR9SYYn1jpn6m2HfUeNIjot7uV+XmL5H2306N7b7jzOm6qLO6L+5+53wl5Gc2vrfGgE38m7jtr/jOyrHtKZpH37+672N5WzepiWjyto061XkbuZ0rFiv1Ph0z1x0GG2PVPva7a+9GiYcyvlZie3doEps7v6oa7us3nqdtESZxLraCwAACpiBwkED8185BN7iYAAECBAgQIECAAAECBKYgIAcCBAhcsED0K/osv+/x+8zd2PsLWOf9rWZ5pQXevmyrNqv72+9whgABAgTGFDh8bg3gw83cQYAAAQIECBAgQIAAAQIExhUwO4GJCMQ7+SL6Syd+dBXR3wzbR453mMXcEduvcmauAt36xnauNch70gLxaEVMOknJESBAgECpAv4LtqCVVQoBAgQIECBAgAABAgQIECBQvsBcKozfHNrF8Tmv/VrS4wc67M62aRPvihtp/sOydfVRAt36xvaoAXq9KbLqoteJih08vnbPVVyMFXHoeHFPxKH3nfn6+H/pRDwZNnKLeHLCAQIECBAoQEADuIBFVAKBlBIEAgQIECBAgAABAgQIECDQu0D0EFZj04T7N32jy9pF/Iiqi27UaH91+wNu498Jbf/NzAHn3H+q814Zte6K8842jdGi3nZ98/MVj9+IWXVPfHxNLVbSybup+zqK/RFTnOHU0dCM2JR6iHfHN13z3Pm4ZzW6sbrtc/d3151p2+T5IlLe3kc39uqTE/s54tm/j/y6u9SWAAECBIoUiL8diixMUQQIELgcAZUSIECAAAECBAgQIEBgegJ1bq51sT27fFGK2HBFdMXaZsVIjYqYu2sUbkjPobkLxHOVm3ntOk+zlsiwbQTfp2dnb4GzrGt+PtrvAXvPuuXCc42zZfhNh++/f8bcmy7IT1cYxXWbTjtGgAABArMX0ACe/RIqgAABAgQuWkDxBAgQIECAAAECBEYUiHctRvSbQm5U9DvBM6OPPf8z6TlNgMBlCPRSpe9vvbAalAABAhMQ0ACewCJIgQABAgQIECBwjIB7CBAgQIAAAQIECBAgQIAAgfIFVEiAAIFDBf5/AAAA//+CtVf6AAAABklEQVQDACm4dlZbeA7DAAAAAElFTkSuQmC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22375" y="-27305"/>
            <a:ext cx="17556480" cy="98755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688051" y="141666"/>
            <a:ext cx="6693408" cy="9326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altLang="ru-RU" sz="3200" dirty="0"/>
              <a:t> </a:t>
            </a:r>
            <a:r>
              <a:rPr lang="en-US" altLang="en-US" sz="4000" b="1" dirty="0">
                <a:solidFill>
                  <a:schemeClr val="accent2"/>
                </a:solidFill>
              </a:rPr>
              <a:t>Архитектура</a:t>
            </a:r>
            <a:r>
              <a:rPr lang="en-US" altLang="ru-RU" sz="4000" b="1" dirty="0">
                <a:solidFill>
                  <a:schemeClr val="accent2"/>
                </a:solidFill>
              </a:rPr>
              <a:t> – </a:t>
            </a:r>
            <a:r>
              <a:rPr lang="en-US" altLang="en-US" sz="4000" b="1" dirty="0">
                <a:solidFill>
                  <a:schemeClr val="accent2"/>
                </a:solidFill>
              </a:rPr>
              <a:t>общая</a:t>
            </a:r>
            <a:r>
              <a:rPr lang="en-US" altLang="ru-RU" sz="4000" b="1" dirty="0">
                <a:solidFill>
                  <a:schemeClr val="accent2"/>
                </a:solidFill>
              </a:rPr>
              <a:t> </a:t>
            </a:r>
            <a:r>
              <a:rPr lang="en-US" altLang="en-US" sz="4000" b="1" dirty="0">
                <a:solidFill>
                  <a:schemeClr val="accent2"/>
                </a:solidFill>
              </a:rPr>
              <a:t>схема</a:t>
            </a:r>
            <a:endParaRPr lang="en-US" altLang="en-US" sz="4000" b="1" dirty="0">
              <a:solidFill>
                <a:schemeClr val="accent2"/>
              </a:solidFill>
            </a:endParaRPr>
          </a:p>
        </p:txBody>
      </p:sp>
      <p:sp>
        <p:nvSpPr>
          <p:cNvPr id="5" name="Text 1"/>
          <p:cNvSpPr/>
          <p:nvPr/>
        </p:nvSpPr>
        <p:spPr>
          <a:xfrm>
            <a:off x="8688070" y="1214120"/>
            <a:ext cx="7497445" cy="28257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ru-RU" altLang="en-US" sz="3500" dirty="0"/>
              <a:t>Разберем по файлам...</a:t>
            </a:r>
            <a:endParaRPr lang="ru-RU" altLang="en-US" sz="3500" dirty="0"/>
          </a:p>
        </p:txBody>
      </p:sp>
      <p:pic>
        <p:nvPicPr>
          <p:cNvPr id="6" name="Image 2" descr="C:/Users/aleks/Downloads/2026-04-17 15_08_19-WPS Office.png2026-04-17 15_08_19-WPS Office"/>
          <p:cNvPicPr>
            <a:picLocks noChangeAspect="1"/>
          </p:cNvPicPr>
          <p:nvPr/>
        </p:nvPicPr>
        <p:blipFill>
          <a:blip r:embed="rId3"/>
          <a:srcRect t="11246" b="11246"/>
          <a:stretch>
            <a:fillRect/>
          </a:stretch>
        </p:blipFill>
        <p:spPr>
          <a:xfrm>
            <a:off x="0" y="0"/>
            <a:ext cx="7836408" cy="98480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torage.yandexcloud.net/prs-editor/themes/light-orange/list.webp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  <p:pic>
        <p:nvPicPr>
          <p:cNvPr id="3" name="Image 1" descr="data:image/png;base64,iVBORw0KGgoAAAANSUhEUgAAB4AAAAQ4CAYAAADo08FDAAAQAElEQVR4Aez9aax1b5/XBf6utc/9n56pJqgqimqLhhBsuuhYmC5R0gIGTSMdsEMiTbf2K14QuuVNt0ZNJNEQ34jGGCUap6AmKjhQakQQRIlQYjGUIIVgFVVFPcVTz/Sfh/u+z1nL7/da+9p77b3Xntfawzqf/azvvubf8FnrnFTq91/nrr75136o2aV3f/w/a3bpGz/+nzcf/rU/1Lz7E/9Z8/qj95pPP3h/rnfV7tJh+16+/17z0cc/13z6/leaD/76H2+++eN/ZKF3f+KPyu8fbd7/yf+6V+9p/t2F/njz7k929Sc0/hPNez/13+zRf6v1rv5E882f/NPN137mf2g+e//D5rMP3l3oU/U/kT7+8N2myGPP75P3+cxHH+nsR19vXn34YfPNL/9o896X/8cVffCzP9IMqQ//5p9v+vS+5q33/uZfbN79uT/XvP+1H2s+ee8byvl93Vdr1709ZM023m8++0g2P/yw+fj9rzXvfuMvNx995S83H0sf/dxfboo+VP+Dn/srzar+qsZ/tfnwa//LTn309b/aZH3tf20+WtFPaGytzXv/136i+eCrP9N89u43m1fvv5vVvc/u77uf3mOt7nPOH2Z+n33wjeaDr/+N5oNv/FTWR2p3Sns/WtGXldeXm4+/MYw+e++r+hn7qp7lrzWffih98G6zGft87sNvNJ8Wbeyb7+nMf/LBN5uP9Ox89N7Xmg/f/bnmw/e+stAn7/2cnqtD9DXt6+jdbzSfWLL5yYn69P2vK+evK+dvSO82zvcTxf1x/vl9v/n4w/cbjz1/qj5+/5t6tm9Hp+bBuXfz8wEHOPAM8AzwDPAM8AzwDNz5M8D/TaP/e597yM8xzwDPAM8AzwDPAM8AzwDPAM8Az8BzeAaquPlPUoSWmkiRUiuPxlca38VVPUw9v6vCxTkEIAABCEAAAhCAAAQgAAEIQOBGCBAGBCAAAQhAAAIQgAAEIPCcCNx+AbhRkdIKh6r+/O6k1Parqm3n07lp9G2pOeNa9bdiaNPlyrIH3pIUhFuPj5HPHbP/tL3KL3M97TSnBiBwysMxgNuFibM6fn6kE234GbdOPD76MceWNbonHEAAAhCAAAQgAAEIQAACEIAABEYmgHkIQAACEIAABCAAgWdH4PQKzl5U+6pbtSxYavZeS1uVCr99RV+bUL011uX5iOX5WHzs21pMdDp9+8uyz0hJkrfir6wuWi3ssrLYd5WOIlN8V3G9cGp+1mLiyI7PWkceW2z3WWsx0dsxJqt3ccuk9xf1b7Hf3TtWz+l+rU5oZBuWumNcfS67fhx+d7yn32eub26PmeWyf/6s5czAvVq/NeqBbd6WOaKBAAQgAAEIQAACEIAABCAAAQhAYPoEyBACEIAABCAAgedJYOQCsM13NYfsws3B1R9vlBrbmZ9X4yKwpW6+XI8qyhP5jWGfsXQ+j9uVUOG29Jat9xV5/3Klv6fikPPQYtevT57y5mA+J1s+qyYeZN5yfxgpNzPMsrdhrG63In+Zebed7zY3h2DNpzab7jn3O5t9fvPA6kzOU+dKm2OZbzngfKWbqtPxehbxSnqtwaM0t6DiYGwo9NGx8IvVWRqvXrqpYWk2PerLu9X0XSXu3Dr3jvPYca7PVu+cbRbZ9roUpzkVlbhtyzG5PVQK157swa2fcbe7j3t3Rwa6OKDYFv3TOrWeh6JGfcuWHFdSrskdTyAITJMAWUEAAhCAAAQgAAEIQAACEIAABCAwfQJkCAEIQAACz5iAKyxXSr+OcHEphv+4VlTUb73RtPyfUkhz9UoFopirVqEo+5LFcmmqdI9rHdb6ib659T2HjIeyc4ivg/aYv7V982rIa1T97Fjbj+9e8Vlr966TVx37+nOxMLbwuzv/xf71jp9B23B7yjO8sGem1mJi9I69Wcc7Wj9ldtbxlvadaD3Jthnv28w6BCAAgbsjQMAQgAAEIAABCEAAAhCAAAQgAAEITJ8AGUIAAs+dwBULwOOid23M2u3FZbrdOzZWXdULY7PaUtHGHk14xVL3qCub1wlHlvunGNH5/Zfjt/bvHHOH0/N9ciRunbOl8lsubZrDmP732XZM+W1gBeJ+Ny5N7Tu+fd1Jbl89cOWsCA70sW2b75i1bf2+51NThXXfWRA9BCAAAQhAYI0AQwhAAAIQgAAEIAABCEAAAhCAAASmT4AMISAClXSXl0tfXZ2WhMuPPlla949R55y6jueY0/v2DmdPwe1zdvT6QDZzkqu28tRGPP2zG9tubWI1tbXodi6u7e0Oy7nSdtduu++7aB0f5WmnjvfDCQhAAAIQgAAEIDBNAmQFAQhAAAIQgAAEIAABCEAAAhCAwPQJlAzPLgCnVEVKKZqmziqGl60LN35v0prPNlVE0Xxqa5P/DKtslFYbNYo+aSlfyYu5Fzm2lNJaW2k8k6qI/DZvauPRqL06BtqJvDelpNbnZprV2c5bnD7hYdKKpeZGrtU4l0H5fljLmeN6zlK2tx6y7XXNN+vep7lizr+MG42t+c4Q8Cw9ZpGq1CrNNN0qZKdXsf6plxPdM8vZlZ7/tLdP+O3ftLKyOsj3XVNu1YT3Jg2yNJH8p8L97Foa58v+c8e7c2fzy/ttZLHiaOYDP2i24TZ7nM+f0KSUIqWkn10FrfNN07bqzi/dY/uaj5aN47GWM1t7ST9eWvRuW3fYbjW14/Jua75lhYVi0nMSWfP1oxvZzoznre9TsdGbb1mkhQAEIAABCEAAAhCAwN0RIGAIQAACEIAABCAAAQhAAAIQeGYEXEkZKOUkO5aalWt/qWdle++g2Cht76YrTPble4UwdrnsRbbrQHftgvlti9MhWN2wLtxfqT0e4NvhZm3LKdvwjtzZ8bXTwI5zAy4NFEKfmb65ASPHFAQgAAEIQAACEIAABCAAAQgECCAAAQhAAAIQgAAEIACB50jg/AKwX+fzm3i5PaSodSxmv6HnUlFpDzvvop112O5Ddzk/yW8IWqH+oUfvbp8fjfHz8xu2lj25vTVMjitLj6Db4eIb1tpRcd3AZv+6sG4glP4Q/PNt9a8yCwEIQAACEIAABCAAAQhAAAIQuH0CRAgBCEAAAhCAAAQg8GwJuMp3cvKqiUWTUv7jqbXaJte0VKhtZ2TXfTVnXLZZq5KbW9vJPtwZT/aVc9twMZ8tfzo2PN7YdPcTtQrbmYFZW4uMlK9zH/D+1rJv2Z/bhasb6zg+ZX9jUQ0XjvMbztoELPk5tyaQynoKjCEAAQhAAAIQgAAEIAABCEAAAhCYPgEyhAAEIAABCEDgeRM4qwBsdE0u/Fbhtg63dYQLJwvFWR8XBRtZyK2Khe5rOMBlS5biDbWKV9/uSXKkq9eJ9kUpgOZ+7677m2wqZdUqVACO+cdM5t15I17Oe6H59JGN7VrlmPuNmOvK3kurm1G2XLT128j+4XhUII/uXNT7+M7MevEzpRztscy5P33ppuqZjyL97lrk7Gd7MaADgUkRIBkIQAACEIAABCAAAQhAAAIQgAAEpk+ADCEAAQhAAALdqsdpNFQOVOGwLYk2yWW8MlPsaXxiQWVhzUVmmXPBSs0w17zo1Rqzp3lP8x5ZnnFrud/KI+W0yLqdndK3C4HOp1EptlHHUhMuirZ32vl7xlL/xPvr0/Zl+d669ZxugTy7N1cJYD68ZJNjkX/HZl3Sd6xSiCE/Smlhzn3dxWvV2hdx3FbHRKzbiopoIAABCJxOgJMQgAAEIAABCEAAAhCAAAQgAAEITJ8AGUIAAhBoCVRtc/q3DRSlXCEro9KebtvFt6qpVHhMkebt6daOPCl/0VsfTzJUcnNfw0lelZinXIJMyi+5Sqg2MpNKvSJ1B7zsx7LJpK+Fl4V/TV7hckyW47mIez9/+edpfG+F8/ie7seD0Vv3EzGRQgACEIAABHYQYAkCEIAABCAAAQhAAAIQgAAEIACB6RMgQwh0CIxXz3LBzuo4O73rEpVPl9b9M1TMlPZkU2cbONnzsAd78pjfOxc9vZo1n8u+3bfyYISvMW0fEa7fenbuRxwZYOv4Hvs89M0NkMzdmbiRR+/uuBEwBCAAAQhAAAK3SYCoIAABCEAAAhCAAAQgAAEIQAACEJg+gfUMNwrAqUrR1fqBlLTeVdNEamqpiSpqtTLptxfLQfetMj6y9Zu/qUnhN4HdpiaWb6VGREpVpGpNmgvlYeloZEW0bVLrfqRopNDZVinbqVIVM8nTamSiytKR9sq5VOpLNqyer6Qvx9aotdQMclUpyf9SceQnVSl2KZxPJ49iPvleilAeK6Ekud+E85Y8sPL5zthzE5D/JHU9z8O5p3m/zM2HxzX5T2VvYVU45rZ4i0ipirRDseeT+u5/SrqLKWaR9PMaWaGP83TBW93JX/5d1SpEwWrvrB/zRnSs8L0IPhCAAAQgAAEIQAACELhbAgQOAQhAAAIQgAAEIAABCEAAAs+UQHVO3ikfdsnEndK2s54ZQraWcokm9J2ifJa9MrOr1W5du3acttYxqvQ7o9PMDX5qPaJjHSipzpFzrXVM3U3XOWd1UHS6d5MHgW4hsO1mbpvfYoZpCEAAAhCAAAQgAAEIQAACt0WAaCAAAQhAAAIQgAAEIACB50zg9AKw346TUvhduTq/M5eaRixdLrPZIk2dcaUmRasqtzZlL5b7+1VpS5K6V3fsflF3T1/f+2RPeYelkrTfmEwKxit9J46d85unSjlKK9PHmpjvd5znR+X8LOcYyjd0p1cVz+KTlKU5qAnfn9Pviy0cIt2/zPqQvQfu2bGtvb87Ngy8ZH/WdrOXzX97HKxAAAIQgAAEIAABCEAAAhCAAATujADhQgACEIAABCAAAQg8ewKushwGwRUva+tuL1pbN5y4YJtWrfNNWxjNvfZPOeeapMbhLUUeF3mu9BebFxPzjst78+5ak4t9Wi7t2nIeajm35csui8rcwa0PzjfbrjUfHtHoVMfOEQc3tpa83W4sTnTiNnL1825dBvLYOeuJ3Eikb25j09gTNxHE2Em29vmGAAQgAAEIQAACEIAABCAAAQhAYPoEyBACEIAABCAAAQiYwGEF4FxM9FbJb75aPn0J5X83VYWweetCld+OtdxfhuBKTlfLlWXP68phObG1J49hlQ3dfpnrtrbssVE5rixPHCHbeDF3lPtPOmyDavZfysv3Jcund5+wmyxtNUurnPCbmTl+rZU5r1teK3NTa3PO86RyX/kbf5GXNBVm4NbjweTneyF7HMzypiEFv8hv3vcmz/keuz+olI7c5PeZ3fbz0/Obd5R20Ag2jC2efa0ovPzfj6ib/xOR/vi8iiBwtwQIHAIQgAAEIAABCEAAAhCAAAQgAIHpEyBDCEAAAhCAwIKAqy2LwXmdXNo5z0TvaZVqXBhTObaRXKByocpbS+HGrcebckybs5HLPKHPtnUt+dKyvMtrhH267+lD5Jh8xu0h+8seuSzd49pjHR1oPeegoNya/YHH7nebRShO4AAAEABJREFUcnWeRX2JaEvf9IBzupmuQobarAFN95iyFz/bbnuWB50yO2tQowMbu/X4Bk4XcxCAwOQJkCAEIAABCEAAAhCAAAQgAAEIQAAC0ydAhhCAAARWCZxRAPbRSuWpSgVSK0WTxiidyE9ju2oXhdvVJPpHu/Z37bnfbyFUEavk20rzNpRtuCBtecOWo7aadN7tli2906UQtyhAHmtgYdX5W4uJozo5dsXvFN0cdfguN5uVpPt8SPi+LdYhe0/ak+OwB+skCzd9aPF8bYsyv8mu+7FtfeR5U7dGdoN5CEAAAhCAwLgEsA4BCEAAAhCAAAQgAAEIQAACEIDA9AmQIQR6COyvsOyo/u1Y6nF1zlQpxZT2HFunnLVfa/3sDgJa6juxbmGY8eU8DRMvVnYT4H7u5jP8qn5c/d86DG8YixCAAAQgAAEIQOBKBHALAQhAAAIQgAAEIAABCEAAAhCAwPQJbMuwSlWKrlY2uioSrhFbKysa+F3VOvyiYpHfWm3Ch9q1/Lasdp51+U1Av/lb2g1jSTOWmpXLMTRtbqmKtEUrRzoDv/VrtedSzPS/lGayF5FSE5VVxeLTzHuOREvhdj41cqMgfAM2vNSasdQccNmE5dirkszaOa95z9r0nQ7FLbrqpKH8zcDyfexTZ/cwXT/fC9njMGaPsdI0TVRpWN+pSpGqKlJSm9XtJ4VXzaWme/kNe6s7d0I/pdTx3ekrLpurtK7bHX6uraRJSw0XBCAAAQhAAAIQgAAE7pUAcUMAAhCAAAQgAAEIQAACEIDAMyfg6stACErZxOWUgUwuzBTbpV0s7OmcG8ux/tpwTjvVnj36+6AUj7bKgYsSuOgTc9HMcAYBCEAAAhCAAAQgAAEIQAAClySALwhAAAIQgAAEIAABCEAAAhFnF4DrSFHHgzSL5nxzPfckac5yqCn8FqqlyXy5b+XBCF+psc9Kftv2UBdJGy01XHdBoIrQvXao6ul+R1Zc5NP3pDgKa4AAdpqw70v42RkEixCAAAQgAAEIQAACEIAABCAAAQicS4DzEIAABCAAAQhAAAIQmBM4v/KTuq+g1nOzwzWN7NdSk/znphuVm5e2XbpajsboNeEqYJLvFI18H5ZfE6olzqWG60gCmZ9urlsTtwT/SCvHbpcXPWfHnjpvv5LcmpjiCes8D4vThlm0mLxex7V263oRPB/PZAoBCEAAAhCAAAQgAAEIQAACEIDA9AmQIQQgAAEIQAACEOgSOL8A3C1SjVBAq1V8dfG3tHbhf5vVcr+bzKB9G7eKUcXhYnDkqpWxWS7gtRtKL9fYNPA299tVvvcRMGrr9SzCMjsr10fFc9/549ddXO0q8u0trvL908Ax9CkG+chBTtDG/Dy5tezR7UDK5oovtU5u4XcgH3vM2KX/jfBMXCHs2c4yBCAwDAGsQAACEIAABCAAAQhAAAIQgAAEIDB9AmQIAQhAAAIQ2CDQrTqtLuai0epU/8glnbLS7Ze501uH4MKvVYrAp1s79WQdjYrcRbayrF85Qs9syisuerndXGVmhUAPJBcLzW9l36gDP7tWTzCj+rXx5RPlUVuJViyuiOvpy3ODfNlPUTHocelfoJ278/21LuARFxCAAASeKQHShgAEIAABCEAAAhCAAAQgAAEIQGD6BMgQAhCAQD+B/gJwroF5yeo/uDrrqs6he1dP7hplq00VlSqBqbQ64PkiDUe95DqyoopGCikpFqsd97tPmnb9zq26XAcSyMz0/Plpcv/AYwNss0ervWP2ndVjud3Rs3DQVD3fJV96jiK/iWuLSjrWP31z63tOHdunYjj1OOcgAAEIQAACELhdAkQGAQhAAAIQgAAEIAABCEAAAhCAwPQJkCEEdhBYVoBcayraceA6Sy5W2XPb+tvyzHVkUBF+K3mrf225boxbI7u9hTVQeSh+txSow7HGi2kk6zvNetEaL6tbtZyfsVsNjrggAAEIQAACEIDAGQQ4CgEIQAACEIAABCAAAQhAAAIQgMD0CezLsC0A5xqQu121R1NKkdJS7ezlvlNTRWpSVPM25VhjtE9KJddZpJipylu1Cn+ayEXf9FJzyRMLlbA86xjdLhZvsKOswiqh5ZiVhFCH/zSvW0sQypZR2qapo6nNNbJfc8uxVCmSNIrTbNTZd5Un85f9e8X5C0mOK/dTHI9Dz210FeVjy+67nb8VnNRP876XBpGCzlG77RqUryhqfaaUom48530i4LjdPVMye6aF4Y8bdTVP1WQ8tjzV1fCesQgBCEAAAhCAAAQgAIHRCGAYAhCAAAQgAAEIQAACEIAABCCQCajKk9ub/crFmVzACn23o0XdSjMx1sdVoA3b9u/Jslhazy1Vdi1nrtXb5/f2InURLkdttFYeTPGrJNe9B2Wu5NtdK3OntCfYWQ/lFLd3dMaErDsKmVAhAAEIQAACEIAABCAAAQh0CNCFAAQgAAEIQAACEIAABCCwJLCjAOxyiLXc3NezAb9JZy2Kd30bT5xLTcpvAKemym2o6NvE/N/j1VqM/knyUM3lfsh7KIqIJjWxrU6WIvKeuNWPeMZF+B0OoDBza+JuYxvgHL93HW6/f6dtFGWPYSz1fLNndJsHvJeynN/ytU87sQe3HZXcHMg5njsmb63r3xfWrcVFPBCAAAQgAAEIQAACEIAABCAAgbsjQMAQgAAEIAABCEAAAhBYI1CqUGvTHrryZrm/Kv+JYCvXp/q3rB44a2QHlgpn0az8Od7s/yzbhxwuvlv/7YlStPNaO9P99mxRd/5W+rWKir5/1q3EtB5HrQkzVKjqjXnZU1H2mJ352fLI8kRp3R9Pfq6s8Txcz/JlCB6Sn++tn33rkP33uoe4IQABCEAAAhCAAAQgAAEIQAACEJg+ATKEAAQgAAEIQAACfQTaAnCuOZUiWGk3t7tgYnVXfDS/Ian6jt/o87i7fnY/vy2pmOZtE1XUc7l/tv1iwFWhLCHxG5hlvtvm5LRev6nZJqJ5Q2175SV1NRvZjCbc19RtXMqpnnOL8auqceynPEOPwmvlEMVwYUfxR1eLhUM7Mqz8Y6HNc/m+bU5fbiYHkC7nb0xP/nm19NMaUmr009roCcwa0/F228br31/N9i2sQGAqBMgDAhCAAAQgAAEIQAACEIAABCAAgekTIEMIQAACEIDAVgKuirWLrjt1paKNCzft4uq3CylFqytjjOqIeSGpUUy5gOM4I8KFnCalaOZjTZ159Riy7yL5DzvN1Um7ygN3NuQVx+V2Y/HKEzkupep2byhKIEnepyNuBla/Vbu0BnbWY07Pl+9rkZL1M2YdxKfHIlM9BMS1Z/aiU+V5ctvVRYPAGQQgAIHRCeAAAhCAAAQgAAEIQAACEIAABCAAgekTIEMIQAACuwksC8Ddfa6O7HhT0ltdz7Hct/rLeF45VwoxV+LU5pjm9uzcysVYr83nh2781mnX76KfIeXReLkPnUzXnpjl3Lpzm/2kPUs5U+fdLZpunjlqxvfW99HSvXSTJSP2pmbLpfgz/S3LB0/vt+M4HJPfcD/Y7EEb7btvo+eL+tbvcc7PzTJu87SWM5ft5Xsql27VcEEAAhCAAASmQYAsIAABCEAAAhCAAAQgAAEIQAACEJg+ATKEwAEEXGVqt7k+U9TOHPWdqhR148LgUccO3NxXpjkj2AO9LrbZ1WIw7+Tq1Vj5zn0M1vTxO854Tjcf6YORF878Wto9P9ozQ+k5fosx9YR5+tToCY7u4PTcOQkBCEAAAhCAAAQmQIAUIAABCEAAAhCAAAQgAAEIQAACEJg+gUMzrFJKkZI1U7tUU6Ww/Kdwi4rRtKzVhbt+ibORDZdDPS77Bmkb16hTRGnLn+pdGLdXazFxVCcl5RxSqiIl+dl22v6ttXV7ds6Wl2whabCQJy+opPvWVTjmxlGtB6HI/aet16fn4zTPIfJbtmIjO0kK8/e5ovn+cxu5s+VIMmTfatrLPq121PlW/DqRUoqUtivm8XcOrnVbOyuTCsZv+1pJC5aa4S7nY4UcKYfIbde857vjS/TraJqnqPTzEDm2M33ahpSUihX5GaxktFWTKk25r6kRrnJXa928ouJGU6VLCwEIQAACEIAABCAAgSkQIAcIQAACEIAABCAAAQhAAAIQgMAKgbMrMLmuI5MpqWDcqNqj/vBXKdmU9lAPB+w/J2QXQXtCsdeinuULTN2rixS5WOjwfV8s9yerG0zwBkM6+fank09yEAIQgAAEIAABCEAAAhCAwJ0QIEwIQAACEIAABCAAAQhAAAKbBHYUgL1kbR7yTH47UsUiXeE37FwIbsIjrw4pV3Esx5IiybSlJl8uGFp5sPLV7o98Igb8FO9j5DpgmDtMmVfRjm15KenGVvlNzioq9fPkoF++T3W48pt0r1KEviM8m+ISH3vqaEuOjsUaJCL/hwNWNmbf65bXx3nj4V9H7Lzfp/iIJHu2Vkrc6lliCgIQgAAEIAABCEAAAhCAAAQgcB8EiBICEIAABCAAAQhAAAJbCLj6tGVJRbmw+pdL0be7qppKdzhIv0lN1FKjglmjtlsa6/ZXnW1fWd13yshZWqecvb8zZl5n9n4Wxsx71fbY3s65E4606Gg7i0fTGfq0LbntymtF3flh+qXGbc/uW8NY3rRi29bmygVmnOAWN/79ZW1ZvutpgocABCAAAQhAAAIQgAAEIAABCEBg+gTIEAIQgAAEIACBPgJtYaDJda2+9ecztywAC0Z05Lfj1lWwXLKgU4qPpU2N30Rt5X6JKfI7o07HSsvpMXrpdUTzhiyP7EcehrzK/TzEpu+xFdEWIuuqjtezOpI56x5EUQzzSfqZtB51+yw5iqy4nY9CjHUdFZ1/vjLP7ilb1NjJez1rPqfpIS/fzywZHceDDG+57NcF11rrlpqzLtvYJT1GflKjPPNui8NL51780kLgAgRwAQEIQAACEIAABCAAAQhAAAIQgMD0CZAhBCAAAQisEXC17pMPP4qPPv66SkspmvQUrgVYa1ufzdB1kv5kcyHKJZb+5VLQaVeNNmWo7XiYb9+YWnFYrta7zZa9kDv+Svqy1FziUjzhx8YxGMIlfF7Rh7kv5aQvE4w9WZfxdrgXx+TbvtDhRzs7/XMl5WepTNtyp++CsJ+zrDJ/fmsvi9hH/rGxr1z07frp9s9Nx7b6dIBdx1Z0wHa2QAACELgDAoQIAQhAAAIQgAAEIAABCEAAAhCAwPQJkCEEINBPQP8f/69/NeLrX1dVRfUXbSrlA3Wf5VVFeZPT7Q4ELuT0LSedq1RRSnP17Tl1zjenWtgvb/2GCs1S00SS1IvIM7H60bmwVmcZiUDVxOLNSA13X0nlbmmxKTP1fzdQtFgZpJMUW5asdd1qOKFrzi6z3JKWfp4iP9eXoWDmMfDHkZdnbUjT+Ve3jZ9j9Nzz5/jmLAQgAAEIQGBoAtiDAAQgAAEIQAACEIAABCAAAQhAYPoEyHCDgEpKec41jvS1n50waSQAABAASURBVInqqz8XkV++UxGgLMbz/LgSdXLmwjc/m1SqSvP+GM2qbY9S+M5ZY/jbYtOOtywxPRyB54m5m3W3PxzXXZYu5vHCP7Jbc76VOLYGyAIEIAABCEAAAhA4jAC7IAABCEAAAhCAAAQgAAEIQAACz5GA36PLUvKuGb7+2Z+Kx5/96UiqBtfVxaoe8n6Z61gvqwVgv5FoyYrfsrMaQbJSEiz1Q0opCWArv6GbRLhVFUlnh7yqmIU1m7dVasI3L6UUlRTbPq7wW9vW98wrpbDKNvebMriD1vcuSzfEb2+v65QUhH6FySk2tp0xX8eocMN+tu3bnK80tUta3nGllPQ8dVSpb83ndxw9fqkpcfYcNQCvZ6WeDcNOmXFXEe1PWTRPEWf83MSWj33lt4G1bgpqjr7y8+xTKcI/i1ZKafX+eaz718zlZ6rIR62kr6405IIABCAAAQhAAAIQgMA9EiBmCEAAAhCAAAQgAAEIQAACz5JALqksMq/iKb2Ix7/+k/HJT/9EPMTn2yLCYv15dqpB0m7acoq/B7HXMWKblqdK6/7YcnHJKn7ct8r4Ntp1IkNHNbb9zXhdKMyzhm3lwYS+NnK6PONC056LytzNtw745oMkQAhAAAIQgAAEIAABCEAAAmMTwD4EIAABCEAAAhCAAASeJwGXWZpoXxmr6irq9BRvPr4fn379a9JXwn8KOvnNsOeJZ5G1CsC6omgxr07fnKYXl9abKpJUqQBsub9YHqiTZLuVfQ1Y/ZHdsAaK8/Jmqhg1ft3XbN8/SRdKzne3SNmF+9tde4e1fceYK44tiY3b0/yU2PsseK3oCOsnbM05OA/phON7jxT7ezcescGhmpp1xDG2QgACEIAABCAAAQhAAAIQgAAEpkGALCAAAQhAAAIQgMAzJuDaQFJds4qnmNWzeGxexkc/9mfizZcvpc/i5U//pUiv6kWNyTWFonhGH1WZaqVrqTnp0llXeUJt1klGth/Ktn1rbF81/ZTChftWvs2bR727aHO1O9N/3ju8YrlvuW+5n+VBji2PLvwl505wzWuZMqm1pY1hy29jej4h+/PetRrnUPK5Vgw7/Sq4kygtDjlDe5AhNyvyWtHKwuAD/zcQRYMbl8Exbcs8V4cAXQhAAAIQgAAEIAABCEAAAhCAAASmT4AMIQABCEAAAhCIKOW5WVPFizcivvoXfzjefKzjjfpVfOMv/Kl46+GtiHihfVU0SfUWyW1fRUYbJ3lVy6wEoAwErBKFhfJ8lUElrYUq63kq6VvQInTWraWpYa+u7Toa1exr+W+yHMDSW6NulqY3Ck9lorSyo+1bLz88VtngvhW1niT5zjk777Jh9LaKMPssJbjmr+Rdr82XYfKG+cAI5t1OI/s5L7eb9jsbR+k6PutR7q18e1bC0MIiPvdHCWNhtBTIja3Iiw7Jcbr1+Cjln49yh5yDZUturWLNHkv/tNb32Dm4LbIle+vGb0+W17zPZ9wfWsW2s7f22feedeVnQgedgxouCEBgSYAeBCAAAQhAAAIQgAAEIAABCEAAAtMnQIYQgAAEIDAn4LpGnVJ8/NYH8eJnvxrpR/+XSCpqJhVAXv6NL8err/xUrmnW84LC69lTlBpDPJNPFS5KWbsSFsk5o3aXxqrEqiDpoQb5vNo86bkh1SkDyY9vlotJlr2se/V8mXPrPUs5i6Ll7HE9ny8nHFvpj9x2knG3qM+rGazPd6P2mvdY7t+iduV37XjXWR4fj5+bIp12smoWl35BtT+XXrAWKwd3Vk+tjkr8nvUzYDkajw92cMBG2/PPq7XYXpwvJnZ0vLer7lYbt7pz9CEAAQg8SwIkDQEIQAACEIAABCAAAQhAAAIQgMD0CZAhBCDQJeDSwUPdxMNTiq//mT8Sr5+aeO+tOl7PUsweX8Z7f+q/i1k8husTlYog77yaaW88qxpwFVs/XrLaDa5Jtb32O0UlUCnELerwn2ZuolnfFEN8Khlp1fjtV/kNa9HX8klX0ilLzUFXG8NBW0fc5JqXmTepEm9pRF+taeVt1pbueFv1d7mwqN011LcfoSwZ3Hl3HI+lfde4HJt1mm8x9TOcJQvZkO+s+itX39zKht6Bn4/lgm0ULWfds9vM2sueuBcp3kLwXkImTghAAAIQgMAoBDAKAQhAAAIQgAAEIAABCEAAAhCAwPQJkGEmoNJAbstXapp44ys/E1/5kR+Oh9lDvH54ikZl3+bps/jsL/0P8fDNb8QbzZNqmDMVfx/UPpSjz6J1HWWwRNfhj2c4ybSKz/rONUm3z0CZr1Pv5qpx73zeo8XctmXbeffMJns708bu48uod++b1upwXLdb8krRGr1bhO5Q18JkCAEIQAACEIAABCDQEuAbAhCAAAQgAAEIQAACEIAABCDwXAj4xTerW8p4aqr46g//kXh42cSb8RRvPdYq9FZRpyaql1+NL//RPxYPr17H61kVL2cvwvVElx2K4k4+p4ZZhQBlzS2klCKlFFE1mm4EqpprvkFNkiJqfTeqpkcYegHmVgsDXq5RS46zvDEp69mnAsn+Om2Vqph11AanDWHp4OLySWsxsdaRz+yvbVNKkVKR59a2jzRMae6zShFWGadG8TShr5X50EdL+naMSW17mVfbi/D6QmKVsjSv7TIfWfKVKttYqokqku97qrV5rhjoY1/yOZPzShrI6m2ZWXmGxU8snWqrFLoNUhMpqT/XvgRSpb1zhVorpRRurWZhwL1V5VFqf35DsTTNk47MInKci4NX6VTyaqWUVnikpLHybObStmd9VeJxjJ41LJKHAAQgAAEIQAAC0yFAJhCAAAQgAAEIQAACEIAABJ4NgVzLmGfrykrVVFHVKuj++I/F+z/yo/HzXn8Sn7zxGCprRtK+qlZ1Qeuv/8J/GR9++cfiC49VzJo6fNa1soW0d8qXKPSnZ6D9K6uz5c8+5/0mu7o86Gin+dMXB43xOsYm5tUPU9HEUgvntTWnnYtbTw26cAMhDJoPxiAAAQhAAAIQgAAEIAABCEyKAMlAAAIQgAAEIAABCEDgeRFw+c8vJ1qPVRWvZnVU6b348n/wH8Rbrx7Dc28+1pFU2a1TRKUCsF9fTW98GN/8D/9ApFfvRp1moQ3xnD5bC8D7IORKehO5nmWgTWr7+84dva5KfoTDbNX6bXSfrMjV/Bjx47ycX52qaKQRXd2Y6Ubx1LqpSWrZx+i05UFuL+ctrvhxlnYvvm7OUees8Ok5Df18zBXX+zgz/7xa14sCzxCAAAQgAAEIQAACEIAABCAAgYkQIA0IQAACEIAABCDwjAi43lHSdXF31jyp9jGLd169ih//IRV/3//pmNWvolYN0RWXFE95u2sT1sNjRHr/Z+Ir/9G/F288fKIKVxPP6WMmg+U7BrpGd6mWcpsjrXWTlspTI34tc6qj0WM0oqsBTQvYUNaSCPhPPufc1R/K7g479lJr3a2a/ssxWf2rR8/6+Tr0kOMqOvTMYt/i1jhDz9qSW2ux6MHZGtba2eG0BrrptjMb3yZTtLHIxAYBJiAAAQhAAAIQgAAEIAABCEAAAhCYPgEyhAAEIAABCDwnAq7ZWH7rN1SdU2EwmvQYb6qo+9U/+cPx4s/92fjw7ffiqaq1pF1qm5h1EGmu/qLWXsd7P/bfx9f/6B+Ih1zn6myZeHfQAvAYrHLxV4Zzq4pWikY3rJ6r0cpYVy3DXWl45cs3y2rDcG+bBKrdNMB3l4H78um3sosG8GATfkvUUT/KvBWhTlf2541ZjiN3Tv7yL46ubMjPWN280O+SKhxPFU/z56xW6x1aUrM4p/5RVy5Y1/Mj3fyS5qRs2PMa7rm81fH6J6DIR2Qlcs3egxXlFc10Ww0vdDmmlmnku9rn1mSsDDtph6WGCwIQ2EqABQhAAAIQgAAEIAABCEAAAhCAAASmT4AMIQABCDwrAt2ah+sgVTyqbPBZvFF/GM3/9Ifj1R/+dyM9fjPefv2lqPJf7k2R6gcxSlJ72UZdvVZF8UW8/ZTiG3/sD8cHP/pn1A+Vgd+Mp3yu3TvV78OqTTuzT1ptlXQLNBjsyjdI1nyDcz9poFsTumXutfKK1Y7G+3ZpyhrPw01adtFyoZE5d8y7wGltZ+J7YW3fccyKn7HYeH47AcXqxyuOz+3qyiEjx13k/X6wizzer11+banfgleK+ndcfVbhObeiq8dDABCAAARulgCBQQACEIAABCAAAQhAAAIQgAAEIDB9AmQIgedHQGWC8Etlbh/TQ7xK70T1+MV49aN/Mb7x+//jeFJhNzovDbqeEI0LwP2sbOct1RXf/0O/Pz798z+sQvLriCTFtD87CsBesnYDqJoUVlJrxYAf35RKBV8rzVv7siIcW9JD0GTp3q16VjxhbRT1VrcdPrI/6/ATk9yZf6jMoWjYLFMTep5C97RVjP6Z5+G88vMyd+iit565+WijSZpxrG7VPfKa+8zPsI8q6bDcH0aOy4r8/LtnxcU/mdGwqV08BxxCAAIQgAAEbo4AAUEAAhCAAAQgAAEIQAACEIAABCAwfQLPOENXNGZ1pQpHHZ97/XF8/Kf/ZHz13/8P4+U7n8ZMhYc361lUKUWq+lVpfh3fWx+9jK/8J/9KPP7JPxCfe1VHSus7Vsf3XtqoVtNZjvbkvdyYeyn8v9wd82tBO3W8uG9parGufr7m87nPFwQGJKBnbfinS0YPDPE430fsPmLrYaEWg6U97BS7IAABCEAAAhCAAAT6CTALAQhAAAIQgAAEIAABCEAAAhCYKgFXSaycXzOLt54+jr/8n/9b8ZX/4l+Pp4cPo0mv46Gu1XrH1hKnFzfksy/qx/jJP/JD8ZV//1+NF4+vo2pab/628iGVM5r0lH0s5vLCZb/O9dah4+5SKqAr8e3m6wwgoorZXO7NVAjefuaklfopQkqNWikl+UhVpBV5rlV7R5JcWWpOviqdrCJlfzP12ytVnjvXdmvr2O9aByw1B19phZNjX9XBhrTRz0T3JVlNDXYtn6eIVbrOWMpv5Mb8U6ktUveEy7lY5WixVtrwG8FRLR6n8kPu2JIGbsvZg9u5zXa/cspvGLuVwZCyYY/bHf5OVYo+VSnFTIotH1mzxS2ry+mUZD9rFknPun7YIlZYx1mfRrabZI7tO/yNfKyoStHMldSmlKLqKPhAAAIQgAAEIAABCEAAAoUALQQgAAEIQAACEIAABCAAgYkQaKsxSdmkeFI90gXXOl49PMXL9Cri9at49VN/Pr78L/yL8aU//aeieuPrMXt6iBdPKWodqqOKpm52KrRelNR/iqT9D/G5x4iXf+nPxk/+8/90pL/6F+NBheA0a+Jp9hRNetSu12oV2J1fJnx2CilbaL9zd8AvW9UtiWhC0GP+8ey825mN3PeaFc/gM9EUda+vm1nP89OZ6nSPD3NnbjsXj/fFCQhAAAIQgAAEIAABCEAAAhCYCAHSgAAEIAABCEAAAhCAwJQItC/DpVpF3cdfdQQoAAAQAElEQVR34o3Xn48XzWO887qJL375y/HJf/pvxs/+a/9SvP7yX4vXVYq6/qIqgC5ptjqkTuM9RUtySXZCBecmZu9+I37q3/mX42/8wd8XT+//dP63gR9UKJ6p0PwgqSYcKS1P3lvPpLbE7CVry/J8OjVVpCYJVlJbxdCfJINJdbHShqr6EUkFYcltbPvsW992bn3eOXW1vj7V8Zyf2F8uw5SfoUrPVCW/vu+R77f5Dx2FbUrys2FZz3Ms3oKt58ulbYdJjaXmxEu+88kzrOTzfEEAAhCAAAQgAAEIQAACEIAABCAwaQIkBwEIQAACEIAABCZHQDUSVVfrWR2fvfFJvPz8BxFf+dl47z/6N+Kv/b5/Nr72F/58vKg+iOqNlzGr6/jiy0rtcBCS6otN/Uk0zYfxyV/6kfiZ3/svxmc/9Ifi8Ws/Hh+/+WF88PRhvHp8lMMU2hrrH5eWrPX5WxqL8GY4rn/VKoBZm6urM03e14T3ur+6OtRIgOem7MO+2gJdHY7VapeNe13tyunfLvx1dbql+zu55H7J2H0H/Qr/8r5e0vt+X46vaP/utR0LpH6mvGZLbq3Fogdb5RNFWzfd8oJ+Z+SfX7e3HOeNx0Z4EIAABCAAAQhAAAIQgAAEIAABCEyfABlCAAIQgAAEpkQgRRNVU0cVTyoTVFF/9Wfi8Uf+WHz53/698RO/7/fEZ3/2z+W3gFN6Ga+qB6VeRz17rSLxp/GoYnGjmSJ1T76q5ikeniJevPpSvPn4TsxefjW+9qd+KH7y9/5z8f6/9vsj/uf/KaqXn0T1+CoqFaCTYvZLi5ZSiFpfrmE1J0cw/sFq6aIOF1YtlXOX03t6jbJtUh2N2loaPNnGIaowNm/r7Kv1Z58R9ijJd3RV5vfEv1y2n66WK7fSK9GNE48Y5/+ModuO46nPannj91FJPs76dpw7J8P6lRIL7bbXfZRK3yf0pEX+oU7tk+e5g6VnN6Keb+/GI2Nmnw17fr5lrcm+NddtNbyfy/lb9xMxkULgVgkQFwQgAAEIQAACEIAABCAAAQhAAALTJ0CGEIAABCZF4Om9b8anf/2vxEd/9o/Hz/0X/3b8zd/3T8VP/Mu/J77+B/9gvPWj/2t8yycRL55c/3uKN1RwfetR4+aNmNVVzJ7ezLUZl1IWOoNOnVIkFaaq2afxIj6LN59exNv1O/GFpBL1X/kL8fLf+7fim//s74yvKsZv/Ff/bnzzR//bqP/6VyK+9kEkFYRdzklNk0M5I4xRj1Z91h14o0KN1bfenXNBtuiQ/d2zx/YbHahVjWulUlrSRHi2yOO5tC+svD6fO6mpdaorDSd7GWjRdZNsn8HrxrDLe37ihMrtrn39a+vPkwzlXxNufWK99Vwr+ytscttO39n3ev53Fj7hQgACELgqAZxDAAIQgAAEIAABCEAAAhCAAAQgMH0CZAiBqRFo4tXD63iaPSmxFA8qEzzOHqOuXsbTw6fx6o2P4pM3P4xP3/hEc48q71VRzV8MjXjQOElVfsVOR3PreomMnXzVyUdtpYmnqo6XL17FZw+P8XoW8fIh4rPq7XhML1SATvHmY5PnvRa5nhP6ZANqb/OqYvFGpLpHxej9qT2tKnelQmuK4T+5yCXDpa3U8U1vWy1k0KUd3n+0GY5h+LZtinNYzt8/ZFZmPW7YSX58f91ao3mTn7B2OUj+NdJuyCja7gDf/tkp2mLOsWWnacsGpiEAAQhAAAIQeHYESBgCEIAABCAAAQhAAAIQgAAEIACB6ROYYIZNzOLNL/yC+Nz3/or4/K/8e+Lbf8M/HN/92/+Z+P5/9J+P7/rN/3DEL/kV0aTviPr1OxHNQ4RLvFUTKaWFNHn21fRYSJ7TQvP0Il48fSFe/C3/x3j7t/62+J7//++JX/g7/sn44m/8bfH2D/7aeOv7vjve+vYvRa0CcdJ+H7tluQp1WnxOzjrt9MGn7MJaHsi3Yj50v2g+RQOBkQiMV49dfcKX4fvZXo7oQQACEIAABCAAAQg8XwJkDgEIQAACEIAABCAAAQhAAAIQuF8CdbyaPcXrWa3SbhXNbBbp4XV88vY7MfsVvyZ+4T/0j8f3/s7fHW//2t8YH7/zxXjwi6d+US6aaJpa2lZHOY6I6zy2ZPmk21pF5sfqIT7/q351fM//7/8T3/47f0d86Qd/Q8R3fE98HC+iqRWrDj6pZPNqFtFofyVpaBODayiDVVOlKEpJkUcVSRkXVUqi1SwqrS9UpUhVtbrX54aKbG7Hf1a6UTB10g1Wmxr5XSgiJY2zZpGiR0kx5vWyb7WNqKKVmt6r1qyl5sqXo7CGDGNxP8WpEicrpRQatkop8lyVItTX0xKhH8+lNBzgqmVetzUqP0PSACbnJrbcXz1PYc13rTSa9zPXhH4JCURu3dems0JrlrH4ebZajk3UydJIjOtIGlsR9lck91qJ0NalYvcnKf6UUqS0qUpzy9O1upZizHFqyHV1Ar5Hu3T1AAkAAhCAAAQgAAEIQOASBPABAQhAAAIQgAAEIAABCEDgrgkkRf/mY4T/9HO4BqNxUmG18tu+s4d4rfre65/3C+I7fv1vjl/+O/+ZqP62/3s8Niq+vvhM9Y1Po1Yh9klF4UbS0ZMuVV1yDapOshtvqQDzRrx8mMWLH/jB+N5/5HfHt/zG3xZP3/GL8783XL2U35ev4o3KdccqFECEfKf6KWzHOimICx5S1Cd6c1VqfjQp3ciKkT4dZ9lDyt8rX+tbVhbvaNCT2mb0zFyUwJD35KDndLdDrxYNzuGg+Ab3ikEIQAACEIAABCAAAQhAAAIQ6CXAJAQgAAEIQAACEIAABKZBYL2usTpuoqkew2/YvvzSO/Gdv+n/Gt/6O/6/0Xzhl8Xr5h1VID8+GYLLHvklxKjioanjjeaTaGYfRP1dvyB+0W//3fHt/89/JD77hd8Sj1UVjTylJvS9VMw/3fn51E03KgDrUtKR1Y21zHfn5n0l7/2pSZGaKqvK/TTfMF5TyZ99hfyFbkHS2IrRPpUsd6XhSJexWvlBFEr3R3J1hNl57uIc1hEnT9malHQ1l/un2Dj7TM5TNyAb8luxRXlimK/sw6aKH/eLPFdU5jrtQd1zzx/k5MRN82dq43fOieY4BgEIQAACEIAABCAAAQhAAAIQmCIBcoIABCAAAQhAAALPgEBKKZrZU0T1FA9Rx1P1Ij585/Pxue/9gfje3/WPxRd+5a+JTx5eREop6xgkjTYnS52nqo4mZvHRi8/F7P/0t8cv/F3/RNR/y/fE09OjqhXfGk16CG2LVPmEDmk2ovSj81GNo5E6M7fYVYS14rLUHHrlfAUqNRmGC5a1IDQpLxxq5Yh9S7vFV8if5ZthxYU+9uUYGoVkjeXWfsayfet2nXthfI1Y7buWY7dqhr303GSDyR7cc7Zuu/Ka563u/LH94uzYc+y/ZQLEBgEIQAACEIAABCAAAQhAAAIQgMD0CZAhBCAAAQhA4LkQcCXDql0Arpt453XEW69n0agI9/rh2+Lbf/NvjW/9v/x98aqaCYl3qtG17Gmw5ZKJaFyPUT0zqbj8WXonvu/X/YPxv/utv0sn3opZ06gk/EoVx8dI3qfZ5VWra6npXueWbrq2RuyrAFysd5PoTJdlgYmFlN2cbKOib5MqATS6FFpZnBiik1RFT00Kv/nrvu1rGFlxhc887yt4zv+tQd+duUYsQ/v0W79JN/dRCVpD2z/Enn8CLO9VGHrmIhxTVkT41ltx6if/8ph70HMdizuaZNFSE4KwIs8dIp9f1yHnLrjHOVsXdIkrCEyMAOlAAAIQgAAEIAABCEAAAhCAAAQgMH0CZAgBCEDgWRJIzSxqlTk+e4hoqtfxavYUj7OX8ekbb8W3/vp/MH7e/+O3x6sXn4sX9WM8eGNs/8iMajp1rvN4a5OeZPt74jt/y2+N2a/5u+Pl4zvxWNXSTHWgN2Sv0n7106zHaL2cu6MaRxXhwK1l/Pt7jbb4TB0Gl3u5EKzpka/sT3eutCO72zDvXF18vpx/JavHbiOQiU+YsZ+ya6Rp377Pvsdd/8kBWd3Jk/qy3i0G993fvG5n1qFOyrPi9tAz7IMABCAAgfsgQJQQgAAEIAABCEAAAhCAAAQgAAEITJ8AGULgeRJIKqxWdaWao8qWqo80UeoorpGkeKoe4kv/h18dP+83/APx2eytqGefCJTX1Kxdnn1SmaSJKh6aOt54fIin+kvx8/+B3xif+5V/m87PIqXHiNCmaD+lV9o8m+oIK+7zI5LbAveSVda7/TJ3+dZvinY1fgTOu6vxPa568ONmrc5OdeRMTdvFVvevkad9O4ZKvxjG8S/rjaRfPq19/zqy2lFE6Ze2zB/Tmp51zBn2QgACEIAABCBwkwQICgIQgAAEIAABCEAAAhCAAAQgAIHpE3jmGe6uaKT4OL2Id37w747v/vt+U3ygftMp4EbnYzuu8zx5T3qKzz73VnzXr/u/xZs/8HfER7N3dEoFYRV2va9zLFy16Y7DdRxrZdID77Tcv11tj7BR0JZQRFbos45DU4srb16M6AxEoBfrrvswkF/MbBBojN3aWBlqYn6zR/UxVKzYgQAEIAABCEAAAhC4BAF8QAACEIAABCAAAQhAAAIQgAAEINBEM/s0XlZvxRt/16+Lb/vlvzrqVEWyVKTt+wdqUzOLV7Mm3v7+XxZv/7pfG0/xuXjz6UU8PLU0n1QEnldl2okrfw/tvopc01az1XLSiqUm3K7vFR5Bat9aVN/bBlQj201qdCPraNR3BBpG1gB+UkqR0nYN4GIYE3qAa90rKyLFtk/yw97Rtn2HzqdkXymaxndYX2Edevrwff5zy41c+e1u39tyMqUUKW1X2Xdom9Kqre45P9lWRB21gqjFsbHEvcmK87LXPQzZyT71LEfUyq2JKkUrOa8s+awsD/LmXV9Ji0XqLi7fJ2sxcf2Oc7auH8nNRFDpedylmwmUQCAAAQhAAAIQgAAErkEAnxCAAAQgAAEIQAACEIAABJ4lgVz1UIlDpZq2Hqi+C7cP9WO8qt6Ob/lN/694+u7viyr8Rq8Qqdir79VrFvHiW35JfMev/3/HaxWOU/UqXGcM1SlS3lnpu4qmbnqlxS1XrXlLzQ1fzu6w8AS3f2NZcGv17zpvtmO3041u/zwHN3zaj6HlENFVCAyJf5RndsgAr0IYpxCAAAQgAAEIQAACEIAABCCwQoABBCAAAQhAAAIQgAAEnjcBVz56lapIb70T3/f3/5Z49fQynlTYfZXeVsnQu5fMXqpi/PP//n8oHt7+XKTqtRZcoHHhtg7vXH8hURsmdVUHZWMmqqOLXt7eCE3jsVQ1KaomslyJj5E/DtgqbpI6lpqJXspOjLvJrQ27S3ff9zN0yeepD1jVVHqekxT61HrsW2mwuHRXwrG6XUwe05GPdvsRFtoDfEMAAhCAAAQgAAEIQAACEIAABCAwZQLkBgEIQAACEIAABCCwAwSLsgAAEABJREFUm0BVRfqlvzy+8IP/53isXsTrmQqVnRNNSvH29/9AVH/rL4unhzfi8aGJlNJcs9x2tk+yW23NKnVW5v1GbaPpRav+8tJiWMuZ4XpLu7W6dTGsfo6njKfWKr+cr1rnObX0tuXjXJ23n7Nte86Zt/2igx9Z3YMVnzKwPrWyvm1QDqXyFMvQtr3MQ6BDgC4EIAABCEAAAhCAAAQgAAEIQAAC0ydAhhCAAAQgAAEI7Cfg+tHHzWN8/u/5e+MxvhhV9VE8uLDko6rDvK5m8T1/72+J9OYnKhDPookX8aSKaK0icK11n/fWKUvpbktPBapcpFIrNP672C5VWdEhk9RPTRVuK/e3mTtxfmnbPqqwf7mJrBNt3uoxPXN6QCMqBeg8H91R35fzdWslL7ozIVXKyXk5Z2uM1OQirFz0TfJgqdl3eZtjW7Qy4v6+cxvri58nrehnJvKd9k1OmpB8ky2NJnk5Z2uSyZEUBEYlgHEIQAACEIAABCAAAQhAAAIQgAAEpk+ADCEAAQhA4FACqtOEKj7pS98Z3/EDf3tUr59UX5tFrWLOp6pDvPmr/q5ovvCt8fjqjaiaJqra9UUr6VRELT8uxzRqp3q5+nRAbqsIMpR5vWp5WBPLwcC9pW1X5rsa2NFtmJvjdlNY30Zgl4si5z2GOz1K/sEuOtSFjoV+byxqx4ee698n791i8MKqvfSfYBYCEIAABJ4rAfKGAAQgAAEIQAACEIAABCAAAQhAYPoEyBACEDiGgKspDy61NLP4wq/5VRGzb4mnKklVvJE+Hz9fBeA6tSXQpHJvknHXeBp31Pe1qMF5MEG12Z+QWFIF3Yro0IoxPrIvX+G3JXVn/KZoV2N4lJsoReYx7A9hszAYwtYt2UgKxg+lfxDd1/CKl357bPHu2Kwty3umlWF5prft9ENojf7ztS2Aic+bvzXxNEkPAhCAAATunADhQwACEIAABCAAAQhAAAIQgAAEIDB9AmR4PAEVaGZSFS/is+/+rmi+9xfHy4eIOh7irV/yS2P2nb8oHsPjJppGql3ujfZFP9UG2vpmTPqjStTu/IykOagI1ew2dPKq7uDJZ087OFYmp0XDqVsg4Gci12NHCcbW+wxf/tnvi4I5CEAAAhCAAAQgAIHLE8AjBCAAAQhAAAIQgAAEIAABCEAAAv0EGpV6n1IVtZQe34xv+zv/zmiSairS7Ae+P55ev50P3kP1JQc6wldVCca6UhKkqlUTVTQqADcd534703Vzq0l1tBJuLXT3dY6c3LW9RqE0OZ5KkUSu0FeK0Yo9n1Sl2KXucfvxm7/duSqlKEopxaU/QprzXffrOK31+THGKTnvJrNvxnAgm87F/P1ms3PW1CBXSilSWuogo3qmI5xppe1+/osiUkRWnPJpWnvt0TpSTrTW0L4sdUMeDMKth1OSuVrXyMnsu7pQDOV3x7b2QmHgBgIQgAAEIAABCEDgvggQLQQgAAEIQAACEIAABCAAAQjsI9DMolGd5aF5I1583y+LlJ7i4fFFfOn7/454ilkkqZKaCPVDZZ+mfRu4eVL7FDraSktTvKrdSakYtXtDGFy7xT2rHY32PXexP7LjI5ibPv7g6CduxAGAzr8RKwxXBh3bYzzdHfN0IQABCEAAAhCAAAQgAAEIQOBGCRAWBCAAAQhAAAIQgAAEILCPQGqqXLx1lSWpvPv2578Y1Xf+gkjf9Z3RpIf+496slST5cmu5P0VVW5MSPFHaumwoll9W9NublvtbD5y8ML8j8/MO2PLQ/os8RscQuE1y/i8u/Baw5f4xGR2z18+Q1XvGz75+YbRrfkNXGvzN1RQpOYLUuln59lxRRKysMRiGgNlbw1jDCgQgAAEIQAACEIAABCAAAQhA4GwCGIAABCAAAQhAAAIQOJiAqyh5s/+N35TixS/+W+PFL/2lkVwATq/zUvfL+3PtSZPuq5n0taUCsj91l2WtJR2fsZYzg/RcBczFNxXhog4Xmt2z766G8DVC9EOENaKN28zY99X3eZj/oKA8LcJ4C+kuYnCWiilK635RiblvreyhPY+AGVvnWbnEaXxAAAIQgAAEIAABCEAAAhCAAAQgMH0CZAgBCEAAAhCAwOkEGhWAZz//eyN913e3f+o51xU37bnqUrS5Oq2ZTgHY3VYp/L/Q96pi/mnSvJMbDRZvTKqf54b7Sk0dVhVqpXxj5Ca3w7nJllxrdvU/Dyb3JWhb7+j1kzV383/UI2idG5Gf0aWaaPIPey2zdVTRqL3CtYjBvpPuhpJVNKFeq9BHsRlEjlF9zUzm8u8J6xIJ2U9XmfPccb4P8z4NBG6bANFBAAIQgAAEIAABCEAAAhCAAAQgMH0CZAgBCEAAAmcTaOKL3/aL4nPf/r+PlGsArge1RlPbtFUXDXLtaD435cYVqN78XIPK0qp46Ht5uSzlNzStiLJa2hj2s7hRvllN2KeVb9BYLofN4IasGVjRDYXVE0q+vz3zx0/5abW6J+fjedNduUy/fZbDP2DZoe9J7iy/vGblX0nLaXoDEfDvFWsgc5iBAAQgMDwBLEIAAhCAAAQgAAEIQAACEIAABCAwfQJkCAEIDEWg+sI7MZOaeJRJ1WF6Si9ayFWX4WpQtnib6i8A58KYlyT1dWUgvSmYkovAbv3GXe+mMyazTd8lxSI/flPUcm3MOsPy1qO2ax/W1k33vpDvl7neViKOKN9pPXTunx+drVirlnyP86z8rK50R/oF0R0O1s8ZRvgeZJsOwsoDviAAAQhAAAIQeO4EyB8CEIAABCAAAQhAAAIQgAAEIACB6RMgw8EINI1qLN/2xXjxLV+Mp+ohqqZSRbHOGszJnRmq2nhzKaztzr+FKrI2l+Y71puDN64fPGA8pu0D3LNlYgROeJ78wzA6hYs4GT0LHEAAAhCAAAQgAAEInE6AkxCAAAQgAAEIQAACEIAABCAAAQgcTsCVlacqxesHaZZybdOn/SKg21vV2HGpAKxLNfCuI7+Y2KQ6srRgeGo0jvwnmN0vSilFSlWk5DaV6cHaRrYb2a6jikayB9+03B7iRVX+2KVDbNz1nkLKbSeR1MTyTxDH1T+1wmukWaR8l1NKkVKK4T6VTBXtsatnP/S0hSKxktqkZ8jIRC2sOOUjG7bXHpUVG4xaQ/Vt1WNLM5O8zNUaIzmz7Ur3bMnaDs3ZrbSyT2MuCEAAAhCAAAQgAAEI3AYBooAABCAAAQhAAAIQgAAEIACBEwgk1QRmKrVU+v//V6otWY3mWkX+JH27BLOQxlO+XBE7OD+x691raL0Lg012PMyD6MwM5uX2DA0V0XOntZb//Bk6hq4tWMec6d274ntl0LudSQhAAAIQgAAEIAABCEAAAhB4DgTIEQIQgAAEIAABCEAAAhA4hYBrN1nzwq/72+x4rWjbnqnMH1UAXk3aR6tI/p/qWJUWkzT45ddCVbEPVeot+7HsJ+mrSN21y7ustelnMyxk3N5P0v4vL/xvLxedH7mfgSMZ5OetnKkVgjT4m6u2XyQXfdfOuXLW7c6NLEIAAhCAAAQgAAEIQAACEIAABCBwywSIDQIQgAAEIAABCEDgLAKuLYVrO12dZfH+D7s6dnAWy1JTt1eKY2r9Z2wPtnboxqUvn7AXSzXn7K20XhtKrjn7TxJbQ9m8jp1VdteJ4UivKrT6T4/Xaq0jT/dsL09LZ2kPFt93n3JbTuXnTOdyq8nSqnvcJRvtAVtwr7TuH6uFsWMPPoP9+Q7edZ4EDwEIQAACEIAABCAAAQhAAAIQgMD0CZAhBCAAAQhAAAIQGINAbwHYZaV1RVSRVDn338+OSFE+KeqomlozatVfrpQd57W2l5qQj5D/CBdns0J9aXlV6nal4ZGX7broJ3dHnryF7SX3pGCK1L2Ty2/8+j4/Kg1r2LB9R2uZLPJYw7WrrHanvTNLSBet+1Z34yF9FbVDPyPtVhuQ9HMV+unJ8gNoRd/He9fVt++G5/T7I6wxQjTbrsbwgU0IXI4AniAAAQhAAAIQgAAEIAABCEAAAhCYPgEyhAAEIAABCIxGQOW2TdsudJVZl5xKv79V2cyFl1zYUr9/02CzLtBarpNZgxmWoZK37S6k+fu6fMes+4q6jdZ3wM9QvSj0twVTz7U7jv+2Tat7cn3cXYvsu8yU56CMS2sLea1MHNU6H1lIUj7n+1WUJ7Z8lT1ut2xhuiXg30lWO+IbAhCAwB0RIFQIQAACEIAABCAAAQhAAAIQgAAEpk+ADCEAAQiMS2CjAOyS1Lpcp7JWQvGbfK6A+Q1G991mrewafOA3RS3HY2134NSs7TuOXXHZzRbt1zFYx9q42H7fG+tUh76n1qnnTzpXCJvySQbyodW0y9Oclw76yvdXO6v8HzWo03M5Uu9z27O8Z8r56eRqoHvOrC/rfH5zeH3+mY4v/qw+U86kDQEIQAAC4xLAOgQgAAEIQAACEIAABCAAAQhAAALTJ0CGELgAAVeiFm5cKlsMOp0mudi0nCij0i5XnkFvG6Srpv4s78SBxM3G6m5fH3fXDuzrORjAygHOLuPlgEDYAgEIQAACEIAABCAwIgFMQwACEIAABCAAAQhAAAIQgAAEIDB9ApfKcFEAVj0rirrOm6g0n6Lp1KH85mMVdWg2Is2iqWZR6/CTpCuG/NiefZc/++wwkiZzmx05BSsPOl+1+paaHVdKKVJqVc3blNpxSmnHydtYSuKfUhVprkVUGZJALSbajnPsqp31d6WvrjS86tWNxf39wfg5iSpFSnoy1TZSRIrIso0irUcVjZSXov2U1dCzXYtfrfXUVJFVuw3154oTPrIVstmebCIbC3/UD8v9FOFEsipNaJyDdKvh4vJ+azFx+x3/SWZriEjNsivbLGP3EQQgAAEIQAACEIAABO6HAJFCAAIQgAAEIAABCEAAAhCAAAQGJeAK00AG1wtUA5ldNzOveV3I27r3C42PdQONY4kdut9k+3To+Y198+d3Y35longskx6XPi0EIAABCEAAAhCAAAQgAAEITIcAmUAAAhCAAAQgAAEIQAACEBieQP5nbNdrUn758FBXTWrfpKyjfavy0HOH71uNzhVry+ddFktatjweUraZtWbUPg0tr8n32vKEhjnTK+Tju2ud7rpW6L5H1ilW7L2qZ7E8X2+YkQs98RvTB05U2icL237QtMp1LAEz7ZzhbeAODLoQgAAEIAABCEAAAhCAAAQgcJMECAoCEIAABCAAAQhAAAIjEcg1rnPqmMuzKmiNEWSutLoA18rFPffsN0tuB6mjyc56+D1TYZ+OwT6t9TP3PHZuRdFmGs7R+V40LwcxtkP/KWKr18/mnTcHh7Wu3uP7Jm1k3x7Wny0BEocABCAAAQhAAAIQgAAEIAABCEBg+gTIEAIQgAAEIAABCIxJYPHaXLcm5ZrrmE6PsZ2aOqwq1EqOs1uMO8ZWd69tuLDpNmu+6NKf83c7n1ptti6sbrv9kW/9Uo0gZLYOvEdg+iQAABAASURBVFMY9Zynbk0KNxenu22JMf9XDWWwaGv1inqyKm+M5nb1Jnt3lqa7/jwno1yHEshs/cwdemDHPj+jXel3w2K3/SwGdCBwVwQIFgIQgAAEIAABCEAAAhCAAAQgAIHpEyBDCEAAAhCAwOgEqlIEHd3TqQ5c5MnFHRfvmnC8VinEnWp2V/FOdb5esz6To9AGx2D1brzLSSU1jzvnKe61NJ+aWJMzVE5u1Zxw+WR+Bk84yxEIQAACEIDAJgFmIAABCEAAAhCAAAQgAAEIQAACEJg+ATKEAAQgcBkC+XU8F7PW3bkcaK3PX3yc3+ZzJA41hd/utPJbun2BxzCfJL/WMNbuy0rGauTWfYW+iHbz+fDzs1ied3Km8/564/3W+nw7Nprsox3yfXMEfO+smwuMgCAAAQhAAAKbBJiBAAQgAAEIQAACEIAABCAAAQhAYPoEyBACFySQKyQuZl3Q5wmuho9weIsnpHVTR3YVQ28q0BOCKXe7tPtMHLBPuA7YtcdRsVDaPdtZhgAEIAABCEAAAhCYHAESggAEIAABCEAAAhCAAAQgAAEIQGD6BC6dYVXepl13rPpWWCmlSGm71s8NPW5SFY38N2kWUc2iUt9KcpSlcUppa4za1nv57c2Su/tp/sZvaXsPTWrSf8zamidlCPNuRBUhHlmLuXE7dYr8572THjp5XzhrNN+nsiGltHLvy3yT/NzYkpXm0249ng+7Tf5z13Lu3MP7loseZWnZ8WUtl8/sOR5bL63769ruIqUUKW3X9pNXWDFja0jXW59TP9vWkM6wBQEIQAACEIAABCAAgUEJYAwCEIAABCAAAQhAAAIQgAAEIDAKAVeddhhOO9YuubSMw72iS0ZwGV/HejGJY8+wf0lgnZ8qvMvFlV4p+vqEtbI42MCW1zWYcQxBAAIQgAAEIAABCEAAAhCAwM0QIBAIQAACEIAABCAAAQhAAALjEdhRAPaSi1HjOT/Icn7907FITRVJ4zSv0zm6Skbcqhn4smVrYLODmXNsztw6xajPW5tnbdErfkN6c/VOZ/TsLCMvGbpdzh7T80nrmDOLvdsOLjbQ2UvA99Pau5ENEIAABCAAAQhAAAIQgAAEIACBGyNAOBCAAAQgAAEIQAACEBiZgOt8PS5uqUK1GkutoeUasOU/8uq2J4mTp1RjjibVWScbGfWgIJxp38y62jDnxY3J5zuRnwmlbyxdaeq4K986P7XlmPu2WMa0z5UAeUMAAhCAAAQgAAEIQAACEIAABCAwfQJkCAEIQAACEIAABC5BoFMAdrcoV6ku4X+vD0fiN379Nqr7LpV1tdfA1g0l12Wbi3xy0oSKvzpnP2pu5FrGGaEg48hPSS6qaLJC7aqKRfMu/ftta4VepDupgr4m5tdx/HS6ZaVjBWNu59YObnIMjqmcsOXSfwat39i1TknV57o6xQZnIHC7BIgMAhCAAAQgAAEIQAACEIAABCAAgekTIEMIQAACEIDAxQi4qngxZ2c7Ur3MhTe/AWy5f7bNNQNyEbZb3gD2eG3LHQ9VwTwy+uNPHOngItuHv4u2mJ+Tk+J3EVgWplFpP4kAhyAAAQhAoBCghQAEIAABCEAAAhCAAAQgAAEIQGD6BMgQAhCAwGUJ7CgAe8m6bED7vKlsttjS7S8mB+q4Npe1Yc9MpPI24sb6cBM7i69n+1cOYe2O1wz89vXuXbe46tysLbGdyc/3xmzcbvGwY9px6aQryDt2sbSLgBlau/awBgEIQAACELhxAoQHAQhAAAIQgAAEIAABCEAAAhCAwPQJkCEErkBgXkFRMeoKzo92eeEwt7obs/I8h9KEnKQSQWnnizR7CHR5uW/tOXLssm/PsWfYDwEIQAACEIAABCAAgTkBGghAAAIQgAAEIAABCEAAAhCAAASmT+BaGaoArCuWBbKUUqRkNWqbvXFVea/3t2qaJuqO9hrYs6Fu6vD/nlQQrWU3pdZPSm2757hyaPeltNqGX2uV/BJmK/9Z3ogUEamp1FYRB7whq02jXEpVMaRIaRYpVZHWVUVoKvZ+2uS0LUnt5V4S1VYR7Xi1jRv5pJQipe1ahikg+X65TcvpcN/qTLmbdL8t9/fIp7P045Df+nW750zvsp6ryDF61UYkd3uVNGupmcpl3tYx+ZiZtXFG90/P8MY0ExCAAAQgAAEIQAACELh9AkQIAQhAAAIQgAAEIAABCEAAAhAYlYCrZaM6uEfjh5XdDtt1WP49u9oK8HzhXF+b5z2zTXOnNB0CufCrcWGm7mnXrprvaRY5BQEIQAACEIAABCAAAQhAAAJ3Q4BAIQABCEAAAhCAAAQgAAEIjE/gjAKwj1rjBzmOB8du9VvPBb++Yp3fqM1vcZ5dCux3PJ+1a3tohx61Pb4PJOC3Rq0Dtx+7zffGOvZcu9/PnU7nZyki2km+IQABCEAAAhCAAAQgAAEIQAACEJgyAXKDAAQgAAEIQAACEIDAhQi4EnW0qyalcEmycQ3r6NN3fsCV4fynZzOBCyRT/Ky357let9Ydn2f5Rk77Tw1bA4VTnvUuJ/ePNq+fmSjPT36WjrbAgYkRIB0IQAACEIAABCAAAQhAAAIQgAAEpk+ADCEAAQhAAAIQgMAlCRxRAK5U9C1SAViFrJMKYEdmJzfhOlklZ24PPe6CXa3Dblsp9rTUoXZ698luiEbv2uCTSjz76mtPc9ZnaX3uNMvXPFX+TVi3zma4WGwtS/e9fZZ0990/1kUuSDs+H7TF0pa+xxOW38i2JpwiqUHgSAJshwAEIAABCEAAAhCAAAQgAAEIQGD6BMgQAhCAAAQgcHECRxSA29hyAUxdl6wsdW/yGi82F/AkV6NzQW/k9LMfZ2ON7Gsy5s1K9ygXzsdJyh7Kz8LxHhybKsj5YLaknls1XBCAAAQg8EwIkCYEIAABCEAAAhCAAAQgAAEIQAAC0ydAhhCAAASuQ+DoArDLVllNFUm6TthDeK1kxFJz1OUzUq7+qT3q7P7NjYrKKZI21uE3mCP78djSNNcWAn334laLqo5V99P3dks2TEMAAhCAAAQgMGECpAYBCEAAAhCAAAQgAAEIQAACEIDA9AmQIQSuSMCVqAPcq1hVdqmmll9KLeMbbTsRDx+hGAxvtGNxxb4zsTrrdNcIFD6lXVs+eNh/vn/2YKMnbryO1xOD5RgEIAABCEAAAhCAwIEE2AYBCEAAAhCAAAQgAAEIQAACEIDA9AlcO8MqpRQpLbUZkGvEKU/728qDqCOSFKuflFLI6EJx7ifJf1VFU8mzdaC9pCJqJUXofNb6Qcdurc+3Y7+cabWjS39XitjBK+9UfLuzrohqjffGWOyqKkVR6JM6UnfnZQb5TeSdu66xWO6rW2fkGNx67H6rlNLK853SlnHMtK+SYq4mGj3jfo6syv1exeGfptJeS42shw2Hx0kTvt9+Ht33nKamdvn3hXXBvCrd7126YCi4ggAEIAABCEAAAhCAAAQgAAEIQAACEIAABCAAAQhAAAIXIbCn0uRi1PY4dq9uP3fUykWcHBXRfPMQgc1NHdzYZ9HBh3o32krvwtqky5JrU3c0PDTLklJ3vzO3ylqEV9cVx35WTR57mv0QgAAEIAABCEAAAhCAAAQgcJcECBoCEIAABCAAAQhAAAIQgMDlCOwoAHvJ5a7NYDybpWKW280dw8zIfPidSL+BejNvojqQxVubZjRMrsVKk5qYNVWkps5TtcqOTUph5YkBvszVGsDU7ZgQs2UwfiorDd2qGeWS/RWfxzjRWd3XaMaM75h42AsBCEAAAhCAAAQgAAEIQAACEIDAaAQwDAEIQAACEIAABCAAgQsTcCWqx+XuwpSLh1na5rbHwFWnXFdz0dgaPhAlPbzRVYsrUO3PWt1yyshm13WKnXs/Ywa1knCrZuPy81Mm3bfKeNFuO7zYsKWTb+Xcu4r9W3Yx/QwIkCIEIAABCEAAAhCAAAQgAAEIQAAC0ydAhhCAAAQgAAEIQOAaBDoFYHeLcpVqIx7XvLK07KKY+xubBpqwbfuQq3j7MeItyXO7zHu/i7779u2yMdU1MymaRo4uohYps5V/W9ZPzWaW2pXfKPdzkl/AXdvi+e3Pj342/MZv0drZg4Y5Rsfs3Y6m27o/cZ3DbuJoSO/ZESBhCEAAAhCAAAQgAAEIQAACEIAABKZPgAwhAAEIQAACVyOgqtZxvl0kc+mqKFzUKSb6625l9fRWzpK0z0DZkmNULLndd+iodRk9av9tbjaXXOicRjqCXO68ujuuvEs559b71Hc5towXreelMvbWWBnkmTO+7FUOsgUbtvKALwhAAAIQmDwBEoQABCAAAQhAAAIQgAAEIAABCEBg+gTIEAIQgMB1CWwvALuwa22Jz+Ura7nsIpa1nBmiV4qV+wuW21MZIo4I2Xcwc2PJr5DO+2M1w9NsIy12S9vOrn8rX+e8Pn0vYz+71r54U5xY2z2Hj8/asbQvvoutOybrYg5xBAEIQAACEHh+BMgYAhCAAAQgAAEIQAACEIAABCAAgekTIEMI3ACBecXnnELU3EROZndJMW+5yy/xWU8tT61P3mVyhwetnA/ffMmd5wZ2wPmVLSuDSyaKLwhAAAIQgAAEIACBOyVA2BCAAAQgAAEIQAACEIAABCAAAQhMn8CtZKjqra7O26wpVZGkmClEq6oi5kpqq1TFTHJraZcu7cl/o3mcgqhfvLXkqHPJZ1RRK5ZWXmrnHMpCnj5JsuU3SLPShoUUKaIZN195UIYRJZc442NbVuOvXjvKN3srbbupSimslFKkJMWtfRxv2gwq1RFW9H9856zw/Y2k52hpI2mhktoZ2Ym5sr0t/vrdrM5mXz7vaTuQwuPWk2cvJ/uVVmIa2bv5WSO7wTwEIAABCEAAAhCAAARujADhQAACEIAABCAAAQhAAAIQgAAELkpAFaBz/ZXilYtZ59q6ofO96ZRcI1QLPaP+G1f79KZ1YDTnnD3QxZW2Le/r6AFMF+Lo6HAAAQhAAAIQgAAEIAABCEDg/ggQMQQgAAEIQAACEIAABCAAgcsTOLkA7Lcks6JTPLvm2335TcYuQKdmdefO6dtWJ9du3ueY7Tmbuc4LhX731G/tWj1bR5xyrtaILq5o2plZbQhz2O1g/O/y1u/lb2p/bk7fPz9W/w5mIQABCEAAAhCAAAQgAAEIQAACEDiWAPshAAEIQAACEIAABCBwJQKuap7k2rWrLH+dZOHGDy2rg/NAcyl23n8OTa4KTj/R/B8tlFxLO2La+bmaP0uu9I/o6mDTOaaDd7PxTAIchwAEIAABCEAAAhCAAAQgAAEIQGD6BMgQAhCAAAQgAAEIXJPA1gKwa1PrKoG6fFX6l2hLHKu+HEVHuZBXdmxNq2w4oJVt21zIR1wgdDtFKd/yb93m9r5zXM/G4/LS9ka9Mz9g3tHVCPn7WVqwLc9SaUfwt9PkPNcSk9uudp49cdFvGFsnHucYBCZAgBQgAAEIQAC9k03jAAAQAElEQVQCEIAABCAAAQhAAAIQmD4BMoQABCAAAQhcncDJldJ5+ejqCVwuAGXsQuHlHF7Zk/JdFCuvHMo57l3tLeraWdRd3bG0uNg3H2tqnMts7czW7ctyH0EAAhCAwHQJkBkEIAABCEAAAhCAAAQgAAEIQAAC0ydAhhCAAARug8DJBeDIr1OecTxG/vhNQ2swN8r1wn/u+rplQeWb/63awQDejiGBzdmpjfCXtS28vFOLbtXky/tdxLXyxJFftqUC8IWfpyODZDsEIAABCEAAAkMRwA4EIAABCEAAAhCAAAQgAAEIQAAC0ydAhhC4IQKuRN1QOLcaiot1txrbcXEpk+MOdHafc7Zj5sa6zspSWK7rWvk/btB40bpvzfflorHHCAIQgAAEIAABCEAAArsJsAoBCEAAAhCAAAQgAAEIQAACEIDA9AncWoZVSlWkjtYD9EuKWaHiV+6kqNS2iot85C6sVWeVhlUogX5VTVSSNp14yX5TRUqzSEltlaKSkpVSpNQqRvg4VyvJdiX5L09b6h59pZSWsapfrSnnU3mP8+zKc2nFn0e5ProyO8zAt8rSzYwmx5Ny3MNY32HFoCOFnGqTaXeU1zTty4nnce3RaWqKbR+XwSSF5+TfUxeV/UolJrddjRFLEjvrGNvev0PV2vO8Pj7GFXshAAEIQAACEIAABCAwMAHMQQACEIAABCAAAQhAAAIQgAAErkJAFaBj/LpQVXTMuTvc69rcRtjOfWPyiAm2DktgoPuxuNe2Zw0b5Yq1ha+V2esObjGm6xLBOwQgAAEIQAACEIAABCAAgTMJcBwCEIAABCAAAQhAAAIQgMD1CBxZAO4G6kJZUXd+pL7fTsymHbKVB/py31J3jMt+F3K+YzhZtekXQy3P1vryi6eWukdcZmL1H3EmVv+qZ33Wcv8W5dh2ZzBI1OXe5zd15xb9Ruq8e1Sz2DyP/fiburAwXMcMHc9wFrEEAQhAAAIQgAAEIAABCEAAAhB41gRIHgIQgAAEIAABCEAAAlcm0Fv5cV2qaBmfC0Vl5FcGuyrzY7T2U+x2YyhzY7QdPy72LdSNZQy/w9l0pNbpFl16tk63MN7Jzv3Z58QQispeHXdmlv/6c5m+WOt4LuZsnyMHk0ns28j6mQQ4DgEIQAACEIAABCAAAQhAAAIQgMD0CZAhBCAAAQhAAAIQuAUCKwXglaJvGeTW21Q1yxGrYJRfT1WbxyN/pZeRmrqt0zVvyJlj6UpTg1yyWd72dM69Ni+Uc6/vfZOKP7+lWkWj1pFatY4VtRCjNLHyWRS5tdv9lcVbGCzzi/4Movvp7i59gclbzCWbKI90nl3/0i4/52ZhhbiULX5OSv9u2kKhtJ3AzcE5dtVZHqxrbtZgBjEEgbshQKAQgAAEIAABCEAAAhCAAAQgAAEITJ8AGUIAAhCAAARuhoCrQRvBuNRVqyhUJ33lStnGllBVVvLOuMBHxThdozraat8LlnN1O2oUwxsvt9Bt17pTsbpz3X4pBnbnJtR36tb2lLxqbd8xiRXf525xexJJkQQEIACBWyJALBCAAAQgAAEIQAACEIAABCAAAQhMnwAZQgACELgtAr0F4NsKsURzrVBdObUcx2ULgud5My/Lca9Jhr1ilbdi13bc/tBvklonRuo7ap14XMdMz1L3nq/McAJ53PM9IHYIQAACEJguATKDAAQgAAEIQAACEIAABCAAAQhAYPoEyBACN0hgT+VHlcIbDHr4kM4rBQ4fz4AWfQvXNaD5y5ga+/6Mbf8ylE724ufj5MNXPvjMb92V6eMeAhCAAAQgAIEdBFiCAAQgAAEIQAACEIAABCAAAQhAYPoEbjXDKipVUOZKKUVKKWZZoTbyOKWktvSrSDFrlWZxiU+TIqzWl/8Uc1ft7OnfVdd4jxlXx+yvZ2mkKedqKe1QdO1f23YY8lfpXnQVeYd3aXF+JbUpat2jerHqHV1py51cjtoZrYXrP11srU2XYa3OugREs1GayJ/8BqztW3nmwK9i/cDtV9tmfta2ALwmmUNX27afM+/7ZZ1jY+Os7oNtbtPGfiYgAAEIQAACEIAABCAwOgEcQAACEIAABCAAAQhAAAIQgAAErkpAlZ8z/DdnnL2Vo0flcGyRsCR5+daRWpf3PKTHATKwiaJuaL7vVp7zhtzhCwIQgAAEIAABCEAAAhCAAAQgcAYBjkIAAhCAAAQgAAEIQAACELg+gR0FYC35jcDrx3jlCFwcFIv8Lq3744eTVJi07KnWl98GttTtXCWmztSQXd97a0ibh9iyT2tM3uI7Mr3VTC8yusyzeZFUcAIBCEAAAhCAAAQgAAEIQAACELhHAsQMAQhAAAIQgAAEIACBGyHgOlh/KCqS9S88j1mnb5VsXYi1yvieW+dRtPr3kO85qy2x+yYWlS2qlS7yL3N33yqpk3KYHomTMIx4CNMQgAAEIAABCEAAAhCAAAQgAAEITJ8AGUIAAhCAAAQgAIFbItApAKvrNy+LbihKvw1rtSEpzvx2aGnb2SG/c71Q9TS/dXsz5TEHYy1yPz7jRS7KLRd+3RYz5b6XtszfaVuejm4bvrHKJzfO3dL4Pi8Hb5UMnUW37/GBspn1f0P3wKNHbZvIs3VUzmx+7gTIHwIQgAAEIAABCEAAAhCAAAQgAIHpEyBDCEAAAhCAwM0RcMWoDSpXxdrucd+uHvlEad2/Fx0es2uvTTp8/zgEBvAvE77VRePEeftWp5G/bua5qF34Df+nAeca4jwEIAABCKwSYAQBCEAAAhCAAAQgAAEIQAACEIDA9AmQIQQgAIHbJLAsAG/E5yVrY2FtwkUo7WvU+g2/tdXbHc5j3hug9kUVSbkl57h3/3AbXKTcak3xhLV1w/YF3amNF4C37770SiWHknOzNBrjKgzGsH0Vm6c+m5mxeF8laJxCAAIQgAAEJkqAtCAAAQhAAAIQgAAEIAABCEAAAhCYPgEyhMANExim8pMrlS6p3XCmK6Ep1hzzyuTzGDzXvPvu7s2z0HPaF3ee27WWN/AFAQhAAAIQgAAEIHAFAriEAAQgAAEIQAACEIAABCAAAQhAYPoEbj3DKr9Fmt8CXA/VfxbWWp9fHVdpFqmj1dVhRn650WqtOaau2tn936p1O8+sZfEsVSnWVWlullJYlYqEVlzw41ytJJ+VOmkuDZeX/3SvtZzZ2xOBsEI5ReagUWnblbkN851377RxBusKA1U+80a9e7h0j3LgjrrIc2uxJ9/UMuf1ojK3o/XR8hyUdsf2k5f8vFonG+AgBCAAAQhAAAIQgAAEbpoAwUEAAhCAAAQgAAEIQAACEIAABG6CgKtENxHI6EG4yDW6k3UHQ41d+BvK1gF2LuzugIhO3+JcirpW7up5KAmUtpsIfQhAAAIQgAAEIAABCEAAAhC4PgEigAAEIAABCEAAAhCAAAQgcDsEzi8A+43B/Paoi1Pnm9uPprzXWXauj8v8vtaxWvv2teuVCoYrL1m206N8249l47WwynU0aj0eQs7a+VhD2Ls7GwKaGYwd+F3Y94NlGncRLEFCAAIQgAAEIAABCEAAAhCAAARujwARQQACEIAABCAAAQhA4MYInF/5yX/S1UVYVdXC7Y1lmMNxkSt3Fl+NYrUWE3s6uRC7aWbPqfGWTXuXzvJsw2cZOOewnyHJz5V1jimfdS5FHlu6j/KgJ8CD5y7DMY3nzmH4/LEIAQhAAAIQgAAEIAABCEAAAhCAwPQJkCEEIAABCEAAAhC4RQLnF4BDBaRcqHMRyRo+Tb8Nax1nWan57eQsVfzyW8qthUbG/Eat5Yh3Skdd/G1P3sa3iJv6Xu2M1vfMchm0tIsDYrfo32fHGawrA1M65rf4Z3U1fvaXnvHwM9DVGFDyz6LvyhjGsQmBmyJAMBCAAAQgAAEIQAACEIAABCAAAQhMnwAZQgACEIAABG6WwADVmHn5tBSPbiXVXOXbFowWc7xqt21Zm3ex2FqbZjg0gXxf5s9UqdgO7UP2fOctdZ/3Zd7+jwCeNwWyhwAEIDAgAUxBAAIQgAAEIAABCEAAAhCAAAQgMH0CZAgBCEDgtgkcUQD2a4K3mswRaaykcNslwOtGZ6bWCrALD4YjkC3d8iN8YbILd34rt/N2/GJ+zI59Fo3pB9sQgAAEIACBSxPAHwQgAAEIQAACEIAABCAAAQhAAALTJ0CGELgDAkdU+O6serYz3LJY2ju4U4R4FoFcAD7LwjUOO+o+XSMWfEIAAhCAAAQgAAEI7CLAGgQgAAEIQAACEIAABCAAAQhAAALTJ3AvGe4oAHupK6dURUqzSFVayLNjyr5C/qyU5F/9SjFUKWlqFhGV5Eut3ypcjOuI5OJZzD8az3sRKcJ7O3/T2V1LKwsLcaWP47Acy0zRtLmmqCrPRO/H+y3vKOrduDaZxDLFLFJKa2o0ttp5DaJuIlLcx8d3uysHrvBH/KPSQ3Nx9CXi9dZrA/rL5qv5z8S8HdA8piAAAQhAAAIQgAAEIDBxAqQHAQhAAAIQgAAEIAABCEAAAhC4KQKq9txUPAcE01eC1JyLWD5dWve3lftW9uSNA39d3pxTsuxZNNxMQANkYhNWL42tC727LzdZ7uQuj4fs2XWeNQhAAAIQgAAEIAABCEAAAhA4nwAWIAABCEAAAhCAAAQgAAEI3B6BIwrAa8Wy/Aatjq9Nj56iX3PNTuS7tHmujPPkXX8l1fYsJ+HUNMylbLeeG0Tl/u015htcRYoqLvJZxGV/9j2W12J/BB9jhTyKXedvFqMYxygEIAABCEAAAhCAAAQgAAEIQGC6BMgMAhCAAAQgAAEIQAACN0rg7MqP/xhtrRpSLlSqvV6ejkTerxqD/A98DVr0ncdmUr5n1nxqR+Pd8yiS+zu23uKSQ7dWYisPSWlXFm9gcEhch+w5JBXDucP7ekhqV9qDWwhAAAIQgAAEIAABCEAAAhCAAASmT4AMIQABCEAAAhCAwC0T2FEAdlGoKxeK5qn4Lc3SVR3KxV8XE717Pj1cI7dy0fnnfB2yVVzIqwuTeZP6YZU12gUB3bM6KtExO2uxMsmOM+wqlH+aKyI/LHHbH0df4lxvvTZg9Nm8fm7yz9G8HdA8piDwjAiQKgQgAAEIQAACEIAABCAAAQhAAALTJ0CGEIAABCAAgZsnMEglSSWjaC6WqqtVfc4cRd88c+sEXLAvWl/bGLsouJi8X8btU+PvokVSN9wpsa63A4ac7+/93tcBSWAKAhCAwJkEOA4BCEAAAhCAAAQgAAEIQAACEIDA9AmQIQQgAIH7ILCjAOwlazMRFw/rVIUV4T1dbe4fdiaF3+bMyr6HtX5L1sYtqpd7dkDGzRF7DzC3e8vcl31auzcfvJrWYKYmhXWwATZCAAIQgAAEIACBbQSYhwAEIAABCEAAAhCAAAQgAAEIQGD6BMgQAndEwNW2o8Pt1tJSZ9DtH2300AMdf+1rx2nHyV1rO47d4ZIztRy6ERV53tT3KwAAEABJREFUjAoZSEAAAhCAAAQgAAEIQGBYAliDAAQgAAEIQAACEIAABCAAAQhAYPoE7i3DTgHY3SpSmkXKSpGStRxHlaJOJcU6qsZ/OtYTlSYrjd2qO+Ql843sNWrVbF5e8JuivUqRFPO6Ks8lrUnFoIvXln05qzJf2pSqSFmr58r6kG1OKUXoEtO2dd8KfdwupByS8qnUWr5HoX5RHVVk+YDO+nKeSffO8vhQ2URz6OYr7/M9bOX8/dw6+jYo5x/5vx64l2zauPmGAAQgAAEIQAACEIAABG6KAMFAAAIQgAAEIAABCEAAAhCAAARukkB1TFR95bKUq5WyosUkqTeha1k0PCypy+3aGZkXi4YM6e7uryEYQGndRxCAAAQgAAEIQAACEIAABCAAgXMJcB4CEIAABCAAAQhAAAIQgMDtElABWFdY60F6zlqfj3DNt8ymSOp6X2k1nMRVclpNplIRtKyMVfC2XcuezVouoyjP6ctjNduv8kb09h0TX1ncpd48833cC7H36PbJe1zxc9L783+PyXRj1v3PuXXn6EMAAhCAAAQgAAEIQAACEIAABAYggAkIQAACEIAABCAAAQjcOAFVSbZF2P4B3W2rZT41rqJpryqWKepcDi5r12wdlXVaDC5mn3Zy6FPrOXjc1c0AHyzxWpakNJdGx1+3c/+Oj717onunu/3uHvq9BIyrd2G8SSxDAAIQgAAEIAABCEAAAhCAAAQgMH0CZAgBCEAAAhCAAATugUCnANwpmqn45jdP/e/9dlUSUq23dCO0N0vF38iKYT8q5DiyFZ97POhIOH5LZcQc1Xq7acIoiuxxc8e1Z3Je24Lw245dbds31flu7r7xd5+nn9hyx9dbrw2YYDavZ7/LcEDzlzF17/FfhhJeRiOAYQhAAAIQgAAEIAABCEAAAhCAAASmT4AMIQABCEAAAndDQFWTEutq0bNZlE3L+mq73O1iVFer+6Y6WuZ/+Qxd3ywa3/uFM135DwpcmRw/w9vzcEjeh+y5vcxGiwgco6HFMAQgsI8A6xCAAAQgAAEIQAACEIAABCAAAQhMnwAZQgACELgvAioA61r7N0APqaWUN3KT3xrM5zft3BeK9Wj783HeRd6xfmrI8a774LKs49juz9FZ23cctOJKc9m422HZNWC7i8A+N87d2reP9WkS8L23ppkdWUEAAhCAwI0QIAwIQAACEIAABCAAAQhAAAIQgAAEpk+ADCFwhwR6KyTnlN3GYuCYUnLZcwwPu+zuWhsjlh6bfSEYSM/W5znVB2g7ieN2b7dz7kpKvT9+55rlPAQgAAEIQAACEIDABQjgAgIQgAAEIAABCEAAAhCAAAQgAIHpE7jXDKuUmiiKKkWdq2NVNCpOWdsSKy+G6nTEylvA206cOK94Gh1tolGc6qxdSTGvq9LcTMViyyW2onLUsRdFeDWVpU7rP2vdaOy1KpIOJOVpJo3OWHV4TVsGvuQqrGLWUZS+29SdUExheWFFtUZ1pJR2Spv2XJXWrVoxyZ5GN3U59y6sRXC1epYaXd5iVWKXJE1d9UpJ90XPaeU2VbpHs7lCraX1vLat9ZkUg3xspvzp7dIOYvgSRqr57591X7731vo8YwhAAAIQgAAEIAABCJxNAAMQgAAEIAABCEAAAhCAAAQgAIGbJqDqyTK+Y+piy72uHsnGckKD4a/W/NzX8Oa3WGy9tourvrsrEe2Osb4v6WusHE6zu8p808a+9c0TtzaT0v3ncFWmz/eH46rYcQ4BCEAAAhCAAAQgAIHnS4DMIQABCEAAAhCAAAQgAAEI3D6BlQJwN1y/JWl151b7Pmq5gDVv/Tbm6qabHDmvopsMUEE5PjXht1bdrsvUrfX54ce+t0XDW9+w6GfICvvckaH3bIOzYXTkCcxDAAIQgAAEIAABCEAAAhCAAAQgMH0CZAgBCEAAAhCAAAQgAIE7IeAq2yLUHeW2xZ7Njl/BqyNcsfSfjw0+lyBg6tYlfN2ej9Oe1NvLg4imQIAcIAABCEAAAhCAAAQgAAEIQAACEJg+ATKEAAQgAAEIQAAC90RgtQCsiqL/jdT+BLy1q/kuF32tUBE4az4/VKOYXO5zfflckyX6c+2Mfb7kui3v/OKrF0cNZE7Lb9qO6udA445jodGTPzCoiWzTz1gs2Oq+uz+R1EgDAiMTwDwEIAABCEAAAhCAAAQgAAEIQAAC0ydAhhCAAAQgAIG7I6Bqz7kxl8Jvac+1d8nz91FIXI/S9TrTzoXgS+LCFwQgAAEIQAACcwI0EIAABCAAAQhAAAIQgAAEIAABCEyfABlCAAIQuE8CpxeA81uCPr6u2weRI1b81Y1XUF3oNc31ArDnrLLu/qgSq8UboqM6svF8d2K/v/k+H0FnEIDjGfA4CgEIQAACz5UAeUMAAhCAAAQgAAEIQAACEIAABCAwfQJkCIE7JuDqzyDhp0gq2l2sJHlmzIr1TAsXPX4vWEeB4ntljWJ8h1H7tHZsYQkCEIAABCAAAQhA4NkRIGEIQAACEIAABCAAAQhAAAIQgAAEpk/g3jNcKQD7hdh6reZVpVm0Smo7qppI2pvm65GqaKKKoT9N00Q9l/tVleRqqX3+kuLKilmkhapIZX5PG1f4+D5YSb6FOdxaGj6/yyCsjcxrzdSRBrt/JlxUybb69lveftbMuFct85b89v4cec3atq7jE7yqlGKXgg8EIAABCEAAAhCAAAQuRwBPEIAABCAAAQhAAAIQgAAEIACBuyDgStci0GbRO7SjE7pChbIUKVygPfTkoftsPu9N+fvMLxspOtNUPn7dL2dy3Qim5t1EranlRT4QgAAEIAABCEAAAhCAAAQgcB4BTkMAAhCAAAQgAAEIQAACELgfAisF4FPCTmkWqSjONrcRgmrL4beS/e6j+4uC8MbOYydc6LOOPTf+/qQkLXsqOWvKwyxHbdJlT54c/MserMENT8cgmVyQAM/iBWHjCgIQgAAEIAABCEAAAhCAAAS6BOhDAAIQgAAEIAABCEDgzgisVFVcWLzl+LtF0OPjXGbXqHJaz3W8ncuecM4uAm949cLG5IgTSSV4a0QXrWn5Ccm+dI/auUt9G6rV8ZfjUDydqWl1nZs1rawukQ0+IAABCEAAAhCAAAQgAAEIQAACEJg+ATKEAAQgAAEIQAAC90hgtQCs2pf/zdl7TGQj5vJvt7p66n4k/6XqcOHXBeAIJZu1cfLqEw7ZQeQIVbd263HROHVRPwpduSgoXbUAup55ITBGa19FynsMF7dqU89YlPtc2mvH6p/ZFSkgj0f4KwOyzAWBYwmwHwIQgAAEIAABCEAAAhCAAAQgAIHpEyBDCEAAAhCAwN0ScMXvboJ3ner4YJenXN7zebcuAlttIdizt6tSEL5uhC6KWiNHkQuQvkNzP+vj+fT4jWIYp9I+fujHeDDfuMB9PSamXXt1W3YtswYBCEBgfAJ4gAAEIAABCEAAAhCAAAQgAAEIQGD6BMgQAhCAwH0T2FEA9pK1J0EXkBYavjrjGpzfSnYk7tuDy1VFe6KbxLLz3kzERKzNlfub8d3sRu27vGvcXRur7xissewfa9f32lr+Bw3HWujdfzdv1Tr33gyYhAAEIAABCFyOAJ4gAAEIQAACEIAABCAAAQhAAAIQmD4BMoTABAgMXFUZvmC2KHcNb/r2b98i+dsPddgIz098GAvnWxmWC9YgAAEIQAACEIAABK5FAL8QgAAEIAABCEAAAhCAAAQgAAEITJ/AVDKsUkqRkjWLqFpVaRZayNqfqN/eLBqnSus3YFMnEP9J5IWqKppeheYj6tRIbduaSJF0uCgixa5PSilSqja2mE/TjJevbVeRIivHMIuk+2KF7lNKjivFcJ9yD0s7nOVdllLU0WZRa1vbC90fj6xGeWZVTTRrEhyd6b8HSdParvX28tiq5aIr38dWVVSpaBbJrGMW4TdkrdbMBb8r+epKw7EusVrk6VytsXyt27WvPq3v03OymOruX0zSgQAEIAABCEAAAhCAwGgEMAwBCEAAAhCAAAQgAAEIQAACELgrAq4wbQTsetDG5M6J40/sNDfEogp9YfXa8kJR74Y9k5dZTkogXcbV7XoxgC0a/qkrjm4XB5FBAAIQgAAEIAABCEAAAhCAwCUJ4AsCEIAABCAAAQhAAAIQgMD9EVABWFdYbfAuqrXynNXOX+vbJTlHkRRU943OvfE0OmmpiLp3b+8Gnc9n3fZuuNBkFclvPK55a1IV1tr0gEO/f2sVk5U6lprBr64fG7efIo97lJn43lg962NOXcX2Hh4nx2R+tn2yAQ5CAAIQgAAEIAABCEAAAhCAAASmSYCsIAABCEAAAhCAAAQgcKcEKtdIrZX4XRPKf3J1vTC3sqszyAc64+G6qvvmSBxjfbSbow+sBX7u+TVzJwydv3PfPOp7Y22ujDHjOMawu2rTvK3ObNex+1llT2k7+9U1Lz8rloZHXNn46v4kxtbq7IRGzlk5TiijsVPBPgQgAAEIQAACEIAABCAAAQhAAALTJ0CGEIAABCAAAQhA4J4JVC7/tGrfAnRJLTV1fvf1sMR8rsinDzt16K4cm8y6qFfO+G3gojIX3tDVERm0NuQkn+m27cqlv52GfbrN0qDJb/xGTjNySVyTI16tv0qeWjmOWmh8PwZx66KqJQ+tPT1DzYsIq51Y/c5v/GpPfltdgeR7tbZF06fH6MyKahl2X81zuMQtfC+6eg55kyMEjifACQhAAAIQgAAEIAABCEAAAhCAAASmT4AMIQABCEAAAndPoHJhr1ExzW3JxvWgyIU5F8LK7CFte/KQnYfucVwu6jkS93efs/+i3Tv7V8tZt/07LjnbzJ0579KfT6kxEUvdC1yb/sd02uWvvgFkd+rrWc3dnq8So7cX9Ww7cErWXBA9cPfdbss5Xu45ultOBA4BCEAgQAABCEAAAhCAAAQgAAEIQAACEIDA9AmQIQQgAIFpEKgiv1npwtpqQp5JqoGtzvaMfH4hn+rZc8aUY6gUh9/9dP9wU47FOvzEys7zK4gr5oYfmIg1vOXLWuzm4EKkbvZKkdf3sMiReb3IYwQBCEAAAhCAAARGJoB5CEAAAhCAAAQgAAEIQAACEIAABKZPgAwhMCEC3erbalqusa3OXGXk0l92fCPx5Fiu8LXgcAXfl3W5fqOdueUo1tfWx96DIAABCEAAAhCAAAQgMBwBLEEAAhCAAAQgAAEIQAACEIAABCAwfQJTy7BKUUfRMrkqmtRqOXe9nt/8LSVAR1FeznWrQCNLWXhtKRcHreVMf8+Wizo7stMmqpRWlFKKlJaKkT8Ow29Ap6YO91tVy34nlpSWcaXU9g8Pr9LWjspb3Xo+Iv+ZYC0PeWX7D3OL9jvv5qbO36tfvpeSY8kQvKeJWv06hdrlbk1F0XKWHgQgAAEIQAACEIAABCAAgaMIsBkCEIAABCAAAQhAAAIQgAAEIHCXBCrVzsK6y+gXQY0XPFIAABAASURBVJ+bwaHnFw7pXIWACsArftfHK4sMIAABCEAAAhCAAAQgAAEIQAACJxLgGAQgAAEIQAACEIAABCAAgfslsP7q5c1l4tKsg/QbnX4TdrgAbbloOKuXs2Qq1mU8mtQonvwm8CiGjzO6mZ9m1mM7zuR97M45Xu45ug8oRAkBCEAAAhCAAAQgAAEIQAACz5oAyUMAAhCAAAQgAAEIQODOCdx85cfveOY/9qt6nP/U77C8ZXRYgxe0ZirWSC7zn1qe2/dNGMlN2M/Btu/5fh2cJBtvlABhQQACEIAABCAAAQhAAAIQgAAEIDB9AmQIAQhAAAIQgAAEpkDgLgrA/rd+rQLcbwMXlbn9rYuH69p/6nZ2dG/VvDB7RnDmuao6GhVji5IWU1NFNVdSEdhvYJvgGW7XjpY83HbzW9uWh/YsKZ48PPPLuViy2P4J9JxviqQ2wrGkMz2Me9zEduko77q3Ya5dHWWAzRCYPAEShAAEIAABCEAAAhCAAAQgAAEIQGD6BMgQAhCAAAQgMBkCrnTddDKux/nNXxe73D8vWBf1is6zdNXTOQURUcF2vDhcFZSP8RzMLR/jw4nrmB8Eh9eWbjVx5pVt2YbtW+7fgRxqn+4gdEKEAAQgcD8EiBQCEIAABCAAAQhAAAIQgAAEIACB6RMgQwhAAALTInDzBeAubtfpXO9y0EXd9aP6uYhoa0edusJmx+hsr+D64i6dp7XLsXlY3ufW2rX/sLXkh6tva3krtm9t0DnnYw2Tz6ChYQwCEIAABCDwXAmQNwQgAAEIQAACEIAABCAAAQhAAALTJ0CGEJggAVeczkiLYtUZ8Dh6MgE/d0UnG2kPbiv8tqv39z21fO7vDhAxBCAAAQhAAAITIUAaEIAABCAAAQhAAAIQgAAEIAABCEyfwFQzPKAArC3lLcj1dqg/wbuDbkopUmpVqa1SpfFSO47Ol5LaInXL5Vc+pdZmim1t3NSnUjTH/MlkbQ+f2a9a+6yke2yVF6SbWRPNLCJVKRorxvw4zmZMBwvb/rPizjGifTaa5DbyJ3VCSFFrR53nB/1qlKsl7pF1nnWHbCWZkWV9t1dKKVLaId1T39uqasIK/1lxqz3ONwQgAAEIQAACEIAABJ4jAXKGAAQgAAEIQAACEIAABCAAAQjcNYFuragnkRThqlLPyn1NKY+zAn7uhy/5EFzSV7mvPB+FBC0EIAABCEAAAhCAAAQgAIHnTYDsIQABCEAAAhCAAAQgAAEI3D+BHQVgLTVHFMaO2HoMNkURlWqCbrtvZu634YCK9u/ev8MRWPOdNj3v3mbjWK3bjO7aUfmZOvh5ukiwvlfWRZzhBAIQgAAEIAABCEAAAhCAAAQgAIF1AowhAAEIQAACEIAABCAwEQJbKk6qbqroekiOrhHnP6erze4feEy7T7vsq6vdVpTH7g1HrzrH7F8n3VfzDK7hOR4OzU9Unw63sL5zXzbd++q+tW7jnsfOJz/D+0Dcc5IDxo4pCEAAAhCAAAQgAAEIQAACEIAABKZPgAwhAAEIQAACEIDAlAh0CsDq+t8kzTqsMrQoy2m7C0p5rL7bwSDJmExG921NTeW/TO126Sfv0rDbanjyJR7532Yt7cmGRjno3LOUrgt6TapiVaHxdu0LKuk5sCq1lR3oQCWHcqfeJS45i1qO+uQ1S8sHXo69qPssdY87zazu5Fh9/zu71tYch3fs3GrdwH5yes51r6NoePdYhMA9EiBmCEAAAhCAAAQgAAEIQAACEIAABKZPgAwhAAEIQAACkyOgqs88p/6q0Hyxv/GRXFTSsltL3VGv4rM4sU+rHau6FUXtzJDf9u1ypP1lDWn8Vm056avENnfcvZ2L/nxthLhs2fc2F0rtbwQf1zLp3OzbbZHHWZ7IHb4gAAEIQKAlwDcEIAABCEAAAhCAAAQgAAEIQAAC0ydAhhCAAASmSWBZAN7Iz0vWxsJiwvWxpMLRolV/sThSZ+FL9hf9Pr+u4lnaN8jVeTPSxUHb7HPr+ZtQJ94h4vF9HsLOSTYEOj+Jak8633MoPzs98/c65XxK7P6PFIrK3EZbDgz8nGz4YQICEIAABCBwjwSIGQIQgAAEIAABCEAAAhCAAAQgAIHpEyBDCEyYQK6rRX5rNk7+lFrSyQZu+KBrjkXdMD03Zt4ppaikuPZnzCR35jZ3LNDzXvuUahxtLw79lPOH7r+bfWZRtB70vqR9bv0MYwhAAAIQgAAEIACBAAEEIAABCEAAAhCAAAQgAAEIQAAC0ycw9QxVY5xFSlWkKq2p0dhan1+Oq6S+CPnt0KqJSBHhvtsY6iNjMh3dl3k1FXkiT+ZR2H9x6elGgVhl7pQ2+9XB3MqN7WqoKynPKt58aqLKI32NdGXG5pzVREq+XylSkqq08FqnOqzUVDm2xcK8U6u1hEXrGsyvlFK2NVNrhW1KSRutCJ9q5rsv11SCXSkXyzmF+m49jkgRWbH345wq5bb+fIfmLLmJIhvLlpVuJSXJc6NI+YQVlcz3SdM7rnLC+VkppXCe+oqca0rh1m+rF8X8k9QWhZ6bndLea15108QuXTM2fEMAAhCAAAQgAAEITI4ACUEAAhCAAAQgAAEIQAACEIAABCZBwHWk+0rERTkrR+0yVkT7HasfT1qrs0eOdm9Pizh27ztl1cW7lEZO4ODARkx0bwxm0Ke9B3dvKCZ7dnmpZ/qmp+4x5psGSnAQgAAEIAABCEAAAhCAwDMjQLoQgAAEIAABCEAAAhCAAASmQ+DsArCLoFli4lbNoJffP81vMMqq39SsVO6t1GkV4TZpHJqPziepZml1pk7sJp2rpOUl08sBvYsQ8F3Y5aga46bscnhja91n/RQU3fM3lhrhQAACEIAABCAAAQhAAAIQgAAExiWAdQhAAAIQgAAEIAABCEyMwGpl84TkXHvN0lm3asa9spP1cuDa+JQK2NaobSyXobXDrZpnd6X8Z5Kvmbbvwjb/5e6Xdtu+Mm9bRWXuObeHcntujMgXAhCAAAQgAAEIQAACEIAABCAAgekTIEMIQAACEIAABCAwRQJbC8Aude6SYbgWmwtpqiD5Ld3Sd+v1cSRn4YJkijoVhfpLb96xHB3aM4quDj03zX1NqlT0raIOqyVaq2kulK59Ffk5s1u3nnPfb/wWlbdX3XrO631y7Ovq23eRufJv74qwnl65XP9p09SOa7Fb98RMrLJdU6W7tTWnInPzRreW+wgCz5wA6UMAAhCAAAQgAAEIQAACEIAABCAwfQJkCAEIQAACEJgsAVc8z0guqUjYlq9cnLPOMHbA0VLakl8VgSMrxv2UQl1px/V2s9ZdcMzBlVuQB5f5ctHWBU6353q0DT+nC51r8Jrnr3AvrpkuviEAAQhchgBeIAABCEAAAhCAAAQgAAEIQAACEJg+ATKEAAQgMG0CpxeAGx1VFc1vDLoOlVtX1wbmJS+R31SUXfuo52+kNir+WpruvfKZpnfpuMmcp6M47tioux2TOERuR/XUMS4G2Z9KwS6Gd1ZuoetncFccQzwKu+zf2tqxz396boBu7YYRDwQgAAEI3AYBooAABCAAAQhAAAIQgAAEIAABCEBg+gTIEALPgICqeqdkuVpuWx2dYu+wM6k4yp0yOOwsu+6FwP77um/HtvXJ1Ti3JLQt/3t5AogTAhCAAAQgAAEIXIMAPiEAAQhAAAIQgAAEIAABCEAAAhCYPoHnkuERBWBvLWpLTP6uVIytIsVMbdM04b7nY6iPilzZXq2O/EQ0+t9+4/6TwVaOT7Fta0MRt9pj02+/Wnl/ipRm0TRpz6Hzl51DLTN21aQqWmlicVXqVVEpNqtJtfbohNqwtOqr3SV6Ctm2PHeMKh2qog6/KZrlvnSMjf17a21RgPouV6Xbvi77L+ul1bbSzTGWgecXkmmlUZau2+p+hZWfp3J3uu3u8BY7ldwhfNat1WssulySbBatn2MMAQhAAAIQgAAEIACBCRIgJQhAAAIQgAAEIAABCEAAAhCAwKQIuI50ekIqFC0Oq6+a0mI4Rkd13DHM9tjcN9XJVHnv2806BCAAAQhAAAIQgAAEIAABCEAAArdIgJggAAEIQAACEIAABCAAAQhMj8AZBWAfrfLblpW4VKGiqF/gVH/IS1bDbziuvpHoqqt1jqdKhy01a5ctW2vTq8NSjXaAqyvDjzZ8OO6i4d3ttuibbO3edeqq73VXp9o569wzOGzG/pnanuq1nq/tEbECAQhAAAIQgAAEIAABCEAAAhAYlADGIAABCEAAAhCAAAQgMFEClUt51u78NiqQ2u5T/nPDkf8QsP+ErKWFQS8XYsufq23ta8Z/2tjKnodzJ8uxrj7rOR4tuFUz8uWIzHpkN1cy73tqOUPzdLZDhNL3xA5h9x5sZJ4CYJ598Wqpb3ox5/O+D9Zi8hl1SBUCEIAABCAAAQhAAAIQgAAEIACB6RMgQwhAAAIQgAAEIDBlAn7NL+eXC3DqlTZW/m3SpJXFVvXb0pALRRqE21Js8orl+UEk17ZnH629OlJjNZGi0VSRujsvx9/V6uZixe3qynLkGEqey9lL9Wo56krDCVzmbelmDpqN327Nb7nKqh6hbN5zlqYmeZXnM/Ncy9AsivoZVPpp6io0XjPCEALTJ0CGEIAABCAAAQhAAAIQgAAEIAABCEyfABlCAAIQgAAEJk+gctHIOi5TlZj8Bq4qSS6IWraR2+MM7d2dS56q4Lm1j2bud3lQseRSldvl7Dk9+8m5yG/XTvHg9VxR1KLnLHVHupy5NZL5K5o1tyxxzu3IscjNyB6ua94MHYHbIo+PUTnnZzzrmMPshQAEIHDXBAgeAhCAAAQgAAEIQAACEIAABCAAgekTIEMIQAACz4OAX4k9KVOXJGsVXlUDjkpVo9KeZGzHIQdo+27tIzXqWbkCe0ZJzzasHt9KJ8+WNg+u9lWJr3K+mv/xHPvuZQl0bsdzlZ+Wrvn2WYqN+ZjAp7B0uy2dkv+2deYhAAEIQAACz4oAyUIAAhCAAAQgAAEIQAACEIAABCAwfQJkCIFnRGBLZXFX6ch0ynraKKAlL48hFQnHMrtuuuRQ2jH8YrMlYMZWrN+EdnnU7+x3VA+XNb4tn23zvdEdtbnXApMQgAAEIAABCEDgrggQLAQgAAEIQAACEIAABCAAAQhAAALTJ/DcMqyqVIWV0ixSj/LbtyrOVY3f+W3xNMlVoiqqxm2E3yastCf08Yyl7iBXU8uwtLSZorH/SrVryTFXirvKeSTlsqoI7cuK1U+qZUfSrDyEpW6+Sj5u88SFv+y3aMG1qcS5VZvThYMa3V0TKaWjvaQqRZ9C85as6t7qmYkk20nfUiOpFwvFJD5+ZsrzUhLy2PNlXFohCKuMI/TzrZ+JZbtcoQcBCEAAAhCAAAQgAIGJEiAtCEAAAhCAAAQgAAEIQAACEIDAJAlUq1klDS01upY9DW7mclTWGAFh85oExrurtrxUWhR+0zWUj2QUAAAQAElEQVTTHc13yaq0oznCMAQgAAEIQAACEIAABCAAgbslQOAQgAAEIAABCEAAAhCAAASmS6DKrwHmVwFXy0Xb3hxcR+FTriL7LUNrff3c8aZ9zTjeRl6tExw0OmOpOeGy3xKD2hMsHHck5Td/jztzid3iENZ5vvzMFFUqzPrW1imi6HTrMiJ7kRUbn+JzZWEiA+d26M/vesqZmn44UtQiZ63vYAwBCEAAAhCAAAQgAAEIQAACELhzAoQPAQhAAAIQgAAEIACBiROoQmWeVrH4pFAFaKHFdH+nbO1fPXvW5mtZcWHQUleXy1Rqjrxsa11HmphvL/5LO58eqVnmPZKDo81eJu+jwure2MXB/jjzVi3dHtdF4FftCE3Pb4WrhvS/sXd3663yyqKgJcZefdj3f6ndz5rT7CpiHOLYjn/ABvFmuiIQQlK9+DuqSYbFCRAgQIAAAQIECBAgQIAAgfYFZEiAAAECBAgQIDCTQBSAv2bqohrWRWWs6/so/vSlr305RPRdV8aotSs1oitfbR5/3b3c7z6mjq3FfuLg+KnR+WiRKm4pYxynWW0z5pttvgmbG83jMfL8/XHU6/+nlIz3b+D6irm1MvlGBFQdopQa18Yo8ROnJS6VoY3zrX7y/xQxRKSd35FpZH7P5DV1euZ+9xBYRsCsBAgQIECAAAECBAgQIECAQPsCMiRAgAABAgTmFOiuTxYlsqwIDaWy36Oi7vTVmQcZX2ez/85i1lDcipnzOHYVR+VU7itP/OQ8OWe2T9x+vGXBpI8rjE0W+sbjz7Wj/LiD9+U/rvh3m3sa4/bofPZD3B627quZ6oUdnj+pC0N0ESBAYBsCdkmAAAECBAgQIECAAAECBAi0LyBDAgQIEJhdIArAWUXK+Dl39nQ3KklDbThuySFZoByKaXlT9M35yXVyH7HRr7c5Z5g895zTjG0e/45cMePsSp99mejYnl3fy+nwwNPgtYSHaZLztWku3J2TZly4pIsAAQIECBBYvYANEiBAgAABAgQIECBAgAABAu0LyJAAgWUEhgremstkp72dVWvzNOMvlhyTMR03zjm202v3HT9/533zG3W3wPnDvfvGBgZeyd23s4FnKwUCBAgQILBvAdkTIECAAAECBAgQIECAAAEC7QvIcEGBruv7UiPK6U89R/lofC0z2+GPLf/ewXApumuNGnJXSx9Ra7TR10fM+akxYRdz51oZpftepy+x/pXIa3HrkFm2456G+aIj2xpzDVH/lfojaqk1YrwebZfnZzHO+am21tjjC/GpfZ+vm9+n/LPcpauldF3Yf8X5uN/nNbrGiMPTJx5wPPmcd4y8NIyMS8OzzzY7Vxy11rD4Hf+iP2N4Oz7ymLaZ2zMpTZ2eud89BAgQIECAAAECBF4XMAMBAgQIECBAgAABAgQIECDwqkB3eYIa3WPE4YVP1Jwu9H6XkS9efKZz1/fcfgbvo8l9vG+1x1d6bH85eozH12r/jvxve4z2s5UhAQIECBAgQIAAAQKrEbARAgQIECBAgAABAgQIEJhF4EoB+Dh3VsmOh7+bWvp6c8DvW57oyRVyk/mG471vNs5avOpj9TFKHD+Rw2O3HDPONUseP3b3/KMz59xHxvyz/zWj6+8VGP7biUf99fZ8V/L8vTuwGgECBAgQIECAAAECBAjsUUDOBAgQIECAAAECBAjMJ5DVvV+z9VEAyj/He/h15e+OuPXvQQ+MyAJU7iP3k/u6dWuOPY9b45+6NlShhx3F7blaNM197niKNQwyVph7fk/GWOH2bOl+ASMJECBAgAABAgQIECBAgACB9gVkSIAAAQIECBAgMLPAjwJwFs2GQuvFRbIo+DOGWmiMzTbf0I3D4Z3VHJXHc0SWWHNfGeN8Of80sn8YFwfZRvP4J4uZ07g6w2SF3MTVcVu7kF+FMS4lln0R9X9LySjz/ozfoWwznpk9vyNDxM35lDLi0OcugXj2w1vnY3vXTQYRWFDA1AQIECBAgAABAgQIECBAgED7AjIkQIAAAQIElhCIas/3tGPBbCiiRa0v2++reRSdP0q8eZ79y0XuIYvSh1gij6M57eDa6jku78k2x88boTQWikvuat7Zy5BdWcnPVeHYX+aeEYcr+sTTKfncT7GivW1iKwm4iY3aJAECTQtIjgABAgQIECBAgAABAgQIEGhfQIYECBAgsJjAjwLwQ6tkhe0Nxcp8GzTfLs6N5vE9exxrWGN7+Z6cMePy1eu9t2e9ft+dV9J1DW9i5h5yL3du27DWBPK/jYzW8pIPAQIECKxdwP4IECBAgAABAgQIECBAgACB9gVkSIDAsgLfFZ5rL3suu/6fs1/aVpZgz2M60XjP2E6vOb4ksHWp82/D9PxSvvoIECBAgAABAgRWKGBLBAgQIECAAAECBAgQIECAQPsCMnyDQJd/KnmIyWL5pu0YZXjLNwuEGeX7Jwb0EdmRL4rmHMNx/MryWzSzfXKZjHHCnH+MUmNfx6hdLRldreVfRLZ5PkT9F0OnEWNjTBnedI06+Hlbjj+nP/d8PG+uidxL/Z3VkHcq/760RM/4Hco2Y1xjeHZdLdfaUnKPETViPP7VjrNp3y3QH/qSEU+wdLU+vHzecysentANBAgQIECAAAECKxWwLQIECBAgQIAAAQIECBAgQGAugaz+3THX5cJNlHZ+3ZtluF+dz3Tce09ubYx77zHuToG3P8079zUZ5tlPMBwSIECAAAECBAgQIEBggwK2TIAAAQIECBAgQIAAAQKzCtwoAI+VtWyvrZnXMnKaMa6Nfa7/NHvUInOFfNM43xAd2+dmzbtytow8vhHjm8HHIbmf4WXT6fnxeF9N2mUsk/Wrs+YzGuLVidxPgAABAgQIECBAgAABAgQILCZgYgIECBAgQIAAAQIE5hf4o4KX5c7ri35d/fo9jvp5Nva+1h7i9iz6Rg349Md9o2s4zva5yFkznrt7sbuGqmXuKyL/DPNiC70y8RJP+ZX9XL53G7u8vPeP9Z7Q4vtXMj6yE4sSIECAAAECBAgQIECAAAEC7QvIkAABAgQIECBAYCGBSQE4Kz/ncXvVrFWWUkvtu9JFlNLFWfaUl39qzDBEVn3jIN/4/d+ulKEQHOdx+fYn9zON2Nv3Dc8VtjLfjO95ljjKhJeY99U5c18R/f/EQ4h4dbqz+9O1i+mzzTi7/Os0hpbzyEH51cj7s81zca9A/Dcx/B8Oxvbe+4wjMLeA+QgQIECAAAECBAgQIECAAIH2BWRIgAABAgQILCkQJdXp9Fk2G2Paf8dxVuPuGPbIkCzk5ficOspSUfCrEdnzFbnTr6MHf+eNWezKePDWEiXuvL3Ez9jG4YyfY7bD3vJ4xqlnnWqZ7OfY4np3Nkd2b5ojv38Zb1rOMgQIEBgE/CJAgAABAgQIECBAgAABAgTaF5AhAQIECCwucFYAnqx396u2k3sWP6xRfi0lC8O58WzL239iD30Xe/iKHxXp2feSBeCM2Sd+fcLh+9G9PE8+w4yXJzqboMZ5RjQ+BAgQIECAwAYEbJEAAQIECBAgQIAAAQIECBBoX0CGBAi8R+D1Ct64z6WrbUOV8GuR4fen66KfXn901xIgQIAAAQIECBDYtoDdEyBAgAABAgQIECBAgAABAu0LyPCNAl1X/5Wv6KKt39GV0mXUSd/ZcQwu0RUD+/Lf/r+lj/hv359eiq1dLa//xCZKV/ru/y/50um/UksXi+bcGWX86WPcNEqcDzEOyD8ifTz+Me7Yt7YmHGvNHNa2sXXsJ79ZGaXk79/RR3/G1/Vy9afWWmq9HF1Xr943x4Uu1s15aq1X95DXW440uBUt5y43AgQIECBAgACBFBAECBAgQIAAAQIECBAgQIDA3ALrqzCeZ9iPHXGQFeA8jcMyRp6/NeqbVhvXGds3LbuiZW5mns//tNcceS1OgxwQIECAAAECBAgQIECAwJoE7IUAAQIECBAgQIAAAQIEFhGYrwBcsyI3ect2ke2WksvkpjOy5DcUgss7f3LV4+pjQXrW5b/m72PuWrtSay21i6iX4/6lu/uHfnBkF1+jMfJZX99KLSWMSom2+JldYHxLfvaJTUiAAAECBAgQIECAAAECBEphQIAAAQIECBAgQIDAcgILVAWjgrfYfr+2mytkqTnb6/W/HJEx92b6qDseIrKNHWyi/jhucmxnMKlhm/HiVFnDPcWtuYJ6vJyHX/fMmM84ufaTAtYmQIAAAQIECBAgQIAAAQIE2heQIQECBAgQIECAwMICXxXVJxcZ39DsohrX/ef/jVn64V/dXaIsl2tl/Dd2/J+IMqwUB6c3FeM4dvD1OXw1M/+ONL8Kv8d58/x4uMImPcaox/1lm33H04eavDei/m8pGWWen6GYe5zqqmcOikp//yuON2pmEIjvRf63lP9dDe0MU5qCwEMCBhMgQIAAAQIECBAgQIAAAQLtC8iQAAECBAgQeIdAVH3mWiaKg3NNdWOe/ngti4UZx9OfTW4l307N+Hnl5bO+xP9y3oxyiLMyxMsTnybIzS9TwD4t8fJBPoXcY8bzk+UsQ0TKh4jh+OZ0Nawjaka4H++5eYuLjwnkQ3jsDqMJECDwuoAZCBAgQIAAAQIECBAgQIAAgfYFZEiAAAECbxOYsQAcxcB8RXfmrUeNr3QXilIXumZe+dp0C688VLXzsUTM+SbmbHPFvvIt0VNcc/q7P5/tEEGaz3g4Ll+/y9jGtXLpJ50yLl3T97JAje/LEC/PZAICBAgQIHBbwFUCBAgQIECAAAECBAgQIECgfQEZEiDwXoGs5s244rVq3etLjGXB12fawgxRTC+vWKbWrTzH62N7a+yy13IHGcMqp5SzJyN6s8mIw+ufvPE8ro++50qttRwOOec9o9sc8yd7m2nLigABAgQIEHifgJUIECBAgAABAgQIECBAgACB9gVk+AGBOwrAOeRy9FEk6/v/lvxf/6+UOI1f3al02b9YQMsCVEaJn3y5OCN3km2U56I3C6XRDJ/JcR+jxhiuPf+r1hp5fUd3PO/7vmQ8P/O1O2PvKVj/vxhQI+795H1jxH3n+Q9/snqcK64Pb/BmO/b91WYxNGNc46/x912vtR59u9LVf3HcRXz39aWGRkSMyxlr/Pp6/v+NKxn53PvovRTR/dIn53xpgtXe3Adk/tntQ+lKRn/caXSXL990zThe0BAgQIAAAQIECBCYVcBkBAgQIECAAAECBAgQIECAwFIC3XwTf5WQvn4/Meu9t0TlKotU9w7f5rjFFVfMcv508zzje8tRDo7ibxmiLPRTa6wSRf6Fpv/4tLe+YT+1P75VGyBAgAABAgQIECBAoDUB+RAgQIAAAQIECBAgQIDAogI3CsB5KeP2+sNbhFExirpsyePbo5+7GtNPbsyz3NcYk0tvOsx/r7YcK2i5m4xlll5u5qf3mw96fLs426cn+rpxeNu0L2VooytZ+yjtDhFF2Ojy+YBAfvMyPrC0JQkQhDMDggAAEABJREFUIECAAAECBAgQIECgYQGpESBAgAABAgQIECCwvEBWUWdZJQt2s0x0YZL+rO/8/Oyy0xTIP/mckcdLRM6dMffcQyU4nnC2Y5X9tEb0D33ZnjodPCFwq7ibumM8MfUzt7iHAAECBAgQIECAAAECBAgQaF9AhgQIECBAgAABAm8SmBSA83Aa9+wgy0hf99R8M7Tk8T333TdmWoTK6TPyLeNs89p9s8w3qsaiGfPNeD5T+mVEf/8/8St9o7nrk/9e6xix0bvueWRQ7iWi/m8pGWXun9xz7j/baYzrTPvyeOwf29hbOY/xmvZcIL/H+SZ7ftuyTbkck7LDf1/RkcfZJwgsK2B2AgQIECBAgAABAgQIECBAoH0BGRIgQIAAAQLvFMj6z6/1svAzxq+L0TFeyzZOh89YUIq60XA+169cYyj6xoR5HM3wmXudYdLV/Lr4WB7YXUqNxdQHbrt76Dh/rnH3TXcOzLnPY3prXMsv2/Am8LQ/j/NbMUaeiz8FgvPSmOweCsGXLuojQIDAXALmIUCAAAECBAgQIECAAAECBNoXkCEBAgQIvF3gV6VxKPzENvrSRYktI04mn+/rJa5PLhwPly6/1b4rXUS2GcdlF2ySaBqlZP0x88w3J8vsP4eYMSIXiaPrn3FP10dcfkK3xt9zbVx3bO+55/qYocgYmGObacfp6V3e63e6QoAAAQIECGxZwN4JECBAgAABAgQIECBAgACB9gVkSIDAZwSyindaOYu7p5MLB9eunwp21wZcmOvZrlzr2XsXuW+xnG9NPFWYHp9neOva+dgVnf9K/VfHija78a1s9CuycXXbJ0CAAAECexeQPwECBAgQIECAAAECBAgQINC+gAw/KNDV+q/UIaISVL+idrXUri+19qWrcXyM6CgZX9ejv6ulxLh8TzgPS/lvWernxxui/f2r1Fpjy8/H/SvNMfJwY5Ks1Y9RJ+PyeOw/b/PaZOhLh4meMa7x0mQP3JxrjpG3RU75ZSjR5unQ5nHG0PHjV6211Ho9fgze4UnKjn9iPdOv8Sv+s/96yz0u5nl0zfbp4llMY7aJTUSAAAECBAgQILARAdskQIAAAQIECBAgQIAAAQIElhbIat7PNf6q+Fy5Xvt+KBr9nOyOs80NuQKwuTzu2fBacz3f1/n5PbkZkwJ9/jqL1Bzj7JJTAgQIECBAgAABAgQIPC/gTgIECBAgQIAAAQIECBB4i8DvAnAse6koFN2nz/R6rbUMbwTXWsobisCxSr50PES+qXja1OwHSZNxPvGwg8g124zz628672NvGUstl3MPb9qeLZB9w7V51j+bffg/EQyqxy9ZHmecj3NOgAABAgQIECBAgAABAgQIbEfATgkQIECAAAECBAgQeJ9Al390OONYb/u5clTe8lrGxesxeqgHRpufWmo2C8eh9OVQDvVQ+oiFF7s4/ZBzpHrIfKO9OGjpzsw9Y5F1bif1lf8y/sPcmdNxC/m9y8guMY9AGueffc6YZ8anZ3EjAQIECBAgQIAAAQIECBAg0L6ADAkQIECAAAECBN4s0GUNM2Mosh2Lbsfmayt5EnHp+tBXuhgX0ee/BFyjKBunC3zybd+M/8ZS//m3wAJjHqf29xpZOMv4fWWunkju6lSHuDLGl3x0zPeJ51dOEQ/818w1iu41hvxvPOOMUhbYxdeql5b/uuL3CwL53c2i72LP7YW9uXWPAnImQIAAAQIECBAgQIAAAQIE2heQIQECBAgQIPAJgS6LQRlZBL60gbyWce16liTHwlK5NqjM99MPZcevt08/8wZwLZlzOeaaNhll9p9bVdBcMXeR7ewL35wwV+xrPIUaz6CLuDn68Yv5XRrWiFuzjcZnJoHRM9sxZpraNAQIEHhMwGgCBAgQIECAAAECBAgQIECgfQEZEiBAgMDHBG69cjpsKsuQGcPJ+CuqR1EDHEqg3fjWaOnKof4aOd4xW1ujAJxV61wpY7aJf02UNBlnF7JCGbmWIerZxTlOc82IXCdtb04ZD+Lm9Vcuxh6GHF+Z4+97h+9RpDG2f99hxCwCS3x1Z9mYSQgQIECgdQH5ESBAgAABAgQIECBAgAABAu0LyJAAgc8KZJXv+R1E4e75m5+78+N1q7dv4NaCt6494jvXPI+saSwBAgQIECBAgMDOBKRLgAABAgQIECBAgAABAgQItC8gwxUIdFn6y3hoL3HDUPuNNu/LJs8z8nyJGP7YcOy2K/G/Wkut90WJ8ffF+a7zTyxnfPfnW6o/e76vzX2ULwAfasyaB8ObwFmr/44afXW4FmNe+cQ8Jef5NUdmmvHrgg4CBAgQIECAAAECBAg8KGA4AQIECBAgQIAAAQIECBAg8C6BrCg+t1YWJ5+78+uuJ35/YMkndvmGW2artBN9w9Na5xKzfYfWmZ5dESBAgAABAgQIECCwIgFbIUCAAAECBAgQIECAAIG3CjxfAB7eHO1K/nu8ueOlSok577DGoS+xWsm3XvPfHR4j174cmVrG5au77x2eX+o+KTHc/7zvk6tObsu9jzHpdniXQI3nl3HXYIMIECBAgAABAgQIECBAgMCTAm4jQIAAAQIECBAgQOD9Ai9X8Go5xK6PUZd/rTD/WvFxtWHlWLyxz5hdWubxhfSi7plXM0ocXxjxR9dTN03mfPX+76nyeWaMPZlTxnh+u51vH7fXcXVmAdMRIECAAAECBAgQIECAAAEC7QvIkAABAgQIECBA4EMC9xeA+xg6jcmG/0/UKb9KcfeX7ia3Xz3MOTPGAXV6Mnae2thfmcbpwoYOAvK421r6H9kMtfUj7yHHpEVGHt8T02c3rbjec+8wJheP6P+nlIyhb75fuaX8N4+zHeLX1JnsefwapOMokIbpeYr8Nh2/AzXb4zgNgfcLWJEAAQIECBAgQIAAAQIECBBoX0CGBAgQIECAwCcFsmL64vpZjhwjCoQvzvbX7X2J0mjUAbPAlfHX+O1dD8saUfrY+rHNwzibfvJKxrTvvcfxEF5cMNMaC5T3TZVrjnHfHXsdlbZ7zV3eBAisWMDWCBAgQIAAAQIECBAgQIAAgfYFZEiAAAECHxe4XgDOtwQzrm4xb81iXBelyjzOyPOrN8xyoStdqbGvMa5P2sWljGg2+RlLeNEGa/wuUfsu8/2kTcazM8am4lk8e3feN8wQiXURef5Y5N0Zj91l9JdAF/8NZXyd+U2AAAECBJYXsAIBAgQIECBAgAABAgQIECDQvoAMCRBYh8ArFcB1ZLCXXbxU63zp5r0IN5WnJ97U45QMAQIECBDYuoD9EyBAgAABAgQIECBAgAABAu0LyHBFAt8F4D4OpzFucuwbz09t/gHip17dPM3w10HOnnF7XOz74puoub+M23f/dbXWWmr9itLV8q92p/Naa5n/pxumzD9vPf555DGLbDOGAff+Gp7f9z7rsP9YIz7Dpa4r/VmUOD+Nm6yTb+rmviZdsx3WeNA5f7ZDnGbOvY9x6oyDuKH0pdZ6M2LgLj9pmJ7l6yH/MjjUQ8n4dUEHAQIECBAgQIAAgVkFTEaAAAECBAgQIECAAAECBAi8WyDKgHMuWf+ezIinBPqn7rp+0635bl27PuM8V/IblPFztt89P687I0CAAAECBAgQIECAAIHVCdgQAQIECBAgQIAAAQIECHxEIF//LMNbgr+Wz9pwxq8LZx055hhLvR46WbFGdTLfbBxjcqnpw0j7R35H8R99Wzg532M+z4zzfucECBAgQIAAAQIECBAgQIDAdgXsnAABAgQIECBAgACBzwlkHfHK6vnHhjOuXD5155hjvKGSlzXm059G/siLoZFrjSgZ52XZE8qqD9Lw1gbfyZp7yRj3k6IZ47n2cYH0HP8befzuRe8wOQECBAgQIECAAAECBAgQINC+gAwJECBAgAABAgQ+LDApAE8Oh+LmMzubt3SXhciMZ3bylnveuLl8OtN4Jr+xKHjpKY1vVGf7hjr+r+2PRctsh/g1QsdfAumWz/jS8/3rXtcJLC9gBQIECBAgQIAAAQIECBAgQKB9ARkSIECAAAECaxDImuLvfWRhM99yzfh9ddKTpaZDKcO4aEuel0V/ssg1jUUXuzh55hlxyvnioFV3pt8aNpjflixYZqxhP1vfQ3pmDtmOkeeCAAECHxewAQIECBAgQIAAAQIECBAgQKB9ARkSIECAwGoEogAcn5LxzJ6yUhz39hHDHHn+zDz335Nvp07j/jvnHBn5DlXUKATPOe3O5spvS75xnLGz1JdPN3GXX8UKBAgQIEDgTwEDCBAgQIAAAQIECBAgQIAAgfYFZEiAwLoEopK5rg3ZDQECBAgQIECAAAECTQhIggABAgQIECBAgAABAgQIEGhfQIYrFOhq7ct31DiOKP9KHaPG+V/RjWPmrSf3pbz8R6VrHff2XJsv+o5RyqGU8Oqyo8RPHNdsIub+xNSlC4AhYvI8HzFiF9Hz9am1llqvR4ln03ddyaj16/nUmPfr7u/f+WeYL8X3iMi+lky/LPGTe8pcsx1iiUUanzP9hkcbz6nxVKVHgAABAgQIECCwegEbJECAAAECBAgQIECAAAECBD4l8FURfMfqzayRJbassGXk8RsSe2GZF259Q2K/l0jVjN9X9BAgQIAAAQIECBAgQIDAJgRskgABAgQIECBAgAABAgQ+KjBDATimGP8N4PHN2AVTyrdD803HMRZc6srUUZ7s/8W1aMdXcuNsL5/MOp/BKe5M/NqwcZ5r1z/en9/tjI9vxAYIECBAgAABAgQIECBAgMD6BeyQAAECBAgQIECAAIHPC0T19tVNHEqpEcc/j1wW/ska8/RPFT+zXM4xxjP3v/2erLo+sGi+9Xt8Ig/cdf/Q3M4Y9991eeT5c8i9Z1werXejArZNgAABAgQIECBAgAABAgQItC8gQwIECBAgQIAAgZUIzFAAXi6TuYqM4w7Pi43Z/98QuBU55jticE6SHf3/U0r/P3m0SOQyp0J3rJDnJUHiOHYRv39/snCahd/T2OP43yOf6+ligXxj97m7b9+Ve858sx3i9vAFrqbqNBZYwpQEdikgaQIECBAgQIAAAQIECBAgQKB9ARkSIECAAAECaxLIitc8+xnfAp5ntl+zjLXMoTgYJ2P7a+AdHVloHOOO4WdDYvGznrWcRn22ZJE42zHKin9yj88/hxUn9umtJWzGp/dhfQIECBAgQIAAAQIECBAgQIAAAQIE2heQIQECBAisTmC+AvDCqeWbp+spvSZbvmubsXDiK5x+eBZRYMx2/u3lUz6P+Vf5e8Z8xhl/j1zTiDXIrcnDXggQIEDgcwJWJkCAAAECBAgQIECAAAECBNoXkCEBAusUmKHCFVP0Efnq6TpztKvNCXyVMXvfqc09ORsmQIAAAQIECJRSIBAgQIAAAQIECBAgQIAAAQLtC8hwxQJZuX1he5Pb828yl3nfiO1zZ10tNaJ0sVatpY/jjFqjP6LE+a3IbY2R07/Fd+MAABAASURBVGV0MfG9UUqse4q8O2PePHPGa1FrLTVy7GvkfowSba3RHxGpDOrDjurXLNmM8dWzzt+5x/E5lDKcldJn+9XkYeZXFv0Zn+/5Iimacd7vnAABAgQIECBAgACB6wKuECBAgAABAgQIECBAgAABAp8WyOrXa3voc4qMK9NsuvurGLmKFHIrx5gWRYfjY/+vfWYF9VfnijtOyax4jyvfWn4VVr5F2yNAgAABAgQIECBAoFUBeREgQIAAAQIECBAgQIDAKgQeqNw+MHTm1D7zHmbme6mcNvblroaK5czZ3jFdbCFXzxhenL10y1CYj4FXB1y6af6+p2aMwnUd46kJ9ntTja/k+FZ1tvuVkDkBAgQIECBAgAABAgQIvFPAWgQIECBAgAABAgQIrEcgq5wv7iamGIqNL05z5faoZ125smR3Fk4vzT/2j+1ndjfsLLeQMZwcf+V2hhgvjO3x+kxN1GaHv9Sc7UxTTqaJBLKKWfooXfeTfocbFLBlAgQIECBAgAABAgQIECBAoH0BGRIgQIAAAQIECKxMIKq313aUl6aR48bzPG4txtyyvVY4zf6I/l+J6mREvoP7n1LyX+GteRyHn/oMRfjce0bscdjgvJs5xLRZ9M2y7BhzrVD7vnThWLPwG8fZljiea37zECDwbgHrESBAgAABAgQIECBAgAABAu0LyJAAAQIECBBYo0BWC9e4L3t6RCCrscP4qNAOhd9sh47Zf+VSQxE4lhjamVfIwm/GV/F3WG3mFUxHgAABAosLWIAAAQIECBAgQIAAAQIECBBoX0CGBAgQILBagQcKwA8MXW26D2ws36jN+HVLVD5PfVmgPJ2s7CD3mbGybdkOAQIECBAg0LSA5AgQIECAAAECBAgQIECAAIH2BWRIgMC6BXZW1b32MLZeKN3y/se9f7V9+Xr/99qT0k+AAAECBAgQILBaARsjQIAAAQIECBAgQIAAAQIE2heQ4QYEJgXgPLwUYxaH8SDacVwcljzO9lOR678aX8XHHxnUyDfjR+fxZOjv4yTvO6598W3hGLL0Z1g395ExXSz3lzHte/y41q7U+F9+vv4s8+Nz3L6jxuWu9LWWQ3yX+liojzWzLXFc47jWWmq9HGWnP30t5XAl8tpOWaRNgAABAgQIECDwMQELEyBAgAABAgQIECBAgAABAmsR6GbdSBSkTvO95eDtC74lq7sX6ceRLTrU0pcW8xqf2Wttf+P2W9du3OYSAQIECBAgQIAAAQIEnhNwFwECBAgQIECAAAECBAisSiAKwPEpGc/tK99CzDcOh/a5KR67K994zRj2/KEC4bD+uPYh9h8xvBUchy1+8u3bB4uxrzLkdyrj1XncT4AAAQIECBAgQIAAAQIECCwnYGYCBAgQIECAAAECBNYncKPyG0XNkvH3psc3Dsf27zuMIEDgFYHx/35wbY78P2RkXLu+cL/pCRAgQIAAAQIECBAgQIAAgfYFZEiAAAECBAgQILBSgUkBeHIYhd98+/JWrDQf2yKwC4Hal9KdxZh4dI+HWgIfELAkAQIECBAgQIAAAQIECBAg0L6ADAkQIECAAIE1C0yrvmf7zLd/M866nRIgsHqBLAJnrH6jNkiAQFsCsiFAgAABAgQIECBAgAABAgTaF5AhAQIECKxeIArA8SkZ33vNN3+/z9Z2lHuN6I/x0e3tqcSW3rXU0pfaZ5RoI8pcP/1cE5knBWr+EgQIECBA4H0CViJAgAABAgQIECBAgAABAgTaF5AhAQLbEIiq3jY2apfrERiKwLGd2WuMs08Ym/QhQIAAAQIECBBYWsD8BAgQIECAAAECBAgQIECAQPsCMtyQQBSA8888f0W++ZtRSlcOx7iWS47LuHZ97v5DLSXXq30pXcTc8z80X02v3ESN24IwrEq+kRxn7X0yx4xS8ndGGX7SIGM4efxXGmbEN60M0Zda+zK8Vlz8ECBAgAABAgQIECCwDQG7JECAAAECBAgQIECAAAECBNYmkNXLefe04GxRHlxw9rVO/V1y/dwOxz2M7ed2YuU7Bfb5H8udOIYRIECAAAECBAgQIDCLgEkIECBAgAABAgQIECBAYJUCFwvA+V5nXshY5a4/vanhbd+xGJpaEcPbrEtsLNbJ9TKWmP7uOePbkK9gl0OpQ5Roy6+fuTqWfxk48sk3t+fa8IrmiW/M8GyyXdG2bIUAAQIECBAgQIAAAQIEGhKQCgECBAgQIECAAAEC6xXosqaXsd4t7nxn0zc5V/Kgchu5rYw5n855wfL8fM61WpxrBV4tssqJAAECBAgQIECAAAECBAgQ+CngjAABAgQIECBAYOUCXa211FpL6erQ1lrLv4hav89rvX5c/CwnMLz1W4/zZxsx9B273twMhd/cQqw7HEf79CfzyChfb+LWmLDG+VdbSixT5v35Wqcc15t37nXMVqMi30WsYzd2sT8BGRMgQIAAAQIECBAgQIAAAQLtC8iQAAECBAgQ2IJAd6ilZGxhs2WBsmBZ7U88mFO+eZwbPbYfLPLl0lGrLdM2dzZXZIYZc823x3n47fGpy5nAhwUsT4AAAQIECBAgQIAAAQIECLQvIEMCBAgQ2IxAvhZ5cbP5NmHGxYvv7Oxzi2NEaaseSplG+eRPlkEXWj+rrEMBOHOPvP9YZvtvfv7MMb97GX+k/fzl/F5lPD/Dau9Mty5yy1jtJm2MAAECBJoRkAgBAgQIECBAgAABAgQIECDQvoAMCRDYlkBWF1/Y8c+i3QsT/X1r1FrfuNrf+1l8RGabkQtF8tkM793GQXaPXcfTaIZycbaCwPBVmXxHiBAgQIAAAQIEFhAwJQECBAgQIECAAAECBAgQINC+gAw3KNDlm6MZ53vPF1AzSska8bWo57ctdp47yDcbs6Z1WGyVOyfON5CHClvmnzuL6CPuvP32sMwu58q5c2SeZ9bHyLXjMEcMEcfpkiOzvfQs89q16Got90SttdSaK5ZFf3KNWnOtr3h9sdxzxtlM6RhR69c6tf5sz0av7jT/28w/3X6K0pXDMfpoV7dhGyJAgAABAgQIEGhMQDoECBAgQIAAAQIECBAgQIDAWgUuVMamW63Tk9/H/aTL4XwCg+vwK+acPoOxL7p9di1w65tw69qu0SRPgAABAgQIECBAgMA8AmYhQIAAAQIECBAgQIAAgVUL3CgA56Vp8fFTeeQ+IvKVx7W82Ti87TvaHAImokbE0XyffzHVuMbfJb1xZNz05Oe1GZ5c1G2LCcR/M2v572WxHE1MgAABAgQIECBAgAABAu8WsB4BAgQIECBAgAABAusXyCrRhV2uqRiYhdWI/PvGJdoLu313V/7Z3XHNrEtnjOcvt0k/FJP/e5xq6JgcHw/Pmr9LxGc3rPw0TTNWvs0Vby//W8l4yxYtQoAAAQIECBAgQIAAAQIECLQvIEMCBAgQIECAAIGNCEwKwHk4RhYdN5LBG7eZ5bSMxZYcCr/jCvEMhgro9JlkX5xHk6OGiONhWGwq22lxOrpufOLGci1u3LbQpdx7xpjTQsu0O21+d35EpJqPNxofAssKmJ0AAQIECBAgQIAAAQIECBBoX0CGBAgQIECAwJYEopq48u1mUWt483coDa5is2OhMttlNpS59qUMbz2Xyc+xoheXhtrt8UqeZuE322PXnU3ON0beksfZfiaG/R+3kPlkfGYnLaya36GMFnKRAwECqxWwMQIECBAgQIAAAQIECBAgQKB9ARkSIECAwOYErheA+7iUsbqUYl/5b5vm3jI+sL+sy+Yuaj+ULBfYwTB7KS9UmLvYWsYCmzPlhwUufi0+9N/ChyksT4AAAQIfFLA0AQIECBAgQIAAAQIECBAg0L6ADAkQ2KZAVhpj58fXLuPIZ80CUdXN7f3xuP64nDMcI+cbI7vyOFuxZgFPac1Px94IECBAgMAuBCRJgAABAgQIECBAgAABAgQItC8gww0LRAE4PtO/Jzwmk396OWM832lbay21fsW/aDNq7aOvlK7+C5X0i5jjDcxhjpgrZi2lL19/Ajr/jG8c53nG2TPpYk8Z/6IdI89rV0tGV2vs81KU6C/xM5k75x8iun99DqWWQ1yN/Q37/DVAx8IC+ebv+Gex+9J9P4vxeWSbEfvIcRlx6EOAAAECBAgQIEBgRgFTESBAgAABAgQIECBAgAABAmsXiGrei1vc4e31POesoZ73PXv+Y64fJzHj+Xl0+exGwNPfzaOWKAECBAgQIECAAIF1CtgVAQIECBAgQIAAAQIECGxCQAF4fEzHNyfH01vtUADu8+3fMrykm2/Gltl/cpUxnp/8e4Y8ujXPc+XFWzO+cq2L7WQ8P0d+tTOen2HNd9bwyfje41mu+X3O+B7giAABAgQIECBAgAABAgQIPC3gRgIECBAgQIAAAQIEtiNwVjXazsbn3elYHB3b27P35Xtc/lnejNt3PHD1NHV/vGls8/R0MU9ux/G2bDJuD17D1X6iuob9rG8PDzz925vPPyM+xu2Rf111nQABAgQIECBAgAABAgQIEGhfQIYECBAgQIAAAQIbE9hvATjfjjzFsbSWldzsu/QQoz//3dXD+G+vXhrzal8W5crhOEvsKfcT65WhNBrn2cY+yoWfPvqmUYaxx3vy+EeUz/9krhlDvodS+z7iULo+45nt5Vd5Gs/Mse578o3f01vRaTeNwfG4/yvfkTKOPw7TEHhNwN0ECBAgQIAAAQIECBAgQIBA+wIyJECAAAECBLYokBWzDe07C5qf225/LKJmXTbjsNh2DpFkX0pW/Er+5EJjxHkuHk0Z9lMu/uSQvo73ZJvDxjaPVxanXFe2rya3k9+vY2KKwkcIDQECDwkYTIAAAQIECBAgQIAAAQIECLQvIEMCBAgQ2KzA+gvAw9uMuc2MJQuYOf/9z7HGvrqI++94ZGTuJXLtI67dNqyd1zOuDdpuf9aDM57OIH0ynp5g6zfmdyhj63nYPwECBAisTcB+CBAgQIAAAQIECBAgQIAAgfYFZEiAwLYFGqgQPVMA/euev66/+6H3Vxb8a5953xg5RR5nKwgQIECAAAECBAg8LOAGAgQIECBAgAABAgQIECBAoH0BGTYg8HIBuNZaau1K/P4MR74lm296PhT1wl4nfxY35jyUrnxFiTZicstLb6ZeWPnUlTnEul/nfck/AV1jsS7W/opaurD+jrhQrv3E/eVaXLvnjf2Za0Skl2mWEseldLGBr+gjz4zo+OPzNf7XoDv/tHHf92Uav+ZZUUd8Lcuhnm0o3TLOukvJ73PE6JDtaUyaHU/y3ozjqYYAAQIECBAgQIDAZQG9BAgQIECAAAECBAgQIECAwFYEJpWgB7ds+DICWbM9zfzj5NRbotxe/OxO4Nq3YXcQEiZAgAABAgQIECBA4L0CViNAgAABAgQIECBAgACBTQlsoACcW4zI1x+HN0TX5VujKpcx/67yVc8xzmcf+7M9v3btPDZ67dIT/W75nMDwJPPsCqQeAAAQAElEQVSt3YzPbcPKBAgQIECAAAECBAgQILADASkSIECAAAECBAgQILA9gaisrn3Th9hgxFBljTbO1vTJunTGbHs61XSHMl9MO7ZxePqkQ/ZnnDo3eZB2GZvcfAubzj8NPcRDyRhMgAABAgQIECBAgAABAgQItC8gQwIECBAgQIAAgY0KbKAA/BnZLmqrQ8TyiZTHcTh8FitYZiFu+Ldbc5moBA8L5epxfPqzz7GxoRge7fBv/ObY7UemmpGl7YztZ/RaBoNFPPb8N3+HyLff843fiBrx2uyX7g71/P6NcWmIPgKDgF8ECBAgQIAAAQIECBAgQIBA+wIyJECAAAECBLYskNXFde8/C1JDUTQKVCWLnuvY7lCgW2wrx1yHQm8uEpXAbKaR1zJWZDLd3j3H+TSH4uYxvTw/1bnvmaDhMYPFW/LL71rGWxazCAECWxewfwIECBAgQIAAAQIECBAgQKB9ARkSIECAwOYF1l8A/kH8vrLYj2XjJAu+0Zw+y+4kH0tURc8XPa0eB3ktY7aKaawX077zkyvmm9UZ71y3hbW6visZr+eS37WM12cyAwECBAi0LSA7AgQIECBAgAABAgQIECBAoH0BGRIg0IaAys+dz3HZgu9fm7i2epZQ/7p3O9eHbK6lup00Ft/p4LT4KhYgQIAAAQIECJwEHBAgQIAAAQIECBAgQIAAAQLtC8iwIYHNFYBrraXWrtSFo3Rd6bt6+uPT+czzhduMPO5iH30/c7Wy72LqjGhKX+pwmH+et4+OjGhKLWXYRLR5+nTk/dfi6UmfvrFGehmZcsbTE53dWGsttd4fZ7ev5rSvh3jsh+Gt3zp8T+7cWo69FadpQn067tTvgAABAgQIECBAYN8CsidAgAABAgQIECBAgAABAgS2JhBVnwe3/NHh9W2r929b6WyhuxaeyyHnGSP3kcfZit0J3PW9252KhAkQIECAAAECBAjsW0D2BAgQIECAAAECBAgQILBJgZkKwFk4zKkyZnbItxJLzpuR68w8/2qnq8Obq6XU8vsn+8b4ffVyT46/fOWr9/x6no/xNSJ/zx351m/G3POa706B/O8r487hhhEgQIAAAQIECBAgQIDAPgRkSYAAAQIECBAgQIDAdgWyqjrb7rNcONtkH57oY7mcFh5fyRzbKcj5n4WeXnvkOOfOuHbPaTPXBrzcn3/NOuPliUzwDgFrECBAgAABAgQIECBAgAABAu0LyJAAAQIECBAgQGDjAi8WgLvyn9qVPv+N1agj/p+sS24cZNx+vpXaRU4JlJH92ZeRx4tETcCMnD2Kr33E8PZzthnZH5saNhFtyci+S5Hjr0WOz3vHyDXzOPun9+T5eyJTzcidZLxnVasQIHC/gJEECBAgQIAAAQIECBAgQIBA+wIyJECAAAECBFoQGGubT+UylAyzXvjU3du66b1pZgk0dIdCbzpdWD2vZdxdBL4yT3YPEesNbf66sF52zxy54iGWysip8/ziX7zOi4IAAQIEPidgZQIECBAgQIAAAQIECBAgQKB9ARkSIECAQDMCLxWATwr56ma+qbrIvyWaW4wY5o72tOh7D4Za69uWzDyjMjq45qJZGs3I42sR469dGvr/uj4MmvzK8RmTLocECBAgQIDA7gQkTIAAAQIECBAgQIAAAQIECLQvIEMCBNoSyErjaxn9VZd8bfZV3V1vvm37jq1ewr5VpL00/h37tAYBAgQIECBAgEADAlIgQIAAAQIECBAgQIAAAQIE2heQYYMCXa211PpcxM2ldt0QX8e1QaJjSvVQsgDcx+9SumPnzM2Pt5z7UobXjg+lDIXn4/nQl101unMf0Q57mrZxfbxnaMfzbKfjzo/z+hix3unesU87m0B8n0pE/vnrS1HyuzCJGscZh+GeQxnb2fZjIgIECBAgQIAAAQI/BJwQIECAAAECBAgQIECAAAECWxXICuJ9ezcqBLIoGs2Snx9L/Di5sWoWcvPy2Obxrchx53FrvGsECBAgQIAAAQIECBAgsBsBiRIgQIAAAQIECBAgQIDApgUUgFf7+KYF2ns2meOn4/J8jGn/c8dL3JW766LGnbHE/OYkQIAAAQIECBAgQIAAAQIEHhMwmgABAgQIECBAgACB7QtsoACcfwI5okaUjO2j38wgq6LDgKiM/miHkwd/nSZ78L7PDB92O6b9mS1Y9bKAXgIECBAgQIAAAQIECBAgQKB9ARkSIECAAAECBAg0IrCBAnAj0vek8aPIHeXQPmL494azjcjzjJyrRqV0GB/tUBjPdrgQv2Ls8O8Cx+FGPkM6kUJ+ITM2su3nt9lHlrfir5nz2d+Kv+53ncDdAgYSIECAAAECBAgQIECAAAEC7QvIkAABAgQIEGhJIKpQK08nK4NDgTPf/o0K4cq3O8/2jrkOueeMY0E32zyfxmgytnnt0rjsFwQIECBA4AEBQwkQIECAAAECBAgQIECAAIH2BWRIgAABAs0JXC8Aj28nfjrl4Y3X3GbGmgqbUXDNNzAX8TnmOuR+ZYG8lnH1Td+0yrhy/0q6s8adsZLt2AYBAgQIECBwFNAQIECAAAECBAgQIECAAAEC7QvIkACBNgWy0nghs2nhcHo8HXqtfzqmheNpnuNxFH/fmtq19cb9vHUzFiNAgAABAgQIEGhbQHYECBAgQIAAAQIECBAgQIBA+wIybFjguwA8vvE7tFlYPEa+ZTr0xdAf7eT6m4BqzTXftNiwTKw3yb8vNf7Xx5WMWkp6xNlsn2G+cB4mjDVqxPDnr7PNyAu5bkTsJM/K0E7Py/Enx2ccTzfbpMf1qLWWWq/HZtN+eOP5Z8Mj8juU8fD9biBAgAABAgQIECCQAoIAAQIECBAgQIAAAQIECBDYukBW1iKHGpGfbMfI81JKGc8vteOYd7W5h3etNa6Ta35FP1iM/Qu1/XTeHyeTC7mfyek79jVdzjEBAgQIECBAgAABAgQItCcgIwIECBAgQIAAAQIECBBoQqAr+bZgvuX6q4iYRcaMT+eZNeqIi3v83N5q6UPssOAG0n6M82XG/rE9vz7fuZkIECBAgAABAgQIECBAgACB9gVkSIAAAQIECBAgQIBAOwJRWb1UROwjwzHi8KOfLLJG1LXsZ8TI/YzHM7b5OIbpxvnHdug8/hr7ToOP/dtrsq6fsb2d72LHkiRAgAABAgQIECBAgAABAgTaF5AhAQIECBAgQIBAYwJRAB4zGouJUVw8FVvjeLy8ivZ9+8mi5CFIpjESDDzjyZxtjUL38G/+5qSxeG6i5COK43IpclwbkalmTAXayOxDWeR36VZ8aFuW3ZKAvRIgQIAAAQIECBAgQIAAAQLtC8iQAAECBAgQaFEgq4uX8xqKR1lwzbg85C29uY+hKJqlwbesOCzy2awz19jBqdLcZvE3MixjgT3R83yoc+eJIECAAIHPCViZAAECBAgQIECAAAECBAgQaF9AhgQIECDQrEAUgMfi4jTHoRQXHWMbhz4XBbJGm3Hx4tOd8ViyEpqvxD49x/pvzG9eF1+xjPXvdu07zO/McY/D/2nieDw2/eT62KclQIAAAQIXBHQRIECAAAECBAgQIECAAAEC7QvIkACBtgWuVIWyNJeJj20efyZ+7uDKdhfY2s91F1jAlL8EBvMoCP+6oONOgUHwzrGGESBAgAABAgR+CeggQIAAAQIECBAgQIAAAQIE2heQ4Q4EoqKaFbcxMuMoIuWbp/nGYLb5Jmp2fyz60pVDrB5bjb109V/pai21i6gZXal1/uhKV/5lxBr/jtFFW2stpaulRJs8Y5Q5ftK8dHPMtLk58i3qjMw+Y3MJvHvD+V2ZxrB+fi/zv5XhZPjV5X8v+U2O7+vwjc7zPO760mXkccQw2C8CBAgQIECAAIEdC0idAAECBAgQIECAAAECBAgQaEXgSq2tllKimDTEp1PN4vRxD1ltPR7+bMa9zt3GKpPl4+z0udJ9uv70wY+JM5+nZ3IjgVJ+fJ8C5Pw8unwIECBAgAABAgQIENi5gPQJECBAgAABAgQIECBAoCmBKwXgtecYhdGhGBzth4rUXRTS8o3VZaSmjyWPM89lVro267v60zDjXes1u06+DTxNLs8zTn35PTqdOCBAgAABAgQIECBAgAABAoOAXwQIECBAgAABAgQItCewsapQbjeLodNY+KHkUgsv8Wv6KC7/6mu0I+v4GY2mt6K0Dl97ue/7/DXWbwIECBAgQIAAAQIECBAgQKBlAbkRIECAAAECBAg0KpAV1Q2lltt9TwUri5JDhE7WYzPicHjf2BurKTFvDNbxaLNMmTHv7DuZLd/4zch0ayj+iOjM8+Hf045jHwJXBVwgQIAAAQIECBAgQIAAAQIE2heQIQECBAgQINCyQFZUN5ZfVAk/vOPP7+DDADMtn0X1Q2Bm5JR5PlTY80TMLBAF4ZlnNB0BAg0KSIkAAQIECBAgQIAAAQIECBBoX0CGBAgQINC8wMUCcL6NmUW5bFcpMLzlGJXDFVQL823gjFU62dQ+BfK/jzH2KSBrAgQIEHhCwC0ECBAgQIAAAQIECBAgQIBA+wIyJEBgHwKXC8DH3Ic3Mo/H62uyALy+XdkRAQIECBAgQIAAgY0J2C4BAgQIECBAgAABAgQIECDQvoAMdyTQ1a6WMUocZ3S1RvMV47WrbYytJX6iLf26S8axy919aq2l1udjd2CtJTy+CXytbS1f+RAgQIAAAQIECDwoYDgBAgQIECBAgAABAgQIECDQmsDvN4AjQ2XcQPAhQIAAAQIECBAgQIAAAQItC8iNAAECBAgQIECAAAECBJoU+FUAzuJv/tu/2d6VcY1R+YZpNO/93L3D925r46u9c/v51eniMWa8c11rESBAgAABAgQIECBAgACBvQvInwABAgQIECBAgACBdgWG2lvU4K5mmNcyrg3Ia1kwPkQ1L+PauPn6Y8V6iOmiLRlx+IZPrjSNccnMPWM81z4vEF+h8sZH+vxG271TZgQIECBAgAABAgQIECBAgED7AjIkQIAAAQIECBBoXOBUAM7iZuaaRbgaJ9nmeRwONbnzNq+9P74Lv31s8iuiZhibzSLsnDHNbcj9bI3pdcevC8TjLBn5SnrG6zOagQCBxwSMJkCAAAECBAgQIECAAAECBNoXkCEBAgQIECCwB4HuVDSdZBu1zuHsR+Fz6Pn5a7w+lGXjpjz/OWKJs1zlPJZY5/ac+bZz2t0e5SoBAgQIENiAgC0SIECAAAECBAgQIECAAAEC7QvIkAABAgR2I3DzZcuo6Q5vZeabmXl8rpJ9eS0nyTbPz8c4J3BLYPjeZD3/1iDXCBAgQIAAgcUETEyAAAECBAgQIECAAAECBAi0LyBDAgT2JZC125sZZ1E34+egrNhl/Oxd5uzn6n2pP/4k9TJr/j3rz139PX7rI2qNjPt+62nYPwECBAgQIECAwLeAIwIECBAgQIAAAQIECBAgQKB9ARnuUKAb38CM8t6VrovI0AAAEABJREFU9PPKGDkkioBxUx9xyFJstNm7XOTaXTmUr+izAFy70kdBcog4X3btGitE9NPoSu0jDt1yS8fMkWLp4leNfGuN9Z+ImOalT61f65bSxTOopcbvUvOPfr807d031xpr3oi7J9rawDS+FVvLx34JECBAgAABAgRWJmA7BAgQIECAAAECBAgQIECAQKsCXY3MMkq01z9/j7h+71JXck8ZS80/zptr1Ch8TmO8tnRbl17g7vlrraW/e7SBBAgQIECAAAECBAgQILBaARsjQIAAAQIECBAgQIAAgaYFbrzCmsXHMaYG0dcfI8uicZwvAXdRHcx2OtLx8wLBWaLm+vwED95pOAECBAgQIECAAAECBAgQINC+gAwJECBAgAABAgQIEGhf4EYBOJOPQm82vyL7M8rwVmjUgMshTrP9NVTH8wI7qADndybjeSR3ziBgCgIECBAgQIAAAQIECBAgQKB9ARkSIECAAAECBAjsRGBSAI4KbjmPqcL02rTf8RIC3bH4W2u6L7HCuubMInBG/uvCGevand0QaFlAbgQIECBAgAABAgQIECBAgED7AjIkQIAAAQIE9iQwKQBn2llsHCPPzyOv/ewbi3bZZvy86ozAdYH8M9f55nhGjsrz4f+DkCeCAAECBJYXsAIBAgQIECBAgAABAgQIECDQvoAMCRAgQGB3AmcF4Gn+WezNmPblcfZ9Rx2qvnn+9eegc4QgcI9Afmu6qPpm3DPeGAIECBAgQGA+ATMRIECAAAECBAgQIECAAAEC7QvIkACBfQrcKADfAsnS3Rg5Lo+LlzeLn1cEhm9RFIRfmcO9BAgQIECAAAECfwoYQIAAAQIECBAgQIAAAQIECLQvIMMdC0QBOMtuY0wlshKXMe27dFxLvgTcl67UPscfSqmTKH7aEDiUrj+UPp5z6bvZU6p9KRk5c0bZ+08a34rjf2NdF0/kUtRauohD/Dd5K4ofAgQIECBAgACBnQlIlwABAgQIECBAgAABAgQIEGhdoCvDe7tZAG49VfkRIECAAAECBAgQIECAAIEdC0idAAECBAgQIECAAAECBHYh8PLLlvnWZsk3Fd/MVY9vjCpdvwb/6bvH5/jpfVifAAECBAgQIECAAAECBAi0LCA3AgQIECBAgAABAgT2I/ByAfh9VIdfSyn+/iLZXMfw58M9yE89N+sSIECAAAECBAgQIECAAAEC7QvIkAABAgQIECBAYGcC6y0AH/+N01Ky8HsoudEujmvph38rVs2wrW/qWAj+etpt5bZINvnW/a1YZFGTtiUgGwIECBAgQIAAAQIECBAgQKB9ARkSIECAAAECexTIuupG8s7SYPEvFpd2fvpI5RCV/Iw4jNJ+/I7z+O1DgAABAksKmJsAAQIECBAgQIAAAQIECBBoX0CGBAgQILBbgQ0VgH8+I/927E+P18/+qrzmVyXj9ZXMQIAAAQIECHxOwMoECBAgQIAAAQIECBAgQIBA+wIyJEBg3wIqevt+/pPs/yoAT4bOeni2br4WPOv8JiNAgAABAgQIEDgKaAgQIECAAAECBAgQIECAAIH2BWRIoKy3ANzH1iK+3/SN82G7WTCspS8RNY89xecERs+xzVkuHX/35Z9qnlN8mOu/se5/8yjWieddhmfclb7+KyWj+HlFoKu13IrihwABAgQIECBAYCcC0iRAgAABAgQIECBAgAABAgTaF/jKMKpuXwfb+V1jqxFR2IoDn40LxJOMUv7lJPrL3XoJECBAgAABAgQIECBA4BEBYwkQIECAAAECBAgQIEBgVwIbLADv6vksluyvifssxf7qLSX7xzdzs1WVvYCkiwABAgQIECBAgAABAgQIrFPArggQIECAAAECBAgQ2J/A6gvAQ/1xUpvM+mPG/h7VhzIe/gb34XvxybP47pz7KNarx5h7avOlgCBAgAABAgQIECBAgAABAgTaF5AhAQIECBAgQIDATgVWXwAen0uUA0tGFn/HGK9pnxFIzUlkofc0zaWvRYzNomw+haE9DZ7pIJ7qMG+uM9OUa54mc70Va967vW1cwPYJECBAgAABAgQIECBAgACB9gVkSIAAAQIECOxZ4FKlbzUeURIsh1qGuPoPxa5mt61uJAqyJeNN+cXzjicei+WaGXHoQ4AAAQLzCJiFAAECBAgQIECAAAECBAgQaF9AhgQIECCwe4FVF4CzFthFFTijRLv7p/URgPyKZHxk8f0uOr4dvF8BmRMgQIDAzAKmI0CAAAECBAgQIECAAAECBNoXkCEBAgRSYLbKXq1Zrn13lTbXzDQEAQIECBAgQIAAAQJXBHQTIECAAAECBAgQIECAAAEC7QvIkMBJoKu1llqfi7g57u1K7eowYd9nAThjOJ3lV86Z08Yq5V+tpcasY8RhfLqIsWeJNqZv+pN+GVeS7ONaRjlvr4zXfZ9Amp7H6c77//T1If7juBWnKR0QIECAAAECBAjsVEDaBAgQIECAAAECBAgQIECAQPsCPzOMqt7PjmfPaq1v+SvNY4n35z7H3rnbn6vs+mys64/trjEkT4AAAQIECBAgQIAAgQ0I2CIBAgQIECBAgAABAgQI7FJgtgLwUno1Co4ZS82/t3m/881Hn/Hds56j3NcY69nV+3aSub9vNSsRIECAAAECBAgQIECAQHsCMiJAgAABAgQIECBAYL8Cq6809bWUjPERRT24ZIzn2oUF6qGUIcrXTzyPr4OFfnu4P2EH+3gGP3ufPXMfAQIECBAgQIAAAQIECBAg0L6ADAkQIECAAAECBHYusP4C8PEBZRF4iDjPGmFGHPrcLZCPehp333gcGEXILEaWsT12z9ZEZTn/Tdzh3xqebdJtTZT5Z1zaddpP49IYfQRuCrhIgAABAgQIECBAgAABAgQItC8gQwIECBAgQIBAyWrbehmyyJtF30P92mOefx3d8/uv0X9dv2eNPYyJgm8WffeQ6ipz5L/Kx2JTBLYmYL8ECBAgQIAAAQIECBAgQIBA+wIyJECAAAECR4F8JfR42FKTRbMs8GZ7Ka/sv3X90j2N9eWbphmNpdVEOj+eS/4nmtFEZpIgQIAAgQ8IWJIAAQIECBAgQIAAAQIECBBoX0CGBAgQmAo0WFnKwu40xUfPp/c6fqdArcdXvd+5qLUIECBAgAABAu0KyIwAAQIECBAgQIAAAQIECBBoX0CGBH4JbKQAfF7E/c6j1lpqHaOP4xIxnmfbTc7/up7jpzG9d9pfy+I/+RZoxmmhLo5eibh9+qmHUjLKSn76eDbdGG/wXUnaV7eRzz6iK//KxYjvfHdHXJ3fBQIECBAgQIAAgcYFpEeAAAECBAgQIECAAAECBAi0L3A5w+5yt14C7xfIgub7V7UiAQIECBAgQIAAAQIEGhOQDgECBAgQIECAAAECBAjsWmDVBeB8D7T2pWSUlf3Umrtb2aZubOf5S/kVyXh+BncSIECAAAECBAgQIECAAAEC7xGwCgECBAgQIECAAAECBFZf2csya0Y+qrHN42XjENOPEYc+uxLo44t2OEYjiUuDAAECBAgQIECAAAECBAgQaF9AhgQIECBAgAABAgQGgdUXgIddxq98C3iIPD5GNGefTCfjrPt0mtcyTh1nB4q+ZyCT03DrI0rE0E4uzXWY82bMNd+D84yF3/7B+54anv/+8q14alI3EbgkoI8AAQIECBAgQIAAAQIECBBoX0CGBAgQIECAAIFvgajmfZ9s4ajGJjOiWfAzFoKzXXCZLU79luroZ2DG1LKdxmd2Y1UCBAjMIGAKAgQIECBAgAABAgQIECBAoH0BGRIgQIAAgTOBGwXgvJRxdsebT4e3frMa99C6ue8xLt04Xsv2meuX7mm0L9/IHaLR/K6ltfz/y+DayvoJECBAgMAsAiYhQIAAAQIECBAgQIAAAQIE2heQIQECBC4JXKuAXhqr75fAw5XpXzNspkNBdDOPykYJECBAgACB3QsAIECAAAECBAgQIECAAAECBNoXkCGBqwKTAnAeTmO8Z9p36Xgc10I75jfNZez72dZaS99HAXh4OzavTe+Z4bgeSok4ROE1jsphOD7M3pY/fob1j3vIoXFYxreyhzY754rIsWTMNd+m5hmeciln36dDfMduxaZStFkCBAgQIECAAIE3CFiCAAECBAgQIECAAAECBAgQaF/gdoYLVC5vL+jqEwJZdX3itqVuye2MsdQaH583avsf34MNECBAgAABAgQIECBA4BEBYwkQIECAAAECBAgQIECAQAhEATg+JSPOpp8+SnwZ077dHKfHGGtN+q/9fV2/vvu4nm+bXh+w6ys1bIbYtYLkCRAgQIAAAQIECBAgQGArAvZJgAABAgQIECBAgACBUSCqgOPhWVv7UjLKZ3+yBp0x7iJ2VTLGc+38Asc/RlyyLcPvr6P5VzLjwgKmJ0CAAAECBAgQIECAAAECBNoXkCEBAgQIECBAgACBHwLfBeBplXUo+v0Y97GTLPYOcXwheTiO3WQbzY4++aimcZ769FoeP3p9UuoN6/Irogic/z7vGOfTz3Hex74z5pjrjzny6376940j10O+BZ9rR9SIP253mcAGBGyRAAECBAgQIECAAAECBAgQaF9AhgQIECBAgACB3wJRcRs7owo2Hg5tFPw+XAjuYx9jxGHJ42zFDALXMONrkJfGmJSFZ1h0PVNkfuvZjZ0QIEBgZgHTESBAgAABAgQIECBAgAABAu0LyJAAAQIECFwR6Eq+7ZhxZcAnu6MWeXoR9ZP7WPfaWcPPuLbLvJYxuT5UP7OvG0r8WeqfXB0OR/vhZIe/uvhvIuN9qX89j/etZyUCBAgQaFVAXgQIECBAgAABAgQIECBAgED7AjIkQIDALYGsOt26/vFr00JkHn98Q5/eQBZvM67tI69lXLt+pf/hWxp+GA2nduXp6yZAgAABAgQaEZAGAQIECBAgQIAAAQIECBAg0L6ADAn8KdCVeiinKONPFwdjxOEKPjUqlEPEXrJAlxGHTX+6+pVlrbXUSP4r/sVxRvZNo4/+jLyWMb12dtxNzvM4okTUjFiri6h1HJNz/bvgfPzeXLjydNf4XXx6gudv7GPtjHzrt/b53X9+rrvuzDWmceWmfBa34sptugkQIECAAAECBHYnIGECBAgQIECAAAECBAgQIECgfYH7MnxDpeu+jdw7qsbAjGh8CBAgQIAAAQIECBAgQIAAAQIECBAgQIAAAQIECBAgQGAisPoCcO1LySh+HhJ4dXAX7hmvzuP+OwXGt4HvHG4YAQIECBAgQIAAAQIECBBIAUGAAAECBAgQIECAAIFzgdUXgPtaSsa48ahLlozxXLuMwCHcM5aZ3aw3Berxz2tne3Pg1YsuECBAgAABAgQIECBAgAABAu0LyJAAAQIECBAgQIDARYH1F4Bj21nwzSLwEON5tD7zCUzf9k3v+WZ+YKa9vwWbBd+MKVkU4qenjgn8LWAEAQIECBAgQIAAAQIECBAg0MYsO4cAABAASURBVL6ADAkQIECAAAEC1wVWXQDOQuRQ9D0WwfL8eiquPCtw5P1xe1pn/Oh08iaBqfzxbeA3rWwZAgQ2LmD7BAgQIECAAAECBAgQIECAQPsCMiRAgAABAn8IrLoA/MfeXZ5BIN/8rdN64zjnparweK3Bdppu/p8O8s9fZ3wm1eluPrMDqxIgQIDA9gTsmAABAgQIECBAgAABAgQIEGhfQIYECBC4R0AB+B6lPY65VBRuyOFWibXx1Bt6ilIhQIAAAQIEjgIaAgQIECBAgAABAgQIECBAoH0BGRK4W6CrtZZan4+7VzLwwwKHWD+ij5p/Ro3jiHzLdYwYMHxq/K4xJiMO3/eJ/ZSMN6yYbz3n289d5JlRos18D8P6YVPGWHYz8R9gOUX5F8cZ9auN89zXEMUPAQIECBAgQIAAgUsC+ggQIECAAAECBAgQIECAAIH2BR7LsHtsuNEE3ieQhejFV8vXfSPestY9ycRehmFjO5z4RYAAAQIECBAgQIAAgQsCuggQIECAAAECBAgQIECAwAWBBQvAMXUfcWHRe7uyKFejEJZx7z17H/e+/OPZvvh8b+01385953PP79q4n356Mna+s13Q9Z1pWIsAAQIECBAgQIAAAQIElhMwMwECBAgQIECAAAECBK4JRBXv2qUX+6Nw++IMw+1Zi8vIk7HNY7GwQP4p5Ixry8z0fC9N/9bn/NbFLmU7a5/JCBAgQIAAAQIECBAgQIAAgfYFZEiAAAECBAgQIEDgpsA8BeAsBuZbi9O4uezjF/Nt0CHi1qzZZcShz7MC02c1Hp/myn//9nTydTCOGduv3tl+5/PMf4M3/z3efM6zTXxlonzLd/i3j+P62Mbh8HnH+sO/dZwF9msx7MQvAo8IGEuAAAECBAgQIECAAAECBAi0LyBDAgQIECBAgMDfAvMUgP9eZ7YRQ6FwttlMdF0gi8AZ10csciX/zwSLTPxz0jct83NRZwQIEFhKwLwECBAgQIAAAQIECBAgQIBA+wIyJECAAAECdwosWADOqTPu3MmVYfk2ZsaVy7oXE8hnl3FtgbyWce36evvz7d+/dpeZZfw1znUCBAgQIPBpAesTIECAAAECBAgQIECAAAEC7QvIkAABAo8IbKrGVWsttf6MR5I1dgMCdfk9evt3eWMrECBAgAABAm8RsAgBAgQIECBAgAABAgQIECDQvoAMCTws8HIBuHa1ZDy88sM39EPx9+Hb3HBZoB5KOY8y/ky+Fn0cZ4yXTm3cXzJOHS8d9HF3H/s5RNzzhm4Mf/iT8x7q123Del+HF39nZhkXL87Rmaa3Yo41zEGAAAECBAgQINCwgNQIECBAgAABAgQIECBAgACB9gWeyzCqe8/d+Im7aq1DEbjW7/YT+7DmsgJZnF1ihaXmXWKv5iRAgAABAgQIECBAgMBVARcIECBAgAABAgQIECBAgMANgU0VgG/ksftLswOMb6fOPvF9E+abuvnG7n2jHx9VI7+Mx+90BwECBAgQIECAAAECBAgQ+JyAlQkQIECAAAECBAgQIPCXwIIF4PwDuhl/beH29SwCZtwe5WqLAs++sZvfl0sF5Noi0ldOfhMgQIAAAQIECBAgQIAAAQLtC8iQAAECBAgQIECAwF0C8xWAaxR7f8Rd6/85KIuAQ0T17lph789JDHhc4MezPH+2cf74jH/f0cfXMePvkRdHnL4fx6v5vTkeRtOVeuhKl/NnRI8PgTYEZEGAAAECBAgQIECAAAECBAi0LyBDAgQIECBAgMD9At39Qx8dGUXCLCI+ettkfBbwpjFeyr7xWEtgFBi/F2Ob/ac3gcfOaGteEAQIEGhBQA4ECBAgQIAAAQIECBAgQIBA+wIyJECAAAECDwosWAB+cCcXhmehbhoXhugicBS4/lWOmu9xzFdToyPfBM746vGbAAECBAhsT8COCRAgQIAAAQIECBAgQIAAgfYFZEiAAIFnBK5XzZ6ZbYF7xgLwdOrsm547JvCngC/Nn0QGECBAgAABApsRsFECBAgQIECAAAECBAgQIECgfQEZEnhaYPUF4DGzfGszo+tLybYcf2qtpdbfUbpa+iuR12r9uuc4jaYcwiCij69ERpz9/MS1Ycy16z9HP3WWfzI8466bYx+lK33EYYi4KfcdUeNw/OT1jEN05J+DzuiHAUNP9PoQIECAAAECBAgQ2JKAvRIgQIAAAQIECBAgQIAAAQLtC7yWYVbRXpthpXf3N/Z169qN21xKgTfiDXXaXPNS5D4i4nPp6s2+Z+65OaGLBAgQIECAAAECBAgQeIeANQgQIECAAAECBAgQIECAwB0CCxaAY+o+4o5N3BpSo1qXcWvMnq+1mvv5m96/8szqcMbpwtl3Lb97EfndyTgNGw/y3ozxXEuAAAECBAgQIECAAAECBFYsYGsECBAgQIAAAQIECBC4V+CsanbvbXeMi8LtHaP+HJJ/rjfjz4FnA27V9m5dO5vG6QcE/no++X149Q84v3r/B1guLamPAAECBAgQIECAAAECBAgQaF9AhgQIECBAgAABAgQeEpivANzHVNN4aBvXB2cdeYioCg6Fv2N7/Y6vK/nWZ75Feiny2tcov9ciEI+11Pj+dBHXns/p+eem898Knsbw7xPnhYiYI37/+MS383Se85xOHBDYrICNEyBAgAABAgQIECBAgAABAu0LyJAAAQIECBAg8LjAtC72+N0L3zEt/ObxuNz0eOzTNiJw4+GOl7Id456ss7h8Pi6LwBnn/c4JECCwCQGbJECAAAECBAgQIECAAAECBNoXkCEBAgQIEHhSYMECcE6d8eTO3LYygXyWGSvZ1qWq7o+t5V67kr+HN4qzYvzjuhMCBAgQILBNAbsmQIAAAQIECBAgQIAAAQIE2heQIQECBF4RyPrYK/e7l8C8An8Wdo/LPVrQvXfe4/QaAgQIECBAgMAKBWyJAAECBAgQIECAAAECBAgQaF9AhgReFthtATj//O8hioJ9V8t5lOirtZZar8fL8mufoI+vxjQW3m/Wc/t6KIeIfDbjcnmczylj7KtxMEY8vDJE9P38HOI05svfMTjP4nD41FhsjKHDLwIECBAgQIAAAQKrF7BBAgQIECBAgAABAgQIECBAoH2BeTKMKt88E21tlqgBXt3yrWtXb3JhNoGp//R4tgVMRIAAAQIECBAgQIAAgS0J2CsBAgQIECBAgAABAgQIEHhAYNUF4BqJjG9q5nGc+hwF3t6MbwO/aeF84zfjTctZhgABAgQIECBAgAABAgQIrFLApggQIECAAAECBAgQIPCowIIF4PyjuxmPbunn+Cz8Zkx7z8+n1+49vjXHrWv3zm8cgQUFTE2AAAECBAgQIECAAAECBAi0LyBDAgQIECBAgAABAk8JzFcArlHs/RFP7efqTeObwF1fSh6XF39yjpzrUuS1F6ff/u0/nuX5s43zJTJ881vGS6RgTgLLC1iBAAECBAgQIECAAAECBAgQaF9AhgQIECBAgACB5wXmKwD/2kMUCbOI+KtfBwECBAgQIPCUgJsIECBAgAABAgQIECBAgACB9gVkSIAAAQIEXhRYsAD84s6Ot+fbuBnHU81iApOvwqcL9+ObwNkulq+JCRAgQIDAtgTslgABAgQIECBAgAABAgQIEGhfQIYECBCYQ2BS9ZtjOnNsW6Bue/t2T4AAAQIECBBoU0BWBAgQIECAAAECBAgQIECAQPsCMiQwm4AC8GyUG5so366dxrD9KACf3v49RE9GNPmZjs3jkl+djLy4YORat2LBpU1NgAABAgQIECBA4PMCdkCAAAECBAgQIECAAAECBAi0LzBvhm+o4M27YbMRIECAAAECBAgQIECAAIFdCEiSAAECBAgQIECAAAECBAg8IXCjAJyXMp6Ydbgl7s03N4djv+YSWGyeH89q8ubvYguamAABAgQIECBAgAABAgQIELgmoJ8AAQIECBAgQIAAAQLPCnSHWkof8ewEV+/rr1556ELuLeOhmwx+g0AWiTPesJQlRgEtAQIECBAgQIAAAQIECBAg0L6ADAkQIECAAAECBAi8JNDl3VmrPZSu/IwS5xFRHM4i8TQuFmTzDdJp5MQzRB9zDBH7yHVzH9lG96KfXCPXuhR5bdHF1zh5/tvAP2KNm7QnAi0LyI0AAQIECBAgQIAAAQIECBBoX0CGBAgQIECAAIHXBbqhuPrgPHnPg7c8NTzXmcY4SfaNx0u1t9a4dW2p/axv3kMpWRAufggQIEBgcQELECBAgAABAgQIECBAgAABAu0LyJAAAQIECMwk0JX6x0zjW71/DPt9uYuujGie/OTWpvHkNA/fdvEN33R4eKat3pDPbYyt5mDfBAgQIECgDQFZECBAgAABAgQIECBAgAABAu0LyJAAAQJzCnRl5a+zjgXgadLZNz2f+3jlJHOnaz4CBAgQIECAAIF1CtgVAQIECBAgQIAAAQIECBAg0L6ADAnMLtDVvisZf84c48okDqUrGae+XxMcoicjmhk+tS+xz1Lyb1bncVngJ9/8PdSvifvIL6OMOWf35DjHZWT3OqKLbUTkn2XOiLOfn7gWOZW8lvHz4tfZJL+vjvg99l1rY4gPAQIECBAgQIAAAQJzC5iPAAECBAgQIECAAAECBAgQaF9gmQyzKrjMzBucNWrMG9y1LRMgQIAAAQIECBAgQIBAUwKSIUCAAAECBAgQIECAAAECLwisvgBcoyqb8UKOT92aa2Z833xGNb4R+z1g0aNHJ883pTMevW8YP+aW7dDhFwECBAgQIECAAAECBAgQIPAOAWsQIECAAAECBAgQIEDgVYGzquar081/f/5Z5oz5Z/494/GvP/++sLGeVvLYGPuS2zU3AQIECBAgQIAAAQIECBAg0L6ADAkQIECAAAECBAjMIrD+AnCk2WdEVTMLwfnv7mYbXbN/8o3f01uz+e/kTqMcvtdb4Zuxue8xMo+S/95vRu71Unxn44gAgVUL2BwBAgQIECBAgAABAgQIECDQvoAMCRAgQIAAAQLzCay6ADwt/ObxmPb0eOzTngkkUkQ963ZKgAABAhsSsFUCBAgQIECAAAECBAgQIECgfQEZEiBAgACBmQVWXQCeOdeZp0u6jJmnnXm6fBt4/bucOWnTESBAgACBBgSkQIAAAQIECBAgQIAAAQIECLQvIEMCBAgsIaA2uITqm+e8+Jbvxc43b8xyBAgQIECAAAECzwi4hwABAgQIECBAgAABAgQIEGhfQIYEFhNYdQE4a5j10JUh+q6USRxKV/qIOWX6WPAQ8WPOcc0fnXlyiF8Z0bzlE/lnvjXWzDjuq+tLqRHl18/XuCGnX9d0ECBAgAABAgQIECCwTgG7IkCAAAECBAgQIECAAAECBNoXWDbDrCouu8KLs2c9NuPSNBfrnpcG3tk393x3LrvosBZzWhTM5AQIECBAgAABAgQIEPiUgHUJECBAgAABAgQIECBAgMAMAqsvAM+Q48PFULNSAAAQAElEQVRTDEXT4xu2D9888w2mI0CAAAECBAgQIECAAAECBNoXkCEBAgQIECBAgAABAgTmElAAnkvy3fPkn4HOePe61nungLUIECBAgAABAgQIECBAgACB9gVkSIAAAQIECBAgQGBWgd0WgId/G7eWkv/m7xD57+se3/qt2c7K/MRkuYfzOE1zOB05IECgVQF5ESBAgAABAgQIECBAgAABAu0LyJAAAQIECBAgML/AfgvA81u+ecYsAme8eVnLESBAgMDyAlYgQIAAAQIECBAgQIAAAQIE2heQIQECBAgQWEhgtwXgvzy7visZf437zPV8bGN8ZgdWJUCAAAECBJYRMCsBAgQIECBAgAABAgQIECDQvoAMCRAgsKRAVhGXnN/cBAgQIECAAAECBAjcJ2AUAQIECBAgQIAAAQIECBAg0L6ADAksLrD5AvChdOWZKH2kPo0z6kM9lIyz7s+ejvv97C6sToAAAQIECBAgQIDA7AImJECAAAECBAgQIECAAAECBNoXeE+GUQV9z0JWIUCAAAECBAgQIECAAAECBC4I6CJAgAABAgQIECBAgAABAjMKKADPiDnnVDfnGt8EzvbmQBcJECBAgAABAgQIECBAgACBNQvYGwECBAgQIECAAAECBOYWUACeW/TN8x1qKX3Em5e13LICZidAgAABAgQIECBAgAABAgTaF5AhAQIECBAgQIAAgUUEFIAXYX3vpH0sl4XgMRSEA8SHwGYFbJwAAQIECBAgQIAAAQIECBBoX0CGBAgQIECAAIHlBBSAl7N9y8xZ/M2YLnZ+Pr3mmAABAgRWLGBrBAgQIECAAAECBAgQIECAQPsCMiRAgAABAgsLKAAvDGx6AgQIECBAgMA9AsYQIECAAAECBAgQIECAAAEC7QvIkAABAu8QUAB+h7I1CBAgQIAAAQIECFwXcIUAAQIECBAgQIAAAQIECBBoX0CGBN4m0HW1ljmj+HmrQO27klGincahdCXjrZuxGAECBAgQIECAAAECDwoYToAAAQIECBAgQIAAAQIECLQv8N4Mu/cuZzUCBAgQIECAAAECBAgQIEBgEPCLAAECBAgQIECAAAECBAgsIKAAvADqK1O6lwABAgQIECBAgAABAgQIEGhfQIYECBAgQIAAAQIECBBYSkABeClZ8z4vUA+ljFF29SNZAgQIECBAgAABAgQIECBAoH0BGRIgQIAAAQIECBBYVEABeFFekz8koOj7EJfBrQnIhwABAgQIECBAgAABAgQIEGhfQIYECBAgQIAAgeUFFICXN7bCwwKH7zsUhb8tHBEg0K6AzAgQIECAAAECBAgQIECAAIH2BWRIgAABAgTeJKAA/CZoyxAgQIAAAQIELgnoI0CAAAECBAgQIECAAAECBNoXkCEBAgTeKaAA/E5taxEgQIAAAQIECBD4FnBEgAABAgQIECBAgAABAgQItC8gQwJvF1AAfju5Ba8L5Ndx/PPP2WYcR49/Cvq8PV7WECBAgAABAgQIENiWgN0SIECAAAECBAgQIECAAAEC7Qt8JsOsuH1mZasSOBfozzucEyBAgAABAgQIECBAoEEBKREgQIAAAQIECBAgQIAAgQUFFIAXxH1kamMJECBAgAABAgQIECBAgACB9gVkSIAAAQIECBAgQIAAgaUFFICXFjY/gb8FjCBAgAABAgQIECBAgAABAgTaF5AhAQIECBAgQIAAgbcIKAC/hdkiBAgQuCagnwABAgQIECBAgAABAgQIEGhfQIYECBAgQIAAgfcJKAC/z9pKBAgQIEDgp4AzAgQIECBAgAABAgQIECBAoH0BGRIgQIAAgTcLKAC/GdxyBAgQIECAAIEUEAQIECBAgAABAgQIECBAgED7AjIkQIDAJwQUgD+hbk0CBAgQIECAAIE9C8idAAECBAgQIECAAAECBAgQaF9AhgQ+JrC5AnBXa5lG8dO0wPRZL3HcNJ7kCBAgQIAAAQIEVihgSwQIECBAgAABAgQIECBAgED7Ap/NcHMF4M9yWZ0AAQIECBAgQIAAAQIECDwp4DYCBAgQIECAAAECBAgQIPAGAQXgNyDfWsK1ZwXiq9tHPHu7+wgQIECAAAECBAgQIECAwBsFLEWAAAECBAgQIECAAIF3CaigvUvaOvMK9PNO96HZLEuAAAECBAgQIECAAAECBAi0LyBDAgQIECBAgAABAm8VUAB+K7fFnheIr2q+8TvG8xO5k8BKBGyDAAECBAgQIECAAAECBAgQaF9AhgQIECBAgACB9wtEVe39i1qRwMMC3vh9mMwNBAisWMDWCBAgQIAAAQIECBAgQIAAgfYFZEiAAAECBD4koAD8IXjLXhPIr+Q0/hp37bp+AgQIECCwTgG7IkCAAAECBAgQIECAAAECBNoXkCEBAgQ+KZCVtk+ub20CBAgQIECAAAECexGQJwECBAgQIECAAAECBAgQINC+gAwJfFxg8wXgrtZyK4qfTQmcP8tS4ivaR/zK4hA9GdG88Pm93guTuZUAAQIECBAgQIDAVQEXCBAgQIAAAQIECBAgQIAAgfYF1pHhpcraOnZmFwRSoM9fggABAgQIECBAgAABAhsWsHUCBAgQIECAAAECBAgQIPBGAQXgN2JPl3J8RSDf9p3GlWFLdXsjeClZ8xIgQIAAAQIECBAgQGCfArImQIAAAQIECBAgQIDAuwUUgN8tbj0CpTAgQIAAAQIECBAgQIAAAQIE2heQIQECBAgQIECAAIGPCCgAf4TdogQI7FdA5gQIECBAgAABAgQIECBAgED7AjIkQIAAAQIECHxOQAH4c/ZWJkCAAIG9CciXAAECBAgQIECAAAECBAgQaF9AhgQIECBA4MMCCsAffgCWJ0CAAAECBPYhIEsCBAgQIECAAAECBAgQIECgfQEZEiBAYA0CCsBreAr2QIAAAQIECBAg0LKA3AgQIECAAAECBAgQIECAAIH2BWRIYDUCzReAu1rLklH8ECBAgAABAgQIECBA4KqACwQIECBAgAABAgQIECBAgED7AuvKsPkC8Lq47YYAAQIECBAgQIAAAQIEdiMgUQIECBAgQIAAAQIECBAg8AEBBeA3o1uOAAECBAgQIECAAAECBAgQaF9AhgQIECBAgAABAgQIEPiUgALwp+Stu0cBORMgQIAAAQIECBAgQIAAAQLtC8iQAAECBAgQIECAwEcFFIA/ym9xAgT2IyBTAgQIECBAgAABAgQIECBAoH0BGRIgQIAAAQIEPi+gAPz5Z2AHBAgQINC6gPwIECBAgAABAgQIECBAgACB9gVkSIAAAQIEViKgALySB2EbBAgQIECAQJsCsiJAgAABAgQIECBAgAABAgTaF5AhAQIE1iSgALymp2EvBAgQIECAAAECLQnIhQABAgQIECBAgAABAgQIEGhfQIYEViegALy6R2JDBAgQIECAAAECBAhsX0AGBAgQIECAAAECBAgQIECAQPsC68xQAXidz8WuCBAgQIAAAQIECBAgQGCrAvZNgAABAgQIECBAgAABAgQ+KKAA/CZ8yxAgQIAAAQIECBAgQIAAAQLtC8iQAAECBAgQIECAAAECnxZQAP70E7D+HgTkSIAAAQIECBAgQIAAAQIECLQvIEMCBAgQIECAAAECqxBQAF7FY7AJAgTaFZAZAQIECBAgQIAAAQIECBAg0L6ADAkQIECAAAEC6xFQAF7Ps7ATAgQIEGhNQD4ECBAgQIAAAQIECBAgQIBA+wIyJECAAAECKxNQAF7ZA7EdAgQIECBAoA0BWRAgQIAAAQIECBAgQIAAAQLtC8iQAAECaxRQAF7jU7EnAgQIECBAgACBLQvYOwECBAgQIECAAAECBAgQINC+gAwJrFZAAXi1j8bGCBAgQIAAAQIECBDYnoAdEyBAgAABAgQIECBAgAABAu0LrDtDBeB1Px+7I0CAAAECBAgQIECAAIGtCNgnAQIECBAgQIAAAQIECBBYgYAC8MIPwfQECBAgQIAAAQIECBAgQIBA+wIyJECAAAECBAgQIECAwFoEFIDX8iTso0UBOREgQIAAAQIECBAgQIAAAQLtC8iQAAECBAgQIECAwKoEFIBX9ThshgCBdgRkQoAAAQIECBAgQIAAAQIECLQvIEMCBAgQIECAwPoEFIDX90zsiAABAgS2LmD/BAgQIECAAAECBAgQIECAQPsCMiRAgAABAisVUABe6YOxLQIECBAgQGCbAnZNgAABAgQIECBAgAABAgQItC8gQwIECKxZQAF4zU/H3ggQIECAAAECBLYkYK8ECBAgQIAAAQIECBAgQIBA+wIyJLB6AQXg1T8iGyRAgAABAgQIECBAYP0CdkiAAAECBAgQIECAAAECBAi0L7CNDBWAt/Gc7JIAAQIECBAgQIAAAQIE1ipgXwQIECBAgAABAgQIECBAYEUCCsALPQzTEiBAgAABAgQIECBAgAABAu0LyJAAAQIECBAgQIAAAQJrE1AAXtsTsZ8WBORAgAABAgQIECBAgAABAgQItC8gQwIECBAgQIAAAQKrFFAAXuVjsSkCBLYrYOcECBAgQIAAAQIECBAgQIBA+wIyJECAAAECBAisV0ABeL3Pxs4IECBAYGsC9kuAAAECBAgQIECAAAECBAi0LyBDAgQIECCwcgEF4JU/INsjQIAAAQIEtiFglwQIECBAgAABAgQIECBAgED7AjIkQIDAFgQUgLfwlOyRAAECBAgQIEBgzQL2RoAAAQIECBAgQIAAAQIECLQvIEMCmxFQAF75o+pqLa9E8UOAAAECBAgQIECAwIICpiZAgAABAgQIECBAgAABAgTaF9hWhgrA23pedkuAAAECBAgQIECAAAECaxGwDwIECBAgQIAAAQIECBAgsEIBBeCZH4rpCBAgQIAAAQIECBAgQIAAgfYFZEiAAAECBAgQIECAAIG1CigAr/XJ2NcWBeyZAAECBAgQIECAAAECBAgQaF9AhgQIECBAgAABAgRWLaAAvOrHY3MECGxHwE4JECBAgAABAgQIECBAgACB9gVkSIAAAQIECBBYv4AC8PqfkR0SIECAwNoF7I8AAQIECBAgQIAAAQIECBBoX0CGBAgQIEBgIwIKwBt5ULZJgAABAgQIrFPArggQIECAAAECBAgQIECAAIH2BWRIgACBLQkoAG/padkrAQIECBAgQIDAmgTshQABAgQIECBAgAABAgQIEGhfQIYENiegALy5R/bYhrtay60ofggQIECAAAECBAgQeELALQQIECBAgAABAgQIECBAgED7AtvMUAF4m8/NrgkQIECAAAECBAgQIEDgUwLWJUCAAAECBAgQIECAAAECKxZQAJ7p4ZiGAAECBAgQIECAAAECBAgQaF9AhgQIECBAgAABAgQIEFi7gALw2p+Q/W1BwB4JECBAgAABAgQIECBAgACB9gVkSIAAAQIECBAgQGATAgrAm3hMNkmAwHoF7IwAAQIECBAgQIAAAQIECBBoX0CGLDRIigAAEABJREFUBAgQIECAAIHtCCgAb+dZ2SkBAgQIrE3AfggQIECAAAECBAgQIECAAIH2BWRIgAABAgQ2JqAAvLEHZrsECBAgQIDAOgTsggABAgQIECBAgAABAgQIEGhfQIYECBDYooAC8Bafmj0TIECAAAECBAh8UsDaBAgQIECAAAECBAgQIECAQPsCMiSwWQEF4M0+unk23tVaHonihwABAgQIECBAgMCuBSRPgAABAgQIECBAgAABAgQItC+w7QwVgLf9/OyeAAECBAgQIECAAAECBN4lYB0CBAgQIECAAAECBAgQILABAQXgFx+S2wkQIECAAAECBAgQIECAAIH2BWRIgAABAgQIECBAgACBrQgoAG/lSdnnGgXsiQABAgQIECBAgAABAgQIEGhfQIYECBAgQIAAAQIENiWgALypx2WzBAisR8BOCBAgQIAAAQIECBAgQIAAgfYFZEiAAAECBAgQ2J6AAvD2npkdEyBAgMCnBaxPgAABAgQIECBAgAABAgQItC8gQwIECBAgsFEBBeCNPjjbJkCAAAECBD4jYFUCBAgQIECAAAECBAgQIECgfQEZEiBAYMsCCsBbfnr2ToAAAQIECBAg8E4BaxEgQIAAAQIECBAgQIAAAQLtC8iQwOYFFIA3/wglQIAAAQIECBAgQIDA8gJWIECAAAECBAgQIECAAAECBNoXaCNDBeA2nqMsCBAgQIAAAQIECBAgQGApAfMSIECAAAECBAgQIECAAIENCSgAP/mw3EaAAAECBAgQIECAAAECBAi0LyBDAgQIECBAgAABAgQIbE1AAXhrT8x+1yBgDwQIECBAgAABAgQIECBAgED7AjIkQIAAAQIECBAgsEkBBeBNPjabJkDgcwJWJkCAAAECBAgQIECAAAECBNoXkCEBAgQIECBAYLsCCsDbfXZ2ToAAAQLvFrAeAQIECBAgQIAAAQIECBAg0L6ADAkQIECAwMYFFIA3/gBtnwABAgQIEHiPgFUIECBAgAABAgQIECBAgACB9gVkSIAAgRYEFIBbeIpyIECAAAECBAgQWFLA3AQIECBAgAABAgQIECBAgED7AjIk0IyAAnAzj1IiBAgQIECAAAECBAjML2BGAgQIECBAgAABAgQIECBAoH2BtjJUAG7recqGAAECBAgQIECAAAECBOYSMA8BAgQIECBAgAABAgQIENiggALwgw/NcAIECBAgQIAAAQIECBAgQKB9ARkSIECAAAECBAgQIEBgqwIKwFt9cvb9CQFrEiBAgAABAgQIECBAgAABAu0LyJAAAQIECBAgQIDApgUUgDf9+GyeAIH3CViJAAECBAgQIECAAAECBAgQaF9AhgQIECBAgACB7QsoAG//GcqAAAECBJYWMD8BAgQIECBAgAABAgQIECDQvoAMCRAgQIBAIwIKwI08SGkQIECAAAECywiYlQABAgQIECBAgAABAgQIEGhfQIYECBBoSUABuKWnKRcCBAgQIECAAIE5BcxFgAABAgQIECBAgAABAgQItC8gQwLNCSgAN/dIJUSAAAECBAgQIECAwOsCZiBAgAABAgQIECBAgAABAgTaF2gzQwXgNp+rrAgQIECAAAECBAgQIEDgWQH3ESBAgAABAgQIECBAgACBDQsoAN/58AwjQIAAAQIECBAgQIAAAQIE2heQIQECBAgQIECAAAECBLYuoAC89Sdo/+8QsAYBAgQIECBAgAABAgQIECDQvoAMCRAgQIAAAQIECDQhoADcxGOUBAECywmYmQABAgQIECBAgAABAgQIEGhfQIYECBAgQIAAgXYEFIDbeZYyIUCAAIG5BcxHgAABAgQIECBAgAABAgQItC8gQwIECBAg0JiAAnBjD1Q6BAgQIECAwDwCZiFAgAABAgQIECBAgAABAgTaF5AhAQIEWhRQAG7xqcqJAAECBAgQIEDgFQH3EiBAgAABAgQIECBAgAABAu0LyJBAswIKwM0+WokRIECAAAECBAgQIPC4gDsIECBAgAABAgQIECBAgACB9gXazlABuO3nKzsCBAgQIECAAAECBAgQuFfAOAIECBAgQIAAAQIECBAg0ICAAvAfD9FlAgQIECBAgAABAgQIECBAoH0BGRIgQIAAAQIECBAgQKAVAQXgVp6kPJYQMCcBAgQIECBAgAABAgQIECDQvoAMCRAgQIAAAQIECDQloADc1OOUDAEC8wmYiQABAgQIECBAgAABAgQIEGhfQIYECBAgQIAAgfYEFIDbe6YyIkCAAIFXBdxPgAABAgQIECBAgAABAgQItC8gQwIECBAg0KiAAnCjD1ZaBAgQIECAwHMC7iJAgAABAgQIECBAgAABAgTaF5AhAQIEWhZQAG756cqNAAECBAgQIEDgEQFjCRAgQIAAAQIECBAgQIAAgfYFZEigeQEF4OYfsQQJECBAgAABAgQIEPhbwAgCBAgQIECAAAECBAgQIECgfYF9ZKgAvI/nLEsCBAgQIECAAAECBAgQuCagnwABAgQIECBAgAABAgQINCSgAHzlYeomQIAAAQIECBAgQIAAAQIE2heQIQECBAgQIECAAAECBFoTUABu7YnKZw4BcxAgQIAAAQIECBAgQIAAAQLtC8iQAAECBAgQIECAQJMCCsBNPlZJESDwvIA7CRAgQIAAAQIECBAgQIAAgfYFZEiAAAECBAgQaFdAAbjdZyszAgQIEHhUwHgCBAgQIECAAAECBAgQIECgfQEZEiBAgACBxgUUgBt/wNIjQIAAAQIE7hMwigABAgQIECBAgAABAgQIEGhfQIYECBDYg4AC8B6eshwJECBAgAABAgRuCbhGgAABAgQIECBAgAABAgQItC8gQwK7EVAA3s2jligBAgQIECBAgAABAr8F9BAgQIAAAQIECBAgQIAAAQLtC+wrQwXgfT1v2RIgQIAAAQIECBAgQIDAKKAlQIAAAQIECBAgQIAAAQINCigAnz1UpwQIECBAgAABAgQIECBAgED7AjIkQIAAAQIECBAgQIBAqwIKwK0+WXk9I+AeAgQIECBAgAABAgQIECBAoH0BGRIgQIAAAQIECBBoWkABuOnHKzkCBO4XMJIAAQIECBAgQIAAAQIECBBoX0CGBAgQIECAAIH2BRSA23/GMiRAgACBvwRcJ0CAAAECBAgQIECAAAECBNoXkCEBAgQIENiJgALwTh60NAkQIECAAIHLAnoJECBAgAABAgQIECBAgACB9gVkSIAAgT0JKADv6WnLlQABAgQIECBAYCrgmAABAgQIECBAgAABAgQIEGhfQIYEdiegALy7Ry5hAgQIECBAgAABAgRKYUCAAAECBAgQIECAAAECBAi0L7DPDBWA9/ncZU2AAAECBAgQIECAAIH9CsicAAECBAgQIECAAAECBAg0LKAAfHy4GgIECBAgQIAAAQIECBAgQKB9ARkSIECAAAECBAgQIECgdQEF4NafsPzuETCGAAECBAgQIECAAAECBAgQaF9AhgQIECBAgAABAgR2IaAAvIvHLEkCBK4LuEKAAAECBAgQIECAAAECBAi0LyBDAgQIECBAgMB+BBSA9/OsZUqAAAEC5wLOCRAgQIAAAQIECBAgQIAAgfYFZEiAAAECBHYmoAC8swcuXQIECBAgQOBLwG8CBAgQIECAAAECBAgQIECgfQEZEiBAYI8CCsB7fOpyJkCAAAECBAjsW0D2BAgQIECAAAECBAgQIECAQPsCMiSwWwEF4N0+eokTIECAAAECBAgQ2KOAnAkQIECAAAECBAgQIECAAIH2BfadoQLwvp+/7AkQIECAAAECBAgQILAfAZkSIECAAAECBAgQIECAAIEdCOy+ALyDZyxFAgQIECBAgAABAgQIECCwewEABAgQIECAAAECBAgQ2IuAAvBenrQ8LwnoI0CAAAECBAgQIECAAAECBNoXkCEBAgQIECBAgACBXQkoAO/qcUuWAIFvAUcECBAgQIAAAQIECBAgQIBA+wIyJECAAAECBAjsT0ABeH/PXMYECBAgQIAAAQIECBAgQIAAAQIECBBoX0CGBAgQIEBgpwIKwDt98NImQIAAAQJ7FZA3AQIECBAgQIAAAQIECBAg0L6ADAkQILBnAQXgPT99uRMgQIAAAQIE9iUgWwIECBAgQIAAAQIECBAgQKB9ARkS2L2AAvDuvwIACBAgQIAAAQIECOxBQI4ECBAgQIAAAQIECBAgQIBA+wIyTAEF4FQQBAgQIECAAAECBAgQINCugMwIECBAgAABAgQIECBAgMCOBHZbAN7RM5YqAQIECBAgQIAAAQIECBDYrYDECRAgQIAAAQIECBAgsDcBBeC9PXH5poAgQIAAAQIECBAgQIAAAQIE2heQIQECBAgQIECAAIFdCigA7/KxS5rAngXkToAAAQIECBAgQIAAAQIECLQvIEMCBAgQIECAwH4FFID3++xlToAAgf0JyJgAAQIECBAgQIAAAQIECBBoX0CGBAgQIEBg5wIKwDv/AkifAAECBAjsRUCeBAgQIECAAAECBAgQIECAQPsCMiRAgACBUhSAfQsIECBAgAABAgRaF5AfAQIECBAgQIAAAQIECBAg0L6ADAkQOAooAB8hNAQIECBAgAABAgQItCggJwIECBAgQIAAAQIECBAgQKB9ARlOBRSApxqOCRAgQIAAAQIECBAgQKAdAZkQIECAAAECBAgQIECAAIEdCuyuALzDZyxlAgQIECBAgAABAgQIECCwOwEJEyBAgAABAgQIECBAYK8CCsB7ffL7zFvWBAgQIECAAAECBAgQIECAQPsCMiRAgAABAgQIECCwawEF4F0/fskT2JOAXAkQIECAAAECBAgQIECAAIH2BWRIgAABAgQIECCgAOw7QIAAAQLtC8iQAAECBAgQIECAAAECBAgQaF9AhgQIECBAgMAgoAA8MPhFgAABAgQItCogLwIECBAgQIAAAQIECBAgQKB9ARkSIECAwLeAAvC3hSMCBAgQIECAAIG2BGRDgAABAgQIECBAgAABAgQItC8gQwIEzgQUgM9AnBIgQIAAAQIECBAg0IKAHAgQIECAAAECBAgQIECAAIH2BfaZ4aHvy61QAN7n90LWBAgQIECAAAECBAgQaFdAZgQIECBAgAABAgQIECBAYMcCuykA7/gZS50AAQIECBAgQIAAAQIECOxGQKIECBAgQIAAAQIECBDYu4AC8N6/AfvIX5YECBAgQIAAAQIECBAgQIBA+wIyJECAAAECBAgQIEAgBBSAA8GHAIGWBeRGgAABAgQIECBAgAABAgQItC8gQwIECBAgQIAAgVFAAXiU0BIgQIBAewIyIkCAAAECBAgQIECAAAECBNoXkCEBAgQIECDwQ0AB+AeHEwIECBAgQKAVAXkQIECAAAECBAgQIECAAAEC7QvIkAABAgR+CygA/zbRQ4AAAQIECBAgsG0BuydAgAABAgQIECBAgAABAgTaF5AhAQJXBBSAr8DoJtCyA2AAABAASURBVECAAAECBAgQIEBgiwL2TIAAAQIECBAgQIAAAQIECLQv0HaGh74vt+Kv7BWA/xJynQABAgQIECBAgAABAgS2IWCXBAgQIECAAAECBAgQIECAQGm+AOwZEyBAgAABAgQIECBAgAABAu0LyJAAAQIECBAgQIAAAQIEvgQUgL8c/G5TQFYECBAgQIAAAQIECBAgQIBA+wIyJECAAAECBAgQIEBgIqAAPMFwSIBASwJyIUCAAAECBAgQIECAAAECBNoXkCEBAgQIECBAgMC5gALwuYhzAgQIENi+gAwIECBAgAABAgQIECBAgACB9gVkSIAAAQIECFwUUAC+yKKTAAECBAgQ2KqAfRMgQIAAAQIECBAgQIAAAQLtC8iQwP9l797WnNWxLA1LXl3V/fT9X23lClRjCISxDZitDfiL9LRAaPvCv05mEoEAAggMC5AAHrbhCgIIIIAAAggggMC5BFgtAggggAACCCCAAAIIIIAAAghcX4AdIoDAGwESwG+AuIwAAggggAACCCCAAAJnEGCNCCCAAAIIIIAAAggggAACCCBwfYFtdlilFMZim1mGRxmb29eGe067QgJ4mhOtEEAAAQQQQAABBBBAAAEEjirAuhBAAAEEEEAAAQQQQAABBBBAoBW4bAK43SEHCCCAAAIIIIAAAggggAACCCBwWQE2hgACCCCAAAIIIIAAAggg8ChAAvjRg7NrCLALBBBAAAEEEEAAAQQQQAABBBC4vgA7RAABBBBAAAEEEEAAgR4BEsA9KFQhgMCZBVg7AggggAACCCCAAAIIIIAAAghcX4AdIoAAAggggAACCAwJkAAekqEeAQQQQOB8AqwYAQQQQAABBBBAAAEEEEAAAQSuL8AOEUAAAQQQQGBUgATwKA8XEUAAAQQQQOAsAqwTAQQQQAABBBBAAAEEEEAAAQSuL8AOEUAAAQTeC5AAfm9ECwQQQAABBBBAAIFjC7A6BBBAAAEEEEAAAQQQQAABBBC4vgA7RACBiQIkgCdC0QwBBBBAAAEEEEAAAQSOKMCaEEAAAQQQQAABBBBAAAEEEEDgagJVSuExtj2/mtfzfkgAP4twjgACCCCAAAIIIIAAAgggcA4BVokAAggggAACCCCAAAIIIIAAAi8Cl0sAv+yQCgQQQAABBBBAAAEEEEAAAQQQuJwAG0IAAQQQQAABBBBAAAEEEOgXIAHc70LtOQVYNQIIIIAAAggggAACCCCAAAIIXF+AHSKAAAIIIIAAAggggMCIAAngERwuIYDAmQRYKwIIIIAAAggggAACCCCAAAIIXF+AHSKAAAIIIIAAAgi8EyAB/E6I6wgggAACxxdghQgggAACCCCAAAIIIIAAAgggcH0BdogAAggggAACkwRIAE9iohECCCCAAAIIHFWAdSGAAAIIIIAAAggggAACCCCAwPUF2CECCCCAwHQBEsDTrWiJAAIIIIAAAgggcCwBVoMAAggggAACCCCAAAIIIIAAAtcXYIcIIDBTgATwTDCaI4AAAggggAACCCCAwBEEWAMCCCCAAAIIIIAAAggggAACCFxfgB0uESABvESNPggggAACCCCAAAIIIIAAAt8TYGYEEEAAAQQQQAABBBBAAAEEEBgUuEwCeHCHXEAAAQQQQAABBBBAAAEEEEAAgcsIsBEEEEAAAQQQQAABBBBAAIFxARLA4z5cPYcAq0QAAQQQQAABBBBAAAEEEEAAgesLsEMEEEAAAQQQQAABBBCYIEACeAISTRBA4MgCrA0BBBBAAAEEEEAAAQQQQAABBK4vwA4RQAABBBBAAAEEpgqQAJ4qRTsEEEAAgeMJsCIEEEAAAQQQQAABBBBAAAEEELi+ADtEAAEEEEAAgVkCJIBncdEYAQQQQAABBI4iwDoQQAABBBBAAAEEEEAAAQQQQOD6AuwQAQQQQGC+AAng+Wb0QAABBBBAAAEEEPiuALMjgAACCCCAAAIIIIAAAggggMD1BdghAggsFCABvBCObggggAACCCCAAAIIIPANAeZEAAEEEEAAAQQQQAABBBBAAIF3AlVKYc94N//664ywRoAE8Bo9+iKAAAIIIIAAAggggAACCHxOgJkQQAABBBBAAAEEEEAAAQQQQOCtwOkTwG93SAMEEEAAAQQQQAABBBBAAAEEEDi9ABtAAAEEEEAAAQQQQAABBBCYJkACeJoTrY4pwKoQQAABBBBAAAEEEEAAAQQQQOD6AuwQAQQQQAABBBBAAAEEZgiQAJ6BRVMEEDiSAGtBAAEEEEAAAQQQQAABBBBAAIHrC7BDBBBAAAEEEEAAgbkCJIDnitEeAQQQQOD7AqwAAQQQQAABBBBAAAEEEEAAAQSuL8AOEUAAAQQQQGCRAAngRWx0QgABBBBAAIFvCTAvAggggAACCCCAAAIIIIAAAghcX4AdIoAAAggsFyABvNyOnggggAACCCCAAAKfFWA2BBBAAAEEEEAAAQQQQAABBBC4vgA7RACBlQIkgFcC0h0BBBBAAAEEEEAAAQQ+IcAcCCCAAAIIIIAAAggggAACCPyOQJVSWBPnlfqNld9iDI4w8BOrFNYECeABWKoRQAABBBBAAAEEEEAAAQQOIsAyEEAAAQQQQAABBBBAAAEEEPgRgbjBPk+bAN5g7wyBAAIIIIAAAggggAACCCCAAAIHF2B5CCCAAAIIIIAAAggggMCvCDhxG9P63Xqc9aMwAgKfFWA2BBBAAAEEEEAAAQQQQAABBBC4vgA7RAABBBBAAAEEEEDgZwTym78bJH8NRgLYCgQCCJxIgKUigAACCCCAAAIIIIAAAggggMD1BdghAggggAACCCBwfQEnam9K+jq2ePO3iHncckyJAAIIIIDAsQVYHQIIIIAAAggggAACCCCAAAIIXF+AHSKAAAIIIPArAkr+7rFVEsB7qDImAggggAACCGwuwIAIIIAAAggggAACCCCAAAIIIHB9AXaIAAII/LKAfw20Y60BCeC1gvRHAAEEEEAAAQQQ2FuA8RFAAAEEEEAAAQQQQAABBBBA4PoC7BABBDYSIAG8ESTDIIAAAggggAACCCCAwB4CjIkAAggggAACCCCAAAIIIIAAAtcX+LEdphRClUJS2Y1K5461GiSA1wrSHwEEEEAAAQQQQAABBBBAYB8BRkUAAQQQQAABBBBAAAEEEEDgigLK/+65rdMlgPfEYGwEEEAAAQQQQAABBBBAAAEEEDiGAKtAAAEEEEAAAQQQQAABBPYWuGqi9Kr72vt5YPzvCDArAggggAACCCCAAAIIIIAAAghcX4AdIoAAAggggAACCCCwu0BsZihlc3qJggTwJW4jm0DgFwTYIwIIIIAAAggggAACCCCAAAIIXF+AHSKAAAIIIIAAAvsJODF6SyE4osqgcOn6/Wb9/MhX28/nBZkRAQQQQGB/AWZAAAEEEEAAAQQQQAABBBBAAIHrC7BDBBBAAAEE9hZQwrd3iqH63sbHryQBfPx7xAoRQAABBBD4aQE2jwACCCCAAAIIIIAAAggggAAC1xdghwgggMA3BOLApFVKwTFw+fDVJIAPf4tYIAIIIIAAAggg8LMCbBwBBBBAAAEEEEAAAQQQQAABBK4vwA4R+IjAULK3TP7ueml3hpIE8BnuEmtEAAEEEEAAAQQQQODnBNgwAggggAACCCCAAAIIIIAAAssF/PbmnrF8ZfR8FHg9831zbUopDEWsUpgbQX2ex/Ncpc7Xy5ie/5ARq6CND0eof0gA1w58I4AAAggggAACCCCAAAIIHEWAdSCAAAIIIIAAAggggAACCCCAwGKB0ySAF++QjggggAACCCCAAAIIIIAAAgggcBoBFooAAggggAACCCCAAAIIDAncUgiOoevU1wIkgGsHvo8twOoQQAABBBBAAAEEEEAAAQQQQOD6AuwQAQQQQAABBBBAAIHfFej+euegTHdvTOMhATzNiVYIIPA1ASZGAAEEEEAAAQQQQAABBBBAAIHrC7BDBBBAAAEEEEDgVcBv+3bjtcUFakrit7uV+BdCX4Snn6RUbzeay6ptjigQQAABBBA4mgDrQQABBBBAAAEEEEAAAQQQQACB6wuwQwQQQAABBBCQQNUJHa74kABegUdXBBBAAAEEENhPgJERQAABBBBAAAEEEEAAAQQQQOD6AuwQAQQQmCMQ1dihgs+IAAngERwuIYAAAggggAACCHxFgEkRQAABBBBAAAEEEEAAAQQQQOD6AuwQgReBFNJLHRXzBUgAzzejBwIIIIAAAggggAACCOwmwMAIIIAAAggggAACCCCAAAIIvBeoUgpj8X4EWnxX4HX2pOSvbmtI+opVCreeXLCrHK+9r1bjFG5fNPtMuuZoTp8LXX2u4hwBBBBAAAEEEEAAAQQQQACBLwgwJQIIIIAAAggggAACCCCAwE8LOPn70wAbbf7wCeCN9skwCCCAAAIIIIAAAggggAACCCBwYAGWhgACCCCAAAIIIIAAAgj8toDTtiUGJPzWr2Pgcqn2KOWYEoGjCbAeBBBAAAEEEEAAAQQQQAABBBC4vgA7RAABBBBAAAEEEEDg+wKxCqFEOPcPCeBz3z9Wj8CFBdgaAggggAACCCCAAAIIIIAAAghcX4AdIoAAAggggAACXxb4dtLXb/Q6+hhc342+Nj11JIB7UKhCAAEEEPiyANMjgAACCCCAAAIIIIAAAggggMD1BdghAggggAAChxKo7qv5dlL4vpJFRySAF7HRCQEEEEAAAQT2EmBcBBBAAAEEEEAAAQQQQAABBBC4vgA7RACBYwj8VKKwJHVdHoP/cRXv3vSdse6fuq+PipwhgAACCCCAAAIIHEyA5SCAAAIIIIAAAggggAACCCCAwPUF2OFBBGKzjlI2pxQXECABfIGbyBYQQAABBBBAAAEEEDi/ADtAAAEEEEAAAQQQQAABBBBAAIEicIsxOMLGP04M3lIIsdKXIimCwucppVDC58/hfo5/tLaw+Ge4Ywxx+OKaK35z1tEdw+cl2nrrNCflbdzm9ONFd/7uOsvxm7Kzk48vnQkRQAABBBBAAAEEEEAAAQQQCAEDBBBAAAEEEEAAAQQQQACBzwgo7/uZiZjlmwKHTQB/E4W5EUAAAQQQQAABBBBAAAEEEEDgMwLMggACCCCAAAIIIIAAAvsJvEsEPr9z6zd8HfutiJE/IfDuvn9iDcyBwLMA5wgggAACCCCAAAIIIIAAAgggcH0BdogAAggggAACCCCwo0BJ7pYyT/VwkmvO89X9tcfBrzL3xXm287LSh/29XJ1VQQJ4FheNEUBgfwFmQAABBBBAAAEEEEAAAQQQQACB6wuwQwQQQAABBBDYQ8CJP7/B64hNftSl6z1fpa9KSeASbqKq/HGffHC0r5IY7a4r/oXQG9phae8y6Kf793R1eriP1+kYWtiC9Zf7PTQk9QgggAACCHxOgJkQQAABBBBAAAEEEEAAAQQQQOD6AuwQAQQQQGA/gW5GtztCEDe4AAAQAElEQVTLUH23zeGPldwNJQ6/2AUL9N6abk4IO5rTuQUJ4LlitEcAAQQQQACBXQQYFAEEEEAAAQQQQAABBBBAAAEEri/ADhFA4LMCceZ0bu+Y2e2DzZ3adCyYsrxJ63JB9zN1WSh0pi2yVgQQQAABBBBAAIGDC7A8BBBAAAEEEEAAAQQQQAABBBC4vgA73FngXeL23fWdl8fwHxQgAfxBbKZCAAEEEEAAAQQQQACBZwHOEUAAAQQQQAABBBBAAAEEjihQpRTWxBH3dKY1Ffuk+9AXsUrhOXTDwnNbj1PqfL308d/7dTybJFU4VLx8PE68LU0jvww3UOFfg6zwrz8u0bbspjV93BdNY7/l62hOj1ZkR1M63i3uxSG83Gffm25Y5t2wXEcAAQQQQAABBBBAAAEEEEBgewFGRAABBBBAAAEEEEAAAQQQQACBzQUOlwDefIcMiAACCCCAAAIIIIAAAggggAAChxNgQQgggAACCCCAAAIIIDBfwG/tOub3vEgPv9XruMh2HrfRSdumGMLLPqvH5iNnnZFGWnEJgc8IMAsCCCCAAAIIIIAAAggggAACCFxfgB0igAACCCCAAAIIIIDAmEBMIfhXPweVYf4PCeD5ZvRAAIFdBBgUAQQQQAABBBBAAAEEEEAAAQSuL8AOEUAAAQQQQGCOgN/27cacvuds69Slwm+/9sU5NzW+6rLPvlZOBLf1cmmPxw+mtxwfh6sIIIAAAggsF6AnAggggAACCCCAAAIIIIAAAghcX4AdIoAAAggggMBEAf+6Z8fE5k/NSAA/gXCKAAIIIIAAAp8VYDYEEEAAAQQQQAABBBBAAAEEELi+ADtEAIFtBKKGcajgc2kBp3AdT5ssbwu/+c3QPT2fBuIUAQQQQAABBBBAAIF9BBgVAQQQQAABBBBAAAEEEEAAAQSuL8AOFwqQ6F0It0G3lFJwbDDUV4YgAfwVdiZFAAEEEEAAAQQQQODXBdg/AggggAACCCCAAAIIIIDANwUqJbjG4ptrY+4QnMB7+POvDYpf/HQ0p9sXsQphIOJNSdFq7uzhOz8De2j39p1VtbMmOTrBXJd/SjY75JtcOnzcF772F0IMoz9+fkYbcBEBBBBAAAEEEEAAAQQQQACBTQUYDAEEEEAAAQQQQAABBBBAYFzgJHnW8U2c92pOzqYP3oSc0J0wn9s53tAeJgH8Zp1cRgABBBBAAAEEEEAAAQQQQACBCwiwBQQQQAABBBBAAAEEEEAAgT4BJ4Cd3V2fvl0/Qt/6qENgngCtEUAAAQQQQAABBBBAAAEEEEDg+gLsEAEEEEAAAQQQQOCbAt1fixycbOyLby7wh+Z2ntfbLaWPc7xU5Nq5XySA54rRHgEENhZgOAQQQAABBBBAAAEEEEAAAQQQuL4AO0QAAQQQQACBrwmUxG93AdF/R7Ynum18nJRK7Ibrdo1KoyvKmp9LXT31p+wnaI8l2pyvrDfa3HYjbbQghkEAAQQQ+CEBtooAAggggAACCCCAAAIIIIAAAtcXYIcIIIAAAgcR6CQdD7IilvEkUF7Kfqqee0oCeK4Y7RFAAAEEEEBgEwEGQQABBBBAAAEEEEAAAQQQQACB6wuwQwSuKlClFByH2l95u9TloRbGYiYJOPkbnLpV5ONJvXobaYTeeioRQAABBBBAAAEEENhLgHERQAABBBBAAAEEEEAAAQQQQOD6AuwQAQRGBGJsfvezk72OkbYvl9x+JEgAv4hRgQACCCCAAAIIIIAAAvsJMDICCCCAAAIIIIAAAggggMAnBPx26lh8Yg1nniNWKYzFofbmN34d3UX5vERb77Tgu2gal7/725y6SEkmtyZp6YrR2Opi82urk+b1miYO67UuDf+7mTjN/GbegyLGf9RX90LHobz1m0tV6+M1VHoGhyLoXoyFRtYofBBAAAEEEEAAAQQQQAABBBDYW4DxEUAAAQQQQAABBBBAAIETCMQTrJElnl8gxmVP2pReX08An//2sAMEEEAAAQQQQAABBBBAAAEEEHgnwHUEEEAAAQQQQAABBM4g4MRZTGdYad8a/bZsX/2MOr+R6pjRhaafE8jP54Tp3G5CM5ogsIsAgyKAAAIIIIAAAggggAACCCCAwPUF2CECCCCAAAIIIHAKgfxm5ZGTv+VXOnfLcOQFn+K2H2iRTuCXeF1Wfj5fq3trSAD3slCJAAL7CzADAggggAACCCCAAAIIIIAAAghcX4AdIoAAAgggcGwBJ8puyqE6Dvvmb0n49lE+LNq76Ws0Uue3fbsx0pRLewk0SV9neH0/XTZT+Y6W6FQ3V4cL9xm+yhUEEEAAAQT2EGBMBBBAAAEEEEAAAQQQQAABBBC4vgA7RAABBM4goOTvGZZZr7FJFIZuWV/h++QCObvr++oHspQ9e/JlR8+lbhUJ4K4GxwgggAACCCCwuwATIIAAAggggAACCCCAAAIIIIDA9QXYIQJnFXAeznHW9YfyNu/iDTh16Fg8AB0XCUzI6qqJn03Hu9/8zR1cdBPohAACCCCAAAIIILBAgC4IIIAAAggggAACCCCAAAIIIHB9gdPsMCfSTrPaTy1UWcZ32cVPLeXH51nzfJIA/vGHh+0jgAACCCCAAAIIIPAZAWZBAAEEEEAAAQQQQAABBBDYUqBKKYzFlnOdcaxYpfAuBBiSHLtRTI+7Z6f2OlHe+C3l1IUPtY9/IeSoVD5GvKWQ5BpGf7a56PtQ35cYUnJUKv8UWkNSaB31dR37/Cm2WcV+o9gxh9btvVbaTy6bc9/hlwSwKpKW5Ag61uHgx/0HL3IBAQQQQAABBBBAAAEEEEAAgdUCDIAAAggggAACCCCAAAIIfFDgTW7sgythqs0EuKk1pR0c9dng99cSwIMr4gICCCCAAAIIIIAAAggggAACCFxGgI0ggAACCCCAAAIIIPBJASe+Yn5F8pOzfmou766ZKykL6Ld4m1OKiwjk+6p7++4V3zfb7Twpb1pyGYHtBBgJAQQQQAABBBBAAAEEEEAAAQSuL8AOEUAAAQQQQACBjwo4bfYzf77WWe5Ybeu79Xjbru7Do9lWkR+qHaYeHXf04qTFkACexEQjBBDYToCREEAAAQQQQAABBBBAAAEEEEDg+gLsEAEEEEAAgc8IONF1SyE4nBP9zKwfnsVv+jr6pnXStht9bd7Vlf597TxvN/raXLrOSeBOrN1ra/08ZgzBb/+ufPO3LM//LsoxJQIIIIAAAvsKMDoCCCCAAAIIIIAAAggggAACCFxfgB0igAACnxRQ8veT0x1nLiUQg2PLFW093pZr+/BYbaL2k/MqCbzRdCSAN4JkGAQQQAABBBAYF+AqAggggAACCCCAAAIIIIAAAghcX4AdIvBtAafQHN9exy7z+03cdmCn+BxtBQdbCtjaseWYk8by0+uY1HiwEU/GIA0XEEAAAQQQQAABBDYSYBgEEEAAAQQQQAABBBBAAAEEELi+wEd2mEIKVapf+12fJvvIkplkC4H6lk8fye2XxPQZDt2SBPChbw+LQwABBBBAAAEEEEDg7AKsHwEEEEAAAQQQQAABBBBAAIFtBJKSv03uN8RK2T1FUkU3nBx2bDPjAUfxW6mOoaVN/dXFpZ3LdqyetKGvP0fvr55uB9n4wL+W2uF0f8/6+mbToxH0XCyJys+UwrM5gq270TffnLoyVtBe2mPP1I05A/a31ej9F6hFAAEEEEAAAQQQQAABBBBAYJUAnRFAAAEEEEAAAQQQQACBjQVKsnfjYRnukALO5M5c2IIufTPEjcbpGzvXPYy/bfLX4388AexJCQQQQAABBBBAAAEEEEAAAQQQuLYAu0MAAQQQQAABBBBAAAEEPiqgpGpJpa6fVyP5Dd31A80YQRsIjhldBpqSAB6AoXoXAQZFAAEEEEAAAQQQQAABBBBAAIHrC7BDBBBAAAEEEEAAgT0Eur+KeY/x34yZlBOtFC7fNP3cZedLS2w6qwa196ZjDg2muXLit1sOtZ1WTwJ4mhOtEEBgtQADIIAAAggggAACCCCAAAIIIIDA9QXYIQIIIIAAAicXcNJvTeyx/bKePcaeMKb/Aq/D6Uk3L6WPvxpaiPLRoRubrceDerBiX0rXbR7aCAngzVUZEAEEEEBgbwHGRwABBBBAAAEEEEAAAQQQQACB6wuwQwQQQACBnQWchi2x81TPwysh+pymfG5ynXPv9NPOmjN2IieEl4vyBvByO3oigAACCCCAwAQBmiCAAAIIIIAAAggggAACCCCAwPUF2CEClxDwW56X2Mg+m1AOeJ+3bYeW2+RDhy5TPyxAAnjYhisIIIAAAggggAAC6wTojQACCCCAAAIIIIAAAggggAAC1xdgh78goGRs2aYTweV46zKlFBz1HPX31nOMjff5GcdWM3LN92MkSACP2HEJAQQQQAABBBBAAAEElgrQDwEEEEAAAQQQQAABBBBAAIFtBWJ+/3TbMfNofvPXkU8m/urfpBRbX+Qxvv/lJOpWoYxscKSqTs5WStLed7jtUdRwkg1Bc+U5neT0LUmVTv9Ur5NK4TU41K67rrJnDbPoU8+vb93bGG6h+1uZ83Go9BRWYe1PvMXgGBon70n7TAMR5DEWt6GBqUcAAQQQQAABBBBAAAEEEEBgkQCdEEAAAQQQQAABBBBAAAEELiMQuztxQrZ7vvFxUkK3UrTDJs/uaGvqA6/DUZ9d6rtnt7P397EE8OyV0QEBBBBAAAEEEEAAAQQQQAABBE4nwIIRQAABBBBAAAEEEDivgN/sdOrMcdRdeG2Oz67PSUnPmuNTiVfN43mDyufdut7xXL//eRbYbZqb9uo3jcsE3mNflOtDpVc5dI16BLYSYBwEEEAAAQQQQAABBBBAAAEEELi+ADtEAAEEEEAAAQSOLeBf8/wcfdnFI+zCWb8jrENrUE4yKzk9nuNTaxuZp6xJy/vYxy8j7znvyHZn75EE8GwyOiCAwDwBWiOAAAIIIIAAAggggAACCCCAwPUF2CECCCCAAAIHFihJ374ldl+3DAdIm7VrVaq1PS4L//z6SsLTZXCG0lGWs0OZk6yaQ7vPSWef53k1l6r13Xx8omjXpWqd6nvDTx78pnV0I+h8uzm8Zt9Vhx/FNjSFr6lY9PF4izrSCQEEEEAAgbcCNEAAAQQQQAABBBBAAAEEEEAAgesLsEMEEEDgNAJOKz7HaRb/9YU6H9qNvRfkuYbm8DVHSQ4Ptduq3nPlUFbWSWkfbzJ2z0Ca4j60r/fFvUXvEQngXhYqEUAAAQQQQGCtAP0RQAABBBBAAAEEEEAAAQQQQOD6AuwQgfMJODXmGFh50jXHwOWvV3ttji8sxInJbnxhCe2UZR1txc4HeT4lYqPsc+w8Xx5e8+lpzO+lP5dB13KbgS+3H7hENQIIIIAAAggggAACiwTohAACCCCAAAIIIIAAAggggAAC1xdghz8mkKoUYnQq9DMbnzRT+sxaPIvXU8LnRw4SwEe+O6wNRkClwgAAEABJREFUAQQQQAABBBBAAIHTCbBgBBBAAAEEEEAAAQQQQOA3BKqUwlj8hsIBd1n+bm63bJfZTYv52NFerA9Kv6RrY1G33v67mTPGf0JUpCqGh9BzlxxKxubSxz2x1cLahKfmK2PechK4nG1bRiV0HdIPeW6dl7ddffgwmyrcZvD6Q+O5J16BI9TrCOWn/Arxcr6sdDI9R6p0fx0pJB8rKkUeVZsrs7nUdnP1lK965VNa0gYBBBBAAAEEEEAAAQQQQACBMQGuIYAAAggggAACCCCAAAIIXE5Aeci8p6RE857J3zxJ92ss4zl2rTvGKY+LuBbvwybmbHn3BLCWxgcBBBBAAAEEEEAAAQQQQAABBC4uwPYQQAABBBBAAAEEEDiFQFI2zTG02OYN3KHLv1zvN3NLfNtBdzG/mfvJdZQ5Xe4zr0d26tbluhk8yroR6I3AsABXEEAAAQQQQAABBBBAAAEEEEDg+gLsEAEEEEAAAQQQOI/AUTKYi8T8i4CbWJ8jXLSCj3Ya2aPfhnV8cj2er8TqeUf29jC2JywV6tPc/fAu+00COPCDAAL7CDAqAggggAACCCCAAAIIIIAAAghcX4AdIoAAAggg8GmBJgUWVfZFeYO3W7ZLVJ/2uDnotvNxU32swutWKAEYcgL7WKvbcjV+Oduh3eY/7evjkuz09tu5fKLI+VGVrm8KH24anuM5Fk9QntmgHeZjj9yMljfbHLvQpZzIVdmchmwxYaO5X+AHAQQQQACBLQUYCwEEEEAAAQQQQAABBBBAAAEEri/ADhFAAIFTCijx5uTb2daek35eu7OBLs+2gfnr9U6HevmaIydEhxptWO+5nJ9tY8Oxe4fShPmWP11UdU6MP1W/nJIAfiGhAgEEEEAAAQTWCNAXAQQQQAABBBBAAAEEEEAAAQSuL8AOf1fAiSXHdQW8O8fRdujUX3dNz+fda9c/dnLUsdtO018IilSlUKUPW2s6P4Fr9uf+u9kwMAIIIIAAAggggMBPCbBZBBBAAAEEEEAAAQQQQAABBBC4sEBOSKWgxFj41IuXgZ+dBJRkzK+STi13WsbYsPl5G2vga16/y7nhfu+iO+akxXQ7jB/HGEOMcbzRiqskgFfg0RUBBBBAAAEEEEAAAQSKACUCCCCAAAIIIIAAAgggcC0Bv/U3Ftfa7etuUkrBEasUSgQdu87h41JfylsKwfHPjoktzaDFKr3lv9fbF7qaP/nvq1ZBiw/3H/ULTZS+94vNkfr4V0R3+/ccp/QXPHYV6tLHDxG2/IkaTLj6nvqpdK/GQjdXiXyNqfs85bhRCyHUK/CKHPXZdt9RS3J4Po/v45yo1hS6pO/ORxVu03c9VVUYC13U/nWv02vc1NfX3T/6gVYkPQNRz4Xn85pcdlYy/bB97rxDhX+ndOntgX2swf90X0r431vS/fS/uRI+HwuN7JEIBBBAAAEEEEAAAQQQQAABBBYK0A0BBBBAAAEEEEAAAQQQQOA0AsovnmOtSvAOLnTs2mCnCRfKuKV86uIc7RZ+McZzvgH85MEpAggggAACCCCAAAIIIIAAAghcUIAtIYAAAggggAACCPyWQNR2HSr4nFDAb4Ze4f55D465t8B9HO/6nd3J63+3R64jMFeA9ggggAACCCCAAAIIIIAAAgggcH0BdogAAggggAACPyjgFyMdh9x6rEL7a5jDgp+1/RdM+ckuUxKfY+vp3ncfO8bar742smDP7Vg9x9gAu08wNvm6aySA1/nRGwEEXgSoQAABBBBAAAEEEEAAAQQQQACB6wuwQwQQQACBqwo4cXRT4qtENwdXdU+OBFASt0vXtLb/0nk/0C/fT83jcunt0+MQlFovf2pXo+338Z/EdZT5fByahTdFPblPFF5b7/W6Vb6kZm3ZVM8oLKfw3+4NKmf07G3aPmveocK/U7o0zJstJwNl6T9UNt02WGkzEgUCCCCAAAIIIIAAAggggAACCCCAAAIIIIDA9QXYIQIIXFsgZ9SGt+gksGO4xTevKKGWU5Uul6zD/Uos6X+APr5/jqGl+Jpj6HpPfWnu/GSJnmabV5V5+wb2NUfO7HYbuNLRrese+5qjWzd4rNRxt233eLDPMS6QAD7GfWAVCCCAAAIInF6ADSCAAAIIIIAAAggggAACCCCAwPUF2CECxxZw2qvEt1aq+fPbol+YXwlKpSxfcqLtSrrXddzWn/Cgd5/aU2992Z+u6+7U7/HquFT3lvkeerTeq/tVel7Hyhm8z5VD0B0BBBBAAAEEEEDgxwXYPgIIIIAAAggggAACCCCAAAIIXEDgTbrrAjv8wBbeJRa3XoLnK9EZ2/fS0alafLjVOHMX0M5b9ueyDOLj5yjXKOskNw4IIIAAAggggAACCCCAwDIBeiGAAAIIIIAAAggggAAC5xSoUgpjcc5dTV91rFJ4DoGEJBdHGSmVA5Xl7wK71OnLx/3irU3bvVzfrcJvTDrmTND9G6ptP783WYf3MhR+btounrcb7YV1B0n3x1GlSrdFUQWVnWdW1yuFbljoRlmz74LjYRWq8P10DL8m/NAjn6hbSDEf7v4VtbgclTfchAxCCe/ZUc6fyqRzh9fseFiwKjRi/iXhc/b/MMZGJ6n5d/Za/oWU/u6zdJ9TH9+v9B+5jcJPcX8DahFAAAEEEEAAAQQQQAABBBAYE+AaAggggAACCCCAAAIInFJAebBTrptFTxBQAjU4hpr65juGrh+gftfleXDHAfa55xI2TwDvuVjGRgABBBBAAAEEEEAAAQQQQACBYwiwCgQQQAABBBBAAIFzCjgx5Dcsz7n6N6tu38T9ZobPwo43a93jshK/3rljNAm8x9wbjWm5vP6NxvvVYez4q3tn39sLMCICCCCAAAIIIIAAAggggAACCFxfgB0igAACCCCAwEkFcmJNScKTLv/9smMVQo5vblJrqH/JcNj7J9/P7iSq8M4d3/4Vx91lnfLYz5Gz6DJt1989bivnH/j+pHdjeX7H/OFzDxLAmYEvBBBYL8AICCCAAAIIIIAAAggggAACCCBwfQF2iAACCCBwNgEngm7KODku++avE2WOb9wcz/sQ+y7C9zGHpnEOMd9T3V+dOl0ZcuLXF8I5frzUbhxq1Rm3Sej7Hm+Q2PetasMb15ixE1vt3//utxqLcRBAAAEEflWAfSOAAAIIIIAAAggggAACCCCAwPUF2CECCJxTwNmmc658waqbZJ0Sags6b9RFa8jJwo2GGxvm6d76VLPXieCxflybIGBNx4Smc5so8es3gHtH97PjmDvmU3sSwE8gnCKAAAIIIIDAPAFaI4AAAggggAACCCCAAAIIIIDA9QXY4XUElHvKL4leZ0fPO3Hqy/Fc/zvnvYnFldv3y7DdWDnceHdt4PvPqRbxiVS6M8HjGouu/va/gEVkdEIAAQQQQAABBBBoBCgQQAABBBBAAAEEEEAAAQQQQODAAk6ibbA8hjiJQLnfpTzJsmcs87o7m4GQm6aUwliQAM5MfCGAAAIIIIAAAggggMA8AVojgAACCCCAAAIIIIAAAgh8U+AWY3CEp5+SFIpVCkFRzktZKXHkeOp2olP/kmOFf01uiXb109NexWOobIf8+oGTngq/fqu1VDpsXxr1serKK906DRZw6eptYt9R9JTm92y9vZtPXqZzpSJpZ+3GXxq9VCQ/+0tC/z78TLwMuFmF93ELSTcyh+frHvt8QthqNDZbLwMhgAACCCCAAAIIIIAAAgj8hgC7RAABBBBAAAEEEEAAAQQQ+JqA0qH3uT+U7f3QNPd9tUferaOtOPfBy1aWyfr/xOFE9VAozbyNE6MggAACCCCAAAIIIIAAAggggMD1BdghAggggAACCCCAAAKHFshvin4z/aW5vYZDI81cnJKW+W3TTjenLR2dKg4XCcxTzPdB9+NdLz2Fi1ZDJwS6AhwjgAACCCCAAAIIIIAAAggggMD1BdghAggggAACCPy6QPmVyy7zL+5VJuql/HEkk1yV4Ox783Nb4u09iiHFGCpnWh1v209s8DLWPqgkgCfeD5ohgMCQAPUIIIAAAggggAACCCCAAAIIIHB9AXaIAAIIIPDTAn1Js/gXQl+EKgRHXx9dudzHb/t242obVH7SOcsS3t6fThy65NPjR9+zGP8NoTeqUKl9peRvStqo7m0KSqeqDC7D2p8qBI2f/40EHQcp+twRXn/KG7+lfG3RX6MV91+gFgEEEEAAgbcCNEAAAQQQQAABBBBAAAEEEEAAgesLsEMEEECgFXDCqkRbycGPCih1ebKdl2fX5ful5/xv7LTbesMeO249aL1eEsC1A98IIIAAAgggMFOA5ggggAACCCCAAAIIIIAAAgggcH0BdogAAnMFnHpzzO13wPbKTeYcpZa2U55SI3/643vjeD+v9+x433JNCyGre3nDt5Sq6v14PY7ei53KaTvsdOAQAQQQQAABBBBA4OcFAEAAAQQQQAABBBBAAAEEEEAAgesLsMMRgZRSSFWdvBtpdr5L3lKJL6zepil139AtKejPLqZehyH2mTfeYogx7jO4RiUBLAQ+CCCAAAIIIIAAAgggMFWAdggggAACCCCAAAIIIIDAOQQqJejG4hy7GF+lUpAhaZ/dGO8x46r/JmmJtpvTSsMR4z95Pbm5/2aqI59s/+V72913PlZCNpc26R77/CnerahS/6FwctD9PddtxySe5wj+G7EO/z7iumKT71RVoS9UqSmVgE11uE1wWyVlfew9OzZZhAZxCtTh7VU+CP66aRl6unUPNK2OtaT0F5Ij/EcaCh+PRCjPrkvNU3/87NZHIfi4J/TM3hylmcopb9yq2eJP7/jae1DYuhu6a8HxbjLv7F0briOAAAIIIIAAAggggAACCCAQAgYIIIAAAggggAACCCCAAAJZoCTl8smFv+KH93YUVyf/vZa9th9jDDHGweF9xTHY4M2F1QngN+NzGQEEEEAAAQQQQAABBBBAAAEELiDAFhBAAAEEEEAAAQTOIfDub4juvwunnhz7z/TNGfzWpuPja/Crso6wJj14X/XoKClsNEs4zk/Ss+l4syK75H9Lb9ptddnPUjfWjqtdrh2C/j8swNYRQAABBBBAAAEEEEAAAQQQQOD6AuwQAQQQQAABBA4s4ETVZsvzr8stsXRQJQ2XdqVfR2D0xo5e7AzSc+j74+i59FKlaaY2fem7qKJSrxI6fP742Xyu2+ncOXb/Smqvpp1CHu3xxgeerxtrhycBvFaQ/gj8rAAbRwABBBBAAAEEEEAAAQQQQACB6wuwQwQQQACBQwsoO+ecVH5TUccuF63XiTXHks5+m7IbS8Y4cB8n0rqx+1J9HxxBqcdc6sbmSXWnnSFc806uhtIoeYRSeujusZqEh9BFn7vdfqG9er9DE9jB0Xe9++z5uK/NnDrNUymSInhNKvOxynw+Z6yJbfNtndh2ajM/s1Pb0g4BBBBAAIFagG8EEEAAAQQQQAABBDxrNbMAABAASURBVBBAAAEEELi+ADtEAIEfFCiJOJc/uP0JW1Y+dEKrvZpMmN3ZWsfIEh5GedPWlx0jw214Sc/daKJV1zec7d1QTsx+au/5bWPdmFxqYWvnJQEsRD4IIIAAAgggMF2AlggggAACCCCAAAIIIIAAAgggcH0BdnheAeWQ8hue39uBUk9bvIn5vQ2Mzmxf7XC0zb4XvQJHzyzKGvqKI7/G29PkoUrt815UPtRzkgWiXLJlPtv3y2/vt6Gp1s6b76vG4YMAAggggAACCCCAwDsBriOAAAIIIIAAAggggAACCCCAwPUFzrlDJeu2XvjaJNzW6+kdz/su8dyg1Jfy+TrnlxUgAXzZW8vGEEAAAQQQQAABBBDYUoCxEEAAAQQQQAABBBBAAAEEjiTg5OQt6tvJvc7CfOroVPUf+lftlmhbOG3UhN/inRJt3xBSSiH6NUaP26nf99C/Ftghi+C1T5utqlIYC4/kEYdH89WY37aOanSPSnWVahZ+GvMY/wnRkfd0Hz0EH8u6qkJS6MsnbaSkesVzfTn39crXg340VF6pSp3lkWMIuQxPP0n31hFjDDHGp6sbn3p4P0Ml2uF9V+oTryVH+AupG80687W+49K271pTF/Vs+O3feqYQvJyw8U+7Ps0VFO15s4a1092l1o5EfwQQQAABBBBAAAEEEEAAgWsKsCsEEEAAAQQQQAABBBBA4JAC6cur2iM12Lclz1MijCckTeIIE3887MSmNDuPwOIE8Hm2yEoRQAABBBBAAAEEEEAAAQQQQGCpAP0QQAABBBBAAAEEELiywLkSZSncUgrdt1Mf7k0K+X3hvCcdP1zjpFdgyDKqtR39QnvY1dKzhHxPvZYSYeVPPerKQej+cwJsGAEEEEAAAQQQQAABBBBAAAEEri/ADhFAAAEEEEDgagLlV+q6vNrepu7HyTyH2jvJp2L8jVo3mBgetsTELhOb1aNGZyKdIXTZ11MbqlTv2GxTGm/vT9K6He083m57su+Bpt53gomje//dmNhtsBkJ4EEaLiCAQL8AtQgggAACCCCAAAIIIIAAAgggcH0BdogAAgggcCkBJ3wdl9rUgs0oseiEn8MJMpcexaXPfbwkNGxOyXbLJeP09anXlsJNMzgBHP0GcD4OOcfbfUPV8+dKdwrn+PGaHWW1zm//o4q8r1K5Yelxu+Ghy7mP9w89aakTmjDfXdVp27qzIYeqV300w6r+dEYAAQQQ+CUB9ooAAggggAACCCCAAAIIIIAAAtcXYIcIIHBhgUp7K6FDPttk2+SYk3dKvLZvcapuk48HzgP5oA4ngl3lZKnLbtQtujXHPs7rlVulOPZKN1qdN9wzVH5uVO/LJXS6+EMCeDEdHRFAAAEEEPgtAXaLAAIIIIAAAggggAACCCCAAALXF2CHCPyUgDJtOe+o8mz79luree1nW/jB1tuXRP/UEp2k9fxtaGLf0xI6Xfzx2Is70xEBBBBAAAEEEEDgJwTYJAIIIIAAAggggAACCCCAAAIIXF/ghDt0quzNsp3cLfGmaRmtlG+ac3lnga/cBz8re+5rYFOu7sbaJZAAXitIfwQQQAABBBBAAAEELi3A5hBAAAEEEEAAAQQQQAABBI4o4DxVFVLwr471r899juC/+Vui3YDTQk0klWPR9nk6KGP2lPGm9VRe2VOfjU9TqueoNFdVhZAjVaFKfwqXjhR8PbhtN9QnODyEMm4u8t/N1Rp1GqRSTlXzvU/SGnNoX0kbTD73saJyaLHaenCUBasqH7p8t/I8nsdsI4WHOpmlTrwbb+l1rzX6Oax30g7juX2fotbXF3rUwli4b1943G5UQftu9lm3j3LQqrwmR34i9FS0x+0SFx1E7dMR9KymHJ7fz61Ce/Uz66jXoqdTdUuOteJF66MTAggggAACCCCAAAIIIIDA1QXYHwIIIIAAAggggAACCBxeQCmiw69x3wUqWZfTnhNm6cNy9wldj9WkWbQLx7EWN381ffdl/igPPczSFw+Nnk5K+4fq7tq6xw+N5p14nrEe766P9S3XZieAS0dKBBBAAAEEEEAAAQQQQAABBBC4rgA7QwABBBBAAAEEEEDgjALlrdDPrH2jjODkxTo16NSey8mdaHhEAT06/tu/+XnV+nxXSwzfXXUKJdRp5OOxRi5zCYEHAU4QQAABBBBAAAEEEEAAAQQQQOD6AuwQAQQQQAABBE4r4F8IXOK0m1i88OHEWTOkGrTpMx03tQuLdqS6/+rx6mHa763HawfmYJZA9z50j2cN8tjYT45fWi+/vv3xat+Ze8wLEsB9jtQhgECPAFUIIIAAAggggAACCCCAAAIIIHB9AXaIAAIIIHBOgSbp6wSVY80mosYaizVj79DXia4SfVvXbkIJp9CceMuxei0ezaHR7eVZcrlyYI/hKOP5NdEypDOG5Xiv0nP3RVnPXvMeZdznvXvfDte7XLnOFG6hRMh/VzhoVD25g/fWz1iJ7uR/OhkO/5tQAz4IIIAAAgiMCHAJAQQQQAABBBBAAAEEEEAAAQSuL8AOEUDg3ALKITmVlCMnq869nbWrzxxPgziNVqnOpYoVH40Qm1gxCl1/UECPTdl1pYd0MO9bGj2UfnpLPFx4OSEB/EJCBQIIIIAAAgh0BThGAAEEEEAAAQQQQAABBBBAAIHrC7BDBK4moNxacBLM8by3Tg7u+dLEc43uzJ1jYo+zNSv5bZdnW/sZ1htDpeezCvb1O8HT1+wn2jHe432L8f5cRQABBBBAAAEEELiuADtDAAEEEEAAAQQQQAABBBBAAIGFAlVKC3t+vNu2Eyo3uu2Aj6OlxtXTOB6v9p9Nbdffe6jWozqGrlM/WaDD6PvrmNz3bA07e+1fuv+70Y3+Vu9qSQC/E+I6AggggAACCCCAAAI/KcCmEUAAAQQQQAABBBBAAAEE1go4CexYO85H+/vvkjoWT1qpp0PFDp+cP6uUIFP42G9QBp16qqbw4UO43X4JMY2cvUr5MPX8E4+liPGfEBVJlG1CNG+2HjJp/4si/YWkCP414Tk0Qbesh3/4vg3BPrRaduKhk+cP8usM4T2vic5Qhzr0m7+OW4zacQzR9yKEEJuHOOmGv0YKKTlCU5Zjn/fHo2bgBwEEEEAAAQQQQAABBBBA4OcFAEAAAQQQQAABBBBAAIHVAk7YrB6EAV4EnPRsK509bE+eDnytxNOlLU7j8yCe67nuAucv+9x5T76/lZKdO0/z1eGLaS7zc5O/Jqwp92ja+Xg4JieAm9EoEEAAAQQQQAABBBBAAAEEEEDgwgJsDQEEEEAAAQQQQODEAukWbk0M7kLXg2OwwTUudFNjzcuVm24s5r//61maYTuHTc2pC7/164hTc5On3u3nFx9TFWJoIie8p0L7QXOMr5kE8LgPV2sBvhFAAAEEEEAAAQQQQAABBBBA4PoC7BABBBBAAAEETijQpoKm5o/G9uhfxVtirN1RrrWbf12QOUoo0/baYE2NB1ZmNDaZ5UrrcNWaIY/Wt9JzUMfRVnb+9fhZ8f9/oBuTd5U7v29NAvi9ES0Q+HEBto8AAggggAACCCCAAAIIIIAAAtcXYIcIIIAAAqcUUDJIucf2rd/epI/f9u1G30aV7AuOvmsHqytJs0rr0vaDz0uC1xaqrj8+acLt3L6+sPJbg3nYkJKmTcFJ0mxnP8fK4duxglesUKK5HTJvtj3rP/AaxqL7LJTjdiTN1x7fD5zgvp/9xpF/DbV/HbV/lbtjq10nDeTb6NLaxdZ1urTZp/e/BZuNzkAIIIAAAucWYPUIIIAAAggggAACCCCAAAIIIHB9AXaIAAIItAI5JaUzlyoO/nESbWiJvtaNoXbL6jVyTsyq1AD+dujwAh/f+yon1p2UdFxgU4fbQoq32lgrq/L/o0AHG35IAG+IyVAIIIAAAghcSYC9IIAAAggggAACCCCAAAIIIIDA9QXY4fYCTrw4th95wojpFmITw61vuuRQceGPc2oltt9mlHPUsA4V+vjIOeFuqeoTf/yMOE68hSMvPQU9Q7fg5yXkH1Xkt77zyeqv2+oRGAABBBBAAAEEEEDgagLsBwEEEEAAAQQQQAABBBBAAAEEFgjkZI7zOI4F/T/cZfPptvxVuVMWl70nNJzabsJQnSYatef12JIE7jS8xKHvreMSm5mwCd3dCa0WNsn/fRhL0eYG/YN7YY7+q23t2OhtIw4QQAABBBBAAAEEEEDgVwTYJwIIIIAAAggggAACCCCAwBQBJ8McsUqhRNCx6xwew+UtTsjWuPHM8Kh57PTY0aeOkJQCcjxe1ln9K3616NBGKD/qE+rw2udGGcX9yvHWZdTmHF6lDXwcVOd5msKHD+F2bv9Q+eYkVVXojaR6RdtdxlERHNmuvbLswOM48lhadZNktmlKf1pTyjE4uPs6hho0fx84BY0VmkgaM0cMSfPl8LOcQ3X5dxR7LYqhcRfW+95kvw3ffvVSKq19LPxv9V1UKYUYYw6PuUV4r45b8mjy9L2qdB/0TPkeh+zgiw63eQ7XpxBTGA2NHPhBAAEEEEAAAQQQQAABBBBAIAQMEEAAAQQQQAABBBBAAIEVAnUCa8UAc7sqCTbYxddKDDba9oKTctuOeJzRnEzd7f76Pn1wq/GDc/VNVc/fl6LdDqJv9Ie1cIIAAggggAACCCCAAAIIIIAAAtcXYIcIIIAAAggggAAC2wr4Db8rJwS31dp+NCfZSoQVeTWP0bu65CuO+qrvtc9K1LXn/Y7pFuo47x76Vn5Tpe+Riq9/op6hx/V4Zd14XWLUs+x4vfJY43EfazhD4C7AEQIIIIAAAggggAACCCCAAAIIXF+AHSKAAAIIIIDADgL+rbnK7+wwMkO2As6VtSePB8qThRJhpN1jL521nXQ89slZODeuG/le+6xEXfvh7+bXOweXa6f2GI614xyof/0YlDs0VH56wVV4vF9epSOs+iEBvIqPzghcWYC9IYAAAggggAACCCCAAAIIIIDA9QXYIQIIIIDAXAEnVvx2b4luqsZJ37njbd7eSbux2HzCzw6YE61CV9qsTvDquCR4fdiuxidNONXn9u21oQM1bLrkIX3spi4dPr6HGnsFsk4KJ/Fc5vXdG80/asaq/xasVp0TzWUYP33luFO2fTp1Wx1q7Jv/Lq3Kek1bDfyZcSxWIvp+TYrPrC2Ef99O5NvfjdIh5b8ZXIWh0nsubSkRQAABBBCoBfhGAAEEEEAAAQQQQAABBBBAAIHrC7BDBBBYJuC830hPJ4EdI024tJHA2K3wNYdSqDnlN2fKh2SvB+ntrAvOzOmajpwiDSX5W0pd+vDHuy2xduqtxlm7jqv2l29+flTmp2fbfZIA3taT0RBAAAEEEDi9ABtAAAEEEEAAAQQQQAABBBBAAIHrC7DDiwrktzQvureZ23IS1zGz22NzZXZzIk3l4wWfaXRnen340fCKHH2Tur5E3/X3deXN9m75vtcZWvgmpuB38WsRAAAQAElEQVScq+P7K9Z9SopQYtqKyn1519qjvmvDdQQQQAABBBBAAIHfEGCXCCCAAAIIIIAAAggggAACCCAwIqCU38jV01y6zEKn3I++Ng91SRwldPhwTedDn9j5JdFRjRwq+GwgsJXlfRzf4DkLe2p/H2jOIAvaet4SC7p3upAA7mBwiAACCCCAAAIIIIDA7wqwcwQQQAABBBBAAAEEEEBgH4EqpdCNfWbZftSkdTtilUIJbSQE1edopkxN6aK8nefS53uH11fnIaugRYb6R8djv1LWbwkr3Hcs6rGmf1dycsQYQ4xxeseZLf32psMJLs/i49DcBBeVKpKiDOs2bttGiiEqUlUFh750T2WWmlB9cHiwGGpJlR7PhcP3N+p6fXzTeN0IOleEhT9+K9RR3gztHue6etyHe1dFbUOhZ/Ohvvc8hdxG9yspwlPkaz396lk/823b53XNPb9pqb4/IT8culm51JmffYfud/9e9VzomlpqBH/0XOgpiLoPDtesD6/Oo9xC0r3z41bP53vzF1LSnK5U+Lgbf1qLw73Hosww1oZrCCCAAAIIIIAAAggggAACVxZgbwgggAACCCCAAAIIIDBd4J5Lmt6HlvsI+F50Rn467VyZeNg3QJ1FvA/w3KZ7rmM3d9w7HP/I6y1x/NV+aYW6t/vNbP3u6OsnG0wAd6fhGAEEEEAAAQQQQAABBBBAAAEErinArhBAAAEEEEAAAQRmCjhX45jZ7TPNq89Mc9BZfFuc+HK5/xI1S1LsP9H0GZJ2X2J6r4eWfvvW8VB5mhMnTkv0LfpI/z6ae5Xf6t7+OdLofQDU/bgA20cAAQQQQAABBBBAAAEEEEAAgesLsEMEEEAAAQQQWCAwll5aMBxd1gjMzpvp7jm76eibV+M5RegIOu5rcq8rY91r3vfptF106JWV6Bkg6lqJnst9Vd1takfBOW1HX9vj1uWVa3nPpaoO+2nuVVAZvO7uQrt3pVs//ZgE8HQrWiLwIwJsEwEEEEAAAQQQQAABBBBAAAEEri/ADhFAAAEEhgScOLkpH1Oim4qpuidDA1C/q4CTk46SNvNxSbzm2+OK58gr0k3NibZS5sqHGl/JY+WB6uvD327t8EoUTrzmZN5wj2VXOnMMDeC5HUPXO/Xd59rPesmFe5ZudLoc/HBs1b52xOXrecnLUpnvW1mnH7x8V0Lq+TvMc+o8Sp6CLwQQQAABBAIECCCAAAIIIIAAAggggAACCCBwfQF2iAAC4wIlFzPQyklgx8Blqj8oMHyrnEgr8bwg93I819fnvuKoz8a+3cox1mbja04WlugdWgnFnIR22dugrbROe9I58I5KdKpPctjd99F34bWW2H6tJIBP8siyTAQQQAABBPYWYHwEEEAAAQQQQAABBBBAAAEEELi+ADtEAAGnPh21xP2oPp/+7Z6O6T0WtSyv6C7qvKaTU4iK1MSaoejbIyDXUMLPkaOn2cIqj7ywK90QQAABBBBAAAEELiLANhBAAAEEEEAAAQQQQAABBBBAoAhsm4cpox6hvNwahm9VeaPSZc+2/Suie6rnVXl2x7xetD6HQNX8CuZ2tTvf6pSq/Guf2/lWHpAAXglIdwQQQAABBBBAAAEEzi3A6hFAAAEEEEAAAQQQQACB3xRITYLnufxT/V/+y7C1SzeFWP5+qsv6as93+yt6qxDVsAp/IZQ6l+EzP6lJKCXtpy/WrqKqUujG2vGm9vcLsQ4nuJyT83G5XfleueI58uC5dYhK/tZHIf+536Cfcq7DBR+vROE3ZfMbnQuG6HbxM6JISU+ho3JisBynnCT0/Qxq00bbX+vIa3BZV+oRDHWEXEYhOeqrIYgjH0Z959A+okPnDx/VhTz2Q+3XTpKevzbyM24n+zRW7fNf6n1N+9X+1VzrjoopH1veQpK3Y0qP921uIcao+Ef/hmK+p3WfKlS655XWXp8v/74t70pPBBBAAAEEEEAAAQQQQACBUwuweAQQQAABBBBAAAEEELiwQOzfmxJgwdF/9Vy1c/fRZDsfZOaO8SzU7d89fm53gnO7lDjBchcssezO5Xj3nFwuidgP3NdKWWlHvar1E74kgOuB+UYAAQQQQAABBBBAAAEEEEAAgSsLsDcEEEAAAQQQQACBfoHytmT/1aPXOu1TometOa/UXM/HPW1mVnm0mV2+29xJYIdXIYO8fpU+dTg16PDxeKhVGWe84Tmv+o1fR9A+c5xlG2W9Lo+8Zj95Dq/T5bZr3X7EbdfHaJ8VYDYEEEAAAQQQQAABBBBAAAEEELi+ADtEAAEEEEAAgb0EYrXXyMvHdXKzxPJR7j07Yzl15Qul9PFHY+HE3kJe58L+ua9fo/bvUu6O0T2uGy369vr2yi17XMfbhflZdnifOd72+FCDrKO5mrLXvLdSfY708X8rHN6Hy+7a1q+fBHDXk2MEflqAzSOAAAIIIIAAAggggAACCCCAwPUF2CECCCCAwLNAeeO3lM/XJ507Ueboa+y3KLvR12ZtXRn/eRznlvLfbXU6qMRzoxnnGs+pKYdHc+neLn3u473DyUuHU2ZaTvBxeUHV6xidXw3cPocaun+lusn91ef+cW+HV6LI91/lvcGio6T7lUP31KUHiTrO4ZM3UZ7jUjpHXbpU5WCs9D4cz21y3aQRnntueG7vJrwxR/C5pyg30qXPjxzFUWV2LWv1vyKFH9BS9VJ6v+oX+sLX6g4apT7gGwEEEEDghwXYOgIIIIAAAggggAACCCCAAAIIXF+AHSKAwAcEnJT5wDRbTXHPFy0fcYsxFs7eO7UrHQvHnN7Nkzim95jUshnSOcDmcFK3SY2UG3XC2/F+bD/LCicoHZMm+HYjbfDbS5g6v00dOZHbuRudw/6hxhrcr5EA7tejFgEEEEAAgZ8RYKMIIIAAAggggAACCCCAAAIIIHB9AXY4XcApJMf0HgdqmZT2aePdutQ2KO45o3cdXq+rb7ZS+XrxCzVah9fjaF8M/cIymHIPAd3cSTfVd9+xbg36lxH8FrVfMl4/2ru1eG+a0f92/W8yR38fr8nRf/Veq9HuJxwhgAACCCCAAAII/JQAm0UAAQQQQAABBBBAAAEEEEAAgesLXHaHbWLO+TPHB3eaUhUcm0/ZbmrzkVcNuOuy3g7+4ZvbkfLSHJNyz51+sw8nbzGv5u3wJIDfEtEAAQQQQAABBBBAAIErCrAnBBBAAAEEEEAAAQQQQGBcoEopbBHPs5Qxn+u3PPccHi9pD0Pht+gcbtcN52Ec3breY//61hJtg27a5RZSFcMtTkvYhJk/qUoh762UT3sNwWtxDA1c6YIiqlj58RCTzFbO4+75jUxN5p153nyuC/m4KVXIRgna6jX0UAdHaZ+fAY2X+/iriexr2+donJtmOxS+J1WIWpgjT9B5zsq6vIe+yM9Es0YfV6F5TlTXbe/957HfflVqUYXo30mdnymdbvgxffL+OmN73Z6i3qvuYerGn+7tny67p4qXj+u9526fecdBz42HjRqqRHneXL9F5L3pnqS8N6+3RL2/lOoyVNprJ9RF+9fd03MZeqNu7/VusU7GQAABBBBAAAEEEEAAAQQQOIsA60QAAQQQQAABBBBAAAEELKA8kostQrmyLYaZN0YzqbdRYvIA6uvk3uT2Tw2TMnGOp+qPnpY9d8uxBUxtNzbGz1zT8/GZvZa7cp/NNfezEHxeIjQ/5XyobBPATXsKBBBAAAEEEEAAAQQQQAABBBC4sABbQwABBBBAAAEEfl3gpsSO49cdfn3/TpA5ebbcQSPkv9m6fIQ5Pf3MOrzmEnP6n7+t/uHm38Ncdu9y/a6G/k8AHr319tTrp3oaoXl+8pvVMb//7PlUmxO+YeDH63UMXG6rPU57wsHPCrBxBBBAAAEEEEAAAQQQQAABBBC4vgA7RAABBBBAAIG1Av5VtSXWjkX/9QLO0mkU5+dK6HTSp1Ir91Fxqo+37DjVomcv1nemid7N9lbOnmWsg2evNI3LnKMda7zqmibJ/fVE+r8tQWWOXJm/8hp0lEu1qX9ltipGPiSAR3C4hMBvCLBLBBBAAAEEEEAAAQQQQAABBBC4vgA7RAABBH5XIL9Vp8xJKRdJKOkSHIs602lLASfjHE6T6bYGH+dSk5RSh+3H6bVudC+4r8cpr1y6XQgeRbW+333RDlAOnGpT5LeBVZbqxaXG8FglNE7sHOv02h+bB98DRX7VVWXese9OiVyx6MtDdsODlHMfO/xc+JlwWUJPRF6Vr68P3eM8iMtb8H+b6jVUoS59sb6W4i2UNTjxaw2HW4yFe49d5xoCCCCAwJUF2BsCCCCAAAIIIIAAAggggAACCFxfgB0igMCGApXGKqFDPl8VaBNhC/KC7utwou9xE7n2sWrsrNu8ezzWZ+xa3xh9dWNjXPaab/RnNpf/lWu6yuEpVbrYK2Ko9Cg6ygyVDhwqOp+cBFaS/N0jQQK4g8YhAggggAACvyTAXhFAAAEEEEAAAQQQQAABBBBA4PoC7PBVwHkcx+uVqTVOrTimtqfdoQSUPAsKPwOO57X5bUzHc/23z73W8naoy2+vZ+/5U3qX4txmBUexzPe32VI+1vbXrI3/QjWYFAgggAACCCCAwA8JsFUEEEAAAQQQQAABBBBAAAEELiuQgjInl93d48ZiiI8Vj2cfPfvGSto5fcsdm+y4HXXaaN3m3eNpvV9bbTHG66inqRlP/G52k+d5fOGetFMu3DIJ4Hm3mNYIIIAAAggggAACCJxcgOUjgAACCCCAAAIIIIAAAtcVcPLXLw46iRSrlP+25vNunU9xPNe357EKfkP0IUL56aRVyt9lHSpLl53KeFOKSJ+dhg+V/F5CuH+KSpHn1fy2dOgwdHRyatp1ud2GX34rMkel+1Qi6biJpghR98URVN6n90rrs6T99cWfmvzlP7qq3bjvc9TdO9+aOyj83LjsXFl22Izl8RR+llP4Cyk5tLjJg443fLm38rjXVaHSPe6GrXye16Nr46NPv+pnJN+nxi7Z3k+PS4eP83Dee4kgj2o0chd9RXXpht/udpR9aBSNo/9yJDWUgTYecqhv/dH90Nq8Rkddt/bbY3oMl90I2m2VI+gn2+S5g55nx01lHV6/78dQ3AI/CCCAAAIIIIAAAggggAACvyHALhFAAAEEEEAAAQQQ+AEBJ0Z+YJt5izE6RZQPv/flJTg+uIIPT/fBnf3oVMq93nfuu9uJh2v3Vh8/2m0d4wN3JJQYDm2ENz+3N9e5jAACCCCAAAIIIIAAAggggAACFxBgCwgggAACCCCAAAIbCZQ3Qjca7mzD+M1CJ6W+te5vz/+tfX9qXvs6PjXf785ThRAdSgC7DNv8+O3mHNsMxygnFWDZCCCAAAIIIIAAAggggAACCCBwfQF2iAACCCCAAAI/LaAkU+iJBVncd12UymqlfexoKzg4vMC7+/uZDfip6cTGi6o0nuMze5kyi/c6pd37Ntpa24gkfkvBqJ8AuAAAEABJREFUAQK/JsB+EUAAAQQQQAABBBBAAAEEEEDg+gLsEAEEEEBgtkB5w3eonD3gpzs8JXudFer+EdR8PH1NTiSV8FB9PZ3C8qwu+66vqfOc3Xg7lt+mfI62k0dqT/oPnvs+n7/0anT8vAQfvzSYWaExPFYJ9/bxJmN7sMfQbHlklxN0HjvvcuanSJGfU5XB4Ym8uhI+74/SrVuWlvlPCpeTi5T5bV8RufSey7Z8P8sxJQIIIIDArwiwTwQQQAABBBBAAAEEEEAAAQQQuL4AO0QAgd8VKHkyl/ntX2WIciKtlE7XLuQpQ3S6u8qnTrCV8PlPRNm8N9s99vmSGBpjqH7JHBP65EdnQrvPNpm/qucev/J8kgD+7JPJbAgggAACCHxdgAUggAACCCCAAAIIIIAAAggggMD1Bdjhrwoosfuc8QovFQ3Ogoyiung0R84nNyN9vOiuY+7kfpvWMbffc/s8xvnSbH5L1PG8nedzt/Fbpc/13z/30+eoV+J11kcn/tbzHPwetp+pEgu3E9XPJud7MrVwPggggAACCCCAAAKLBOiEAAIIIIAAAggggAACCCCAAALXF3jaoVNCT1UTT6f2nNpu4rTnbbYFxNAYQ/ULtaIy+I6g8jHGBkwhxphjrNXsa/HeI6UUKsW95uko6dyhYspnRtPx4TprHG+45Oqywcd6kQBech/ogwACCCCAAAIIIIDA6QRYMAIIIIAAAggggAACCCDwKOAky1g8tj7HWQxx/UKf/+br8/n6GXYYodKYisHtOx30eLGqlGgbidcemkJDOKHm6FKrOvhX66rF/h9NVPKDSeufHekvJEV4vq/lvNmBE5G9ETr9/eu13U9lbKIdtxlnfuH72AkP0MzhwxLD9+/xviqbGu5R5b17/zEk3cKk4foieJc5kpbi+NP+kg/UY8tPnj3vz09c0Pq8xuFQAzcKZU/JD4OeA5/7WfjTeaVwvUMjqUvK4TZtTN6E13ULSWt0TO72pmFeo9ad1yiEVEWt8R7tOtWm79hvZ/tN3+dpNJTWGvw+8fMlzhFAAAEEEEAAAQQQQAABBC4lwGYQQAABBBBAAAEEEEDg+gJxYIvOCA1cGqoeGiq390VHPvnG11cn/8aGDzDn3TzGGOIt7rYmJ0QdgxP4eXYMNtjhwqfnW7OFpq/T1s0hBQIIIIAAAggggAACCCCAAAIIXE2A/SCAAAIIIIAAAgj8kkD1uNmcuFKyLpflks7z+4EuS929dOKo/8q9zXePHjbz3aWccHa/NeqYu3Q/E+Wt01xqANep2P6jW+w1lniYwJM6mkq3aQ5zsdXz63HyPvNadOa/zZtn2OvLm3KU8TVn6J6X+mmle09rSasrCbAXBBBAAAEEEEAAAQQQQAABBBC4vgA7RAABBBBAAIG5AvEpgTq3/1fbK1OV53fZxEP+qJyUMjd++Bq+8tDsiye6Pznjp3LJKnx/Syzpf4o+zb0PSenDpBV3I4Skm+zQhYFPaf94ObOrSt31HUI5D5v/lBmGBva9dwxdH6t3vxJj7XzN7YIM6wgb/3iXj/fh2d3zu27ZxCSAl7nRC4ETC7B0BBBAAAEEEEAAAQQQQAABBBC4vgA7RAABBBCYJTCWFPSbf92YNfA3GjtpVEJJJGfqnG3KS3lNC7mmRNsstz3Sl/YRHF6T9+ZyRozd3xnDfKap7sbz8+bz/Nb2uxUktbpHDEmJ2qROdSQ/C21K03e7hJrkT5W/n7/ym7CqdPfcw8PpfJ+PZ5CBdhKafUfN51D6Ojhp6vBKVZ3Pyzrcsxw/lm7pHt3af3XSHzH8R9cqSSm0Bo+bDXSsC5t8PKZX9V9/Gk7PZ1KE/IxXqnCoWPGx4IrudEUAAQQQOJUAi0UAAQQQQAABBBBAAAEEEEAAgesLsEMEEFghsD7xsmLynbo6zdQZ2qeOTtXDoa85HiqPcuL7o8XV2cAFi3L/Egu6f6KLttc7zVB9b+P+Sg/h3SelNkMb4enHLRzpqb45Hahurm5XlHlKmUf2SbM2ZVB9lqvffpWW7tuE+rcE3WON5cR5yAlZnfhTuvt4w3Ai+z6c1uU5S9wvLDoiAbyIjU4IIIAAAgicT4AVI4AAAggggAACCCCAAAIIIIDA9QXY4VqBi6dNciLLe3T0WOl6yYUFHfe0GKxyTrYbgw03uTBzcZvM+flBfJdsOm1mmUxsrJbThvxiKz+H3r/jdRnDO/Cbuo7XPk2NB3Y0p/3F86w+d/S33qZW4/sN4xIrB9VoK0egOwIIIIAAAggggMDRBVgfAggggAACCCCAAAIIIIAAAghcX2Bgh8PZruErA0MdoDql6gCrCCFVKaQ0nIhcvMiem5Kr8td91MfTeh2Pdfe25ahcz2+45gx/3a9cn1SWQSY13rpRmbwu6++Zc3jLY9EMt9v9bcbfuyABvLcw4yOAAAIIIIAAAggg8FUBJkcAAQQQQAABBBBAAAEEEHgr0H3rrhyX8m3nYzaolCetI4VKycocSlhW6S84nCB6SaCpouTG8q/HPebWQk7OaU+jyyu/Stdl29C7riPJYiyEFIbC/dohmwP/Ol/bNaeLixgq0VfhplILCHku3TMfe1CfO3Sr1CYoUhMp1C8AV2pWqZ9D916JXrd3eD/RCXRFeoik9o6gsgn5Jj1ASU56YsKf2ldaU6XzSmNqkl0/leb6C/X/vAaHqkKooiKEm9Zhq3wS6j37uNL9dty03nu4veOmfnWEPE5Ul9eo5J00t/ea72vTJG244xhjiDHK26PqmfR/b3wnNWHK4fuxPDTihqtlKAQQQAABBBBAAAEEEEAAgeMIsBIEEEAAAQQQQAABBBD4cYHYu//+2qapLzqa06nFgi5Th35ol5ITZg9Vu514T33hCXNycKe1eE7P8fnwzCX6Zy/6ylH2N9istsw0NOC760P96vqyy77SLXx/HZ7F4bpDx9PiSAA/gXCKAAIIIIAAAggggAACCCCAwBUE2AMCCCCAAAIIIIDAAoH8Ft6Cfofq4pSW0z8uXxc2fOW17Zwaz+axSx+fO8r5WUr//VjH19euZ9Fv9NZvAk/V85uwvguObXfghK9fms2lluOkqEOH6z/aa3CsHyn43jnWDXULyW/jitD7dawbb0pvTaY57y3X3UP3vo/F0dUF2B8CCCCAAAIIIIAAAggggAACCFxfgB0igAACCCCAwC8JOG+U91sOSpkrH76Grzw0W3bSyQZ2DpeNtbRXrEIoEc77k/10s5x49K8zDkpH3nfjq924X7nOke5j72ZcX6K3wTaV5t1mpBmjeFLvrXTxsevK+bySBPA8L1ojcGIBlo4AAggggAACCCCAAAIIIIAAAtcXYIcIIIAAApcXaBOcThA1oWRhve/XtI9rSrTN6sbbfStP5bG9mn812X/+CcHHqt5ujrGRWpOxRv3X/LZoN/pbfa42hfrt06ozZRX/o7Oi6fI5dDl/hJ/Ls355/dp59P66e/C56rtVzXH33vm4qT5Zob21z7CO87+edVuw5LoR6I0AAgggcHwBVogAAggggAACCCCAAAIIIIAAAtcXYIcIIICABZwrc/i4L3zN0Xdtg7odh56wupI8czmh+RGbdAD9BnB6SYYecdFbr8kI3Xvoc8/huhI+/0x85hY0+3IimATwZ24ssyCAAAIIIHBmAdaOAAIIIIAAAggggAACCCCAAALXF2CHCGSBnCfzu3+OXPP4pet+U9fx8FuFH1stOvPbl06UuXQsGuQAnbwHx7eXEtMteB0xpXCbtRjfXcesTi+NPUIOPzOKlwabVniHjveDupVjqGVe89DFU9WvQx8zOhUDi0UAAQQQQAABBBB4EaACAQQQQAABBBBAAAEEEEAAAQSuLxCCc0WOp706GfZUxelJBZISwSlVH1u9n51ufGziI03U/Jva+//QkHRv2203c9bnPlkWJIBrQb4RQAABBBBAAAEEELiYANtBAAEEEEAAAQQQQACBXxeolFQYi1/3Gdy/fwXrWAx2/NCFpNSOIqUYUlVHpRzRPVKoUpXfGnUC72FVqkiqcAQd63DxJ1WV5m9C86U2PH+eYfHY3Y4eKWk3MVT6bq5o7Sn8Ke/dREoh5YgqS5S6/lJIwVH3u7epNKqjmWlykd/Wndx6uKG2lt/8vWnAm25S1I1Nus9+E9i9HterlSYZJEcIqSqR3HQ0khr3RdB9zdH0zuvRsZaj70997vsK1V8IMqhD91YWSVGf3+9byvc/qbqOcj5UVmo/FO7jpO//09RF0ue22Eogxhhi1H60Do/pOXPo+ctlssHyuHlQAgEEEEAAAQQQQAABBBBA4EICbAUBBBBAAAEEEEAAAQSuL1AyU3mnUd8ldDj2mdhsbIh31zzFuzZHuH7UdZZ1ldJWyQlBJ0J90hf5eej26Gu0oM7jOhZ03aqLd1WijPl8Xuo3LZt9e65Nx30azInoXOVkcDNnPp/yNdCGBPAADNUIIIAAAggggAACCCCAAAIInFGANSOAAAIIIIAAAgj8soCzR47PGTg55rdDHfktSU3v48+tYN5MXqPD657X87Otvb42ZPrZ2UN+C9n30YlEryPs/OO5SnjOoem8FsfQ9bX1fjbG5l87/t79beM48x72NrrS+OwFAQQQQAABBBBAAAEEEEAAAQSuL8AOEUAAAQQQQGCtgH/185ox3L/EmnFm93WG8DlmDzKtQ5nmqXVS1sm/mdel4+kypzMECnFbynZG91M29RZLPG+gddCFcqzDzT+ev29QJ4X76o9cRwL4yHeHtSGwiQCDIIAAAggggAACCCCAAAIIIIDA9QXYIQIIIIDAKoGxpG1SKqUbfRON9e9rv3ldSYt1y80nCUHDO0nWjb5Z1Kyv+it1Tt514yuLmDGp7XICXchOqDu6dTOGOkVTbTP4/pS3f33eXbgtHkIX7aFi9ONfqzwWpbPnLuE1lPqzlPbqRlm3/qtVDikRQAABBC4nwIYQQAABBBBAAAEEEEAAAQQQQOD6AuwQAQQ2FKhWjtXt72PHyiEnd1dazBmsEs7WTu47r6ETTg89VOGdOlGXE5Y6f7jOyWyB4mlTx+wBNu+g52vzMecPaIsc87vO6uGk8KwOR2ns26QgAXyUG8I6EEAAAQQQ2FiA4RBAAAEEEEAAAQQQQAABBBBA4PoC7BCBQwg0CSfnnp04c7n1ujRFO+Sa8d3X0Q520APn0L3OElstc+54dSJa+u644/+p4GF/nk4VntKhw499int3Qv+fGrrnhz2WmxO/JQ67ThaGAAIIIIAAAgggsEiATggggAACCCCAAAIIIIAAAgggcH2Bz+xQSaWc93P5mRmZRQJORKqY/skddrhJ7bge2zF9SWtaOvGbp14zyJu+Y+P7muPNEIe97CTwYRfHwhBAAAEEEEAAAQQQQGCuAO0RQAABBBBAAAEEEEAAgWMIpJTCc5SV3eIBUivl7/a6LAsLPWkTX38Xvf09lqO9eKiDVFVhSqhR6EZKVagUzxT0nRcAABAASURBVJtJzf2OMYYt769TjpX8U7wFv42aE4NVyn83VgsJ76Ksq5SVstmO8Oan0hxj8ab74sv+l+E9Js0fdI+CymRvlw4d+zwl7SKbh6BC8VfvLF/3vz1fr0LIY9zL0jdorL5IGsxRqXSkpHF1nDRu0HGo/jRmDF5jXLzLe8f6/oaQf62zBvR50nw61PK8D9U0a3V9Nyq1Gwq/if4uvIf7SuojzZbXEnTgNajwYX1xw++yjzLk87nnHovQ3Neksg3do78mjvtfnrJjSgQQQAABBBBAAAEEEEAAgWkCtEIAAQQQQAABBBBAAAEEriigTJgTcc9bU3V4F899tjr3vFuN9TxOGdtliec2/ed9Sv0t39V6JMe93eOZ13W/tv7Io5cooy2dY2m/Mq/LPIYX5JMjxps1kQB+A8RlBBBAAAEEEEAAAQQQQAABBM4gwBoRQAABBBBAAIGjCvS9ZXfUtV5iXeVVypwa/dyOfJ/9xqUTZ46tZ/a2th5zyXhOrDn22GN3PR7fpiW618aOc7+RBrPG02CVxvIb2KF9D9a7d+jCzh+v1c/UnGnc3v3m9Olrq6231VX3pK3d9sBr9jQl1o7+mTu0dpX0XypAPwQQQAABBBBAAAEEEEAAAQQQuL4AO0QAAQQQQODQAk5oHGaBUemsEodZ1MKFjMKOXlw44Xg3J2idKPNLk47x1ue8+qC64yY9dA5NmE1VThbLHYdb+z45+lvo30f+Rdsq/e/Ex7nsb71lrbdYwuN6G967w+dTwv2ntJvSJqbGIO9fx1M6rWiT1+5Nl1gxlruSALYCgcAlBdgUAggggAACCCCAAAIIIIAAAghcX4AdIoAAAscTcOLBb+GV8Aq7xz7/eDiJ4/j4xDtM6H04SnIuH3sepZByZk+lTxeGe3fD9668/Onc1MJhT9stP89avUu76HDXj419Gx1OfrosdX0T5zdH1aCUpU1VpeC/j/uXUijh8+e/NVu31wB+nuqTnu8mAZqsoPCielotqbKpn7Gyfp97nO4UPna4/jnct4THeL4+dF4cXssq/z3lup/3rciLUllX7vLttUs2lCj/5pZO5nGW9qUfAggggMBRBVgXAggggAACCCCAAAIIIIAAAghcX4AdInBUAeeSjrq2nORyIsdx2EWuWFjOVK3o/9R1yr1UG89qUSfpnLR0PI3E6UwBsQZ7tjG1v2+GQp/6tzb7oAmPle/Ty1iezZW+Wkd8+bfSTSl6QLffPpzM9ahekdfr8PlnQ7P7/1hRIlvst4JBTS1j6azdu7V0DPohgAACCCCAwIEEWAoCCCCAAAIIIIAAAggggAACCFxf4Ew7HExufGUTTouU+MoCPjCpxR0fmEoJKmt+aLYPbOj9FH5T0/G+5boWNvU8bUweriRwQ36bNOgePXSNdV74oe7hxHf0FtQs97/pmkOFPjrKbwH7qk43/JQR8341bjnX4cMnX3/eU6eF+zk6VTMObVcP7sRzksA9ZgwzoWneh9rlsp5SZyGnmisdSVqz66BzTWeTP+4/uTENEUAAAQQQQAABBA4twOIQQAABBBBAAAEEEEAAAQQQ+L7ASPZl5NL3132eFfz0Sv0rez8F8NXndTDxN29VubXH6kSue4fo9m7j0uFjRYwx3OIO6cUyR5VCUoQJP5P2MWGcuklZQF36u0R9ffvvnPzdftg84g53KI/LFwIIIIAAAggggAACCHxUgMkQQAABBBBAAAEEEEAAgc8KOBHXF/nvjXZeO3QSpV2ZEjv/KIG0beKmHX34wG8tOoZbzL7St/dS57+1OnvAqR28D0WM/4SoCDoOwaLdCEqiVaPRbd09Dt0fXfDbiHl41etU3/XHSTrv1/fb+3XCKepm+1f4OupW+3x7Ps+9ZvT8N3L1PA6VeT89E+Q3Q7sQPW3WVHloO7alTD2e61yGpCu+538qFamKwRZ16J4nJVAVua2+1Cp4L/dIup2+q91Qw/y5Bd87Rx5PPhpcD5P66Nh1udkOX15ftk1eVwi+x57G++6G6xxeo+t93I2kkxwy8HqHQs06H8/pXqUqav46krWMmBXL9fVllGe2dVlVwf/zv6Wk/Tv+VDp8nHT9Od6twJ7v2nAdAQQQQAABBBBAAAEEEEDgyAKsDQEEEEAAAQQQQAABBH5cwBmqEhtTeNg3Q6Y317e8nJww23LAnrEmbLmn13ZVZX6XJbYbfd7dyvN3usRbDDHG7ZbzPJLub1Ly9rm6e77t7J3NdSdpj7edrR3WB++mdpvnmHhOAngiFM0QQAABBBBAAAEEEEAAAQQQOKIAa0IAAQQQQAABBL4t0PcW3rfXNDi/35zMsWNSZ3DyT1xwRskxPJd37hhu8dtXnDg7go/X4H9bJT59V/7RvxNHnv9Dk3ef3Dxvt6JZw011vtacblvEKgTDB/34deT81q+fCIfqNvx4D54ql9qTZg6VKhx56olzqUtvy+1X3DsNlR8WYDoEEEAAAQQQQAABBBBAAAEEELi+ADtEAAEEEEDgEAJDCYhDLO55ETnBo1SLsy7P1059rgxS/rXb3fLUG/rK4g/1LPtW7qIwbZee3qF/LTkxGUI+0opU+t+Rjrb8OPHp8JhDCdBpK/cIDq9+Srjtm/Awb5rMvew9dqPbf4vpSAB3RTlG4BICbAIBBBBAAAEEEEAAAQQQQAABBK4vwA4RQACB7wk4seC38Ep4Jd1jnx8unLByHG5hWy3IKaPnqMd20qwbdS3fRSA/zzpxaScdHvvj//OCn+VutCuesgO38W7ruCX/3d97OAnraJ8mNU+ay3VB5T0R3E662YETop7HUQYt/21x6a2Xev+a6P74Cyk5KpVTo/67yUm5bf+KcY+rztpqFTynpcq8W5XeY6XBXHrfOpz00e3ILyn3ld0B9lhzd3yOEUAAAQQ+KcBcCCCAAAIIIIAAAggggAACCCBwfQF2iMC3BZwZ+vYaFs+fUy7q7VLFpT66Mc5WKaJicGtqll8WHmzAhWGBD+I5w9e7EK+h98KmlU5KtpFH9r8ZRZsEzpWbfXlXJRnqYw88SOCLvVF69l6cUOkZHWraDNWcqWLbT7H1qFJ1MTm8phL+t+zj584kgJ9FOEcAAQQQQOCkAiwbAQQQQAABBBBAAAEEEEAAAQSuL3DEHfYlH464znpNTouUqGuu9n1TZikqevelpFa7ex33tvnxyigXxyuDLjjblkMpu/5Gr90W1uTZ9I/Lt9IxeZikO+yY3OGx4U0TO7y9NnITjRsUeWyVuW6/L209v3273wxDI2tm7TGGGB4cwnd+Ynda35D8q7h1k1yvIl9X6dMM5gS9Yv87lGfkCwEEEEAAAQQQQGBHAYZGAAEEEEAAAQQQQAABBBBA4HMCOePwuenOOpN/jaxjw/W/Hep+a+5Hbzv9cIPpSiXDdsfyrwqu/DuD71WbHZXZXJbYbPCJA023mTjg5s2KTLfcfJLdB3RO99n6+fy+CO81hKT/3eu6R/V115AAtgKBAAIIIIAAAggggMBpBVg4AggggAACCCCAAAIIIPBZgUrT+Y3EGGOIMQZ96RNz/BNiKBGO9JOUDnHMWJOTt2MxNlRO6igXk0s1jD2hqmWfqDugSPnvnP4pG/QXYlUpNOGfTiulh3yu0T2vivtHFZXOHHlvua3bzw8N85GPlhxivnde9fQpK+1tLPRE6Gl9Hc/Pdg71d5I3yTIp0VuHnMSs06BFBWkr6k/uUx+u+tbwwWNVKYUq1JF0/Jd0rLLs6d0k7jMY2ltoYqiN5/e1up3ugtqnKoakxTnezb/2evJ8SQIpac5u/Onc4Wt9obtixDcL0I7y/X8tk+orReqM4Kel6pxvcKj/dt40izYT/u+/9XhR5/5vhs2jqu6RdKWeX/zBkZ8D2fwpqmAP/eOXmfs6burPBwEEEEAAAQQQQAABBBBA4IwCrBkBBBBAAAEEEEAAAQQOK5Ca5NXhFliySodb2MiC0si1T1/Ka4nBCbik5Nunp589X15vfy8/Cv1XnmpHxnhqufPpJxbyiTlqJvs74ZvLukrZ63IQlPQN+TyGFIIO53xIAM/Roi0CCCCAAAIIIIAAAggggAACBxFgGQgggAACCCCAwLcEnFhw0uJb86+a12+Sllg10HE7R+3PcdwVnnVlTgzWb2GeZgdaspOLQeXcNfvv3+ZQR/+bD/77vw49X8Gh+i0/UYN5vqi1+linbz5quGBjHtvxZvDdL/st3u4kXpOdHa2Btuj6e7uUXzz39Xtd9+j+fHqc7hWOzy3A6hFAAAEEEEAAAQQQQAABBBBA4PoC7BABBBBAAIGvCeRkRPra9Kef2HQldttMVBLIsdsEZx+43IGJZX7oT7Rn33uHt/eybD0bQeHrL9dcoWsuHG7j8PGHo5/cG3I0i3EW1JGTwK5/jqbdAYuy0qrZ6HMy2Et2m/oVYJ89Ru7me+N4vNSekQBuKThA4OwCrB8BBBBAAAEEEEAAAQQQQAABBK4vwA4RQACBzws4keA38xw53/L5Jcyc0UkshZMjfTFztC2aO5nzHIvH9duXjvZtzJwOqoc7xw2q1/qVb90FGzkGE4dq42tu4/BxXqud/a8hn+z25VnytJrBpUOHvtsuesLr1fPuxK7C/04deRy1rssqxFTpbOjja46h6/vX5zVrK6V8nNFr08VcqbKg+NzH3cj3S218TVHvP+Rcqo/DQX6ek771Frxu7VX/3arSX/hzhL9w/3vMIaSU2nMfJ13PpeqTBi3H+z+pB4FkGQgggMClBdgcAggggAACCCCAAAIIIIAAAghcX4AdIvAtAeckvjX3Gecd8HK18jOhjbV784AvY7hSCaTg8uUiFScRGEpUlvpS1tt5vtf1/Xcbh9uUMihB7PM63M5Rn9XfPi9R13z/u7M/JUaVydaSOnU6e/jUmVRVDbRxtUMtvvnx278O//fA4ve1TF2ceznuPbtHJIC7GhwjgAACCCBwQgGWjAACCCCAAAIIIIAAAggggAAC1xdghycRUO7GyTbHd1eshXx3AT8wu++y4zNb9Ru8UQncm5L7UTE+6/3+Ox863vbp6sCWXO23c59af/D0vqfFk2oIJ0YdbwlzA3Vw0lnui+cc6GhLh++P12NfN81JYR343KHDh4/7OEJ+J9w9Hy6H4N8OoOi58tSQUwQQQAABBBBAAIGjCrAuBBBAAAEEEEAAAQQQQAABBPYXiPtPceoZlCMquaKd9sGwTwLTHsnujSnH9UDT+tdtv/Ht1Q7P66uO4RarrrwZ+nt235j5DcYq6Htn/9pmn+XZ8pfP3sSbdiSA3/hxGQEEEEAAAQQQQACBYwqwKgQQQAABBBBAAAEEEDi6gP9u41gcff1lff4lo34rzeFfV1rql5QxxpCqN5mLJQOP9sk7CMGLT/e0iNfhxMtQjA6pi5X24QhJ++lEGU9NrvnxG5F9kd+StPX+244iD/J/Dc1f/YWg8JuyvaHnICrKfRoq3+/Ci3DULaMOt0hRaph2s7oIAAAQAElEQVT8qHpULTOk6CPtS8UtVcFvfzq0SdXU9TpoP/536kjN/Ui+V7rqtUU9/3mdKeixVQs9t1X6E2M5jjpuItw0QokQVBuCalw6dLLpJ69Ziyxl0tqS9ltHyuvVaSgRhTMW2oiWW6l9J9T5r4k8btW51h57LrsqoqC0Zw206V492E2iN/33MGpeT/On/fqRTtqXw236wj4Ode+7HILvt+IW+EEAAQQQQAABBBBAAAEEEDiXAKtFAAEEEEAAAQQQQOBLAk6HDCYevrSmo06rXNYXl/bd2b+4caYeEfBTUWKkWf+l/I+//9LWtcNTldVPKbdY1fBKthjdiV+Pk1KZp5SubWJu4SEUJIDnwtEeAQQQQAABBBBAAAEEEEAAgS8KMDUCCCCAAAIIIPBtgUoLSM6/qOQzLODkzq1N7Ay32/aKb4xTPy63HfndaHm/auSZHTrks6GA38XNb95G/QtU+C3gEhtOMzrUnvdVOcs8t//bUo5zxdOX1+B4qj7daflX6n83jk02IDiPW2KTMRnkqwJMjgACCCCAAAIIIIAAAggggAAC1xdghwgggAACCBxGQHmGRWtxcse/vnRp/0WTbt3Ji3do3LFEVFJWp1KoWf0Za1y3mPe99XjzZj9Ya9+QEu+WNrXdu3E+ez3/u+ncc587PruK/WfrbHH/yd7OsN9qlMYP/u9hifKrm+tfN+2rbxdXNyiPs8ruap0ErhvwjQACJxVg2QgggAACCCCAAAIIIIAAAgggcH0BdogAAgicW8CJKodyFHkjpcwnZ/rSwp1kcTjB4jLneFXvbTSFD0PS/0IOJXOiwn9LNJf58vIvj+Eo4+UFNMM5m9QcLi489lgsHnivjlYv0TeH71Kp930ox8csvdpyS106ykq7q+++/ds9Lm3PVvq/D17zf/8bwv//T2h/03z2CCGf+zh87Ef/wvO/pzKrzjec20P7fnrfLn2fY6q0zzr8a6FHo9J/YRQxpVAi6Lj02Xa1G26coRBAAAEEJgjQBAEEEEAAAQQQQAABBBBAAAEEri/ADhG4kICTHm1cYV/pcRM+rVRVOfFbZ3R09lufnC4zxFe2bf13E7uNY90i8z7fTbXwusd2dLuXfzdeuaN77TLHuiXP+37Zm9r4n9dL/S4VXo1j+8Fz4ldDl/sa/H/oyFHm8l12lPMZpYxIAM/woikCCCCAAAJHEmAtCCCAAAIIIIAAAggggAACCCBwfYGr7bDkRHN5tc097Ochs/Nw5dAnfvN3yQKbhFO+r+V4yTgn6qM7HPzmrffsZJvPt1x+HteWDg3sc4fncqgqf7aeNw/64S9tMTgRGrQZpzzzcd8a1NB7dwQd9zXZpk4L8WIcybM5thm5jOJnx+F76rhpnm6UdnNLj+XVb7/iuSuhPQIIIIAAAggggMBcAdojgAACCCCAAAIIIIAAAgggcGoBJyhOswEnmkq8WfTjvnzmeNNp+PLolRhjiDGOtvnkxapKwb9+9pNzfnOulCrttwofuQN6/p7nSZ1f9+vj6un8mzar5m43qk3nLO9QuWqWt539PNv0bcMNGrRb7oz1UNdH0Gnbd0gCuE+FOgQQQAABBBBAAAEEDivAwhBAAAEEEEAAAQQQQACBYwg46TQW3VX6TTdHt27vYydv6vVFJeocTtj96XhaojIngJTUVIfwEK5zOCmjLI2LkgXUaXDixXHfn86Swldyeb+y6MhjODyeo/u6pF//awZNWuNYNM3qwm/+OvJZpW9b1U61Yc9xJdMSeQ3aY16Xuu/88Zo8Rbu/nPwsa/Y9dpTzUnoP91sZyk0L/T+pSfC+lhrn76/uJGOTO+qK7b5jjCFGGWtvfv5Sp/S+y0z5+dNJdOjEa3G4vf8NDIWaj37cv46On/Zb12mi0d7zL3rEEn+y1851s3wfOxH+mv95TYpqOLKHljFUBu1lODSuvL1XDbHP52l+z5X076guJaF/WzFHCjG9hv61+V//y9o0RE6b+/rLRSoQQAABBBBAAAEEEEAAAQQOKMCSEEAAAQQQQAABBBA4uYCTMV/bwhaTp57VTx23r2/PcFOrYow5QTi1/d7t2sTV3hOtGj+qdwkdrvg4Ces9rxhiXlc9P07s5uyeevYldr2eEmpyqo+2V7a22brLne4r302SHZ2kfddwxfWyrt4h1lRqYBLAawDpiwACCCCAAAIIIIAAAggggMCHBJgGAQQQQAABBBC4goDyEvmtNZdX2M/4HrxLx3irY131279OHTmmrcwtP/129/jKbF5ivOWSq07Ces95BmUtS7lkrMl9yjzqkOdTudfH99IxPr4WNN5g/lVvbEovv2Xu11wH2nqYEgNNpld7oOmtZ7X00DlE6TL4v4x5b3q6RvY3dRKNMrUp7Q4owJIQQAABBBBAAAEEEEAAAQQQQOD6AuwQAQQQQACBywgo1xGcYnR52E15cQ4tMCoePqrwJUfQ8cO1lxO3cjQX3rZv2p2liL6Tis4WP7d0T9pEr2tv5WbLyzMrE5xkUGKzwfsG0nY8p7Tzvx+Xfc3W1mma4SG01+DIK/BqhpsuuRI1bvT4cg2O3kFGV9j2mNaqbd5/4LVoTaGU/a0W11owhxbrMpS5PN/g/qdPRwJ4uhUtETiYAMtBAAEEEEAAAQQQQAABBBBAAIHrC7BDBBBA4BoClZIcjjrRETb/Va+bKWmBWmrO7TqBko9VVxbsw3zRF95O6tYOpeuc1CkJnrf93jTwWA6P5+gmi6a8Oei+z9FO6V23J70Hfju0DbcoY3ktOVy5Y3i+fENkm/euMk/nm1IiV4x+peS/8zoc+Vcs+1cAP0UKfyEnfd1f05ncUWldaaf9e4eeoxujm5txsb2XmiRz9vbVxVzfeZbz+VZfVfDcUaYx/YWbyva/Eu1bsXo2DfA0pW5B+0+yHD81WXhaqV8THnjje+ut+L+JJTSZPs18G8wlLY3HBwEEEEDgXAKsFgEEEEAAAQQQQAABBBBAAAEEri/ADhG4oICTHm2cYX8l79Ws1adO0bhsqgYKtagzWgPXr1BtCUdnLzlR1jn/+OHnFuCEbzf23qqeKCWe77OUf0f3mr2PfK+bULJ7+9k0tsctMWMC3/USIUPN6DzYVAN5LTkZq7UNtlt2oSR+XSb/t+JlHs/pWDY+CeBlbvRCAAEEEEDgawJMjAACCCCAAAIIIIAAAggggAAC1xe46g6d52jjxJtUaujN6pWO+nyG7s2aJl4ub1xObF6a5e3qxKXTVu+N1HiXj+zzO6HLBi/PZ04k9gzhN2bdJtgpKM1Wyp62W1blXQk1l1sO3B3LCc8mvE9H93L7Vu5j5UZnjaU9HYOjqp3d+653fXTc12R6naTzOkbmmz7YS0vbloj+R5P3VOZy+dJlVsX6EWZNR2MEEEAAAQQQQACBFQJ0RQABBBBAAAEEEEAAAQQQQOASAkqtHGcfThSVeLOqsu5Sjjd3K8d4q56rp61qGbfe9pzx2kWsY/SUjnWjHLv3+P4M+br+GGOIMb5e2KgmpRT867fr4fabpx5/4nc/xcTOOzbzugaCBPCO7gyNAAIIIIAAAggggMB2AoyEAAIIIIAAAggggAACWws4ybBnbL3e04zXvEEYOuUtVMGR6z6wESeRPE1VKZnUjZxcqpRgctTXguoeQu3VoH7ZUfmn5IFUlsKJlebUVRNCPcqbhLmc0GWsicdQpBS1bEWlpaakY8dfSFq/I1t37kF73oxto97w37hVZAON9Vy6j//daCa1Srqcguu0nGbkbQv7J+9DT1AeWXsPOq7/TGzU5p8i6FwNkxqMhffg50MbCN1IjaVHcWioh0/luRUPlflE97m3Pl+c8VU3LetwKeCQ76nuh0tH3er1u7xV+q6MGsv79vgp6W46VOexHarJ97e+3txj2bzOuEXNLfj5SfEW/nSQlGD2vLnyZXg98Prvidfu8Fp9H3NofX9NVCpznfbUV3r8sQj5XvqexmYFPm4Otyi0Lq/fEasq1Gvxv2dZ65oe31BHOX8s3S9oj0Ox8Wq32DFjIIAAAggggAACCCCAAAIIPAhwggACCCCAAAIIIIDAwQRKSmTuspb2mzvP4vapp+dWi+4bu2e6I1V568/Rtz5vzdF3bY86J8tCTvQ+r87n4Xo/u+LOGTyGGOvYGtmryKGkppO6IcTw1R8vJi/gw+vIc/rL8zp8PD9IAM83owcCCCCAAAIIIIAAAggggAACHxNgIgQQQAABBBBA4GgCTizENjkyb3Xul/vP67Zp6/Jm5KaD9g7m5I2j9+I+lZ7Ob8s6Fs5QfDzUlCH8KDimtN2izfhcvqqYuvieBfkZdfRceqi6pVuInXi4uMOJ53OE5s1Ur9GxfCo5PXfuPDceOyoZW5dqqL2GnJSt9x02/7mFkOdQ6T2muPkM8wYs62jKeZ1HW3tnUfz3f2uu0Tx5zz529A/hK47+q/dajXY/4eg0AiwUAQQQQAABBBBAAAEEEEAAAQSuL8AOEUAAAQQQOJxATjwocTG4sE4CabDNWP/BTttcyOsfG0oNvDxHznWNtX17zaM4moYauznatnAmadsRF4/mLTpCZ9uLBxvqqKSkPk9XNaEdSkxZgLs8jeJT5+AcPn4X3muJKVO+G2/Kdc831G7sWu7jf58l8oL965Tzlc6XYHQWdb2OKkS7qi6EtzOEpT+eYvXoZW8ulyzE/Ry5b5W/P/KVH2jNZwT/eusc62YmAbzOj94IfEGAKRFAAAEEEEAAAQQQQAABBBBA4PoC7BABBBA4joATCe2banVu6HVxTpo4Xq/Ub/X5zb4SfW12rMvr1/gu+xJMSrvkdIvLvD03cqjPuo9Hc2jkbFPKdaMGj+XortrnjgVDl3tbygVD5LSg+5vNOawh6yVjP/epf/1zt1bGnlQJSz1suqDzfKzDno+bOsoafVyauWc5Hiu9T1933xJlPNdvHx7do95C1L8jvwls7+fwWtzKYad7/IXU/o3fKqT8N2dVphIp5LZ6RIPqgtoWy5wEzgnKEP7rL4Z/bzcN71Cx4cemDu+pu49JU/jZd0xq3NPIfR09lz5bpRvgzTuCn8aU/23ZpcTU9Wx/h6bOTDsEEEAAgfkC9EAAAQQQQAABBBBAAAEEEEAAgesLsEMEjiaQ5ixICYw5zb/Y1gmV5+m9Ve/A5fO1eecawUkcx7yOC1prrgW9ztpleLe+0o1pO3x+Dqbc/+c+02b6ViubNHM7yelnshs50dhc7xalTf4/GngMh9PB3UZHO/bda9aU99o5b6rHC7cvcW/5mfv9NG/rb/f7WqYekQCeKkU7BBBAAAEEvizA9AgggAACCCCAAAIIIIAAAgggcH2BM+zQyRDHGdY6tkbvwUkSx3O7ZSmX7iga3b9H2NGt3uV4/Wq7y2rzTt3KvuMkOUeoS/fz25sOH/d1OXpdlvStO/RCS6JQ7rafvNa8uzettfnmnVPfQ8dNz3Bdq/l0HDSn30B+M9Csy1Gt67lCKGX4uFYRiQAAEABJREFU8s9Nie9bqrTbSiLVB1YjX80WbOwYmPGWQnAMXG6rPVp7wgECCCCAAAIIIIDAIQVYFAIIIIAAAggggAACCCCAAAJfEYhfmXWbSb12x5TRprabMta9jUd13GveHC28/Ik5Fi7tBN2UT2tXmSVVkcu29kgHWtzuy+nZ/Qem7Zl1951Om+ADm5+2kKaV1zMWdTMSwLUD3wgggAACCCCAAAIIHFSAZSGAAAIIIIAAAggggAAC3xGIlZIMivy3QVPzN0JVVk2E8itWXbZL7KQd/Haoo70WgseKt/1SPVql36HL4TcJPZPLoK14GU3hw4dwu87KH66tP9HI2aGUK0f0WI52mGZc13XC1mMRdG8dz20qYTna4Z8Pmjnu/dRaz4Q+oapC8PPha8/dlp773kTPGTR4Z5CUPK9Ddz0fl9J1atvsTwvyotpIWqijDNV92dJzSTO4fO7Xnqt/5bE1gPuW0Ixh6PlS0wmfxyYxxhBj1LTez1/+t5PafXqvrnP4eH6EsvAQHyfOZzFoqhz1/TSf1hE8Xx252Y5fKWkez9cXz9d0T1IOrTuXnTvh/z49RdKY/u9XnsNj6X6mHOpfKTSG/7sR9czFkIKPJbDpbm+6tzHe7fP6/RDl+xE1Zx0hn4fmJ4VKi3G0a/f626h0zxwp/zew6USBAAIIIIAAAggggAACCCBwKAEWgwACCCCAAAIIIIAAAssEUtOtlM3pQ+FrJR4u7HTiuXYaeumwcWnHh35lFJeOh4vbnMy222YdHuUlOmvxYYmHPN02u34apczk8unS4lPv7l3n0mbLed/N2Vz3lI7m9NNF3vmn5s+byzPmo5AfqO55mPBzX6z/jwwTOtAEAQQQQAABBBBAAAEEEEAAAQQ+KcBcCCCAAAIIIIAAAvsKOLVSItzzJhtO2o6+4ZjHGCrvLMX2LcWbjo+ysphueV17r6eKIfix8dZdbj6fxn8c07OUqB4vTTrTgHmxTZkTjKH5DiM/aj9ydatL3ll3LM9aIkN3L2547Dn6houh0nNUhfy3gHXc12a7Oq3C9ybfDR3ncs3oSete05++nxZgPgQQQAABBBBAAAEEEEAAAQQQuL4AO0QAAQQQQOC4At1fpXrcVYY2f+JcSuj/Saou0bZX3XafdvR6yJG11A3O9l3vL+bsXNK3IjpCcHJ0v91oXs2z3/hvRvZ9dGjHwf8e3jRfc9k5wTxV7yBy6K0fq/RoJcbajV/b+v56J0mWlSKXt+p1AW70WrusxmM51NsaKl4+tvc+c7xc3bpCi8nPtPddojuHrvt5y9Gt7zmWoZ/LW88lqhBA4JACLAoBBBBAAAEEEEAAAQQQQAABBK4vwA4RQACBgwo0SYWDru5hWTlxoxqXOW3iDI9DdU2hI3180oTbOe2i2g0/HtWhke0XSrnhFF8YKmofjtAko2LyHhVKYFU56iuq2Wl1HllhU4XXomlDHb6ha6fV2NpjGI1/Q4j/E9o2W0yr0bof78cr+T9/IZRnuXt9+rEXVyLk/69DOXMZ9OPSocPej6/9t9Zx04L0CY7ehosrq5D3qPtZKfnrJHB3KM/vCDMmzn9TV8/mQ1mlEBVOjvq5del5XDp8XKJeT2OfJy9Xdiy1/+Abr0iVTEokHee/8+uyjnYVqbvy1FZ3a9tKDhBAAAEEDibAchBAAAEEEEAAAQQQQAABBBBA4PoC7BCBUwgoidkmxo654JICcekYWqWvObwjl9126/M9GlFJnJzM6Q58peO8P+nlMuWnIifNtEeXKk760b2btHK1c8JuUttljfz26fpn0XOPjKJtuMWkaNp6XZPaz2hUydLh5G/yMzXUt1nD0OWt6vVkB+/T5Wee5zzTffk2cOSasulS5sqeL1/3OBW/ArpHhyoEEEAAAQQOJcBiEEAAAQQQQAABBBBAAAEEEEDg+gLn2qHfLXOca9XPq3VKzPFc75311T+3m3vuMZ3P6ZZzx+i2/0xSqjvj0HF6ufBa89Jkt4pbugXHbhM0A99CVH5f37oRsbqFoHmD024uHU27tcWulho8eoEqXXwzoszukVeVl+O3jvNB8+UrjuZ0dREH936/p8n3dfVM7wbQfJ5Hz1NwBC/M8a7f43XbeE8e7fEKZwgggAACCCCAAAJHEWAdCCCAAAIIIIAAAggggAACCCCws4ATJmWK7nGpW1qmKgX/+tluf49folM/+zDnh2b3OnEHo31s+dMnc6LNrR15efPzdbnb8i9P2BfPI7rNc92c83aHczrNausZHHWn+1F93vPtLc2MCaP2TKQqz6PiE58qpeBYNpd2qLXq26nkZUPQCwEEEEAAAQQQQAABBPYUYGwEEEAAAQQQQAABBBBAYJ3ALcbgCAM/Tk72x58Sl38hxOoeofzMeK+s2797HDRujjLmd8uSLPHOfDx1Nan8fc7eUlmYoNGaTG1OFLoqD6792yMfz//yMG14Cs2vjFEoc5R76rqxUNf5k6uHt+TQYf5oN/luduvyhY2+8l6zl++QB40haVLv1/sr+y3lX/g3/IX/qKEa5ZXNKT2bZW75306MMcT4HCnc/FqqNhw1i9fh0lUuVTXz09+87Ge4rEISRH/o329+LqoQ2rKue3hu1b9S5DGaduW691IihPtR2OXn1jy/cq98rHusRGhS/ClcOrRhfVJIVVL7+RG6YzX70G1sjkK46ShH8rdOck30gaLU6XCDT7zF4PC+HJX25FsQsnXQUrVPr1dPs6/X0an3NUVIvq8pBPX34560oUqx7WoDPwgggAACCCCAAAIIIIAAAqsFGAABBBBAAAEEEEAAAQS+J6BcSv7tqytXUCdsPNjKgVZ0j+o7FLq028dz7jZ4kyAbHn+N+ZK+2u2SbsMb2OHKsgVqZ/ValnWv+y74bud134cTVWgtz1Wq3fxznyO+feJWTf7Q2YlvJ/a1yZWzkgB+gOUEAQQQQAABBBBAAAEEEEAAge8KMDsCCCCAAAIIIHB4Ab8d5zj8QhcsUHmXqG6OtUlgvxGqoR4++W1R2UXFw4UFJ0mL1HLbnk745FClS11ur33iwPPl/Wkylyq2+9jLsd2IgyP5vjkGGzQX6v3egu+lI+S3RW+6WkKHX/hEzelQ8frZ/Ma8TrGkxuu14U0PtctYyVDP8ctYqtOVlanRl1F7K7wO/y3psqbeRptWZoX7iLIIeuaj9nyvfH90U/sc75vS4gACLAEBBBBAAAEEEEAAAQQQQAABBK4vwA4RQAABBBBAYAMBp1E8jEuHj/tCeZLgeLimDq5zbJllci7nYZ7dTqoQ8q9LVhn2+PG4JZ7Gz2iqK6UO9/logrzHvtG9tr76vjq3dTxfc53juf7xXKvIz4/vrePx6hHOvAev8ghreb+GGJr1+t46ShdvoQn98yy1Hyi9Hocm765nt5k1TzZoJnDmd8G8lZAcTpQ3I1EggMAxBVgVAggggAACCCCAAAIIIIAAAghcX4AdIoAAAkcScOpAkQbiSEvtWYvzJlp5cKlcSC5zpk5tnWJRkT8+djjFU8LnOfHrjrnVsq/S3WtI4abp6wg6XjbieK86eVaNN1p11WM7Qvb0vkLzY+s2BOjjqGsOFRt/PLomkejjwK6r1/dY7zP3cel4bXNT0q0bbuUov8K7r/Tfa81ttEknfx1OunkVrv9kaAntI+vjx7m9os6evdDHBgc50xq9+Jzw9K9A/gve1PPf+g2p+bu4KsOuP1pPJbv893W1Fh/rOdl1ymb/5VmM2mP5d+bS4flddsNv+7reoRW7yNF96nMFXwgggAACBxJgKQgggAACCCCAAAIIIIAAAgggcH0BdogAAtsLlExIKZsZfOpEnaOpeijyddW4VLHJx2OV2GTA0UGUuMqJKpejDRde1LhO0ilyvmpgFF8buLRBddF0WYYrx1pfqRos3UYxtEjtLTgG+9cX/AyVKLPXV7787cUoeRhKlvDLy5k+ve5J++ymvPzpffdo2awnPws+3mOO+5j+P3E4QjZI9wtzjvRMO8fvIAE8B462CCCAAAIIfFCAqRBAAAEEEEAAAQQQQAABBBBA4PoC7HA/Ab+5uXT0hemXh+mcf3uoKCflzepyvlHp+ZT/yYkzH280rIbpT355Doca5I+P95nfwzud5fBxif9l71yUlFeaK5vFP7Yj5v2fdRz2uFXeK0UJAZIQQqJpzuZoU/eszFWiT0TnJ3rjKaWTzcZ9mXFsMs0iWDXd2z68Ry5ACUU+Ja2Ou00ZRXcDv9yBT02FB4APel5+bZhnX/i8vsGT9sRvf/9dzm38hO9az5mH95SWCZiACZiACZiACZiACZiACfx9Ao7ABEzABEzABEzABEzABEzgH02AtFFXa6BXQJS2mDzMnNqcDylJePOVub/tzqmUKKUc5kbGqTPevMH5PGGFLe6VrHc1spRt+tfYb1H2SToZbh1rFh8+B2fQ4Rvts4HwPWVoj8nseas97B5lA19X2nYCeCUoTzMBEzABEzABEzABEzABEzABE/hsAvbOBEzABEzABEzABEzgmgCJLUQya0rXsze0eDJuSRMmSymBLxND+3UpgbdsjCxKzWf6SJJMKdNmXRdRJ6Su/JZWJQyVaY4pkUhc9uH10VJKJlrhiZpF6qi1ny/7ALv6o9DOf/+0o0TnJKli12j8RI0f8Sbeei6f3++5Fewj6FHlH2WvZoPTPNflowLQcO93Xy9q9yq6d5tidDdU1VGneOaEDyR9/+N/Irib2JF24cbgK4MRnS+olDKc72CmaL/0qwtVU8MYFXV2KjtG+B5gpPb11anZye88velSbDlT/tZxSntWfRbgUbPeopapXa7zuelMQvwR+7xiGv+XlPeDYtGNBNSL8r4JnWTNKXGSb6ciV1Tqfa9r8E0+ZKy5b5U71+KUGEca1LUwfraB4/t6u1fU+9mxJRMwARMwARMwARMwARMwARMwARMwge8n4AhNwARMwARMwARM4CkCpHMWF+yd31rcbJ9BEkRoH2vbrZRSopSy3cCDlcSIHkzLYbyYEzYQSc0ppYGVb+yxcurx03AGHb/TYTtwLocZf8JwDUCiJxZ9yFQngD/kIOzGEQRs0wRMwARMwARMwARMwARMwARMwARM4PsJOEITMAETMAETWE+AVA6JEcr1qzzzLxHgSVx01Bljm3voLzH5G75CVafGU8v5JPAxXmuHTOtOW6/qRjwBXKJqZifVfCpZQwde+AWBvL/q6xth63UrtmACJmACn0bA/piACZiACZiACZiACZiACZiACZiACXw/AUdoAiZgAo8IkFV5NOdqvGVeKJuuJkTw9b4oNr5YizYuf+eyO3zqyPycyttEVdJSfycx551+vmsvhTa5FSwmB9z5BIFOc6uSrpRIzbddefdqt1ayv+qlVw3aGj7w0k65C58f9OpWTgC/StDrTcAETMAEPo6AHTIBEzABEzABEzABEzABEzABEzABE/h+Ao7QBOYIkKohAZmlJlGPc+YuCzpupRc/op4AABAASURBVHmh1NOgfqJ6h7SM6s2iqs9cJHubMsXzzOL3zy31FOgkRiWFDye9nQIaoClU1MPFCKWmBomroaTzDTrJl7H23nJsexw3HO72Ertouhvct6N2XSyq1uCrlOe0rzevWtNnC6D6nNT6E6EyHrxqp/gW1Cl+JAgRmtd0v04cK/rRVEqED7qxQn4hfKN84NMrw3xuxnrFFmvb55K6ZQImYAImYAImYAJ/nYD9NwETMAETMAETMAETMAETMAETMAET+H4CqyMkhTM9mYxO0+0MVqHbftr0kxSipL1FrEdb1r5zDXwm9rsN/dymIIFFZNQnVn5VVzk4SFg2YEfv1fb53ZI7pwm4aAePVplpkyjlQwI/15X4LdIOniya4B9PoDaJ3VFrP1s6AfwsMc83ARMwARMwARMwARP4UAJ2ywRMwARMwARMwARMwARMwARMYA8C7YnHTbZ4cq9pk4FPWETiEy358kpqZsnup43BAc37xWhKSMibZX1++g4jyyaO3j/tK9axF+PE3bj/1Tp78Xl81c6m9e1z3MpNRp5ZRMoSEXXTM+vXzX1sWT4o+w73EjXUCu7rdda3z2I/xF4pmcJXFZsu/N600ItMwARMwARMwARMwARMwARM4GMI2BETMAETMAETMAETMAETMAETmCAwn0Ahg9c0sZCh9r3RE8OxOBZf8gICei6ceebP2fmE2YuxVLHhq4UPclTWlX7sjZMYrHxN8Z77tQ1uy37L97/jR+66SD0i56x7m7bERmPN25pePz//k0acAP6k07AvJmACJmACJmACJmACJmACJmACTxPwAhMwARMwARMwARMwgdcIkFwaa5O1tz0l+Ng7Eh88QZelplNvmTTSPvk4nzpr5W9+npV/T5W/KRqRfyOU5F4mebEypd9PDVX5OEiJwUqCcNTXKaZO/Y/U/jbqdcnfQe3VRRf1bFdV1cUIkLId2iN5UWp/2qH+gsT+0Es+sVfzrZWd+tdofM9P1Ylh2n6nbu4VQVCcem+3V0T7HFDGa6+qWwxhpcJWFe2qvdiRM1BLsdZbRX9PFx3WpLRct3/e3drivtRerLvY7e21diklSinyZs+Lz5js5d9Plm2V/X2lGGE8Ic2KJXGmxCmro0v21Fk5n7GGGVjsG5oWY/W9+79zr8JWN1WkbrYgjilxfy7pTPTG2t9vOgITMAETMAETMAETMAETMAETMAETMIHvJ+AITcAETMAETMAETGCZgJJdyxM8+hwBEmRN1yune6/n7NrS2bLnFptb113tRVJSydKrvp0aCk2J3osxEpEkCRG9i/6zmEl/VovR7RDVGkDNh1busO2bTTgB/Gbg3u4dBLyHCZiACZiACZiACZiACZiACZiACZjA9xNwhCZgAiZgAkcRIOWBttnvti37xVX3sZI6QUc5hW10lP1X7JIcQ8/bgCOJSp5WpHzewvIKbDaxx/Ls+VHWYmd+xvMjR/0NYDxpvuJ3U+tj/FZ5Dredf6LNZ6J5TzntNCNoenSP3t6PUk9RaomTShQHv4o+du18x+XWbU9bF3qdCZiACXwkATtlAiZgAiZgAiZgAiZgAiZgAiZgAibw/QQcoQmYwKEElIcIdOgm7zI+lyk6KsDJr5V9V7DP73PBA5BeVZko9LQ1lj+9aP0CfG1av+p6Juuve7a3+Jrk4JPCmcf+//BBucfBOR3JUH+5gr/oZUN7G4AhN1HT3vabvUd3Qe8Hn4EaOmVNPzLB37zau3QCeG+itmcCJmACJvBrBLyxCZiACZiACZiACZiACZiACZiACZjA9xNwhK8TGD9dRl35jcHoqkQHyaNbDRZ+P+2Q6RsFlaX8ykSa2qoqnRNBMo1mU+g1rqv5/NV4TK2sYtIUqk/NeWMfHjRl3LVq917JSq1PuvAx71O5mGdHKQfpV/HwYm0T6x8uWDVBTjCPcyf525xp50zJ+E7CPL6nZJO2iryyT+60Mtj7VjmTNz4VlEpd69z5Sul7lahXNwJ3S7/muHf5RVDwbCK5rg2ze1Sq+sIla8Q2y0cg07oYlBKdVPVTgyXxAZ/ddG3l2ztObaUrnmYCJmACJmACJmACmwl4oQmYgAmYgAmYgAmYgAmYgAmYgAmYwE4EuhJKfOxkbF8zT1urtyvOHQoxMr9EG93O29xWIqutHRJZrePzyxpddPK7Sj2gFT4nTM1rparxx5Jl6fLdGzfGlNpEznqs1n9sWV4233x+2dDOBppfrdzZ/GAOgmMNA6pw3uzPJ6Hmjwh+HtKrwT91OQH8p47LzpqACZiACZiACZiACdwTcI8JmIAJmIAJmIAJmIAJmIAJmMBHEWhP132UU/fOkCBpykzPMIUEEBo69q3sxUdZKZ5sLSr3dXA59ct+6GrP7GiOQPVqdKfGxQw7oUvPypoS2yW6QJMrNB5NeVOwy7WK+vv0IXFSU8mZZtJb9aGc3GFzZ7Os7eV/BMhR3LyGeTf9TzeJqSljetrCkwvgzJJWUr8X9zy6H1nXw4mh5dnyoZ7VncvlBR83yn3wcU7ZIRMwARMwARMwARMwARMwARNYRcCTTMAETMAETMAETMAETMAE/gyB9lWz73R4SPQoh0Pi7J17//Zefewt8L4kedmnd/t2X7942q+JTDDGU69m77yIxOG5elTRfB3bx4tx+/j6lBfH7zp3Lz/tDcDmNAqjJZqftj+ysbY6+3PixkBVYnZJN9PvmrV20auqbNInQonfKr0z5jvnduhwAngHiDZhAiZgAiZgAiZgAiZgAiZgAibwfgLe0QRMwARMwARMwARMYBsBvtIUtdXkf1qdJ+tO0QWK9iTkbUlyT8rkixIlJEuu9aOECmpJlb5kD+aVcmwaicQHyZvSdRFNSvbEWRTZnVESqVacXSJBShVlfAtJpis+BJeSrSz1JkaBVN3zwjc02kmR3O9ALCdlCseiL9SHqkCgTuddz+eoaoZFGec0cKmqjRR3L3G+69uvQ1sH9yt/h7Uprcvn0PmgTvWUYstS7ZzT3to9rHazUTP+/t6slftVkr127pqaF6zHyk7tkyXGzpyyfcBbVSxoMK12SEU+3yrU10k/Ug3F06T5NVV0vk01ivpmJRblrNA8ODfRP/izc6X3s+oWlbR/O49W/sgX9Gjbmuere1Nl5AdedZX1LD4LJTqdnqSt+vtcbPSZLZyr9indT5xKxEmzQnMf7fnMeCf7FeEP5Z10fpzjRp2eceYPzLWLJmACJmACJmACJmACJmACJmACJmAC30/AEZqACZiACZiACXwygSLnkIrx1SmZg8Z9rm8jUJSw2rby0SoOrunR3Efj+6agCLnp0c5tnEhafb7E6vzo1MjFLjU0Net3+jKaOZdycINfW9dt2IqfESRHW459zkRVYndJw7oZ3/u17R8A3JZdDPvPrB/sf2hl30/fhwZpt/4pBBynCZiACZiACZiACZiACZiACZiACZjA9xNwhCZgAiZgAq8SyKd8/2hS49XYv209iWDO851xsR+63pMbCqm3knpCSqKpudeVD2UqsUnJE8FT1uHR9sPHcbv1L5Y8Kbw4IaK3S3yoKFFIiR4s/MvDCvOt7nPIkxtyjzVNTrjvvPGdk0L3E697/qUMME8In6ILdD36+a01MX5+FPbQBEzABEzABEzABEzABEzABEzABEzABEzABEzg+wk4QhMwgc8gQJIs9RnuvNWLjFupR8qtG7MWbV2vdS0/RkkyVF1vu9gP3W9YIzLjqjK/Mjfe9rrJ8a3cFz91litnt2nEDvfWvpTNHjbRZWSfGjbHmraaLHBlQjk2vey+l3u0SUnQ+wlH9MhDXXF3/5yD4f5Kn2jH/WsYF6ecpxLfW11ld9b94pue2u/BWfe1m/GXm2erGe/Lxu4MOAF8h8QdJmACJmACf42A/TUBEzABEzABEzABEzABEzABEzABE/h+Ao5wOwGeWBzroSWe4LzVsIiEytD4mxUlgOJWQyQz2Zg2f5j3RKWtpSQZ9cTSqamkjdD4JMb1qTXP9GUOTRu0knunrScZ1urXJdwkJpz+K6L8p/Q/kjzLuOPQF76O/bzbrN3PdwN0KFgKpHmKItOPrRzbbTNbyZKL1Eusgy4jL9ewmUbEM+8hyuy4e8Nvkn9TYuxuwV0HtlEbGNdb30Fl/beI8t8RIZZ67y/VOeBkoHp2tjIbEaPxrGq4lVPnFytesMKGTMX/F0zKFctWTpG1E3Fql/L/tGZ/xnJZdn2ZgAmYgAmYgAmYwN8kYK9NwARMwARMwARMwARMwARMwARMwATeToBkBXrbxh+0EXE3PXZL6Z2JSevXTyy+dMn4/NOol2l718jxokm7maSbHHm5k2TcIyNCklNamY25N3xFc+Mz/UrdZXqS8mpK2hr36pyz72rWCw3s3djPZPALJheXar+038rx3osLXxicO7m2dyu1BWyHm6L1UzZ/J0qtqSnmycbi1fvCZyz/RcDi3K2D/R7XCe+ttq7XOQF8zcMtEzABEzABEzABEzCBP0PAjpqACZiACZiACZiACZiACZiACWwhQMoBbVl7vWZNEuV6xZ9oVaVO0IvOyko+mJhPIJ5RkThtetG8ckan89+jlSUltdShym9e57tqYAeBPfxZb4N8ILwpJ1cNvmmUOlL16moH1Eqyf+M67VxAglEHm+ypEy8MKFFOeuENm7KfSdizGfwIbKNz32EFe4xFbIdtdmOYvdBN910TPuPO27bGJs1MzNPU8XVqrLlH0HjwD9Q5uT/gpl00ARMwARMwARMwARMwARMwgREBV03ABEzABEzABEzABEzgCwh0578xeWQok7mP3TY81vpubtrQGwkcd0+czjm743Z4BtPZmfGzwBNdz1icniujnxHwtHvv6H1qj7WwHs/ruhpVemr7ZyaTYD4wsewE8DOH4bkmYAImYAImYAImYAImYAImYAK/TsAOmIAJmIAJmIAJ/B0CJDhf0d+JdLunjc92C/MrSQBMPQnZfwVqF8GTi1OK/lXrT1ykZIgS1lVJi6qcVFXZz5p/J4Ey1vzMo0fkMIk6ki1op+1qbUzuy3KTOCLddPbi5d2xVRRHnxDllLt8EvjW8JJ//Vin89V90F2rqI1q7cd/oi9ph8aaaou/K1FRDZURXfbjJR7JP/lKbauw1McaoS3iP/JPC9d8DrZWfLvnX9OHmX587SKf48X2rYIPjVTTdhc/55J2Bqg2JetybnoV/WscK3XUjzz93nMkvp+o+VkUZ33u6jm2SALiO2O5zZstdY+S4LyXOIvPpV/t3BNfuiilpGa2PbibO6DTHjXR65ii6P7Msob6SsSZS01WRedXxK9X6Ox7adrCVZmncWyEdoh8zbPO4afeirz8v1FOJ/kWEmyryvWKB689vX2w1aHDNm4CJmACJmACJmACJmACJmACJmACJvD9BByhCZiACZiACXwVARIzhwakhMjL9ossIBWX667jMvQhtWsPAYF+2blrp15yZkdTL/nxcPGO2N/trCOcAAAQAElEQVQeMxveKgMeBzWu5+AXvLWgWyi0W/1TyuO58/MZxZAAjp1f4vrCPxB45IwTwI8IefwPELCLJmACJmACJmACJmACJmACJmACJmAC30/AEZqACZjA9xDgF/PoeyJajuTdsebTgMsuvThKRKg3w3597fqdfqV4gvJ6RGt3Sfyc0vbp2vjvtSrRsv3Zo11ixN6zIjk4r1JrcnvW6uP5xD3W4xWrZzSWlE2rFz83kVNEkYlPahJ7ZjuiFfFLL3lz0Pn1AfG0OadYQu95T7Oj6vGZr/ufL72fn+tx75/fTcAETGCZgEdNwARMwARMwARMwARMwARMwARMwAS+n4AjNIEvIkAqIb8xtv5SUHzl86OtmZN6NHFmnNiQhjPeUanqB1zNqxlXMna+ZnZm/KZ7zhq5IzBQ5hIaVFpJfaN6E11ge72n6zbj22/RutmjWZmJ6j3L3ic55poHb8TLDq28ns4INCgXhJ/oevHG1vj02XusjSY/almLD57Edi4529/yUy40r451QfHmfaINQ/XdN8MmtqUDeDoBvPuB2aAJmIAJmMC7CHgfEzABEzABEzABEzABEzABEzABEzCB7yfwDRHyi/h8qozf80u/EhMJBjS1Odm0oZ+kxNB4vqL4SM4g4qbECCVt6nsL22M9tE+8PNE41rBIAWSyRxzg1TSMn6KdZSsZGtdpazXFWaeocYqC2DNee+FhlV99kraTsVP0dVVXXOS0btWWgabVV5fyJZCijBQ+obMFDudcfaUg7lw/aY/92gzKi4p8Gqv3Ue+1Bl/xO6tOCfZJaR3b4UwCOztEAYdBTHhVMtrumVa+avJmvXbQvRmDYulFbEHwaGni62O1ir+kQ4rodJ5nVZ1bJ1Euaa0H7bPbyn5di48S0dtK6juJD6Luz2essQQ1JjBodbg0nZ4x6rkmYAImYAImYAIm8CEE7IYJmIAJmIAJmIAJmIAJmIAJmIAJ/B0Cyl18jrNTSQxSQGMPmYPGfb9S/4VNx4cFA7TBDSFlJflByrQwNp0dL74pGYd99IoluXq1HHvoqnNVowVIxKSfxu1VBhYnkeROaRY7qDhfbR81xSTIjo2VCTbmjIUF2lqzx5UQb22qjT8v2U/DL1l4bjFMUFs1risekr8ZE/U250vLFicl2j1MGCIYt3K/TfgE7mfNlkzABEzABEzABEzABEzgcALewARMwARMwARMwARMwARMwAS+g0A+cfbRoZCY+GgH552T66TO0PykrSOkVlC/nlxjX7t/lxtXnfhT6kk5ytNV/5YG+zadZDPyGc5444voSFw10Wb7FhvR0t6qNevYEzG3ldTHuvYjP3dMReNpr9TTFnGzFyV6xSBrsTGyRxJyLKZsULtn7pcSRFOnu6mmImroho2Isz95r1FX14FXkW18ZXtV33axJ3rPhmL74kZzvh5/Qi867uUmYAImYAImYAImYAImYAImMBBwxQRMwARMwARMwARMwAT+GAGSGL/m8urN55IQKw2wvOnXgl3amDjQ0px1Y89Y4atZ0TrLvzeLo9u2+9LKX0g/PXM42wK+WtW+anfobDgo0TCwrXIqJUop2xbfrsKfptuxbDOYldEbfU2teyd/mrmlkq2Xxj12R2B8Or/wCbzzxx0mYAImYAImYAImYAImYAImYAIm8JCAJ5iACZiACZiACXwegZYAmSs/z+N9PSK5t6Qy+puVU/P4OtufWoNEz76ena0pecTDenydb6eulDIEXekipb17v7roy6qySCFpotYsXZ3iQ5rMgkHN1ngtuRz2H/cdWa/87VBtUOUj1VT9kauIOBH1JcGiBOfY1P+tzZ+ITpJ9LvhSovZ0KWWh4wBhFxEb/pSMUYQphzOtwZOBU7p1aez/eH4d2bquc79c4hcMmeR0JRwLpZ6quvKiLmV9vzfd2nmWg0Xd0zE8KionCEruhKQwNFej8ok4dOKBqNfJv/Gr+NQ/2J6oVN1Lsii7cJDhNocP3Lg+brf+J0v87LRfVSDs27TWTJ6pJotKIFXzoo6I46IcyrdOe/6IVIf0AaoSWKrYopx04FutVXyr7uO+pK2TyT7qj7bmM7gkPjcIW2PlHgKTP9sebfLCeHeOr8JVqmrT18Rne0rMGyv91Vr6mE9MaP9P3QvBbljqJSZgAiZgAiZgAiZgAiZgAiZgAiZgAt9PwBGagAmYgAmYgAm8QKC2tUpqtOpVedd/13E1fUtj8GHL4j+6pp4Tske435J6R9h+bHPmNKdum5mpj/dYnpHJrmHKzSbZxJmzhvawYJcKPqBdjE0YKaVEKS+m8TL2CeOzXaMF5TKpr/KOLv2uvUoAnk0XW/RcWttqL9452zb1KhPYh4CtmIAJmIAJmIAJmIAJmIAJmIAJmIAJfD8BR2gCJmACf49Ae+rsMz0nLSDt8GTiZ8a3h1fiw1Ose5g60AZJIu61lgwe6srh0Xfg1mn6FJ0ooVCprirlVfQuhjvfY8SHiA1Fv6v2ur6KmkhF/2BrqDX4Rq/a9FHdoPnVijl9auUG45NLmvPd5OiznTBE9+vY56JSa5xql6Ie9Rw554ruDezaw27pZ72Y7c/90p6qsQZNjX1Wn+6TgWkJYsNvRP1VX2X9VRNebwImYAK/QMBbmoAJmIAJmIAJmIAJmIAJmIAJmIAJfD8BR2gCJrAvgVEi5SXD2EEyUqQ119p5a2y9PqeTCaRiw0XOBm1Y2i/h64pR39r0zv4cAV8j3uoYWseZlYgVzwpuZ5EERM1ExsTYVtvN0Ew52Odrl7XPsM1U1AxKU0NpfnYgR2ffMjOnvUO27ybRP9bdhCc7mq2pvVaYmlnGPYP67PjMpDQ/HhvXc/D4t1/Y8i6ovOfuenfsaPdheeKfJABmSb17TgD3HPxuAiZgAibwhwjYVRMwARMwARMwARMwARMwARMwARMwge8n8Jci5ImtsT7Td9IBEnmDVxzU+qL1SNYyaZE5MfWrezItRn+bT/3tIonzSINTpxifJfWM7zxOSu5cXV+M945NFq72AnVKUEn+ksyjzSR8xWdE+17MbMKXWzF2v6pPFjI3xAdGnH4/rygJXORIPiXadx3w3uUTkgV+3Y/uu0579L4W1S4+qBH0N2leUZ1JWhWDYvWLpUU2i/YmRtqRdkIvOPQ92TU+63O3Jm2/xvauni4+BV8/PaXoFC+qKpHqbV5XO637SfVnqjmKrXcQh4vOF8Xwyl6mDT3vr3A/o6md6R+rzWkx35d9/LXOlTUqH6o0pMC7f1dNpd53vfS5ibxp+nuo5GdIPdqqSDH5YmCNIu+WSRPuNAETMAETMAETMIEPJGCXTMAETMAETMAETMAETMAETMAETMAEXiVA/uBVG239Gltr5jR7ffmmdyUHldR7arMSQW4IPbXuavKGfa/W9w2wYkl5o0j13cO7XB3q6ytYnZrd+tnxZpwhRLIyGG+6mfdys1O6rJOVH4lSxaoL59pEUaGJWteKskTV3iHV0B1wlop2yWzfz3jrlI/JpLWfLHOtbCTTlWvH25+XpGvnOkXeK7edDKTGA32dZGRfywn/sDf4HxP92Gqrt3IPyKSV97BjGyZgAiZgAiZgAiZgAiZwMAGbNwETMAETMAETMAETMAETMIG/QYBf4qPP9Ja0QNMbPFRCKlmofMNuO23xRj4veAxXPM0EnfjSxlxL8NHPk5H0vUX5RCMeNW3ddXrdSfbLWDlNURNw1vs3YkZ96+ZdnEJp3F6x4VVz9Z39iinilj/57CV1+rbrEmsJYg9eij+aaB+mEkVc2Tf9yKgP22y1Ybg3zS0qOgs0PU5Cd3rk3b1FG+Jnk5oh10PYU+N+xppyXWsslK/fgQvGPWQCJmACJmACJmACJmACJmACuxCwERMwARMwARMwARMwARMwga8gQPLi6ED4ytej9/gE+6WUKKXcuZJJpLvetR339h6uZAl6OPHoCe9wYmEPwBMiJaL+otitRIl4ZI9xNLHfTPfEzOsu7XrdcW6VU4lSyrm1f1FrjX/MZ1j4jiFZ858hyLwvEzABEzABEzABEzABEzABEzABE/hMAvbKBEzABEzABEzgcwmclARY0ud6vo9nc0+ikXBBfE3wkvbxYt5Kp0RKN/r7nyRVxppfuTCibAWxoZx1bodK2ueCai915FyVdJwLqrlk3M7Ond4yTsW+ZK7WokQT6hNOuabW+Kk/qbZW01o12plTtvlz5bBo5wrMBgG36xRHF5z3T3RZr7UL6oj6RVXjyidqXVVg92KMOehHc5tooyK74qP3Tqpi1SHt2ynOqhv+VP4VRVJzx6s9z0h5ipJPwRJEi7fKVxQ6u15VDvVSP4yQOvAZyUgEX7M8J8UVEnO7WpMvt9SPuCnM3C8Ud4T8iPMLv87VoI5a+4kyz5fNFEO/RQ25HlV+9FLcGq+SHJML8kFjmqCQaqptJ3dbNQr/qaNIVQan1J37O83pFGiVXXXJtPYUj8AhmA1W963UTvt0ipd9F1Q0B6V/o3laLQ9v14/v474+77WgHxhf2/ek++ZU1Op+IgS4k9ed+lo81FGer2Lty5zK9Cg1ZlTVX/9sAjj8MgETMAETMAETMAETMAETMAETMAET+HoCDtAETMAETMAEPpYAv7f/WOfe7dgjGI/Gd/aXBMpLJvEXvWTk2MWZ/Dn/AwxcRcfuOG1dOcJI5fC7vLjZ56qphrgESp+W3urS4GeMJVzFtKursrcmumHPNr/vKKUIb1ljYdMcPr9o0+I/u6hnu879dexP64x5lgl8EgH7YgImYAImYAImYAImYAImYAImYAIm8P0EHKEJmIAJfC4BfrFOAu5zPVz2DN+blmdOjCpPQfoBTYx+RRdP96I9gsEOCnHbw97YRjvDLDXAFkO+8MADwjTiGcNe0YfH5jx3mE+9MkNO7XrpkzfYVj2O2CMieQIznn3h01jPrr+eXxRrEdNe2GUcxxD1KTHWtDR+GStMvzQnasdwntjoDV2d9oAlUvUXr1N0+rScVetKT2qcNDd/pjxY8fsRPnDQwyZgAiZwRcANEzABEzABEzABEzABEzABEzABEzCB7yfgCE3ggwlkKmTt7+o/JI70efCliyidUmedylj3It6mdStmZ2GmDVJHrb1PqbiaIcVJrK357vKae7+78nnR1Pfs9L4bSPg1PelbZhK1Fu6xm0ODE52AJjv1UFdx2KWtNthW7ErqxaANJkZLIJjxypmabOkZ7zGanLwZr9FpLorsa3P6sb6v1dvYh5bcR00f6uIrbnEK/XlgpW9RmxbjvThbND3v0usE8IWFayZgAiZgAh9OwO6ZgAmYgAmYgAmYgAmYgAmYgAmYgAl8P4FPjJBfpPPEFVJu5RNdnPVJuSMle0PqzqKuRAIDseJ1nsr0phWr7qbITHTqpVRxwIV19LxpznWs5y3cr+A+gVcboU7sY7WxzyjxbJpfxqLhS6lPRJUGx6kTodaTsMuTVn0Y36ciF4LEL/qpNdObtetiRYxSPwAAD/tJREFUTmt3vcQVkfWI6GRfRfBVxNNSvDgULXbNVlcQ/yD1bbwwTZwkgPuSHkkOFkV+pfRVY+rvE8X9prUTo8anilP9UTw6F/VFSmuYw3qVIbVYW/y9pU94l9+B1vjCvFu1dZxXq/9eKfLxn/8W8d//0r2m+0ZX6GivVPPMOkXd9JP11v+o/IxIf4+xdzYBEzABEzABE/gbBOylCZiACZiACZiACZiACZiACZiACfweAX5b/3u7v76z/M/kgiwVpRBCiaLIUh1vuuRC7kRCqyk7rt92aI0TPzuYe8VEC7rZUJanxZ5l69+jlG1l+F+w1Jyd5tfMU85vMlpLEnR+4qYREqEo2S078rR9zDU9vZgFLM7PVONIp3i8wIE4M16Z4onPPrkrm/n5VWeWdXTsVZ1K+urDztpgb9XVqYsxFbmm05rWpm9GGdPM2Fu6O+3SpOo/7eKIUMbdKu18WzsHJ9+cAJ7E4k4TMAETMAETMAETMIHPIWBPTMAETMAETMAETMAETMAETOC9BPjFOZrblbwImhv/3P4+aUBOCAVP/m1wtj0tm7mkDeuPWELCC/W2qxJcfW3LO2zQlrW3a7CDbvv3aBPvoD0Mnm1w76Nzc7Lg/ieusSKfhmWldPWE8KSJic7lrnbftT2XZ8+PFg0hFZMX9tlrcnCuszKguPPOo0T0bRd+pGQCf8qmD1w6Jgvtau1WRmC7jV6XSr6SRG6J7XI9+iktGC35cj/O2aB+1f143//ud84BtX3BndJR4WNKg0UfeqTq4nWJcHGaB03ABEzABEzABEzABEzABEzgFwh4SxMwARMwARMwARMwARM4gEBVImXuK075hbuGA1FHB7jwN0wq8bCXo/9ojntBHNlRDihbHFFTdrzxjTMd641bZ5r11f36r0jWT4Nag58HTVVtbBMbPwcmxYRbcRD0USLqLyp9mLRx2eBSm5x409kstvJm+MbYzKybRTs1bSYJ9In+m4PIEb3NdGvk7nIC+A6JO0zABEzABEzABEzABEzABEzABD6BgH0wARMwARMwARP4+wROpcQrigNeVdmcc34nSPSg0tVoUiZo6KeOmDNWSxTx9axLOsD9p0ySAJhK4JA8RItZtKqtACWNY6fO319Fi+u1fHzhR+457typjqtjUzxFh9qZzpXMQeO11PEzNRE78Tcx9zdEvCjvQ93PnYRPnEmne7mrnW7bH93HU+rUr09BxtaPR/cTWnCW0k+6qavU+rDdaX5TVM1H2ivnUK+d1kdUresET9N3R8M9VBQ4Z5b1lTsMczstllrid+i/saMQFFY/l8/QpKrixUB7OrbZGD/5TB21sSdKTGecciPL0Vq+CjolH6rUBefYn2u6oxhj9Dd+87yyT8bkdtX50GwmibfV2VenqGbNn4mhiVXn22mf5FZr1LM06dCr7XNb4lMv3Ye6d6v86+9hONBXox/vS9a3dl9nDrof7xRb06HByTi+sBflha0OSGdXFNdJzJGC0ex29SdEK9fJ37mS+5Z5f0X20wRMwARMwARMwARMwARMwARMwARM4PsJOEITMAETMAETOJRA+4X5oZt8gnHlN5bduCQTlufdjLIM3XT/ZvNhqL/p3Nv3XqIxPcZxNu3jLtb2sTS2stXq1Lr2c+CuVNJzvOeq+tQGqxaunDR9bCsXPzuNzdCz6zz/WQLTt80+7J0AfvY0PP8XCXhrEzABEzABEzABEzABEzABEzABEzCB7yfgCE3ABEzg9wnwS3n0+54c5QHRfU96gHRJVUjjJxmPIvdPsCuUzzzcHTyViyKfdtVqDgPtDCufhNVha4fcM0KNDXtw56PJ5TLJGHs8Nt1FDH8jV/Vg5Vjx0gsfivxJyVIR07HU9VVXOcfaCK4NjnVLc18dX7L9yhh+NRHznC3u+2ud4pSftbkVff+SzX6G303ABEzgEwjYBxMwARMwARMwARMwARMwARMwARMwge8n4AhN4E0ESKwsbaU8xGRuaGnNR461QFs5pPWGjo902069SuDR+ZKsRP0+49nt3qfsR594z2SoVmZW62L/CQsPpspm2yO/61h7PVjB8Dg+EradbKDh44CZs67msvgXVeVnVeavnrpQ7vfsCR42nbt2L462/8BhzuLBlKOGiRzbraT+LvEPWHqVoJzfV5+DQPMzGHECGAqWCZiACZjARxOwcyZgAiZgAiZgAiZgAiZgAiZgAiZgAt9P4G0RKrnAL/eVV4km2m3/5V+8t1kfXipxRKIrMklAokAagnRa4MNP76F7HOUg7meJRdzPlEFmM58Q5Kyb4vzqLvd9jayX84iamWjM8tw3WWAbDYPsgRXuMynvO6wME3aoYBczlD+KkJI96bsWvU3pWbqiN30u9H49WR3MaWLd9YTfacmt4GcRSeBOCfUqFWWBTyMd5xkUUNsBOq1+XMmOJwVOWVRmXSX1sW49EJKhi3lD41x5drzte15+WAFV9kL4rVCDu7qWos/hKboyln6aCwz3AvcFeuQY9h/N8bgJmIAJmIAJmIAJ/BYB72sCJmACJmACJmACJmACJmACJmACbyfAL9fR2zd+14ZkGtDcfktjc2tW9JPkmJn2nd1K2BwV2BzL3FLnl+Xc5kqE8g8E5uZUDaC55Xf92i9QvpHCarqb+VJHh9/RRVFZVC4ZUwiB0qWcmA4GcVetR/Hhr6oYiRlfu8HXjOrcGtfPXX+8eOq+++Ox3rrP/3OG+HW76rrcvm0yH3x0P9JmDKUTwAMKV0zABEzABEzABEzABD6LgL0xARMwARMwARMwARMwARMwARPYnQBZhfa3SrN+s4P6SCuhm5GXm9jM3MXLlj7bwCVGpe2UbAwl8lI8NTvWLmFoj0wG1Ux4wpjED+Ws+ebD7ITrAZ5QvO6Za7EruzfNzbvtX9vu7Rb81z1cu7p24VPzOD/0eJH8OfsS8ifPuJ11lo8tLM0oskmsRVlB7dQ/rV2JuRf9jMeXvLjPikKjRO8Kiz3ftdfSPsTMOeNP0cQmVUeXenU/RH7aY/GFrcUJHjQBEzABEzABEzABEzABEzCBtxPwhiZgAiZgAiZgAiZgAiZgArsQKEUJAywpsRKI+q3ob7od26st+2dP0qKakXmMbH3nW1Wy7qgk5cAuoULzGIZpXqZbqer9xSBakZS6X7y+p8VcyXnvlPxNt9e7MD/zoCPAP+6hFPdTqosqCIzNO/SHRs6ugpAzpjx3/WoB4yreb3XiUfCPxkfOOgE8guGqCZiACZiACZiACZiACZiACZjA7xOwByZgAiZgAiZgAv8cAp1+ub6kI0iU0n95LF+32eyPf6eeT2Gpg7KN/7mSpxKlUv4l15UGUD1C5SB160r2JNJ0DsooRRNJD6QpL121U6LqrFDCinZRO7QnewtzoJc20eKCMkYyg2roav5TblWHnytEPGOxH22e5JMr+15FTFP/I3aqyzpJMx2eal0+JXrSeZ7gXX+iDqqqI93/GsfHTiWqxKg6fQjfEZ+BFgNltrULX6OMmNuLfeSL8Hf6YJ103/X3HpP3EvcvUZ4Uh05cQSuSmFNEpxB+9P4T/JdxKsaQf01DPDcuynSkNL+PD263wgcW4pfqVJHOBjYp2huFxX8pulP8S2d6ioJDUWVNkPXO1d2d7a2PW9s/Yoza+nG99eELXuwjrP3X/4mMkFCJvy7yv/gxN2/Os6LNkG6QQKynRNRvNWfn1f56KoFEV/eonFK8Aq9LPcPZ/shHpHF9ToPjz7K158vTqw6+ab23MQETMAETMAETMAETMAETMAETMAET+H4CjtAETMAETMAETGBnAqWQSnnSqHIKmYl5ctmj6Rs8eWTyMo7Pl9ZH1Foi6f3OvA5j3VmxD3pPhG0nfDspOUo5pVXeNGOrJj+ahBeP5mwfb/dRzaR+VZ6y13aLn7mSIyE/n97RyMoxb2tOrCohyz8cOMaD9VbxdYtO67fwTBP4LQLe1wRMwARMwARMwARMwARMwARMwARM4PsJOEITMAET+OcQ4MlD9JERK/HSkg27J4HPtj8y7h2dKopz2hxkScs0Tc96vlcbalPuKRXDcupNQ2dW5vdn/p2dXLPmDbuKsZ7LNUuemFPzCfYSBfs8JvrE2mOmEqeUvqjceRPiPMk2JefSm9dZ52OglH3PZaxvP/t+upiaXVo0wj7MRdTVtesFwbYP5TbjBHOtokRuxHXfuH26GWc+2rb/+lXpkQLNUstgeitYa+jmghS66b5pPp5xs8BNEzABE3grAW9mAiZgAiZgAiZgAiZgAiZgAiZgAibw/QQcoQn8IQI8odb0h9weudqp3hSh/ENcvdTREhL3g1czn2vIaCYkVD638BNnE0SvMpFYUs4uUneus6axp7yb8FIH9yX7NiPUUWsvlTr22WG8nh5kFWqjxKTZfA1yqGzdO5RYq7Jbsauy576D4ZdMEK9E1i6Tsi8Zm1gs28SLbe3B+XYq+4kiIfRw6dvf866wNvzogcSMktloTG3RE7Bzn9rjhPClrilvuPCibdNib2Xrvy65L9B1720rf97edrptAiZgAiZgAp9AwD6YgAmYgAmYgAmYgAmYgAmYgAmYgAl8P4G/EmGffNnmLU9xjbXNyqurSBigUHKlSnF+nlLtGn3OoxVFFaTC1y2BKm4XkYjsnxbsIdYhmXS7bqd2PeUTsKX7d5X/IdHmsNi/C+7TthOupNSRJVNUn7oY5x5lDBtNLYFMSV+akA+BmIyoM0GJ2UDRqRep2O062xvZ5+t5l8RX+F6pU9qvqar+SG3uXYkvXWA7WqwcAbEmi1Nc8aF/s7RXxix/C7oYUjM/x/RkPQ+H1rI457GY3drUQ3d4r77V6ooq2j7Mb6O7lfK/2adcb1cLM1FOGWJSZ6WD0Uw4XqSTDPrR5bOsrk+5OP+xVvrFea2c6mkmYAImYAImYAIm8DYC3sgETMAETMAETMAETMAETMAETMAEPpIAea6mj3RwyamiQRIJSoFEJq5qZFXd7VJPG2ldR5ZfZxt+aDIw2I81OWldJ0cZSnP1ZeQr70vVSNQiVTWD9xjKePAa22MqsWCLkvaymKWEJXcQcS5Pfn40bR5o/1mP8AcRb+pZAw/mYxul7Ro8/ZtnoUPirB+sPmxY2x9m++XEcvKqut8v4occ/1CDcshgk2FG/ACkvBP32WFhvmaYGNEDK04APwDkYRMwARMwARMwARMwgXcT8H4mYAImYAImYAImYAImYAIm8M8gQLIDvS/aunqr9TNXm/zHTLywI1WGSMWgfRH0OatTnJTuWrqP8GDtztjEFnq85qQpYxE5Uveq69lJR9p+1pep+WMW1KfmbO2bj33dWc3vy5lPjl49zXzK3Cl7MR9Nrnmhs92nbY/nTU0zetZX9kfP7/9ZK06f5Y69MQETMAETMAETMAETMAET+EcTcPAmYAImYAImYAImYAImYAIm8FUEWlrrwKCm814HbmjTJrADAZs4lMD/AgAA//+7+9XDAAAABklEQVQDABOwiyTV5MheAAAAAElFTkSuQmC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35024" y="761343"/>
            <a:ext cx="14886432" cy="4754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altLang="en-US" sz="4400" dirty="0">
                <a:solidFill>
                  <a:schemeClr val="accent2"/>
                </a:solidFill>
              </a:rPr>
              <a:t>Модуль</a:t>
            </a:r>
            <a:r>
              <a:rPr lang="en-US" altLang="ru-RU" sz="4400" dirty="0">
                <a:solidFill>
                  <a:schemeClr val="accent2"/>
                </a:solidFill>
              </a:rPr>
              <a:t> config – </a:t>
            </a:r>
            <a:r>
              <a:rPr lang="en-US" altLang="en-US" sz="4400" dirty="0">
                <a:solidFill>
                  <a:schemeClr val="accent2"/>
                </a:solidFill>
              </a:rPr>
              <a:t>настройки</a:t>
            </a:r>
            <a:r>
              <a:rPr lang="en-US" altLang="ru-RU" sz="4400" dirty="0">
                <a:solidFill>
                  <a:schemeClr val="accent2"/>
                </a:solidFill>
              </a:rPr>
              <a:t> </a:t>
            </a:r>
            <a:r>
              <a:rPr lang="en-US" altLang="en-US" sz="4400" dirty="0">
                <a:solidFill>
                  <a:schemeClr val="accent2"/>
                </a:solidFill>
              </a:rPr>
              <a:t>без</a:t>
            </a:r>
            <a:r>
              <a:rPr lang="en-US" altLang="ru-RU" sz="4400" dirty="0">
                <a:solidFill>
                  <a:schemeClr val="accent2"/>
                </a:solidFill>
              </a:rPr>
              <a:t> </a:t>
            </a:r>
            <a:r>
              <a:rPr lang="en-US" altLang="en-US" sz="4400" dirty="0">
                <a:solidFill>
                  <a:schemeClr val="accent2"/>
                </a:solidFill>
              </a:rPr>
              <a:t>программирования</a:t>
            </a:r>
            <a:endParaRPr lang="en-US" altLang="en-US" sz="4400" dirty="0">
              <a:solidFill>
                <a:schemeClr val="accent2"/>
              </a:solidFill>
            </a:endParaRPr>
          </a:p>
        </p:txBody>
      </p:sp>
      <p:sp>
        <p:nvSpPr>
          <p:cNvPr id="14" name="Text 7"/>
          <p:cNvSpPr/>
          <p:nvPr/>
        </p:nvSpPr>
        <p:spPr>
          <a:xfrm>
            <a:off x="1570355" y="6068060"/>
            <a:ext cx="36576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1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000" dirty="0">
                <a:solidFill>
                  <a:srgbClr val="E9E9E9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Text 8"/>
          <p:cNvSpPr/>
          <p:nvPr/>
        </p:nvSpPr>
        <p:spPr>
          <a:xfrm>
            <a:off x="2416919" y="5922006"/>
            <a:ext cx="5897880" cy="42062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endParaRPr lang="en-US" sz="2700" dirty="0"/>
          </a:p>
        </p:txBody>
      </p:sp>
      <p:sp>
        <p:nvSpPr>
          <p:cNvPr id="18" name="Text 10"/>
          <p:cNvSpPr/>
          <p:nvPr/>
        </p:nvSpPr>
        <p:spPr>
          <a:xfrm>
            <a:off x="9468123" y="6067864"/>
            <a:ext cx="36576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000" dirty="0">
                <a:solidFill>
                  <a:srgbClr val="E9E9E9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4</a:t>
            </a:r>
            <a:endParaRPr lang="en-US" sz="3000" dirty="0"/>
          </a:p>
        </p:txBody>
      </p:sp>
      <p:sp>
        <p:nvSpPr>
          <p:cNvPr id="22" name="Текстовое поле 21"/>
          <p:cNvSpPr txBox="1"/>
          <p:nvPr/>
        </p:nvSpPr>
        <p:spPr>
          <a:xfrm>
            <a:off x="1334770" y="2341880"/>
            <a:ext cx="12576175" cy="11988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ru-RU" altLang="en-US" sz="3600" b="0" i="0">
                <a:solidFill>
                  <a:srgbClr val="0F1115"/>
                </a:solidFill>
                <a:latin typeface="quote-cjk-patch"/>
                <a:ea typeface="quote-cjk-patch"/>
              </a:rPr>
              <a:t> </a:t>
            </a:r>
            <a:r>
              <a:rPr lang="en-US" altLang="zh-CN" sz="3600" b="0" i="0">
                <a:solidFill>
                  <a:srgbClr val="0F1115"/>
                </a:solidFill>
                <a:latin typeface="quote-cjk-patch"/>
                <a:ea typeface="quote-cjk-patch"/>
              </a:rPr>
              <a:t>Имя ассистента и его варианты обращения (например, «Кеша», «Джарвис»)</a:t>
            </a:r>
            <a:endParaRPr lang="en-US" altLang="zh-CN" sz="3600" b="0" i="0">
              <a:solidFill>
                <a:srgbClr val="0F1115"/>
              </a:solidFill>
              <a:latin typeface="quote-cjk-patch"/>
              <a:ea typeface="quote-cjk-patch"/>
            </a:endParaRPr>
          </a:p>
        </p:txBody>
      </p:sp>
      <p:sp>
        <p:nvSpPr>
          <p:cNvPr id="23" name="Текстовое поле 22"/>
          <p:cNvSpPr txBox="1"/>
          <p:nvPr/>
        </p:nvSpPr>
        <p:spPr>
          <a:xfrm>
            <a:off x="1399540" y="3991610"/>
            <a:ext cx="9747250" cy="11988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ru-RU" altLang="en-US" sz="3600" b="0" i="0">
                <a:solidFill>
                  <a:srgbClr val="0F1115"/>
                </a:solidFill>
                <a:latin typeface="quote-cjk-patch"/>
                <a:ea typeface="quote-cjk-patch"/>
              </a:rPr>
              <a:t> </a:t>
            </a:r>
            <a:r>
              <a:rPr lang="en-US" altLang="zh-CN" sz="3600" b="0" i="0">
                <a:solidFill>
                  <a:srgbClr val="0F1115"/>
                </a:solidFill>
                <a:latin typeface="quote-cjk-patch"/>
                <a:ea typeface="quote-cjk-patch"/>
              </a:rPr>
              <a:t>Стоп-слова, которые удаляются из фразы («пожалуйста», «скажи»)</a:t>
            </a:r>
            <a:endParaRPr lang="en-US" altLang="zh-CN" sz="3600" b="0" i="0">
              <a:solidFill>
                <a:srgbClr val="0F1115"/>
              </a:solidFill>
              <a:latin typeface="quote-cjk-patch"/>
              <a:ea typeface="quote-cjk-patch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torage.yandexcloud.net/prs-editor/themes/light-orange/columns-1.webp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  <p:pic>
        <p:nvPicPr>
          <p:cNvPr id="3" name="Image 1" descr="data:image/png;base64,iVBORw0KGgoAAAANSUhEUgAAB4AAAAQ4CAYAAADo08FDAAAQAElEQVR4Aezde4xsW34f9N/a3eec+5i545mJJ37HBmN5YpsQxyDjYBJbykMJI8XIAWOCIlmIhwFHQiJ/RHIAoZB/MMSJkAniaYFkO3GIHAhRUJCC8/AojJOJQyJhZpjBGY89L8/jzr33nNO1F2tVdfWp7q6u7uqux95rf2rqV/u99vp9dtmS5+vq0735+c/lzfVr5bh68/MMGPgO+A74DvgO+A74DvgO+A74DvgO+A74Doz2O+D/tvd/1/sO+A74DvgO+A74DvgO+A74DvgO+A5M5DvQhdeEBbROgAABAgQIECBAgAABAgQItC+gQwIECBAgQIAAAQIEpiQgAJ7S09YrgVUB6wQIECBAgAABAgQIECBAgED7AjokQIAAAQIECBCYnMCaALgvCKtVNr0JECBAoCkBzRAgQIAAAQIECBAgQIAAAQLtC+iQAAECBAgQmKbAlQC4BL+pQKS6XFbZ9iZAgAABAgRaEdAHAQIECBAgQIAAAQIECBAg0L6ADgkQIEBgwgJXAuAqUYLfyHXlvMp2DYTPtywIECBAgAABAgTGKmDeBAgQIECAAAECBAgQIECAQPsCOiRAYOoCawLgSlJ/BlyXigABAgQIECBAgACBJgQ0QYAAAQIECBAgQIAAAQIECLQvoEMCReCGALgc8SZAgAABAgQIECBAgACBJgQ0QYAAAQIECBAgQIAAAQIECLQvsOywBMB9WV9WWY2yqy7qMpf1Zc33+SBAgAABAgQIECBAgAABAgRGJGCqBAgQIECAAAECBAgQIDAxgZLwXul4+c//LpdXDttsQUAPBAgQIECAAAECBAgQIECAQPsCOiRAgAABAgQIECBAYIoC1wPgqlB/9VuXigCB9gR0RIAAAQIECBAgQIAAAQIECLQvoEMCBAgQIECAAIHJCqwPgCfLoXECBAi0LaA7AgQIECBAgAABAgQIECBAoH0BHRIgQIAAAQLTFhAAT/v5654AAQIEpiOgUwIECBAgQIAAAQIECBAgQKB9AR0SIECAAIEQAPsSECBAgAABAgSaF9AgAQIECBAgQIAAAQIECBAg0L6ADgkQILAQEAAvHHwSIECAAAECBAgQaFNAVwQIECBAgAABAgQIECBAgED7AjoksCIgAF7BsEqAAAECBAgQIECAAIGWBPRCgAABAgQIECBAgAABAgQItC9wtUMB8FUR2wQIECBAgAABAgQIECBAYPwCOiBAgAABAgQIECBAgACBiQoIgCf14DVLgAABAgQIECBAgAABAgQItC+gQwIECBAgQIAAAQIEpiwgAJ7y09f7tAR0S4AAAQIECBAgQIAAAQIECLQvoEMCBAgQIECAAIHJCwiAJ/8VAECAwBQE9EiAAAECBAgQIECAAAECBAi0L6BDAgQIECBAgEAVEABXBUWAAAECBNoV0BkBAgQIECBAgAABAgQIECDQvoAOCRAgQIDAhYAA+ILCCgECBAgQIECgNQH9ECBAgAABAgQIECBAgAABAu0L6JAAAQKXBQTAlz1sESBAgAABAgQIEGhDQBcECBAgQIAAAQIECBAgQIBA+wI6JLBGQAC8BsUuAgQIECBAgAABAgQIjFnA3AkQIECAAAECBAgQIECAAIH2BW7qUAB8k4z9BAgQIECAAAECBAgQIEBgfAJmTIAAAQIECBAgQIAAAQITFxAAT+ILoEkCBAgQIECAAAECBAgQIECgfQEdEiBAgAABAgQIECBAIEIA7FtAoHUB/REgQIAAAQIECBAgQIAAAQLtC+iQAAECBAgQIECAwLmAAPgcwoIAAQItCuiJAAECBAgQIECAAAECBAgQaF9AhwQIECBAgACBVQEB8KqGdQIECBAg0I6ATggQIECAAAECBAgQIECAAIH2BXRIgAABAgSuCQiAr5HYQYAAAQIECBAYu4D5EyBAgAABAgQIECBAgAABAu0L6JAAAQLrBQTA613sJUCAAAECBAgQIDBOAbMmQIAAAQIECBAgQIAAAQIE2hfQIYENAgLgDTgOESBAgAABAgQIECBAYEwC5kqAAAECBAgQIECAAAECBAi0L3BbhwLg24QcJ0CAAAECBAgQIECAAAECwxcwQwIECBAgQIAAAQIECBAgMBcQAM8ZWv3QFwECBAgQIECAAAECBAgQINC+gA4JECBAgAABAgQIECDwQkAA/MLCGoG2BHRDgAABAgQIECBAgAABAgQItC+gQwIECBAgQIAAAQJXBATAV0BsEiBAoAUBPRAgQIAAAQIECBAgQIAAAQLtC+iQAAECBAgQILBOQAC8TsU+AgQIECAwXgEzJ0CAAAECBAgQIECAAAECBNoX0CEBAgQIELhRQAB8I40DBAgQIECAAIGxCZgvAQIECBAgQIAAAQIECBAg0L6ADgkQILBZQAC82cdRAgQIECBAgAABAuMQMEsCBAgQIECAAAECBAgQIECgfQEdEriDgAD4DkhOIUCAAAECBAgQIECAwJAFzI0AAQIECBAgQIAAAQIECBBoX+CuHQqA7yrlPAIECBAgQIAAAQIECBAgMDwBMyJAgAABAgQIECBAgAABApcEBMCXOFrZ0AcBAgQIECBAgAABAgQIECDQvoAOCRAgQIAAAQIECBAgcF1AAHzdxB4C4xYwewIECBAgQIAAAQIECBAgQKB9AR0SIECAAAECBAgQuEFAAHwDjN0ECBAYo4A5EyBAgAABAgQIECBAgAABAu0L6JAAAQIECBC4LJBSipRypFyiz9RH1IrpvorCdJvXOQECBAgQaEhAKwQIECBAgAABAgQIECBAgED7AjokQIAAgXUCn30jzr7w2TjJNQSelTNSqem+BcDTffY6J0CAAAECBJoR0AgBAgQIECBAgAABAgQIECDQvoAOCRBYJ5BK6PvmZz4ezz798cjlPyn6KIt1p05mnwB4Mo9aowQIECBAgAABAk0KaIoAAQIECBAgQIAAAQIECBBoX0CH1wTyxZ4c/ec+FvGZT8RZ9zxyrr/+rXVxwuRWBMCTe+QaJkCAAAECBAgQIECgFQF9ECBAgAABAgQIECBAgACBKQrUjHdepflUst7P/vKH4vWPfTjqvoiyI9p6bduNAHhbMecTIECAAAECBAgQIECAAIHjC5gBAQIECBAgQIAAAQIEJilQQ94Xv/7too9HcfJ/fzief/hD8TheLSFwFy+OT5IoBMBNPXfNECBAgAABAgQIECBAgAABAu0L6JAAAQIECBAgQIDANAVqsJtL5Bulur6LPs3iydnn4q1PfSqefupXIj75D+uhyf8GWAA8zf/50HWLAnoiQIAAAQIECBAgQIAAAQIE2hfQIQECBAgQIEBgwgL1jzun6Mp/ZnHSn8RZfhqv//33x6tnz+OVs7N468N/Jx719ayYvxaBcUzuF8EC4Pnj90GAAIFxC5g9AQIECBAgQIAAAQIECBAg0L6ADgkQIECAAIGIVFPdiDjJXTx6HPGJX/i5eHKW43F+Hp/6u++Pk9OXoxyd/wo4pz4inUVdnl8WU3gJgKfwlPVIgAABAi0L6I0AAQIECBAgQIAAAQIECBBoX0CHBAgQIHAuUIPcPqX44kufj+6XPh4nf+//iSezFH2KePqRX46nn/54pFS3a/j7PJ6fzCLKsZjQSwA8oYetVQIECBAgQKA1Af0QIECAAAECBAgQIECAAAEC7QvokACBVYGa5Z72OU5L6PtrH/jf49lZH59/EvGsO4lHZ7P49M/+1TiJ59F3fXQ54pXnEac1C14dpPH1rvH+tEeAAAECBAgQIECgTQFdESBAgAABAgQIECBAgAABAu0L6HAuUHLc+XL5kXKORx//pfjVD/xcPDo5jecnZ+XQSXTpLL74wb8e3a98PB7nWUR3WsLflyLSSaQuXVQ0/uoa7097BAgQIECAAAECBAgQaE5AQwQIECBAgAABAgQIECBAYCoCOUXUKouLlme5i0++/3+LR88iHkcfT2Z9PJql6E/6OHn6yfjIX67HzuJZCYCflYA4lyuXVVZH877vRAXA95VzHQECBAgQIECAAAECBAgQOLyAOxIgQIAAAQIECBAgQGAyAquhbV+67krwe9I/ivShfxBf+D8/GO95+sV489HzeN6V8Dfl+T/1e1I+T//B++NzH/1wvP35S3E6O4367wPncjynvqznyGWslt8C4CaeriYIECBAgAABAgQIECBAgACB9gV0SIAAAQIECBAgQGBaAvVXvyXaLZFuH2ddF89O+kjps/Hxn/oz8crzsi918dKsxrl5Hup2ffXJMUufic/9uT8f8dZnY9adlJ2Lc8pKedf1smj4LQBu+OFqbSIC2iRAgAABAgQIECBAgAABAgTaF9AhAQIECBAgQGBCAqsRbcopTvIsUj6JV549iw/9zE/GS5/9aHT90+hLKFz/PeAUs6ivGnx2keJxOTf/2kfj4z/9P8aj+EJE7iPn1VHr2e1W125rOiNAgED7AjokQIAAAQIECBAgQIAAAQIE2hfQIQECBAgQmJJAyXujVv3lb0luo+S5ZfssnpxFfOJnfy4e/fwH4guvfC5m9ee+5cS+LHPUX/nG4pUj+v61ctlZfObv/R/xqb/y0/MAOcr+xQlpsWj4UwDc8MPVGgECBAg0LaA5AgQIECBAgAABAgQIECBAoH0BHRIgQGBSAjWjrVWb7ktO28VZCXLfisf9FyL/3b8Uz/7S/xDp7DNx+vztMUspcqnIp9GVs7p6Ua1yXd+9UY718fYSDv/aX/2L8dm//XPxcjqNWf+4jFhParsuLNpuU3cECBAgQIAAgZYE9EKAAAECBAgQIECAAAECBAi0L6BDAtMTKNltpJIA1+VZCWyfpVeiO3stnn3wF+LTP/7nYtY9j8hdiXsXNrmeGKeLjdXPVAY5337cn8Xnf+bHyxjvL0FyuT6VOj/W6qJrtTF9ESBAgAABAgQIEGhSQFMECBAgQIAAAQIECBAgQIBA+wIT7rBmuid9V0LePl59/sX44t/82fjET/xUPH3lzTgpwe6T/qQcS5FSulGpK/lvrfkJZf2VN87iYz/1ozH7a382Xn3ax81Xzq+IcsliZaSf3UjnbdoECBAgQIAAAQIECBCYnICGCRAgQIAAAQIECBAgQIBACwLzX+6mPlaT2Bq61prvzCfx0uyL8ff/5/82fuV/+a9idvqFyOl5nPZ99PP0druIM3fP49HsLP7fv/wz8as/+afL+vPo8uJuUV4v1qLc57zK/mO9H3rf7XQeejfXEyBAgAABAgQIECBAgAABAvcRcA0BAgQIECBAgAABAgSaEKjhbw1ca0XUIHY2z4FnJbU8y7Pons7i2Uf/TnzsP/vReMff/BvRPf5UnMxOS2ib5uFvjnJiX64ulW+sFLkmxbMUqSxnJVDO/eN49XmKt37h5+Ojf+KPRveLHyxjvhnp5Cxm3UnUcVMZNpe1sUMXobG3MOX5650AAQIECBAgQIAAAQIECBBoX0CHBAgQIECAAAECBNoQKPnqEQDMUQAAEABJREFURbza5RLqnr0Sj0qd9rN4+XnE2z72y/HG//TfxC//l38ynn/sF+N5l6LvXysBcY00F5UKxbLK6sZ3Pe/FCamME/Nf/naf+XR85Mf/VPzSn/mxmH3+o/N/G/i0hMkn/aM4nT2OxZ+gfnHl2Naq1NjmbL4ECFQBRYAAAQIECBAgQIAAAQIECLQvoEMCBAgQIECAQEMCqfRSf2XbxUnMuj7efPxGvPW2L0T8ysfjcz/9X8eHfuyPxyc/+LfjUfpCdI+fliC2j9eelrP7cuGO3qnGwPmtiPR6vPF//a34pR/5E/HWX/jzcfbJD8XTV5/GG+lp1F8ixw2v1RD7hlOOvlsAfPRHYAIECBDYXsAVBAgQIECAAAECBAgQIECAQPsCOiRAgAABAk0IpNpFV2PXSLkv0W+OnCPyJ/5hzD7wV+KX/7sfiY/82B+Ltz7w8/HK8xxdvBVn3Uk5v4/+5Hm89fjNODvpo1xyUXXE+1aXZ3E6y/Ho2WvxZPZKPH76mfjU3/gL8f/9yH8an/hT/0U8/cD7o3v6RnSzs+jKfFO5a4p+Pp8oyz6VuZSe6p+yvu8c9n1dt+8bGJ8AAQIECBDYqYDBCBAgQIAAAQIECBAgQIAAgfYFdEiAAIGmBGaf/0K88ZEPx+sf/Ovxsb/438ev/uc/HB/5k38sPv2TfzZe/vlfjHe89Vac5i9Gf/J6nHZvxeNZlO3Fn2I+mT2JedhaQteSwsa84v6vPnXl4i5Sehan/Vk8OnsUr5zleK3c/8kv/q3IP/Gn41f/gx+Mj/3oH41P/q8/EZ/++b8W/Yc/HvHJz0aalfA3cgmyZ1FD4RjoqxvovEyLAAECBAgQIEDgmoAdBAgQIECAAAECBAgQIECAQPsCOiTQlkAqgenj/CxO5392eRY59XHWzeLs5Fmpp/Hs8RfjjSelHr8ZuezvcioBa70qFYjT+XrKXfRla1m5rD/k3dehywB1MUuzeHp6Fk8fPY/nXY5nJ12cPXlbpMcvx2k58cnZLJ6f9vH8pNw91TvXZb2yDDDQtwB4oA/GtAgQIECAAAECBAhcErBBgAABAgQIECBAgAABAgQItC/QYIc5n8TZO94Vj7/2N8Zr3/yd8Rt+1x+Ir/g3/uP45n/3P4kv/54/GCff+Jtjlt4VuX8l+nLunGAetM7XLj5qqLms+8SvNbq9GOzqyqyLR2evxunXvDde+r5/Kb76D//x+Op/+4fjS973B+KVb/+ueOk3fFW89O4vib7rSiDdxdBfw5/h0AXNjwABAgQIECBAgAABAnsWMDwBAgQIECBAgAABAgQIEBijQA1qU5zFSTyLlJ6WAHUWT1OK5/FmPH/nO+PJb/kd8RXf/0fia37oP4zH/+z74vW3vasErLlUjTBzaTlH/SwrMV+pG7XmO7b7yGUyVy/t61y6J/G27/hn4sv+vR+Kd/9b/2Z8ybf/7sjv/ooyw9MSSOdI5TYlH45nJylyl6Ir18SeXrsaturtaizjECBAgAABAgQIECBAgAABArsVMBoBAgQIECBAgAABAgRGK5DLzGvw2kcJU+Nx5PQ4UnoUj0rls5LpdinOTk/i+bu/Ot7zO783vukH/6OIf/z3lbD1cTx7/GbMTt6MvpwbZaAaxC6rDLvVO0UfXY6oY/XxUgmYH8Wz0xSPv/WfLOHzD8c73vcDMft1742c3x798z7y09ejK8F1/XPVfS4hdF/uPDuZ37P2E+VoSYPn20P86IY4KXO6TcBxAgQIECBAgAABAgQIECBAoH0BHRIgQIAAAQIECBBoQCDXODKVRmpF1M+ufNZllGS3hrO5O4unJaF949WX4su/533x2r/2g5Ff+8Z4Hq+WnPXNeXi7OD+2epXMt4S+9S5dnOY+Huc3Ip98PvKXfXl87b/678e7v/+H4ulXfkk877rIaTGrep9lxU2vOvBNxwawvxvAHEyBAIFtBJxLgAABAgQIECBAgAABAgQItC+gQwIECBAgQIDARARm3SziZBaPUh/x6El8/pVX49Wv/rb4mn/nD8fjb/6OeP1k8cvblF+ApLJaqyxufNfT6zn1ulnXR46TeP3Rq3Hym74tvuoP/ZHov/Yro+/PIqV3Ru5O5+Okrl5RA+OyuVgtKy/eqYTZqe9izaEXJw1grRvAHEyBAAECBO4o4DQCBAgQIECAAAECBAgQIECgfQEdEiBAgACBKQmknKNPszjpI155FvHy85MSsKZ4/vjd8TX/8g/Ee37774lnJQTO8713l6l/qjnXUDnVK/t4K70SX/vd/2J8zff9ocjxUpz2OU7ys+jirAzaR18+87JKwlvXy+bld9lZDl3eN8AtAfAAH4opESBAgACBNQJ2ESBAgAABAgQIECBAgAABAu0L6JAAAQITFEiR8knkLsWzR2W9O4uuBLeP0vM4m52WAPj3x7u+/1+PN5+8rZx3VipFyWHntQ4rlZ2pxLldOakvG7mEy336yvj13/t9cfLbf1s8PXslzlKK5+lxRH4SXV8C57Jdbjofs1xWRli8y+XlfvGiYhwvAfA4npNZEiBAgAABApMW0DwBAgQIECBAgAABAgQIECDQvoAOCUxTIEWKLnfRlxB28YvdPqIEwCWdjfqapZN4xzf91vjS3/vPx1snL0V/8kbZvRrTls3zd907S/XKLk5zH4/PTmPWvyPe8z3/XLz6W35zub6EvVHGjxKRlvtFuXecvxa/GC7XluvPd5WNmJ9Rd9WKkbxKdyOZqWkSIECAAAECBAgQmKKAngkQIECAAAECBAgQIECAAIH2BSbe4TJcTSlFSi8qdyly18XrcRov/1PfGV/+u39ffD49ihwp1r3q3pQjZvWcNIu3Xn0pvuy73xdPvvXb4/WTV8pVp5G72cWluV5wsRXleKlyfdzwqqfXuuHwYHYLgAfzKEyEAAECBAgQIECAAAEClwVsESBAgAABAgQIECBAgAABAjnyyZvxtHspHn/Hd8W7v/k7o0+LiDPlroS21xPblE/i2UmOl7/lG+Pl7/6umMWr8WT2KE5L9ltGi1nXR/0d8DXb60NdO2UfO3Y9ZrfrAY1HgAABAgQIECBAgAABAgQIPFjAAAQIECBAgAABAgQIEGheIPcljl2pPudYrVy2a9Xg9rQ/i+cnr8SX/gs/EE+/9KviJL2thL8RJR0uH1feJxGPvuTr49f9jj8Yz0twnLpnsfzz0jXjzalcVmp5r3qPcuOoy1rlUKRyYl2ujlx2Ra3VfUNc74Y4KXO6ScB+AgQIECBAgAABAgQIECBAoH0BHRIgQIAAAQIECBAgsCpQg9haUSLfs3QaX/e+3x+zOItZCXafpZdLKLs4GuevpyUxfs/v/Vfi9OVXI3XPy94a2/axCIFjHu7Gplc5/fKIm04e3jEB8PCeiRkRWC9gLwECBAgQIECAAAECBAgQINC+gA4JECBAgAABAgQuBEoOG7UudpSVnEo0+4++N578E78pZieP4/nJ5TPq8Ze/5Vuje+83xuz0cZyd5kgpndfJfFmGmb/z/PPFRyqr6375W3aP6i0AHtXjMlkCBKYqoG8CBAgQIECAAAECBAgQIECgfQEdEiBAgAABArcL1NB29tKjeOfveV+kR++Orns9Tvsa3ZZry+J5dxJf+Tu/N9KTN+KsrOd4FLOSiPYlBO7LKfX6slj/LgfLEOuPjWhvaXdEszVVAgQIECAwPQEdEyBAgAABAgQIECBAgAABAu0L6JAAAQIEthDo+1nE27803v4bvzmeRFcC4JPoU443cxdP/unfGvnt74yzZ4+jyzm6vovyWSrF8lXX5lUD39VanjDypQB45A/Q9AkQIECAAIGWBfRGgAABAgQIECBAgAABAgQItC+gQwIEthGowe3JLEfKJ/HO3/Xb4unZy3FWds66Lh6nt8V7SgDcp0UEmqKPVAYv2XDkulLW6zuXj1plsTheVlYOl61xvxfdj7sHsydAgAABAgQIECDQnoCOCBAgQIAAAQIECBAgQIAAgfYFdLi9QElq6296Uz6N19/17nj8j31TPDuNEvWexktf/w1x8uu/Ls6ibufIuVS/iHprCJxyV4Ljrhxt+91+h20/P90RIECAAAECBAgQINCggJYIECBAgAABAgQIECBAgACB9QK5RL2z1EVf6vHJ2+Pt3/ZtMUslFS518q3fErPnL88vXMS+89VLH+XMS9vH3NjXvQXA+5I1LgECBAgQIECAAAECBAgQ2F7AFQQIECBAgAABAgQIECBwm0A+iZxypOddPP6690bXzeL07FG841u+PWZxEqlUVypHlPWIqL8EntesrM6iXLqocqjFd9diU+31pCMCBAgQIECAAAECBAgQIECgfQEdEiBAgAABAgQIECBwm0Ca/xnnkunWE0uo+/LbXouT93xlpC/79ZHTad07rxr+zlfqx/lGquul6rJWWW3yLQBu8rFqqikBzRAgQIAAAQIECBAgQIAAAQLtC+iQAAECBAgQIEDgzgIX4W0Jdvty1aOvf288+oZviFQD4PS8BMElIC4nlcPlaERZja5s1GWtaPwlAG78AWuPAIFxC5g9AQIECBAgQIAAAQIECBAg0L6ADgkQIECAAIH7C+SU4uQ9Xx3py768pL65hL81Eo7Fq6S9JfeNq7U42O6nALjdZ6szAgQIEBi3gNkTIECAAAECBAgQIECAAAEC7QvokAABAgQeLJDjtXd9Xbz67n8kUupL2PsiAJ4HvzUEXq0H32/4AwiAh/+MzJAAAQIECBCYnICGCRAgQIAAAQIECBAgQIAAgfYFdEiAwK4Eure/EielcpxFihcB8NXxLwLhqwca2xYAN/ZAtUOAAAECBAgQIDByAdMnQIAAAQIECBAgQIAAAQIE2hfQ4c4Eci6x7rtei0df8lrMutNIuYtIJQSuFdN8FYFpNq5rAgQIECBAgAABAgQIDE3AfAgQIECAAAECBAgQIECAAIG7C5Tot4S+KZ6fljpJUbfT3S8/2pn7vrEAeN/CxidAgAABAgQIECBAgAABArcLOIMAAQIECBAgQIAAAQIE7iGQoouTkvx2uYsupUipVFlPfRep7F9b0fara7u9sXdn/gQIECBAgAABAgQIECBAgED7AjokQIAAAQIECBAgQOA+AqlcNK8S+s7D3+V2DX6X62uWZVfTbwFw049Xc6MWMHkCBAgQIECAAAECBAgQIECgfQEdEiBAgAABAgQIPEig/sI3cok8V+tBI47/4qIx/iZ0QIAAgdYE9EOAAAECBAgQIECAAAECBAi0L6BDAgQIECBAgMA+BATA+1A1JgECBAgQuL+AKwkQIECAAAECBAgQIECAAIH2BXRIgAABAgT2JiAA3hutgQkQIECAAAEC2wo4nwABAgQIECBAgAABAgQIEGhfQIcECBDYr4AAeL++RidAgAABAgQIECBwNwFnESBAgAABAgQIECBAgAABAu0L6JDAAQQEwAdAdgsCBAgQIECAAAECBAhsEnCMAK1QBkUAABAASURBVAECBAgQIECAAAECBAgQaF/gUB12fc6xzzpUI+5DgAABAgQIECBAgAABAgRGKGDKBAgQIECAAAECBAgQIDAxgX1ms3VsvwAe5BfKpAgQIECAAAECBAgQIECAAIH2BXRIgAABAgQIECBAgACB3QsIgHdvakQCDxNwNQECBAgQIECAAAECBAgQINC+gA4JECBAgAABAgQI7ElAALwnWMMSIEDgPgKuIUCAAAECBAgQIECAAAECBNoX0CEBAgQIECBAYJ8CAuB96hqbAAECBAjcXcCZBAgQIECAAAECBAgQIECAQPsCOiRAgAABAnsXEADvndgNCBAgQIAAAQK3CThOgAABAgQIECBAgAABAgQItC+gQwIECBxGQAB8GGd3IUCAAAECBAgQILBewF4CBAgQIECAAAECBAgQIECgfQEdEjiggAD4gNhuRYAAAQIECBAgQIAAgVUB6wQIECBAgAABAgQIECBAgED7AofuUAB8aHH3I0CAAAECBAgQIECAAAECEQwIECBAgAABAgQIECBAgMBeBATAe2G976CuI0CAAAECBAgQIECAAAECBNoX0CEBAgQIECBAgAABAgT2JyAA3p+tkQlsJ+BsAgQIECBAgAABAgQIECBAoH0BHRIgQIAAAQIECBDYs4AAeM/AhidAgMBdBJxDgAABAgQIECBAgAABAgQItC+gQwIECBAgQIDAIQQEwIdQdg8CBAgQIHCzgCMECBAgQIAAAQIECBAgQIBA+wI6JECAAAECBxMQAB+M2o0IECBAgAABAlcFbBMgQIAAAQIECBAgQIAAAQLtC+iQAAEChxUQAB/W290IECBAgAABAgQILAR8EiBAgAABAgQIECBAgAABAu0L6JDAEQQEwEdAd0sCBAgQIECAAAECBKYtoHsCBAgQIECAAAECBAgQIECgfYFjdSgAPpa8+xIgQIAAAQIECBAgQIDAFAX0TIAAAQIECBAgQIAAAQIE9iogAN4r710Hdx4BAgQIECBAgAABAgQIECDQvoAOCRAgQIAAAQIECBAgsH8BAfD+jd2BwGYBRwkQIECAAAECBAgQIECAAIH2BXRIgAABAgQIECBA4EACAuADQbsNAQIE1gnYR4AAAQIECBAgQIAAAQIECLQvoEMCBAgQIECAwCEFBMCH1HYvAgQIECDwQsAaAQIECBAgQIAAAQIECBAg0L6ADgkQIECAwMEFBMAHJ3dDAgQIECBAgAABAgQIECBAgAABAgQIECBAoH0BHRIgQOA4AgLg47i7KwECBAgQIECAwFQF9E2AAAECBAgQIECAAAECBAi0L6BDAkcUEAAfEd+tCRAgQIAAAQIECBCYloBuCRAgQIAAAQIECBAgQIAAgfYFjt2hAPjYT8D9CRAgQIAAAQIECBAgQGAKAnokQIAAAQIECBAgQIAAAQIHERAAH4T5ppvYT4AAAQIECBAgQIAAAQIECLQvoEMCBAgQIECAAAECBAgcTkAAfDhrdyJwWcAWAQIECBAgQIAAAQIECBAg0L6ADgkQIECAAAECBAgcWEAAfGBwtyNAgEAVUAQIECBAgAABAgQIECBAgED7AjokQIAAAQIECBxDQAB8DHX3JECAAIEpC+idAAECBAgQIECAAAECBAgQaF9AhwQIECBA4GgCAuCj0bsxAQIECBAgMD0BHRMgQIAAAQIECBAgQIAAAQLtC+iQAAECxxUQAB/X390JECBAgAABAgSmIqBPAgQIECBAgAABAgQIECBAoH0BHRIYgIAAeAAPwRQIECBAgAABAgQIEGhbQHcECBAgQIAAAQIECBAgQIBA+wJD6VAAPJQnYR4ECBAgQIAAAQIECBAg0KKAnggQIECAAAECBAgQIECAwEEFBMAH5V7ezJIAAQIECBAgQIAAAQIECBBoX0CHBAgQIECAAAECBAgQOLyAAPjw5u44dQH9EyBAgAABAgQIECBAgAABAu0L6JAAAQIECBAgQIDAkQQEwEeCd1sCBKYpoGsCBAgQIECAAAECBAgQIECgfQEdEiBAgAABAgSOKSAAPqa+exMgQIDAlAT0SoAAAQIECBAgQIAAAQIECLQvoEMCBAgQIHB0AQHw0R+BCRAgQIAAAQLtC+iQAAECBAgQIECAAAECBAgQaF9AhwQIEBiGgAB4GM/BLAgQIECAAAECBFoV0BcBAgQIECBAgAABAgQIECDQvoAOCQxIQAA8oIdhKgQIECBAgAABAgQItCWgGwIECBAgQIAAAQIECBAgQKB9gaF1KAAe2hMxHwIECBAgQIAAAQIECBBoQUAPBAgQIECAAAECBAgQIEDgKAIC4IOyuxkBAgQIECBAgAABAgQIECDQvoAOCRAgQIAAAQIECBAgcDwBAfDx7N15agL6JUCAAAECBAgQIECAAAECBNoX0CEBAgQIECBAgACBIwsIgI/8ANyeAIFpCOiSAAECBAgQIECAAAECBAgQaF9AhwQIECBAgACBIQgIgIfwFMyBAAECBFoW0BsBAgQIECBAgAABAgQIECDQvoAOCRAgQIDAYAQEwIN5FCZCgAABAgQItCegIwIECBAgQIAAAQIECBAgQKB9AR0SIEBgWAIC4GE9D7MhQIAAAQIECBBoRUAfBAgQIECAAAECBAgQIECAQPsCOiQwQAEB8AAfiikRIECAAAECBAgQIDBuAbMnQIAAAQIECBAgQIAAAQIE2hcYaocC4KE+GfMiQIAAAQIECBAgQIAAgTEKmDMBAgQIECBAgAABAgQIEDiqgAD4IPxuQoAAAQIECBAgQIAAAQIECLQvoEMCBAgQIECAAAECBAgcX0AAfPxnYAatC+iPAAECBAgQIECAAAECBAgQaF9AhwQIECBAgAABAgQGIiAAHsiDMA0CBNoU0BUBAgQIECBAgAABAgQIECDQvoAOCRAgQIAAAQJDEhAAD+lpmAsBAgQItCSgFwIECBAgQIAAAQIECBAgQKB9AR0SIECAAIHBCQiAB/dITIgAAQIECBAYv4AOCBAgQIAAAQIECBAgQIAAgfYFdEiAAIFhCgiAh/lczIoAAQIECBAgQGCsAuZNgAABAgQIECBAgAABAgQItC+gQwIDFhAAD/jhmBoBAgQIECBAgAABAuMSMFsCBAgQIECAAAECBAgQIECgfYGhdygAHvoTMj8CBAgQIECAAAECBAgQGIOAORIgQIAAAQIECBAgQIAAgUEICID3+hgMToAAAQIECBAgQIAAAQIECLQvoEMCBAgQIECAAAECBAgMR0AAPJxnYSatCeiHAAECBAgQIECAAAECBAgQaF9AhwQIECBAgAABAgQGJiAAHtgDMR0CBNoQ0AUBAgQIECBAgAABAgQIECDQvoAOCRAgQIAAAQJDFBAAD/GpmBMBAgQIjFnA3AkQIECAAAECBAgQIECAAIH2BXRIgAABAgQGKyAAHuyjMTECBAgQIEBgfAJmTIAAAQIECBAgQIAAAQIECLQvoEMCBAgMW0AAPOznY3YECBAgQIAAAQJjETBPAgQIECBAgAABAgQIECBAoH0BHRIYgYAAeAQPyRQJECBAgAABAgQIEBi2gNkRIECAAAECBAgQIECAAAEC7QuMpcMu5xybaiyNmCcBAgQIECBAgAABAgQIEDiCgFsSIECAAAECBAgQIECAAIFBCfgF8F4eh0EJECBAgAABAgQIECBAgACB9gV0SIAAAQIECBAgQIAAgeEJCICH90zMaOwC5k+AAAECBAgQIECAAAECBAi0L6BDAgQIECBAgAABAgMVEAAP9MGYFgEC4xQwawIECBAgQIAAAQIECBAgQKB9AR0SIECAAAECBIYsIAAe8tMxNwIECBAYk4C5EiBAgAABAgQIECBAgAABAu0L6JAAAQIECAxeQAA8+EdkggQIECBAgMDwBcyQAAECBAgQIECAAAECBAgQaF9AhwQIEBiHgAB4HM/JLAkQIECAAAECBIYqYF4ECBAgQIAAAQIECBAgQIBA+wI6JDAiAQHwiB6WqRIgQIAAAQIECBAgMCwBsyFAgAABAgQIECBAgAABAgTaFxhbh6MPgPucY1ON7YGYLwECBAgQIECAAAECBAiMQsAkCRAgQIAAAQIECBAgQIDAUQRyyUc31egD4KOo3nhTBwgQIECAAAECBAgQIECAAIH2BXRIgAABAgQIECBAgACB4QoIgIf7bMxsbALmS4AAAQIECBAgQIAAAQIECLQvoEMCBAgQIECAAAECAxcQAA/8AZkeAQLjEDBLAgQIECBAgAABAgQIECBAoH0BHRIgQIAAAQIExiAgAB7DUzJHAgQIEBiygLkRIECAAAECBAgQIECAAAEC7QvokAABAgQIjEZAADyaR2WiBAgQIECAwPAEzIgAAQIECBAgQIAAAQIECBBoX0CHBAgQGJeAAHhcz8tsCRAgQIAAAQIEhiJgHgQIECBAgAABAgQIECBAgED7AjokMEIBAfAIH5opEyBAgAABAgQIECBwXAF3J0CAAAECBAgQIECAAAECBNoXGGuHAuCxPjnzJkCAAAECBAgQIECAAIFjCLgnAQIECBAgQIAAAQIECIxcoM85NtXI2wsB8E6eoEEIECBAgAABAgQIECBAgACB9gV0SIAAAQIECBAgQIAAgeELCICH/4zMcOgC5keAAAECBAgQIECAAAECBAi0L6BDAgQIECBAgAABAiMREACP5EGZJgECwxQwKwIECBAgQIAAAQIECBAgQKB9AR0SIECAAAECBMYkIAAe09MyVwIECBAYkoC5ECBAgAABAgQIECBAgAABAu0L6JAAAQIECIxOQAA8ukdmwgQIECBAgMDxBcyAAAECBAgQIECAAAECBAgQaF9AhwQIEBingAB4nM/NrAkQIECAAAECBI4l4L4ECBAgQIAAAQIECBAgQIBA+wI6JDBiAQHwiB+eqRMgQIAAAQIECBAgcFgBdyNAgAABAgQIECBAgAABAgTaFxh7h7cGwDnnWK2xN2z+BAgQIECAAAECBAgQIEDgHgIuIUCAAAECBAgQIECAAAECoxC4NQAeRRdHm6QbEyBAgAABAgQIECBAgAABAu0L6JAAAQIECBAgQIAAAQLjERAAj+dZmenQBMyHAAECBAgQIECAAAECBAgQaF9AhwQIECBAgAABAgRGJiAAHtkDM10CBIYhYBYECBAgQIAAAQIECBAgQIBA+wI6JECAAAECBAiMUUAAPManZs4ECBAgcEwB9yZAgAABAgQIECBAgAABAgTaF9AhAQIECBAYrYAAeLSPzsQJECBAgACBwwu4IwECBAgQIECAAAECBAgQINC+gA4JECAwbgEB8Lifn9kTIECAAAECBAgcSsB9CBAgQIAAAQIECBAgQIAAgfYFdEigAQEBcAMPUQsECBAgQIAAAQIECOxXwOgECBAgQIAAAQIECBAgQIBA+wKtdCgAbuVJ6oMAAQIECBAgQIAAAQIE9iFgTAIECBAgQIAAAQIECBAgcFRUz0sGAAAQAElEQVSBnHOs1m2TEQDfJrT2uJ0ECBAgQIAAAQIECBAgQIBA+wI6JECAAAECBAgQIECAwPgEBMDje2ZmfGwB9ydAgAABAgQIECBAgAABAgTaF9AhAQIECBAgQIAAgZEKCIBH+uBMmwCB4wi4KwECBAgQIECAAAECBAgQINC+gA4JECBAgAABAmMWEACP+emZOwECBAgcUsC9CBAgQIAAAQIECBAgQIAAgfYFdEiAAAECBEYvIAAe/SPUAAECBAgQILB/AXcgQIAAAQIECBAgQIAAAQIE2hfQIQECBNoQEAC38Rx1QYAAAQIECBAgsC8B4xIgQIAAAQIECBAgQIAAAQLtC+iQQEMCAuCGHqZWCBAgQIAAAQIECBDYrYDRCBAgQIAAAQIECBAgQIAAgfYFWutw6wA45xyrNXSQvsx3Uw19/uZHgAABAgQIECBAgAABAkcRcFMCBAgQIECAAAECBAgQGKnApmywHht6W6tZbF3fdr5bB8Db3qCt83VDgAABAgQIECBAgAABAgQItC+gQwIECBAgQIAAAQIECIxXQAA83mdn5ocWcD8CBAgQIECAAAECBAgQIECgfQEdEiBAgAABAgQIEBi5gAB45A/Q9AkQOIyAuxAgQIAAAQIECBAgQIAAAQLtC+iQAAECBAgQINCCgAC4haeoBwIECBDYp4CxCRAgQIAAAQIECBAgQIAAgfYFdEiAAAECBJoREAA38yg1QoAAAQIECOxewIgECBAgQIAAAQIECBAgQIBA+wI6JECAQFsCAuC2nqduCBAgQIAAAQIEdiVgHAIECBAgQIAAAQIECBAgQKB9AR0SaFBAANzgQ9USAQIECBAgQIAAAQIPE3A1AQIECBAgQIAAAQIECBAg0L5Aqx0KgFt9svoiQIAAAQIECBAgQIAAgfsIuIYAAQIECBAgQIAAAQIECOxVoEspasWeXgLgO8E6iQABAgQIECBAgAABAgQIEGhfQIcECBAgQIAAAQIECBAYv4AAePzPUAf7FjA+AQIECBAgQIAAAQIECBAg0L6ADgkQIECAAAECBAg0IiAAbuRBaoMAgf0IGJUAAQIECBAgQIAAAQIECBBoX0CHBAgQIECAAIGWBATALT1NvRAgQIDALgWMRYAAAQIECBAgQIAAAQIECLQvoEMCBAgQINCcgAC4uUeqIQIECBAgQODhAkYgQIAAAQIECBAgQIAAAQIE2hfQIQECBNoUEAC3+Vx1RYAAAQIECBAgcF8B1xEgQIAAAQIECBAgQIAAAQLtC+iQQMMCAuCGH67WCBAgQIAAAQIECBDYTsDZBAgQIECAAAECBAgQIECAQPsCrXf44AA45xyr1TqY/ggQIECAAAECBAgQIECgSQFNESBAgAABAgQIECBAgACBowisZq11/aGTeHAA/NAJDPt6syNAgAABAgQIECBAgAABAgTaF9AhAQIECBAgQIAAAQIE2hEQALfzLHWyawHjESBAgAABAgQIECBAgAABAu0L6JAAAQIECBAgQIBAYwIC4MYeqHYIENiNgFEIECBAgAABAgQIECBAgACB9gV0SIAAAQIECBBoUUAA3OJT1RMBAgQIPETAtQQIECBAgAABAgQIECBAgED7AjokQIAAAQLNCgiAm320GiNAgAABAgS2F3AFAQIECBAgQIAAAQIECBAg0L6ADgkQINC2gAC47eerOwIECBAgQIAAgbsKOI8AAQIECBAgQIAAAQIECBBoX0CHBCYgIACewEPWIgECBAgQIECAAAECmwUcJUCAAAECBAgQIECAAAECBNoXmEqHkw+A+5xjU03li6BPAgQIECBAgAABAgQITFRA2wQIECBAgAABAgQIECAwMoFN2V49NrJ2dj7dyQfA60XtJUCAAAECBAgQIECAAAECBNoX0CEBAgQIECBAgAABAgTaExAAt/dMdfRQAdcTIECAAAECBAgQIECAAAEC7QvokAABAgQIECBAgECjAgLgRh+stggQuJ+AqwgQIECAAAECBAgQIECAAIH2BXRIgAABAgQIEGhZQADc8tPVGwECBAhsI+BcAgQIECBAgAABAgQIECBAoH0BHRIgQIAAgeYFBMDNP2INEiBAgAABArcLOIMAAQIECBAgQIAAAQIECBBoX0CHBAgQmIaAAHgaz1mXBAgQIECAAAECNwnYT4AAAQIECBAgQIAAAQIECLQvoEMCExIQAE/oYWuVAAECBAgQIECAAIHLArYIECBAgAABAgQIECBAgACB9gWm1uHOA+CccyyrYvZluy4VAQIECBAgQIAAAQIECBAYkICpECBAgAABAgQIECBAgACBJgV2HgCPW8nsCRAgQIAAAQIECBAgQIAAgfYFdEiAAAECBAgQIECAAIF2BQTA7T5bnW0r4HwCBAgQIECAAAECBAgQIECgfQEdEiBAgAABAgQIEGhcQADc+APWHgECdxNwFgECBAgQIECAAAECBAgQINC+gA4JECBAgAABAlMQEABP4SnrkQABAgQ2CThGgAABAgQIECBAgAABAgQItC+gQwIECBAgMBkBAfBkHrVGCRAgQIAAgesC9hAgQIAAAQIECBAgQIAAAQLtC+iQAAEC0xIQAE/reeuWAAECBAgQIEBgKWBJgAABAgQIECBAgAABAgQItC+gQwITFBAAT/Cha5kAAQIECBAgQIDA1AX0T4AAAQIECBAgQIAAAQIECLQvMNUOBcC3PPk+59hUt1zuMAECBAgQIECAAAECBAgMS8BsCBAgQIAAAQIECBAgQIBA0wIC4Pnj9UGAAAECBAgQIECAAAECBAi0L6BDAgQIECBAgAABAgQItC8gAG7/GevwNgHHCRAgQIAAAQIECBAgQIAAgfYFdEiAAAECBAgQIEBgIgIC4Ik8aG0SILBewF4CBAgQIECAAAECBAgQIECgfQEdEiBAgAABAgSmJCAAntLT1isBAgQIrApYJ0CAAAECBAgQIECAAAECBNoX0CEBAgQIEJicgAB4co9cwwQIECBAgEAEAwIECBAgQIAAAQIECBAgQKB9AR0SIEBgmgIC4Gk+d10TIECAAAECBKYroHMCBAgQIECAAAECBAgQIECgfQEdEpiwgAB4wg9f6wQIECBAgAABAgSmJqBfAgQIECBAgAABAgQIECBAoH2BqXcoAJ76N0D/BAgQIECAAAECBAgQmIaALgkQIECAAAECBAgQIEBgJAJ9zrGpRtLG0aY58QD4aO5uTIAAAQIECBAgQIAAAQIECBxMwI0IECBAgAABAgQIECAwHQEB8HSetU6vCtgmQIAAAQIECBAgQIAAAQIE2hfQIQECBAgQIECAAIGJCQiAJ/bAtUuAwELAJwECBAgQIECAAAECBAgQINC+gA4JECBAgAABAlMUEABP8anrmQABAtMW0D0BAgQIECBAgAABAgQIECDQvoAOCRAgQIDAZAUEwJN99BonQIAAAQJTFNAzAQIECBAgQIAAAQIECBAg0L6ADgkQIDBtAQHwtJ+/7gkQIECAAAEC0xHQKQECBAgQIECAAAECBAgQINC+gA4JEAgBsC8BAQIECBAgQIAAAQLNC2iQAAECBAgQIECAAAECBAgQaF9AhwuBLuccq7XY7ZMAAQIECBAgQIAAAQIECDQhoAkCBAgQIECAAAECBAgQIDApgYn+AnhSz1izBAgQIECAAAECBAgQIEBgogLaJkCAAAECBAgQIECAwPQEBMDTe+Y6JkCAAAECBAgQIECAAAECBAi0L6BDAgQIECBAgAABAhMVEABP9MFrm8BUBfRNgAABAgQIECBAgAABAgQItC+gQwIECBAgQIDAlAUEwFN++nonQIDAtAR0S4AAAQIECBAgQIAAAQIECLQvoEMCBAgQIDB5AQHw5L8CAAgQIECAwBQE9EiAAAECBAgQIECAAAECBAi0L6BDAgQIEKgCAuCqoAgQIECAAAECBNoV0BkBAgQIECBAgAABAgQIECDQvoAOCRC4EBAAX1BYIUCAAAECBAgQIECgNQH9ECBAgAABAgQIECBAgAABAu0L6PCygAD4soctAgQIECBAgAABAgQIEGhDQBcECBAgQIAAAQIECBAgQGASAjnnWK2JBcCTeMaaJECAAAECBAgQIECAAAECExfQPgECBAgQIECAAAECBKYrIACe7rOfXuc6JkCAAAECBAgQIECAAAECBNoX0CEBAgQIECBAgACBiQsIgCf+BdA+gakI6JMAAQIECBAgQIAAAQIECBBoX0CHBAgQIECAAAECEQJg3wICBAgQaF1AfwQIECBAgAABAgQIECBAgED7AjokQIAAAQIEzgUEwOcQFgQIECBAgECLAnoiQIAAAQIECBAgQIAAAQIE2hfQIQECBAisCgiAVzWsEyBAgAABAgQItCOgEwIECBAgQIAAAQIECBAgQKB9AR0SIHBNQAB8jcQOAgQIECBAgAABAgTGLmD+BAgQIECAAAECBAgQIECAQPsCOlwvcC0AzjnHaq2/zF4CBAgQIECAAAECBAgQIDBIAZMiQIAAAQIECBAgQIAAAQJNC6xmuXX9arPXAuCrJ7SxrQsCBAgQIECAAAECBAgQIECgfQEdEiBAgAABAgQIECBAgIAA2HegfQEdEiBAgAABAgQIECBAgAABAu0L6JAAAQIECBAgQIAAgbmAAHjO4IMAgVYF9EWAAAECBAgQIECAAAECBAi0L6BDAgQIECBAgACBFwIC4BcW1ggQIECgLQHdECBAgAABAgQIECBAgAABAu0L6JAAAQIECBC4IiAAvgJikwABAgQIEGhBQA8ECBAgQIAAAQIECBAgQIBA+wI6JECAAIF1AgLgdSr2ESBAgAABAgQIjFfAzAkQIECAAAECBAgQIECAAIH2BXRIgMCNAgLgG2kcIECAAAECBAgQIEBgbALmS4AAAQIECBAgQIAAAQIECLQvoMPNArcGwDnnWK3NwzlKgAABAgQIECBAgAABAgSOIuCmBAgQIECAAAECBAgQIECgSYHVrLau39bkrQHwbQMM+7jZESBAgAABAgQIECBAgAABAu0L6JAAAQIECBAgQIAAAQIElgIC4KWEZXsCOiJAgAABAgQIECBAgAABAgTaF9AhAQIECBAgQIAAAQKXBATAlzhsECDQioA+CBAgQIAAAQIECBAgQIAAgfYFdEiAAAECBAgQIHBdQAB83cQeAgQIEBi3gNkTIECAAAECBAgQIECAAAEC7QvokAABAgQIELhBQAB8A4zdBAgQIECAwBgFzJkAAQIECBAgQIAAAQIECBBoX0CHBAgQILBJQAC8SccxAgQIECBAgACB8QiYKQECBAgQIECAAAECBAgQINC+gA4JELhVQAB8K5ETCBAgQIAAAQIECBAYuoD5ESBAgAABAgQIECBAgAABAu0L6PBuAlsHwDnnWK273cZZBAgQIECAAAECBAgQIEBgLwIGJUCAAAECBAgQIECAAAECTQmsZrF1fdvmtg6At73BQpTv5QAAEABJREFUcc53VwIECBAgQIAAAQIECBAgQKB9AR0SIECAAAECBAgQIECAwFUBAfBVEdvjF9ABAQIECBAgQIAAAQIECBAg0L6ADgkQIECAAAECBAgQWCsgAF7LYicBAmMVMG8CBAgQIECAAAECBAgQIECgfQEdEiBAgAABAgT2KZBj8Z993mOfYwuA96lrbAIECBA4pIB7ESBAgAABAgQIECBAgAABAu0L6JAAAQIECOxdoO9zzCuXZam933DHNxAA7xjUcAQIECBAgMAxBNyTAAECBAgQIECAAAECBAgQaF9AhwQIECBwFwEB8F2UnEOAAAECBAgQIDBcATMjQIAAAQIECBAgQIAAAQIE2hfQIYEDCqSUIqV0wDvu9lYC4N16Go0AAQIECBAgQIAAgQMKuBUBAgQIECBAgAABAgQIECDQvoAOtxN4cACcc45aV2+b0iIV786XV4/vYrsv967j1PvfVPW4IkCAAAECBAgQIECAAIHmBDREgAABAgQIECBAgAABAgT2IlBzx+XA+8o6S8I6z1hX71XXay3vfd/lgwPg+954P9cZlQABAgQIECBAgAABAgQIEGhfQIcECBAgQIAAAQIECBAgcJOAAPgmGfvHJ2DGBAgQIECAAAECBAgQIECAQPsCOiRAgAABAgQIECBAYKOAAHgjj4MECIxFwDwJECBAgAABAgQIECBAgACB9gV0SIAAAQIECBAgcLuAAPh2I2cQIECAwLAFzI4AAQIECBAgQIAAAQIECBBoX0CHBAgQIECAwB0FBMB3hHIaAQIECBAgMEQBcyJAgAABAgQIECBAgAABAgTaF9AhAQIECGwjIADeRsu5BAgQIECAAAECwxEwEwIECBAgQIAAAQIECBAgQKB9AR0SILC1gAB4azIXECBAgAABAgQIECBwbAH3J0CAAAECBAgQIECAAAECBNoX0OH9BHYWAOecY1l1KnW9LhUBAgQIECBAgAABAgQIENihgKEIECBAgAABAgQIECBAgMCDBGqOuanq4PV4l1Jd3VvVe6zWrm60swB4VxO63ziuIkCAAAECBAgQIECAAAECBNoX0CEBAgQIECBAgAABAgQI3CYgAL5NyPHhC5ghAQIECBAgQIAAAQIECBAg0L6ADgkQIECAAAECBAgQuJOAAPhOTE4iQGCoAuZFgAABAgQIECBAgAABAgQItC+gQwIECBAgQIAAgbsLCIDvbuVMAgQIEBiWgNkQIECAAAECBAgQIECAAAEC7QvokAABAgQIENhSQAC8JZjTCRAgQIAAgSEImAMBAgQIECBAgAABAgQIECDQvoAOCRAgQOA+AgLg+6i5hgABAgQIECBA4HgC7kyAAAECBAgQIECAAAECBAi0L6BDAgTuLSAAvjedCwkQIECAAAECBAgQOLSA+xEgQIAAAQIECBAgQIAAAQLtC+jwYQJ7CYBzzpFSetjMXE2AAAECBAgQIECAAAECBF4IWCNAgAABAgQIECBAgAABAs0IpEh762UvAfDeZnttYDsIECBAgAABAgQIECBAgACB9gV0SIAAAQIECBAgQIAAAQJ3FRAA31XKecMTMCMCBAgQIECAAAECBAgQIECgfQEdEiBAgAABAgQIECCwlYAAeCsuJxMgMBQB8yBAgAABAgQIECBAgAABAgTaF9AhAQIECBAgQIDA9gIC4O3NXEGAAAECxxVwdwIECBAgQIAAAQIECBAgQKB9AR0SIECAAAEC9xQQAN8TzmUECBAgQIDAMQTckwABAgQIECBAgAABAgQIEGhfQIcECBAg8BABAfBD9FxLgAABAgQIECBwOAF3IkCAAAECBAgQIECAAAECBNoX0CEBAg8WEAA/mNAABAgQIECAAAECBAjsW8D4BAgQIECAAAECBAgQIECAQPsCOtyNQPMBcM45NtVuGA83Sl/6Wa3D3dmdCBAgQIAAAQIECBAgcBQBNyVAgAABAgQIECBAgACBAwusZlHr1g88na1vtykbrMe2HnBkF4w0AB6ZsukSIECAAAECBAgQIECAAAEC9xBwCQECBAgQIECAAAECBAhsKyAA3lbM+ccXMAMCBAgQIECAAAECBAgQIECgfQEdEiBAgAABAgQIECBwLwEB8L3YXESAwLEE3JcAAQIECBAgQIAAAQIECBBoX0CHBAgQIECAAAEC9xcQAN/fzpUECBAgcFgBdyNAgAABAgQIECBAgAABAgTaF9AhAQIECBAg8EABAfADAV1OgAABAgQIHELAPQgQIECAAAECBAgQIECAAIH2BXRIgAABArsQEADvQtEYBAgQIECAAAEC+xMwMgECBAgQIECAAAECBAgQINC+gA4JENiZgAB4Z5QGIkCAAAECBAgQIEBg1wLGI0CAAAECBAgQIECAAAECBNoX0OFuBQTAu/U8+Gh9zrGpDj4hNyRAgAABAgQIECBAgMBuBIxCgAABAgQIECBAgAABAnsS2JQt1WN7uq1hDyQwsgD4QCpuQ4AAAQIECBAgQIAAAQIECBxRwK0JECBAgAABAgQIECBA4L4CAuD7yrnu8ALuSIAAAQIECBAgQIAAAQIECLQvoEMCBAgQIECAAAECBB4kIAB+EJ+LCRA4lID7ECBAgAABAgQIECBAgAABAu0L6JAAAQIECBAgQODhAgLghxsagQABAgT2K2B0AgQIECBAgAABAgQIECBAoH0BHRIgQIAAAQI7EhAA7wjSMAQIECBAgMA+BIxJgAABAgQIECBAgAABAgQItC+gQwIECBDYpYAAeJeaxiJAgAABAgQIENidgJEIECBAgAABAgQIECBAgACB9gV0SIDAzgUEwDsnNSABAgQIECBAgAABAg8VcD0BAgQIECBAgAABAgQIECDQvoAO9yPQ5ZxjtfZzm+GOutr7uvXhztzMCBAgQIAAAQIECBAg0KSApggQIECAAAECBAgQIECAwEaBdZne6r6NF0/g4Eh+ATyBJ6FFAgQIECBAgAABAgQIECAweQEABAgQIECAAAECBAgQIPBQAQHwQwVdv38BdyBAgAABAgQIECBAgAABAgTaF9AhAQIECBAgQIAAAQI7ERAA74TRIAQI7EvAuAQIECBAgAABAgQIECBAgED7AjokQIAAAQIECBDYnYAAeHeWRiJAgACB3QoYjQABAgQIECBAgAABAgQIEGhfQIcECBAgQIDAjgUEwDsGNRwBAgQIECCwCwFjECBAgAABAgQIECBAgAABAu0L6JAAAQIE9iEgAN6HqjEJECBAgAABAgTuL+BKAgQIECBAgAABAgQIECBAoH0BHRIgsDcBAfDeaA1MgAABAgQIECBAgMC2As4nQIAAAQIECBAgQIAAAQIE2hfQ4X4FrgXAOedYrf3efvijr1rU9eHP+PIM+/I8N9Xls20RIECAAAECBAgQIEDgaAJuTIAAAQIECBAgQIAAAQI7EtiUDdVjO7qNYY4kUDPLTXUtAD7SPG+4rd0ECBAgQIAAAQIECBAgQIBA+wI6JECAAAECBAgQIECAAIFdCQiAdyVpnN0LGJEAAQIECBAgQIAAAQIECBBoX0CHBAgQIECAAAECBAjsVEAAvFNOgxEgsCsB4xAgQIAAAQIECBAgQIAAAQLtC+iQAAECBAgQIEBg9wIC4N2bGpEAAQIEHibgagIECBAgQIAAAQIECBAgQKB9AR0SIECAAAECexIQAO8J1rAECBAgQIDAfQRcQ4AAAQIECBAgQIAAAQIECLQvoEMCBAgQ2KeAAHifusYmQIAAAQIECBC4u4AzCRAgQIAAAQIECBAgQIAAgfYFdEiAwN4FBMB7J3YDAgQIECBAgAABAgRuE3CcAAECBAgQIECAAAECBAgQaF9Ah4cRuDUAzjnHah1mWsO9y6pFXe+LT63hznjzzOrcN9Xmqx0lQIAAAQIECBAgQIDAgwUMQIAAAQIECBAgQIAAAQIELgRqblU3ag53U9XjU6qrDrf1fmsAfNsA+zluVAIECBAgQIAAAQIECBAgQKB9AR0SIECAAAECBAgQIECAwK4FBMC7FjXewwWMQIAAAQIECBAgQIAAAQIECLQvoEMCBAgQIECAAAECBPYiIADeC6tBCRC4r4DrCBAgQIAAAQIECBAgQIAAgfYFdEiAAAECBAgQILA/AQHw/myNTIAAAQLbCTibAAECBAgQIECAAAECBAgQaF9AhwQIECBAgMCeBQTAewY2PAECBAgQIHAXAecQIECAAAECBAgQIECAAAEC7QvokAABApsF8vnhnJdr5zssthIQAG/F5WQCBAgQIECAAIGdCxiQAAECBAgQIECAAAECBAgQaF9AhwRuEchR/lOCX+HvLVB3OCwAvgOSUwgQIECAAAECBAgQ2I+AUQkQIECAAAECBAgQIECAAIH2Be7aofD3rlKbz9s6AK7wq7V5+P0fXZ3LuvX9z8AdCBAgQIAAAQIECBAgQOAeAi4hQIAAAQIECBAgQIAAgXsK9DnHprrnsEe9LEU66v2HdPOrmee2c9s6AN72Btud72wCBAgQIECAAAECBAgQIECgfQEdEiBAgAABAgQIECBAgMC+BATA+5I17vYCriBAgAABAgQIECBAgAABAgTaF9AhAQIECBAgQIAAAQJ7FRAA75XX4AQI3FXAeQQIECBAgAABAgQIECBAgED7AjokQIAAAQIECBDYv4AAeP/G7kCAAAECmwUcJUCAAAECBAgQIECAAAECBNoX0CEBAgQIECBwIAEB8IGg3YYAAQIECBBYJ2AfAQIECBAgQIAAAQIECBAg0L6ADgkQIEDgkAIC4ENquxcBAgQIECBAgMALAWsECBAgQIAAAQIECBAgQIBA+wI6JEDg4AJ7C4Bzzgdvxg0JECBAgAABAgQIEBiHgFkSIECAAAECBAgQIECAAAEC7Qvo8DgCDw6Aa9B7tVZb6ScSBNc+a6323sJ67WlTtdCjHggQIECAAAECBAgQOKiAmxEgQIAAAQIECBAgQIDALQKbspl67JbLHb5F4Gq2eXX7lst3cjjHix/T7vr+Dw6Ab+qwTvSmY9f320OAAAECBAgQIECAAAECBAi0L6BDAgQIECBAgAABAgQIENi3QJdKuLysfd/M+ATWCthJgAABAgQIECBAgAABAgQItC+gQwIECBAgQIAAAQIEDiKwt18AH2T2bkKAwOgFNECAAAECBAgQIECAAAECBAi0L6BDAgQIECBAgACBwwlcCoD9Evhw8O5EgAABAoGAAAECBAgQIECAAAECBAgQaF9AhwQIECBAgMCBBS4FwPu4d5fSPoY1JgECBAgQIDBqAZMnQIAAAQIECBAgQIAAAQIE2hfQIQECBAgcQ6DrcsSydjWBnPvIOYfsd1eixiFAgAABAgQINCSgFQIECBAgQIAAAQIECBAgQKB9AR0SIHA0gb38Arhkv+cBcBleCny0h+vGBAgQIECAAAECBIYmYD4ECBAgQIAAAQIECBAgQIBA+wI6PK5A16eIZS2nkv2zwTwAABAASURBVHLEsuIer5RSpJQWV9Y0eLF2lM/6S+RNdZRJuSkBAgQIECBAgAABAgSmJ6BjAgQIECBAgAABAgQIECBwFIGrWeFRJnHlpinSlT272+x2N9R9RnINAQIECBAgQIAAAQIECBAg0L6ADgkQIECAAAECBAgQIEDgUAI3BMC53H9ZZdWbwD4EjEmAAAECBAgQIECAAAECBAi0L6BDAgQIECBAgAABAgQOIJAj5UVdCYBzufm6Kru9CRAgsEMBQxEgQIAAAQIECBAgQIAAAQLtC+iQAAECBAgQIEBg3wLXs92VAPjqwdXJ1GOr29YJECBAgMC9BVxIgAABAgQIECBAgAABAgQItC+gQwIECBAgQGDPAstf/C6XETXTzbESAC9nUA6kUvMT6r7lel3WbUWAAAECBAgQuK+A6wgQIECAAAECBAgQIECAAIH2BXRIgAABAocVKDluzXfPa00AfNjpuBsBAgQIECBAgMBEBLRJgAABAgQIECBAgAABAgQItC+gQwIEjiCQInKKblllKxZVFt4ECBAgQIAAAQIECBDYg4AhCRAgQIAAAQIECBAgQIAAgfYFdHhMgRICx6K6Rfiby2xqlUU9UNLhqMuISGX9RdXtyxVeBAgQIECAAAECBAgQIEDgZgFHCBAgQIAAAQIECBAgQIDAQQVyzrFaB735AW6WSqxbK+Z57iL0jfLqz6sEwGXt2rueuLrz6vbqsfusu4YAAQIECBAgQIAAAQIECBBoX0CHBAgQIECAAAECBAgQILBfges57g0BcJ1GPXlZdVsR2JGAYQgQIECAAAECBAgQIECAAIH2BXRIgAABAgQIECBAgMCBBJaZ7mJZ/y3g+m8C33DzetINh+wmQIDAPQRcQoAAAQIECBAgQIAAAQIECLQvoEMCBAgQIECAAIF9COQy6E1VDp3/SeiLXwDnlEoQ/KJifkJ4ESBAgACBXQkYhwABAgQIECBAgAABAgQIEGhfQIcECBAgQIDAXgRuCn6v7o/o+hRRazGPsjEPfutysccnAQIECBAgQODhAkYgQIAAAQIECBAgQIAAAQIE2hfQIQECBAgMQeDiF8DXJ1ND4FrXj9hDgAABAgQIECBA4M4CTiRAgAABAgQIECBAgAABAgTaF9AhAQJ7F0g5olbc8toQAN9ypcMECBAgQIAAAQIECBC4RcBhAgQIECBAgAABAgQIECBAoH0BHQ5LoOtyilox/9PPcfHKJT6udbGj0ZWcc2yqRtvWFgECBAgQIECAAAECBPYtYHwCBAgQIECAAAECBAgQILAXgU3ZXj22l5seYdAS185/8btY1r/cvKicUtxcEV3Mg98Uh3m5CwECBAgQIECAAAECBAgQINC+gA4JECBAgAABAgQIECBAYPcCNdPdVIs7lgB4sbLdZy6nL6usehO4i4BzCBAgQIAAAQIECBAgQIAAgfYFdEiAAAECBAgQIECAwB4EltlsvvhV8E032TIAzmWcdVV2exMgQGCDgEMECBAgQIAAAQIECBAgQIBA+wI6JECAAAECBAgQ2LXA9Wy2/jO+uf4Q+IZbbREAXx18dcR6bHXbOgECBAgQuBCwQoAAAQIECBAgQIAAAQIECLQvoEMCBAgQIEDggQKpRK6r1eWyIxZVQ9/Lw9f9l/cst7YIgJeXlMHqnec3q/vK9ny9Luu2IkCAAAECBAgsBSwJECBAgAABAgQIECBAgACB9gV0SIAAAQL7Fag5bI4aAi9++bvYjqjL63e+RwCcylilotb1Ae0hQIAAAQIECBAgMBfwQYAAAQIECBAgQIAAAQIECLQvoEMCBA4gUHPZZd1+u3sEwHXQeoO6VAQIECBAgAABAgQIELguYA8BAgQIECBAgAABAgQIECDQvoAODylw93z21gC4/ox4USlyWlb9EfBiPea/BK43rBVeBAgQIECAAAECBAgQIDBtAd0TIECAAAECBAgQIECAQGMCef5v0S6a6kpeuFjz+RCBHNf/fHMucWut5bj93LrsLHls/Rd6UzlYK8r2i4prr1sD4MtX1Bus7qnby1rdf3XdNgECBAgQIECAAAECBAgQINC+gA4JECBAgAABAgQIECBAYLcCNYtdHbFuL2t1/4v1LQPgeuFywLqs24tK10PqxQGfBAgQIECAAAECBAgQIECAAAEC7QvokAABAgQIECBAgACBBwnUvLXW9UFqLrus60ev7rlHAFyHqDeoS0WAAIHNAo4SIECAAAECBAgQIECAAAEC7QvokAABAgQIECBAYHuBbRLXnOo/z1v/md7b73PPADiips+rFeW13C6r3gQIECBAgAABAgQIECBAgAABAgQIECDQvoAOCRAgQIAAgfsI5IgaAC/z1bqMNa9cTqq15tCNu+4dAN84ogMECBAgQIAAgUBAgAABAgQIECBAgAABAgQItC+gQwIECBB4kMB5CHyXMfoSBC/rtvMFwLcJOU6AAAECBAgQILCdgLMJECBAgAABAgQIECBAgACB9gV0SIDAYAUEwIN9NCZGgAABAgQIECBAYHwCZkyAAAECBAgQIECAAAECBAi0L6DDHQmkiLyjoVaHuXcAXP/W9GrVQZfbdb2VyjnHXWpf/fbl/qt1dS77uu9Qxl3tfd36UOZpHgQIECBAgAABAgQIBAICBAgQIECAAAECBAgQaETg2HnU1ftf3W6BOaUUfWlkma/WZdmcv+v6suY7ykdXkuJllc2N73sHwBtHvThohQABAgQIECBAgAABAgQIEGhfQIcECBAgQIAAAQIECBAgMBSBnQXANYUeSlPmMRAB0yBAgAABAgQIECBAgAABAgTaF9AhAQIECBAgQIAAAQI7Eah5a62HDrazAPihE3E9AQJtCeiGAAECBAgQIECAAAECBAgQaF9AhwQIECBAgAABAsMTEAA/8Jlc/Zvjy3+n9oHDupwAAQJjFjB3AgQIECBAgAABAgQIECBAoH0BHRIgQIAAAQIDFRAAD/TBmBYBAgQIEBingFkTIECAAAECBAgQIECAAAEC7QvokAABAgSGLNClHLGs8CJAgAABAgQIECBwXwHXESBAgAABAgQIECBAgAABAu0L6JAAgcEL+AXw4B+RCRIgQIAAAQIECBAYvoAZEiBAgAABAgQIECBAgAABAu0L6HAcAl3OfSwr+j5qLbfrchxtHHeWKaX5BFJK0Z1XHOiVcy7P7+Y60DTchgABAgQIECBAgACB6QronAABAgQIECBAgAABAs0J9CV/2VRjb/g++VK9puZgY+99CvPf0y+Ap0CnRwIECBAgQIAAAQIECBAgMHUB/RMgQIAAAQIECBAgQIDA0AS6LkfUqv8O8NAmZz4jFTBtAgQIECBAgAABAgQIECBAoH0BHRIgQIAAAQIECBAgMCiBmvfW6voUUSuX5aBmaDIECIxSwKQJECBAgAABAgQIECBAgACB9gV0SIAAAQIECBAgMFyBS38CuobAtYY7XTMjQIAAgQELmBoBAgQIECBAgAABAgQIECDQvoAOCRAgQIAAgYEI1F/7rtZyWl0NfJe13GlJgAABAgQIENhOwNkECBAgQIAAAQIECBAgQIBA+wI6JECAAIExCFz6BfDqhJdp8eo+6wQIECBAgAABAgSuCdhBgAABAgQIECBAgAABAgQItC+gQwIEBi/Q5Yh5DX6mJkiAAAECBAgQIECAwGAFTIwAAQIECBAgQIAAAQIECBBoX0CH4xLoUuoileri8n/qvlrjauc4s805R0rpODe/5a51bpvqlssHf7gv9ptq8A2YIAECBAgQIECAAIHxCpg5AQIECBAgQIAAAQIERiuwKVuox0bb2PnEN2VD9dj5aRYjFbjpLzn3Ja6s1e22L6MRIECAAAECBAgQIECAAAEC7QvokAABAgQIECBAgAABAgSGKtDdlBAvJ3zb8eV5lgQCAQECBAgQIECAAAECBAgQINC+gA4JECBAgAABAgQIEBi0wK2/AM4potaguzA5AgSOLmACBAgQIECAAAECBAgQIECAQPsCOiRAgAABAgQIEBi+wEUA3OUXkxX4vrCwNm6B+nf6a427C7MnMHgBEyRAgAABAgQIECBAgAABAgTaF9AhAQIECBAgMBKBeQCc1ky2hsC11hyyiwABAgQIECBwLmBBgAABAgQIECBAgAABAgQItC+gQwIECBAYk0BXf/mbVn79O6bJmyuBuwrUXwHXuuv5ziNAgAABAgTuIOAUAgQIECBAgAABAgQIECBAoH0BHRIgMDqB+S+ARzdrEyZAgAABAgQIECBA4KgCbk6AAAECBAgQIECAAAECBAi0L6DDcQp0fYpY1rKF+ovgZS33WbYpkHOOTdVa1/VXwKvVWn/6IUCAAAECBAgQIHAAAbcgQIAAAQIECBAgQIDA4AVWs4B164Nv4JYJbsp26rFbLnd45AL1n/HdVDv6BfDIlUyfAAECBAgQIECAAAECBAgQuIOAUwgQIECAAAECBAgQIEBg6AIC4KE/oTHMzxwJECBAgAABAgQIECBAgACB9gV0SIAAAQIECBAgQIDAKAS65c+DRzFbkyRAYHACJkSAAAECBAgQIECAAAECBAi0L6BDAgQIECBAgACB8Qhc/AJ4GQQvl+NpwUwJECBA4EgCbkuAAAECBAgQIECAAAECBAi0L6BDAgQIECBAYGQCXZ8iao1s3qZLgAABAgQIHFXAzQkQIECAAAECBAgQIECAAIH2BXRIgAABAmMUuPgF8Bgnb84ECBAgQIAAAQJHEHBLAgQIECBAgAABAgQIECBAoH0BHRIgMFoBAfBoH52JEyBAgAABAgQIEDi8gDsSIECAAAECBAgQIECAAAEC7QvocNwCXfR91Mq5j9XqY/Gfcbdn9gQ2C/Q5x6bafLWjBAgQIECAAAECBCYloFkCBAgQIECAAAECBAgMRmDTf7dfjw1movecSJdS1Iorr1xyjVpXdtucmEC+kute3e5SAalVFvd4u4QAAQIECBAgQIAAAQIECBBoX0CHBAgQIECAAAECBAgQIDAWAX8CeixPaojzNCcCBAgQIECAAAECBAgQIECgfQEdEiBAgAABAgQIECAwKgEB8Kgel8kSGI6AmRAgQIAAAQIECBAgQIAAAQLtC+iQAAECBAgQIEBgfAIC4PE9MzMmQIDAsQXcnwABAgQIECBAgAABAgQIEGhfQIcECBAgQIDASAUEwCN9cKZNgAABAgSOI+CuBAgQIECAAAECBAgQIECAQPsCOiRAgACBMQsIgMf89MydAAECBAgQIHBIAfciQIAAAQIECBAgQIAAAQIE2hfQIQECoxcQAI/+EWqAAAECBAgQIECAwP4F3IEAAQIECBAgQIAAAQIECBBoX0CHbQiMNgDOxT/nHLXKqveeBKrvTVVv2ZdnUJeKAAECBAgQIECAAIFmBTRGgAABAgQIECBAgAABAkcQKCnYPAdbzWmOMI3J3jKlFGPNwe4ZAB//Wfd9P//SH38mZkCAAAHfCB1fAAAQAElEQVQCBAgQIECAAAECBFoV0BcBAgQIECBAgAABAgQIjE1gtAFwCd3HZt3OfHVCgAABAgQIECBAgAABAgQItC+gQwIECBAgQIAAAQIERilwQwBc/8ByXxqqy1pldWDvlG6Y+sDmaToEWhPQDwECBAgQIECAAAECBAgQINC+gA4JECBAgAABAgTGK3AlRa1h7zL4rU3V7dVlXR9GpWFMwywIECAwJQG9EiBAgAABAgQIECBAgAABAu0L6JAAAQIECBAYucCaALh2tAx+l+t1u1bdVgQIECBAgMD0BHRMgAABAgQIECBAgAABAgQItC+gQwIECBBoQeBKALxsye9rlxKWBAgQIECAAIHJCwAgQIAAAQIECBAgQIAAAQIE2hfQIQECzQhcCYBvC37rr4CX1YyBRggQIECAAAECBAgQuEHAbgIECBAgQIAAAQIECBAgQKB9AR22JbAmAL68K+c+FjUry2Ut9/VH18g5l3ndXEefoAkQIECAAAECBAgQIEBgnAJmTYAAAQIECBAgQIAAAQJHFEiRjnh3t64ZZJfG+Qwup70Xz/KmZpYn1F8BL9ctCRAgQIAAAQIECBAgQIAAgbYEdEOAAAECBAgQIECAAAECYxW4MQBOJeOtNdbGzHsPAoYkQIAAAQIECBAgQIAAAQIE2hfQIQECBAgQIECAAAECoxa4IQAu6e/Gtm77hfDGix0kQGCEAqZMgAABAgQIECBAgAABAgQItC+gQwIECBAgQIAAgfELXATA9de+KedIuS+V13RWT12WAHgNkF0ECBBoVUBfBAgQIECAAAECBAgQIECAQPsCOiRAgAABAgQaEaiJ7kory+B3uVw5ZJUAAQIECBCYoICWCRAgQIAAAQIECBAgQIAAgfYFdEiAAAECLQlcCYDPW1v5ge/il8Hn+y0IECBAgAABAgSmI6BTAgQIECBAgAABAgQIECBAoH0BHRIg0JzA+gDYD4Cbe9AaIkCAAAECBAgQILCNgHMJECBAgAABAgQIECBAgACB9gV02KZAl3IftSL6lQ5XfgJ8vreec71y5HL9+locO7/8aIuc6zxurqNNzI0JECBAgAABAgQIECAwTAGzIkCAAAECBAgQIECAAAECBAYskFIXaUN1d5v7TWf5qfBNMvYTIECAAAECBAgQIECAAIHxCZgxAQIECBAgQIAAAQIECIxd4IEB8NjbN/87CTiJAAECBAgQIECAAAECBAgQaF9AhwQIECBAgAABAgQINCGwgwC4/ulovwRu4tugCQJrBOwiQIAAAQIECBAgQIAAAQIE2hfQIQECBAgQIECAQDsCOwiAK0YNgGsQvKy6XaseUwQIECAwUgHTJkCAAAECBAgQIECAAAECBNoX0CEBAgQIECDQmMAOAuAa9NZalbm6vXrMOgECBAgQIDB8ATMkQIAAAQIECBAgQIAAAQIE2hfQIQECBAi0KLCnALhFKj0RIECAAAECBCYioE0CBAgQIECAAAECBAgQIECgfQEdEiDQrMAOAuBUcGqVhTcBAgQIECBAgAABAqMWMHkCBAgQIECAAAECBAgQIECgfQEdti3w4AA45RSLirJ8UV3ksp3DiwABAgQIECBAgAABAgRGIWCSBAgQIECAAAECBAgQIECAQAMCtwTAD+hwnv3OPx4wiEsJECBAgAABAgQIECBAgACB/Qu4AwECBAgQIECAAAECBAi0IrC/ALgVoSn3oXcCBAgQIECAAAECBAgQIECgfQEdEiBAgAABAgQIECDQgED9Ye6iBMANPE4tENiHgDEJECBAgAABAgQIECBAgACB9gV0SIAAAQIECBAgMHaBRegb8WIpAB77MzV/AgQI7F7AiAQIECBAgAABAgQIECBAgED7AjokQIAAAQIERi/wIvQVAI/+YWqAAAECBAjsS8C4BAgQIECAAAECBAgQIECAQPsCOiRAgACBtgRKEJxKnf8K2C+A23q6uiFAgAABAgQI3F/AlQQIECBAgAABAgQIECBAgED7AjokQKBNgZL/pij/ySkaCIBLN+dp9upPm8OLAAECBAgQIECAAIE7CziRAAECBAgQIECAAAECBAgQaF9Ah3cTyLnmjzV5XCzvdtUhzqrzWa0r96yHSgg83gA49RG11oa/tbtaceurPsBNdesATiCwQ4G+/C+UbWqHtzYUAQIECBAgQIDAdAV0ToAAAQIECBAgQIAAgWsC2/x31evOvTagHQRGJrDID4c06Zp9LirnWdSKfhbRl8y0L/vLYjHn/qZfAA+pGXMhQIAAAQIECBAgQIAAAQIE9iNgVAIECBAgQIAAAQIECBC4KlCD1LpvuazrY6rx/gJ4r8q5jL6ssrrmXf8d5VprDo1/lw4IECBAgAABAgQIECBAgACB9gV0SIAAAQIECBAgQIBAUwIpd9HVaqqrBzezDH1Xlw8e1AAERiVgsgQIECBAgAABAgQIECBAgED7AjokQIAAAQIECBBoTyCnPvpS4/0FcEmvo1ak8nRuqnLozu/V0LeuX74wlV2X6vJhWwQIEGhBQA8ECBAgQIAAAQIECBAgQIBA+wI6JECAAAECBEYpkCLlZXVlfVHLVnIqYeb5Rne+HPEilbmvq7L7Xu+Ks6w6QF8+asWlqDm8CBAgQIBAUwKaIUCAAAECBAgQIECAAAECBNoX0CEBAgQIjFeg5peXZ18T0hd7cuTUz6uBAHjR1kqovdhx789KtazNg8zPKta7u/fm+zlKgAABAgQIENiLgEEJECBAgAABAgQIECBAgACB9gV0SIDAiAVKIBmrtbmVUQfANYCNS82uNn7b+iaYxcibznCMAAECBAgQIECAQAsCeiBAgAABAgQIECBAgAABAgTaF9Dh/QRSGkJmWDPP9fO/fOTFXLucc2yq9cMdf2+KPuZV5p9K1SC4LmvV9bvVah8VZVl1/2I95W7xN7TrritVUXM5rdaVQzvb7MoXq1YdcPU51W1FoC/f/U1FiAABAgQIECBAgMAGAYcIECBAgAABAgQIEJiwwKb/brkemzCN1icgsJq5rVuvBHV/ienq6sEr577kt6s1m2/3JR+tFWVZq/7J5+XkUgksl7lmt9y5WE79s6S5lwgW24vPSwdsECBAgAABAgQIECBAgACBEQuYOgECBAgQIECAAAECBAjcJpAi3XbKAY7Xn6Rud5tmAuCrjaRiUWs7jnp2fZDLqtsTKq0SIECAAAECBAgQIECAAAEC7QvokAABAgQIECBAgACBEQrkqNlnrdsmfzU3ve38kRzPD5xnDYA3DdGXg6VSqbLmTaAFAT0QIECAAAECBAgQIECAAAEC7QvokAABAgQIECBAYMgCNeOstf0cc4k3lzXaADhHF/NKKXKp/uIn2Lms5aJSqywu3qXrciQuVWz56sv5pZZDlS1vAgQINCCgBQIECBAgQIAAAQIECBAgQKB9AR0SIECAAAECgxao2eaySh4ZfaRcK8qyVg0o49orl93zKkeWV482AC49RG0iLgLduMOrCGx1/poh6xAF/MWRvqzWKgtvAgQIECAwOgETJkCAAAECBAgQIECAAAECBNoX0CEBAgQItCxQM9N5CFxyzLocdQD84kHN23qxubJW/w52rZVdO1hthG0HEoYgQIAAAQIERixg6gQIECBAgAABAgQIECBAgED7AjokQKAZgS53UevGhsrxKNVAklnD32Wbq+t137rtum+16nmb6+LsmpqXU5fbZdWbAAECBAgQIECAwCgFTJoAAQIECBAgQIAAAQIECBBoX0CHwxXI53/reHczLEHm+WC3BsA5l9tvqPNxDr9IfUStOc55JJvKslZEdGV/rSjLshmp9LCulsfrOeuqL9dfVBm+n1eOvoxXa3lNzrOIMp8+FsvY0St1KSKl+i5Vl4uK89dgn8/5/CyOK9Cff09vWh53du5OgAABAgQIECBwJAG3JUCAAAECBAgQIEBgAgI3/ffCy/0TINDihAXGkp8t57l4VClKrDOvGnfWWux/8dnXLLLUiz016j2v+refzw/UPRFxvmVxi0C6+fiGQzdf5AgBAgQIECBAgAABAgQIEDikgHsRIECAAAECBAgQIECAwBAEati7r3kIgLeWrUlvrcWFy2Q+97kk8nmxc2yf5kuAAAECBAgQIECAAAECBAi0L6BDAgQIECBAgAABAgQGLHD/nLEml/PKXaRS3YC7HN/U7v9cxterGTcjoBECBAgQIECAAAECBAgQIECgfQEdEiBAgAABAgQIDFWgBozL6sska5XFre8a+b44qW6l1Eet8QbAJb2OWjFvp3RXlvVvW9cqW/t9l3ut3ne+XilL1TnV2u8EjE6AAIFdCBiDAAECBAgQIECAAAECBAgQaF9AhwQIECBAgMCgBZbhb13eNtGSRcaySl5ZMslULqsVUVbOL69nnK+OdVGau5j66vrFzj2t1Hut1p5uY1gCBAgQILAXAYMSIECAAAECBAgQIECAAAEC7QvokAABAgTGIVDC23mK25fplvXyuf27Xlev7+cR8fbXD+6KZRA7uImZEAECBAgQIEBgeAJmRIAAAQIECBAgQIAAAQIECLQvoEMCBEYqkO8+71QD38XpNT9eVgO/AF409bDPCnlT3W3knOv1dzvXWQQIECBAgAABAgSOJeC+BAgQIECAAAECBAgQIECAQPsCOtyNQF75s8q7GfEwo4w6AJ7/7rfkrjXNvsrVl4O1ru6/up1KcLupVv9e9tVrl9s1/K2VUoquVOzwlfvy1cp99PNlXb9cO7yVoSYo0Jfv/6aaIImWCRAgQIAAAQItC+iNAAECBAgQIECAAIGGBDb9d7v1WEOtaoXANYGay22qaxfcY0dKKUqMco8r73ZJnX89M5ccMJcb5f7Fr3nr/vVVz1lWCUnnJ9Vl3TffqB8x6gB43sFAPuqDKd+DgczGNAgQIECAAAECBAgQIECAwKqAdQIECBAgQIAAAQIECBDYVqDmf9te8/Dz0x2HqMFvPXW5rOuLajcAzgWnVpTlolefVwVsEyBAgAABAgQIECBAgAABAu0L6JAAAQIECBAgQIAAgREIpEi5K5W2mOvlX/4uL+yWK+Nd1lS71roOtgFad719BNoV0BkBAgQIECBAgAABAgQIECDQvoAOCRAgQIAAAQIEthGomeOytrluWOeONwBOJdGuFcuHUJcVt4S+fvlbIRQBAgRuErCfAAECBAgQIECAAAECBAgQaF9AhwQIECBAgMBWAjVrXK3zLLLmkcvaarw1Jy/HKctUqos+UrnlokrGueaS++wabwC8sdvdAW28jYMECBAgQGB0AiZMgAABAgQIECBAgAABAgQItC+gQwIECBCYskCjAXB9pDUErlXXFQECBAgQIECAQCAgQIAAAQIECBAgQIAAAQIE2hfQIQEC9xDI5ZpaZXHEd5e7qPXQKTQcAD+UZvX6+sBvqtXzrBMgQIAAAQIECBAYpoBZESBAgAABAgQIECBAgAABAu0LY1sE4wAAEABJREFU6PA+AjUDvM91u75mdz9sfXAAnHOOddWf799161fHy7kv919Xi3ldPX/b7VT62FQRiy9FSrt7KFfnmCJd3XXn7Vzmv6nuPJATCRAgQIAAAQIECBAYq4B5EyBAgAABAgQIECBAgACB0QjUXKtOti5vqnp8N1VzvmWtG7FEqXml1p2yzb7zsVJZ1oqyjCjjzytFn2Je2wy5cu7Fah3xYsMKAQIECBAgQIAAAQIECBAg0JKAXggQIECAAAECBAgQIEDgbgI1CL5y5ppdV84Y5KYAeAePJaUSx+9gnIMNsXKj5f/nxMouqwQIECBAgAABAgQIECBAgEALAnogQIAAAQIECBAgQOCOAjXpzbH4q8D1kpr9jTdGHe/Mq70iQGBrARcQIECAAAECBAgQIECAAAEC7QvokAABAgQIECBAYJ1ALjtXq2yufddz+njAv9Ia27/O7xnlvttffOmKZgPgXIL5TXVJYQcbKZUb7mCcYw3hl8DHkndfAgcVcDMCBAgQIECAAAECBAgQIECgfQEdEiBAgAABAmsFasB6uZa/+E0lVKwVF4lvPS/Kq4SxaaXKnt2/673KPaIudzN6swHwbniMQoAAAQIEWhHQBwECBAgQIECAAAECBAgQINC+gA4JECBA4P4Cyx971iC2VA1+7z/YFleWe9WzU1nWe9Zl3X5ACYAfgNfipX4J3OJT1RMBAgQITF4AAAECBAgQIECAAAECBAgQINC+gA4JENiRQIo0/0Vwd/F74B0NfMswJQCen7Fczjfu9dHd66rBX5QGP0MTJECAAAECBAgQIHAIAfcgQIAAAQIECBAgQIAAAQIE2hc4VId9fng4efe51nttW3cfffOZ484a2wmA0/ILUFtKJZmPeUX9k9lrqn4/a4XXWoHlL4GXy6snpZTmu7rz5Xxjxx/L/yWynMO65Y5vaTgCBAgQIECAAAECLQnohQABAgQIECBAgAABAgQI3EtgUyazzG/uNfCtF62Gesvsb9vlrTeZZ4jzaPHaqTX/SpFL/pWji5xL7rha184fxI5rkyizvrZvpDuWD3+k0zdtAgQIECBAgAABAgQIECCwMwEDESBAgAABAgQIECBAYPcCNRje/ahDG3ERAh9vVvX+D7t7QwHwwyAednUNnx82wkGudhMCBAgQIECAAAECBAgQIECgfQEdEiBAgAABAgQIEGhUoP5qt9Z926vX1tp8fc39am0+a/dHS/A7/7VxWT5wcAHwAwEj6heg1oMHMgCBvQoYnAABAgQIECBAgAABAgQIEGhfQIcECBAgQIAAAQI1t1tXt8lcvaaPeHgWG3d+1dvf+eTNJzYcAFel8mDW/iPAOXJ5YJtqM9vq0XqfWvVeZZnKstbqKdYJECBwXAF3J0CAAAECBAgQIECAAAECBNoX0CEBAgQIEGhOoP5ad7VinsiWkO/GZcnq4kWlnGO11l8f5ZWjnBgvfvhZtstW1Jyx5n7Lmu97wMfFOCVPXI59MVzt62LjQSuNB8A32Swf2k3H77q/jnNe82dS1+96rfMIECBAgMAhBNyDAAECBAgQIECAAAECBAgQaF9AhwQIEJiaQA3mrtZdDVavu3LNMm2uIXINa68cHstmwwHwIR7ByhfkyNlv/T4eomP3IECAAAECBEYkYKoECBAgQIAAAQIECBAgQIBA+wI6JDApgRrI5Vj8qnf7xrscUeseV0bkQ8Sq9R61tp/h6hUPH2F1tNGspx3OtI5Vqw65XNb13VZKKXIu38rdDms0AgQIECBAgACBRgW0RYAAAQIECBAgQIAAAQIECLQvMK0Od5WT1XGWtVkwpfPsr56++dQdHD2/1w5G6mqouKl2cI9hDJHqk6lVM+8UdXNTbT/pxbhR0/9a2w9w8xXly1Xe8wC4Pqt6YiqtXKqyc7ldVnf+rvddVh28rtelIkCAAAECBAgQIEBgcAImRIAAAQIECBAgQIAAAQIENgrUnGdTrbu4np9SWndoh/u6SOmk5HhddHESXVnvyj27LkXXRamyLNtx/lpmY4tlKtctK8p6XHv15cRaUf/E80XV01LZtVKRIvdRPuPKq0wial3ZfdfNmiHWmo9RxlldX3O3m4atzyLnHDcty8g3Xdra/pKYzh/kOPtKqZs/xNXZl69hLKvur+t1qQgQIECAAAECBAgQIEBgqgL6JkCAAAECBAgQIECAQBsCl3OvmvPVvpbLur6uLl+17oyb99VrL1dKdXt5xer6ct8wlxMKgPf1AOrDrrWv8e827sYZ3G0IZxEgQIAAAQIECBAgQIAAAQJjFjB3AgQIECBAgAABApMWqOFwrX0g1Eh1PGlcne0+FEY9Zi7Pb1m3N1K/SLVuP3N3Z9TfnPeRo1aU5Yva3T2M1IqAPggQIECAAAECBAgQIECAAIH2BXRIgAABAgQIEGhboIR38waXy/nG+UfN6a7W+aFRLWoPJQMs+d9Dpy0AXhG8e+i7ctFF/FofSHkwqSxrrZ6yk/U6dqnzh17XlvOdL8s95st13/tyzJsAgUkKaJoAAQIECBAgQIAAAQIECBBoX0CHBAgQIECgIYGSs9UsbJ61LdeX7a2LNeeJWTnh6rLsGs27zr32Wpe7mfQ6qd2MPLhRajJa6/aJ1SB1eVZdr7XcvrysD+K85kPX9ctn7HbrfPz5l345cv1C9HHzHJfnWRIgQIDAtAR0S4AAAQIECBAgQIAAAQIECLQvoEMCBAg0LFCzt1qrLZ5HZau7FuvlQFqpKOuLAyP4PJ/rfP4l96vLB856OgHwPCG9+i1Zr3d31zreeZ0/m/Uj7nhv3v6x3b2nHc/VcAQIECBAgMDhBdyRAAECBAgQIECAAAECBAgQaF9AhwSmJjDP4mpGVqvmc6sAZbtmgcuKsr16eBTr8wbLTJfLsnrPdxW656VDv+xQD7bep1b1WC7r+j5q3+PvY87GJECAAAECBAgQOKSAexEgQIAAAQIECBAgQIAAAQLtC0yhwxqDXqoSky231/dfTpgHv3W5/oxt9+Z6w20vGsD5twbAuXS2qQbQww1TqA+3tres9aeV9mJZ9U+K11pu12Wcf1FySrFay/1x8ar3Kfesv86tdbF/ByvziaQyk3qPWnXMulytuu9F1V/8XqpyaLldVh/0rt+HlNKDxtjVxXUum2pX9zEOAQIECBAgQIAAgREImCIBAgQIECBAgAABAgQIEJgLbMpO6rH5SQP9qPOruWtf8rFrVYK8PurR5eRrXrWs5b6HL1NO0cVJpD5FKrlfKvddrXjgq3ZQqwwf5VaLKmPWfbXK6qb3rcdqgnjrSW2ckEobtcpiq3e95qbaaqCDn7w663rzul2XigABAgQIECBAgAABAgRaE9APAQIECBAgQIAAAQIEpiqwnwSsjppjF3Hs+udy88j1zuuvueteAfAaqXSz+JWz6wNYVFevqXXljH1s5rveZ+XmV3uq27VWTmlydf7/JXIfsCY1NEWAAAECBAgQIECAAAECTQpoigABAgQIECBAgMDkBRZ5XcRyGSN81bnX6LYuHzb9/5+9e9FOVUkCANrt/f8/niNThbYhxjeggDtjpaHp58acWSsVvDnKuBG+tHd7HLt85I302I3PPHFG8fWVAjZNgAABAgQIECBAgAABAgQIbF/ADgkQIECAAAECBJpA5s8y2vm0ZebcWkw78vSjbTgBnLdgH2KXIq/FpRuvfDr2PFrz7H3pWr6lMlq7T5YtQZ1l+/zwXE+ur197nnxReBL4i262raaAIECAAAECBAgQIECAAAECBLYvYIcECBAgQGCDApm6bNFntWKP52VUvfGVecHzeHn6GnnLYZQ4Pw2W+zydjDpIwVEDLKdzomS0FeWtaMfn5a1r523/nmfvTKxm/L26zJpcc1vZUKnVKQkQIEBgKwL2QYAAAQIECBAgQIAAAQIECGxfwA4JECDwDQKZ0TqPz+w782yZFzzFZ5bx8KzbSQCneP9xzA/v/eWGW0Hrf2TiHZtPBL+MsbKOngRe2Q2zXAIECBB4TkBrAgQIECBAgAABAgQIECBAYPsCdkiAwIYFMguZMW6L40cYN//LvbtIXO738e3qCJnevHrRhaMApSOEggABAgQIECCwcgHLJ0CAAAECBAgQIECAAAECBLYvsOUddiX+lwnALW/y5t6my9qtMgEct790/RO/ufwW52KJlNfO69t5fqb2rQTyoV3X7WOuQ5R99IkY1uUyMrJ1jpaRxzl7Rh5/MvLp3j5uLCLX2beJxZ+XN7qt+lLXxbsoYtWbsHgCBAgQIECAAAECBwHfCRAgQIAAAQIECBAgQIDAZgQ2ncPpInc5jBLnp8iM3eE2NoOzMnKWj+W3ctTDSCv73jb8s+xEyfipcXQQeEQl25zHobfvBAgQIECAAAECBAgQILBcASsjQIAAAQIECBAgQIDANgTyub3M/21jN5/dxWoTwH/ZWvry75XLNbn17HP56q3afEr2/Po+h8o4v/CJc3MSIECAAAECBAgQIECAAAEC2xewQwIECBAgQIAAAQJfJpA5uoxPbTtTgTl/lnOsoR+7Gz9yZkHHj7K4EVJmH6vKiOLPa67b8mciFQTeLmBCAgQIECBAgAABAgQIECBAYPsCdkiAAAECBAgQIDCvQGYb/8wQlfNlGWPwkrnNjD8zP1WxsQRwg8ny3CG32mK+W3M+q3MCBAi8UcBUBAgQIECAAAECBAgQIECAwPYF7JAAAQIECHyNQHsitpVzb7yLFOKvOE4Y1aVfw/F8iiLH3EVKs3ZdjL2P6KYYth8jM6L9wTa+NZgo8y6UKLexMbsgQIAAAQJ3BFwmQIAAAQIECBAgQIAAAQIEti9ghwQIECDwToFhpjETtvPM3WbJssW4mTaWAG4YcQsyPV+ibFVKAgQIECBAgMBWBeyLAAECBAgQIECAAAECBAgQ2L6AHRIgUPKJ2Yz5KDK32OLvLNev/G37fE2N/R2ijPzaWAI42UeKbLB7+1uBZ8sNUjy9pX3XlYynO+pAgAABAgQIEHiTgGkIECBAgAABAgQIECBAgACB9wu8O3fw/h2+f8a6mDTfz0J+jub0mH6WVSaA6+DJ3i4SdD9RStfViO4UP7djH4ctMhUapyNe+QnTw8i/NujPY8wasZRXcJQxcWkftR6ML11bW93Pe+fnPTOsa/vJf8gz2rmSAAECBAgQIECAwAIELIEAAQIECBAgQIAAAQIEPiiQeYOMTyxhmMu4dPyJNU05Z59zu5DO20cSLmPsXF23j1xiRuYWf6LsY9L9vrT5Y7o+K9nKsfOe+ncxT0TXR85/yL39K13JOLU7HDz9fZUJ4Kd3+adDoP6pU0Hgr8DhB8/75a+MGgIECBAgQIAAAQIEPitgdgIECBAgQIAAAQIEPimQ+YNPzr/FuWufal3OzuqcS8nUU8ZMc0yYAJ5wqNGbzbW0uDbYPi7MKBujv/0144T5lw4zDm9oAgQIECBAgAABAgQIECBA4FEB7WzzJRQAABAASURBVAgQIECAAAECBAgcBeRvjhBTFV3kFzOmGu+pcWLu0uKpjn8a5yh/Kr+nYp4EcI7a4nss7fTTAuYnQIAAAQIECBAgQIAAAQIEti9ghwQIECBAgAABAjMK1H0pGeXvV8v9Zfn36hQ1MXdpMW68EQng6NpnwKPss9G5kOFxnn9X5A0/j7UK5F+M/IrYSDuPQy8CBJYlYDUECBAgQIAAAQIECBAgQIDA9gXskAABAgQIlF0kojJaziY/prgd43lFoCVcswzcC0Nk7XlcaPZiVY6cc2e8OMSFbpmxvVD9QFWu54Fm39YkWbr4aTvFigFiG/2nrWeZ22hlHgsCBAgQWIqAdRAgQIAAAQIECBAgQIAAAQLbF7BDAgQI/BbInE1G1rYyj787+izdCILsn4nYLDN+hsqzU+4vwPP85+pURzl3i3FjPpEAvtO0fxp43GLW3Dtvep8tXfMmrJ0AAQIECBBYl4DVEiBAgAABAgQIECBAgAABAtsXsEMCBB4QyJTsMB7ocrVJjnP14owXMhfbYtw0OcprI0R2+7WO7+71noWe3grvme4tiLmnFjlhHmcpCBAgQIAAAQIEPi9gBQQIECBAgAABAgQIECBAgMD2Ba7tMHM2GXm9lXn8nTG1wPqTfTcSwHEpn+o9Rbxl8rhEfRyWsi+lRpTj1/C4b5PtMo7XZypqraXW61FKLeXXenJNGVHdv3IP5/HzRql1V+qFKLtdDLsr+eRvRg6Vo/z0zJr5o+u6citeXUHu6VfEQKfzmLPWGjXzv27tLa/NvwIzECBAgAABAgQIEFicgAURIECAAAECBAgQIECAwMwCmYO4FTl9Xt+9KV+S82XsIz2TccrZRGU7jsPNvNqerpU/G83MXIuf2ntHtf5X6tWIHGAJ6HuDTHI958n5Mv4M+HLF9dHS6tKw1+ovtV1t3VdscrV3x8IJECBAgAABAgQIECDwvQJ2ToAAAQIECBAgQIAAAQKXBZ7N72Xy9VpcnmEttdcTwH92cN40zvsngv80VPFugTfMl39h8YZpTEGAAAECBAgQIECAAAECBAhcE1BPgAABAgQIECBA4ExA/qaBRPK3RpSMVnepHCZ8L12/Xdf3jimyvN3ylauRez19qvEr/X/65Eg/Z8OjeyuPzQ2br+/43gbbBzqvfqPruzVW/JSAxgQIECBAgAABAgQIECBAgMD2BeyQAAECBAgQIEAgBTJvN4yseywyWX6IeznCw3g5y+Fo8D0qH+s96PPwYeYmWzzc6WLD6wng9t/4zf+2b0aetyFW8OTv4QaWcq0s/Wd35/aHUY5fcff6o/Oyr+y/5R8RDCMrc6T5bnrOIAgQIPBLwAkBAgQIECBAgAABAgQIECCwfQE7JECAAAECBHqBzNtdirwYGbpMCvb5vzxvUSNXeIjSX4t25fpXDvErjk2zV58XPJ5PV+R+pkn6DteUOcvhueMUyLuYZR8J36KvuP0tm95u4SoBAgQIEJhAwBAECBAgQIAAAQIECBAgQIDA9gXskAABAgQeF/iV4Bt0y/pa9n0C+FDdkryHs+vfh2m/HOV6yymu7GOQFnE44nUjAZyXMq6Nntcyrl1XT4AAAQIECBAgMIuAQQkQIECAAAECBAgQIECAAIHtC9ghAQIDgUzFZgyqLh5mmjbj4sWfjw6+cnkr1dczuGmYsZGdvm0rN95TG6G0DQIECBAgQIAAgQ8KmJoAAQIECBAgQIAAAQIECBDYvoAdDgWGWb48zhhen/I4x25RBs8MR+64TPtVay0507SjHkYbJIDjsBvE4Xrs5ljXzk/l4RHkbt+Vi9Ht+/pT88kPDvOXcqn8zZVnGdmy/3zuOGmPdl8sB2vtch99xD77MvYV5T7mzWj9s0uOH0Pn4WKi63Ld12MxC31xIVvf34ssuhEgQIAAAQIECGxTwK4IECBAgAABAgQIECBAYCIB+YWJIGcfJjNvg8hEX582zbpLk2d9Rj6x2eLYrj+NazFGF7m+S1H2ke3b/ys18ms1coEZpe5L1+I41CRFrCemiaEiFxtzxUF7jS5zxMMgsd/DwRa+T72ZuANbYLEHAgQIECBAgAABAgQIEFipgGUTIECAAAECBAgQIECAQHkqBfhKfu9ngld6P3OHav988c98z/S91/YnAfynZV7K+HPhCyrqYI9pMDwfXPr0ofkJECBAgAABAgQIECBAgACB7QvYIQECBAgQIECAAIGvF8hEaRcp01pqfjxvHF0mqVHdIg6vvGpXYpzy8FcbMcuHO32wYWY3D9P/WfE+6jOiWOUr1x5376m1/0GI3vfGyTkyoqkXgTcKmIoAAQIECBAgQIAAAQIECBDYvoAdEiBAgAABAgS+SyBzbsM4231eupr8bW0v5fviWt83yquv2w2ujHp1tE9e+EkA52dL10h2nuKTy3pk7lz6eRz7Zdq+P7x+o7LJ36iR7d9F9J0H33KcsEmjY9RuH+0yuii7aLsvu9LFW25fShoWXwQIEJhNwMAECBAgQIAAAQIECBAgQIDA9gXskAABAgQIfKFAF3v+idp15ZDPyxxejWsZUZxeef4TXa2li9NhtKa7dvCn7KIm8nslyzhsr/50F/MfonS7dmXx5Y2VxkY3kciMfZzfsLu3Jd4ZpzZ5dzNOFRcPDj3ut7vYWSUBAgQIEHhYQEMCBAgQIECAAAECBAgQIEBg+wJ2SIAAAQJ/BQ7ZuMv1eS3j79X7NS2/18r7PZbeYtdnq/uM9Y1c8NJ30a/v+k2JXH/JW/74DrN1P2h8y+OMOLzxut/iRmeXCBAgQIAAAQKPCGhDgAABAgQIECBAgAABAgQIbF/ADgkQuCqw62rJKNe+4nrJuHK9Rjox4+LlDSX7fnKiseGLm11N5e0NPH/Pnu9R+jRz8UWAAAECBAgQIEBgcgEDEiBAgAABAgQIECBAgAABAtsXsMNXBG7lCPPapbgwTza7UD1XVVdywlfykfdX9JMAzrarehI4P9p5GLGBTNn3H1vdRSp2HxFlV0pWl7Ivw+iiXRcX8o8ALkWJ3qUkzzDK8SsGPR6dit6uxmm074/jcAWvrou3141YwRZWvcR92A/j/H6senMWT4AAAQIECBAgMJWAcQgQIECAAAECBAgQIECAwEcFMn+RC8hyVzMflmdzRI5dI7d3iNLn62opx3Ifc+/j9Ce3F3muzPfF9S4iOkbTrhy+svwdh9xg1g3zhofWJfuX9hWT9HnC0qdps0e7MlkZg8Z2YrhcS+QXS4njaV5/R4vJphn6E6OcL/78/HxN966ft79znsNl3GnmMgECBAgQIECAAAECBAgQeExAKwIECBAgQIAAAQIECHyTQCZeb8XnLDIF2GKKVWQyPXc6xVjnY0QCOF59BjvL4eU4X9GTrMOVXzqO5H+f9L907fm64e3I44znR3m5R/+3Bq/31pMAAQIECBAgQIAAAQIECBBYgYAlEiBAgAABAgQIECCwCIE+8RvpwNOTx7OtKvKzfd721QkO/eN7PlaccTZQ7uSs6qHT2HypOV4M0JcP9ZqoUU4+fqhYeTndwBgyjw+jxsnhYPC9b304z8sZh7OZvrf50jgjz2eayrCLFLAoAgQIECBAgAABAgQIECBAYPsCdkiAAAECBAgQWJbAu/JROc+tWJbKy6uZOZ8YCeC2tEwmHo9fffK3T/i2cfLmHMebpcilDyMmyUztg2tvTwQPyxih5KovRtyIrtbS1V1EtmxxbN3vPY9j//1xuz5VeRy7ZJkxHPf8fHjNMQECGxKwFQIECBAgQIAAAQIECBAgQGD7AnZIgAABAgQ+KBB5rnIpMheV9XMvLee5F3OvYcbxM4eYkcZ9mXtt82Xesx0/WmafYRz67fqndfsJDhXTfB+8AXLsjGkGftsoyX0eP5NHNridtAxyf549+oMZv+UcGW2KPG7R6pQECBAgsD0BOyJAgAABAgQIECBAgAABAgS2L2CHBAgQIEBgvMDu+hB5KeN6i++9MkgAd3Gc8TaMmK9kvG1CExEgQIAAAQKfFjA/AQIECBAgQIAAAQIECBAgsH0BOyRAYHaBX891zj7bKxNkbjbjlb4/fcaP0Mb6upxk23CWGQlxLPOB3DydLY7z/Bk/J27x5+KkFV2X80w6pMEIECBAgAABAgQuCKgiQIAAAQIECBAgQIAAAQIEti9waYddWWAu5lqK6tIGPlo3sd1q9n1A35UucsAZh/PB9/wY54xB1fAwP9Y5ou660keNstZSa8Z/UR6i5NgZw76THOfa9qXr/h0jfgza8T6Oj3F/qsM4JT9ru0Xs6/DR2LGnGKAeI4rTq4t9djX4+rJGz3AstdTY6yFKHEeUqb5qDHSYIw4uvLqoO4+oGvnKRO95DIfcfzgRXGsttV6P4VrXeHxuf36+xj1ZMwECBAgQIECAwMMCGhIgQIAAAQIECBAgQIDATAK1Xs8t1FpnmvXxYTP/kimY87xAO398pGdbZi4q8l8xeZsry59RIq+WebSfiomP0r6WQx7uelnKod2prJEjyyj5FXnC7pBDLPtY7yC6vj7qstnNiPEi+9fnD/v9Rp8sW9zse+Ni5BFLRK2HPOqxLPV0Xkut9cYA55diXW2dfXm4nnfxcOT7BYG8uaXcZs6rGeX0lWctTpUbO+jiBz+3tHvqTZg9BAECBAgQIECAAAECBAjcF9CCAAECBAgQIECAAIFvF2i5mO9yaBm2a2XTOL/e6lt5yPG1s5fKnOKljp/vJAF8dg/yXtZ4T5zi7PpHT/vJ+xX2R5/61vV/HdEVud9P3YGfebtIxGf81DgiQIAAAQIECBAgQIAAgdUL2AABAgQIECBAgACBxQhkXmoxixm9kJb/Gz3QYgc4PBEsAXzhBuVbucWFy19fFTnHkknHWuPtIwv8tveDiQgQIECAAAECBAgQIECAAIHtC9ghAQIECBAgQOBzAofkYf+xx59bxKwzd5EAzJh1kpcH76JnuwdxOOIVGbwXe3fRNaNEeTFC8MWhH+t2Pm/2anV5/HysJ+uftm2veXwtnjfQY50CmZDPWOfqrfoBAU0IECBAgAABAgQIECBAgACB7QvYIQECBAgQ+JDAMOmYOafMQWV5Hh9a3ohpM9k7jBFDzdi1JX6znGaavIPTjGSUDwmc//C18w8tx7QECBAgMLGA4QgQIECAAAECBAgQIECAAIHtC9ghAQIEFiBQMxGcScgscz2ZcxqWebzuaMngZe0izWNF/ZOqYZ9lnI557UrezIwxo/zpG4srLf5cXHxFurZY/GItkMBAIJ8CzhhUOSRAgACBNQtYOwECBAgQIECAAAECBAgQILB9ATsksBSB/pN/zxaTGdOzqjWfLjv/d0wEl1a+Lr07dW1J/FOFg2sCyd7iWpvP17cVXis/v0IrIECAAAECBAgQuC7gCgECBAgQIECAAAECBAgQILB9gbXtsFYJxTXcs58EcD6xm08CPxrH3XX7rpyi+xe1+eRvFLO/cp5h5IQTbtIDAAAQAElEQVTtPI8PkU9D3opDq+vfa7cvLUoYdRlh1PXRkqvX+3/mSlvXvfK11dVaS6310LnLOQ6Hn/h+697mtU+saQlz5t4zlrCWW2vYx/tnTNwa2zUCBAgQIECAwIoFLJ0AAQIECBAgQIAAAQIEZhbI36Hfipmnf2j4Wo+5mIdaj2mU6cKMHCPLjOPc+chsVpda4lf68T2uXXpSuG+zvG+5/GEsZYXH3GqY7iO6QwxyrmPXGXdp7BDf3P+zyc9vlrd3AgQIECBAgAABAgQIbFPArggQIECAAAECBAgQILBUgRoJ4LrUxVnXQEACeIDxyGG+rd/+lwKPLEwbAgQIECBAgAABAgQIECBAYN0CVk+AAAECBAgQIEDgowLbTxu2HN/LzPn0c8bLA7yn4/bv5AyOfRI4xs0yCi8CswoYnAABAgQIECBAgAABAgQIENi+gB0SIECAAAECBAjML9BFci9j/pk+O8MgATw4LPsLq4rrmdFucaFFyWsl2l26NnldzjOMnKCd5/H0UbtSMsriv+LdWx6JxW/EAgl8u4D9EyBAgAABAgQIECBAgAABAtsXsEMCBAgQIEBgJoFM9g7jqWkiL1gy79nyn3351Agfa5wZ08cm7zf5WFOtliBQYxHXIi6VvKEZeSwIECBAYHkCVkSAAAECBAgQIECAAAECBAhsX8AOCRAgQOCdAi0Z/PScK0up7Upmq/t4eqs3OmReucWNZiu9VOMmt1jfFmLxkfytXVcyShyvbw9WTIAAAQIENi5gewQIECBAgAABAgQIECBAgMD2BeyQAIG3C4zN79XIqfbx9pU/N2FmaQ898mHRw9Hl7/euX+6ldlEC3aJWYzEECBAgQIAAAQJ/BdQQIECAAAECBAgQIECAAAEC2xeww7kFxic282nhS6scP/KlUaet25W6L32UKEv72rWDQRnXW9tbZT9OtD2VgyEmPRzOkcc5eJYZebyt6Lp96bqfBG4eZzy6y3za9yd+erW/dLhW/rRc51Ea3Yp17sqqm8A+fiZuRWunJECAAAECBAisRMAyCRAgQIAAAQIECBAgQGAigVu5gbw20TSGWaRApmgzdqV/Wrc9tRtlyf+m743o6q4copYu2rXMXI199rm0afKfMdq8r928wxudAAECBAgQIECAAAECBAgQuC+gBQECBAgQIECAAAECBAgsRyBTvr//Q6qHmuWs8NZKJIBv6Xz62ozz543PmHEKQxP4uEB7OvjjC7EAAgQIECBAgAABAgQI3BJwjQABAgQIECBAgMBMAvnU6q2h712/1XeN13K/Ga+uPZPAGa/2v98vs3cZ91veajF+hFuju7ZYgX2sLCMKr4UKWBYBAgQIECBAgAABAgQIECCwfQE7JECAAAECBAgQeJ9A/nd9Mx6dcZjszY+DbvFo/6vthgNfbfT6hRUngHPpw0iEdp7H3x351wvD2PXv5nw31dIffjeP3X+ZwAqfBP6yO2S7BAgQIECAAAECBAgQIEDgKwVsmgABAgQITC4wzA31xzFDX2bmcnDc6vrMUVzL87i8+lfu4zzapmKb7fBqed43fbJx9s38Wh9Z8WrUfSkZpZU5cjl+ZZ7zeDiymG6kkQtZd/fhzVnyTtrbtPRJ4HyTLnm11kaAAIHvFLBrAgQIECBAgAABAgQIECBAYPsCdkiAAIH5BDIb1CJnyeMsW+R5i6zL4yy3GL/2FieZG8t4ZK/R/E+zzAhm/yz/XFxQhQTw6JuRtzhj9EBvGiDfrufxpqlNQ+DDAp4E/vANMD0BAvcFtCBAgAABAgQIECBAgAABAgS2L2CHBN4okE+03pru3vVbfbd+LbN/Ge/dZ6ZuM8bNOn6EcfPrPZtAviWvRU7aksB5LAgQIECAAAECBD4tYH4CBAgQIECAAAECBAgQIEBg+wJz7zCzP3PPsabxM1M2dr39GCuDXXECeB/3axhxmp+X3UcePxZd15Vb8dgo2SrXEm+B/NzujKz6WMSe6iFKiTVF7OO8HdfY8yE+tsDFTHzr3ue1xSzUQiYV8CTwpJwGI0CAAAECBMYLGIEAAQIECBAgQIAAAQIEnhDI3/Fm8/w9/rXI698Qmf5psYuUUDtue8+PK87jzF/21/JkEH+utzFqLbX+jcg+DXp/8HAfebkL0XX7yPvFtePS2v7ytN9/nyPL65cidlcjmzaM6JhjBEscjX7F4JGa7SJKRCvz+BQTzBFDxOjx3Wsigclu/0TrMQwBAgQIECBAgAABAgQILFvA6ggQIECAAAECBAgQIDBOIPKVJePeKPfa5PWMe+Os+/qtXN6taxPveuapJIDv3K+ui2z/IO40n+byBKMc/ophgoEMQYAAAQIECBAgQIAAAQIECMwjYFQCBAgQIECAAAECCxLInGTGgpb0ZynyX39ILlZIAF9kebVy+38X8aqMfo8LaEmAAAECBAgQIECAAAECBAhsX8AOCRAgQIAAAQJTCAwzU5m87T+ueFj5wCR9v2jX+mYZpxt93cK5de0dHMOPpR4334oTwLn0YSREO8/jeaI9Efx39Jw73hj5ed0ZfxvMWtP+4uFQxjr6h/3vlbMuyeAECDwvoAcBAgQIECBAgAABAgQIECCwfQE7JECAAIGRAjXSH5mvGTnMKrsf8kClZLmLzG2WJb7isGTiti/j/NFX3z49Ix7t8852ub9hjJ87N5o5vUtRe9fhfDUm7M+jnOeVd6AlfqebIXc33WhGWpBA/5aM9Vwr45IXAQIECCxIwFIIECBAgAABAgQIECBAgACB7QvYIQECYwW6Ev/LnNnYgVbcv2V+Lm2hTwJHg1eITn2j/6Wxv7Wu53gF9GmwlgjO8unOvzpIAP/ieOUkb3vGK33n65N/9ZEx3wyfHbn/a4u3/LB9dp9mJ0CAAIEvEbBNAgQIECBAgAABAgQIECBAYPsCdjiJQPfh3EDmXjIm2czCBmm5lywXtrTTctI+41Qx40Fm/zKGU+R5+mQ5rF/asQTwJHdkibc5/wW8FZNs3CAECBAgQIAAAQIjBXQnQIAAAQIECBAgQIAAAQIEti8w5Q4z+zPleMa6LHDROSqXmBU838GKE8D5+PMwcmvtPI/njfxs+Z/Ylzze7+OuzzttzJNz/UTZx54juu6nLo//lX35F/8rJdd0Le4vtv8rhuh+XuZfV2Td/RGmaZFz/YpphjUKAQIECBAgQIAAgU8KmJsAAQIECBAgQIAAAQIEFi6Q+ZBhfHq5p49pPi4kz/Mwk5Kv5FGG/XKcpUTby/l69rHgjPP6x88j6RU5tHIxupKev+I4cEx7+O8DH8+fLN7efMUJ4LdbrWzCfAOvbMl3ltv/cEWbLKPwIkCAAAECBAgQIECAwIoFLJ0AAQIECBAgQIAAAQLTCmT+pMUzI2efZ9qvu+2t/Nnfa8OaNTlJAL/8Lk26jJcH+NvxiZprf/nwxBDRdPi2jdOVvfIHbRqHlW3ccgkQIECAAAECBAgQIEBg3QJWT4AAAQIECBAgsHqBfCo4cxSr38hxA8Ocy5b2ddzeZEXvNNlolwbK3GPGpWuP140f4fG5tHyrQL4Fr02Yid9hXGu3nPrhbnLlubIs22P4eb72sH4CBAgQIECAAAECBAgQIEBg+wJ2SIAAAQIECGxDID+GOHMU29jNYReZi8k4nG31+60d/r02rOnzUsGSZRTjXsOBx410sfeKE8C59GHk/tp5Hk8dbexWTj3+7fHyry3aX5Pk8e3WeTXfObnWLFtkfbwt+wGizNM+hsd9xce/5Ypzvy36JceqcqX5D2qWcepFYCsC9kGAAAECBAgQIECAAAECBAhsX8AOCRAgQGAFAi0v0crMV7RlZ9K3HSvXKpB3NPNnl6KWzEf9iuM2My/V56dqKXl8rH6+qPtSMkorh6PlmsokX9ONNMlyDDK9QLwTS8a1kfON1eJam+XVtx+y5a3MiggQIPCsgPYECBAgQIAAAQIECBAgQIDA9gXskACBrQhkEjhjK/sZ7mN92aLh6qc/vpRd643iQpbTzzjdiCtPAC+dd7obZSQCBAgQIEBggwK2RIAAAQIECBAgQIAAAQIECGxfwA4JrEAgM27t4bssV7DkjS4xU7cZ47Y3foRx87/ce7erpct348sj6EiAAAECBAgQIEDgcwJmJkCAAAECBAgQIECAAAECBLYvsIYdSret4S49t8bVJoDzE7a77l8kgfex44wo8vOy+8jjqSPnGMbU498eL//aIj9SIMuM263XfzX/sRnusx3X2Nqvz16PhrfOo/lXv7qui5+R6/HVODZPgAABAgQIEPicgJkJECBAgAABAgQIECAwWmBXa7kVxddDAu2/9dvKPg8x6BlpiNNZa5PlqXLlB7m/zMFkrHwrS1z+3zV1kZrNKIMyj0/xt8srNTH6K90+36fW/BHsSl98fjlWMINAd2XMvPOPxJXuqgkQIECAAAECBAgQIPBBAVMTIECAAAECBAgQILBogUxOZCx6kRa3eoGZ32OrTQCXyAB2M+PcfvO0p4Fvt3ro6guN8i8xMp7vmnARCdh3bsdZ9hW+ESBAgAABAgQIECBAgAABAnMIGJMAAQIECBAgQGD5ApkuyVj+Sidf4Wt5p8mXYcAJBNabAJ5g8987xPBfrsyivxLfqzf1zo1HgAABAgQIECBAgAABAgQIbF/ADgkQIECAAIF1CLSMyTpW+/wq2/5a+fwIW+6RKvkAaJYZ795rzt1i3NzrTQC3z8f+9ZnYuZ2McSjb7J1J3xbDHeYb+JUYjuGYAIFXBPZdV/ZddzVeGVMfAgQIECBAgAABAgQIECBAYHECFkSAAAECCxbYR+pkGAte6uil9dmg2G8+6TuMNnDNBu3kq8rceCZes8yNtzKP546cK+fOmG4u2dLpLFcwUvxU/1plvKnypzmjxPGva04IECBAYF4BoxMgQIAAAQIECBAgQIAAAQLbF7BDAgTWJtCSwWtbt/WOEWg5slbmWHk8bVI2R70dOV+L2y3vXd1QAvh8K3mecY9gjdfbmy7LZ9dfS1czSl/GtzyIQc6Tw1H1wVfurDs+GfnBZZiaAAECBAjMI2BUAgQIECBAgAABAgQIECBAYPsCdrhKgV0kKDJWufgJFp3PDGZMMNQKh1hWrmwM4KozpLVGIjOShGMA1tk3/vXpF97K/uTFb/lmzhh2z3FbDOvfd7zf5184HOZrK7lUHlr4ToAAAQIECBBYj4CVEiBAgAABAgQIECBAgAABAtsXeMcOL+VNbtW9Y03rnOM8T7bOXQxXvdoEcNf9i31kknBf8vgQXRxnHBLD+QRpNNrQ67DfVzfUxfs3o5Q4uBglvuKfhvzTjhYlzqP2z6uOW8uf8c4qaj3ew1hq3OFyLa6s7my05Z7uYp8ZucJ8v7bI83dEm+9SmfPvv/IPLHLn80R6DuPeLMO2l47v9XedAAECBAgQWJyABREgQIAAAQIECBAgQGAygUu/MxzWTTbRgwPl75lb0/Z773a+5DKfoW8RAAAAEABJREFU9h1GW+u/yI/citbuU2Xme16Je+s9jRn5gbyn57HfdyXfZ/fGGXv9tI7IE106rnVX6o14bv6YpOyiSyuHx1H9/OvjPXIHH1/EawtYe+rvtV1P1yvfxMOYbuSpRqo11zfVaMYhQIAAAQIECBAgQIDAJwXMTYAAAQIECBAgQIAAAQLrEVh3jmrFCeB7b5HcWsa9dh+8PmLq0wO6L4yRz+5e7xZv6OGfUpQ4v9549iv5lyWzT2ICAgQIECBAgAABAgQIECAwp4CxCRAgQIAAAQIEVicwJg+zus1a8FHgfk4sW/TvjWOP6YvMbWaMG3n8COPmH9E7iW90zweEM2402calTOe+vtGW6/1tkbYtfl9511kmfjPeNd8n5jEnAQIECBAgQIAAAQIECBAgsH0BOyRAgAABAgTWKXA5f7LOvVj1awIXs29RmRm010Yc9JpkkMF4Z4crTwDn8iO6C3G20bWf5l8T7GKftY/z3cS7rWQiuEVX2j9Mw7L1Cq12eCq7WqNPi1P1xw5iOR+b28QE3iAwyRT531kYxiSDGoQAAQIECBAgQIAAAQIECBCYSsA4BAgQILACgX0k4oaxgiVb4owCXbwffsVxrqgumavL8lj1WlEjl5eReb2+zBxfG+pSBq9de66cbqTn5p2u9dBlulFXNFICZAyXfH4+vPb7ON5m+RY7Vo5+2x7HGV/Uuv635ngFIxAgsE0BuyJAgAABAgQIECBAgAABAgS2L2CHBAisVaAlg9e6fuueVmCYcVtOFu3+HmXZ7hvdaZEp1Lz9GXeaznI5324Zrw2eb4CMn9451jB+rrzzKFfwzvnMRWALAsOngfN4C3uyBwKbE7AhAgQIECBAgAABAgQIECBAYPsCdkiAwGYFMn+VMd8GM2uXMW6G8SOMm38jvT+V/H2EL9d2Ky6NkW/djEvXlld3bXfLW6kVESBAgAABAt8sYO8ECBAgQIAAAQIECBAgQIDA9gXscCsCmX0qZfZs2UwTrDgB/KhIbvFWlIm+4o2Qn9XdYqJR2zD5eeP7GLvrI2r7DxqPOePw0qt2+5JR9v/Kpei6f6WLNqUcxug/0iAG+j1sGl+JrplGpw++0uVWfHBpT09da1o/3U0HAlcF9l1XbsXVji4QIECAAAECUwsYjwABAgQIECBAgAABAl8h0MXvJHd+172Ke5336lYsfRO3ckN57dX113gP18if1SxL5NrO4s649y9nfi1iX3aRodvF6Lu+7I7nXYyQEcWoV2bxRg2g85oFHnkLZVLyUqx539ZOgAABAgQIECBAgACBdwmYhwABAgQIECBAgAABAgTWI/CTO8vs2Jzr/plp+lkkgKc3vT/iBC26UkvGBEMZggABAgQIECBAgAABAgQIEJhDwJgECBAgQIAAAQIECBD4gMD6E8Bzp98/cFNM+YhAF40yoljZy3IJECBAgAABAgQIECBAgACB7QvYIQECBAgQIECAwNoEbued8qOls0XGLDur+1JalHFfK04AB0I5RsMYluNcXugdmeguOFu8MML9LjF+ybjfcmyL/k2cW7oSY8cf1z9/tFoc3wPtvXAqx82gN4GZBAxLgAABAgQIECBAgAABAgQIbF/ADgkQIECAAIFVCWTOKfNNWQ4W3p/O89/o/ZklJmn5zZ/K0UfvySaOXubSB4gs6dKXaH0ECBAg8GEB0xMgQIAAAQIECBAgQIAAAQLbF7BDAgQIEFifQCRh+0W3sj/59S2v9BEpwf4hyl9XpzrJJHSLcWNKAI/zi95JGHe7ZMTpSl+7eNfmTla6fMsmQIAAAQLLFrA6AgQIECBAgAABAgQIECBAYPsCdkiAwLoFVpHqy2xexm3q+y1u91/u1VXcpKXwRfa3XIulrNE6CBAgQIAAAQLrFLBqAgQIECBAgAABAgQIECBAYPsCdrgBgUyVbWAbuYVd13XlVmSjdUR7JDpz2hlxXvext3+XYx/7jljH3toqY08lo52/XtZ4Ex+iKzXeA+VqArjrJ9lHQj1nPvTpqz74LRbTP3Fd497GymOJuYXfcbjvpffKlZ/HB5dv6l5gnzcsjrbx709sxIsAAQIECBAg8FdADQECBAgQIECAAAECBL5GoNZaaq1fs9/lbvSQD+m6Q57kb5m5s0isLHcDb1pZGhysfiYcvn/zOPONP1dvHM14KdfwE7nqQ+wis/c3Sjm0ze8zLuoDQx92/YGJTflegRrTXYu45EWAAAECBAgQIECAAIGPCpicAAECBAgQIECAAAECBJYrkAnF5a5u7Mq2lwB+VKTlDh9tP0W7CceY+kncqcebcKuGIkCAAAECBAgQIECAAAEC6xKwWgIECBAgQIAAAQKLFth28nMO+j6tGGwtn5bns8zT7UqNuD72Li5lRHHjdb/Fjc7rvnT+WPeru8lx4o6XjFfH0O8bBOyRAAECBAgQIECAAAECBAgQ2L6AHRIgQIAAAQIEPieQOatbs2cuaxi32m7xWu49jTKe318mfVs833uqHrn2jNvjbTcBnNnxYfSfed0w7sO0lo+V+YaJqDFui8c6Ptwq/6JgF/upfTzc7Usbth+/LPMtfim+lMa2PyVgXgIECBAgQIAAAQIECBAgQGD7AnZIgMCXCey7rtyKL+Ow3Y8KRH6qZFxaROZKsj7yWKVFnmfkeZZbj9xn+mT5/F5TMOP5nhd6tDxilDUi/yu+mQM8ROazzvvkun8i13ErWu9LI7VrGy8b1tht5pulxdix9J9OoL39pxvRSAQIEHhNQC8CBAgQIECAAAECBAgQIEBg+wJ2SIAAgQUIRELx5ioydXJq0HJbWZ4qN3pw3OMhyxp7PJ7H0cdfTy/lsfzmFyWAE2SO25g/LS3mGN+YBAgQIECAwGoFLJwAAQIECBAgQIAAAQIECBDYvoAdEliKQPdFab9Xzbtl5/Ty04AzXt1e6/cd74S8l23HSgIECBAgQIAAAQJvEDAFAQIECBAgQIAAAQIECBAgsH2BVe2wf9p060mz3GTGhTtzpfpCy9VXbTcBnI+5tzh97nk+BZwxx32LH5j8y4oWE0+Rf5Cwj/10fUw8+IXhTk/BH6/t4oci3yy5jox9bjfieFlBgAABAgQIECBAgMCPgCMCBAgQIECAAAECBAgQWLlArbXUej2Wtb3M4GRcWlUkePrqGt+zTZbnEZdW9uq6fbke/2I3mQ9sEaf9K/fdHzzwLd0O/Q+5uTiOHF1pcRjh+e/HPGI+5VvzuOQ9+YnMv2XcG7jbd+VW5Ij3xnD9rsAzb5i7g2lAgAABAgQIECBAgAABAqsVsHACBAgQIECAAAECBAgsXSDzWi2WvtZn15eJ22f7XGmfRINLOXKLQfVrh5MNdHl6CeDLLk/UJmG+AzKudJuhOp/CzZhhaEMSIECAAAECBAgQIECAAAECrwjoQ4AAAQIECBAgQOCjApmzmnMBmbWcc/zxY59/wu3fEdMo4++VWzW588zLneJW41mv5dozbk9yv8Xt/q72Hy/d3/bNWJzevO/NaW/G73wjzgkQIECAAAECBAgQIECAAIHtC9ghAQIECBAgQGC7Ai0PFuXYj0AejRRrKBmjB1rgAPtYU4s4HPHabgI4Pze7Rf/52amU283I4ykj32gR7U2f5ZTDn8bKtWecKiY9aInfSQc1GIHvFrB7AgQIECBAgAABAgQIECBAYPsCdkiAAAECBBYkkHmkjHzK71o8s9zIf/UJ11Ye++bQx8P3FW0NWR4SpbXbl2G8by1TzfSzl8sj5r0cxuVW57XZ47xue+dpN9uucvAWs01yNvC8P1X5H5ducTaxUwIECBB4WEBDAgQIECBAgAABAgQIECBAYPsCdkiAAIGlCmQu6VK8ut7zXNi+lNkeiCxf+hWm/ScPZzmO4DsSwL3R+VbzPKO/OOLb8IdnxDBPdc05c+0ZT3V8qPEufoZ3XS0ZpeRcxRcBAgQIECDwjIC2BAgQIECAAAECBAgQIECAwPYF7JDAVwlkvihj2Zve9TmuZa/x+uoy79fiSqvTpx9fuX6szlGOh4p1Csz5wzbn2OvUtmoCBAgQIECAwD0B1wkQIECAAAECBAgQIECAAIHtC3znDteeN1rW+mut/Ydrz/Fe2m4COB87j6iR6u+jdqXWeoz/jmWd0DTGaln3LCcc+dZQXeypq7tyiBJlRhflPqK71bW/1nXRro84zSfKI7ro1sW3Luqj1uuDAl1/H+J+Xik/uDRTEyBAgAABAgQI/BVQQ4AAAQIECBAgQIAAgc0I3Pv99LXr+/h9dsZmIL5+I5H/Ki0SI1KLmQdrkVUfjC7yfxk11rOL+LOUuB6Zs6iOdff7iMPxr2lGCNb4cYmxcm0ZcXh65XnGqeJwELnPRz56+0LPQ3/fnxGIO/RM8zW0jSRwyVjDWq2RAAECBAgQIECAAAECHxewAAIECBAgQIAAAQIECGxVYJAHW1zuKBeUcc0+r2Vcu/65+tonpOdZ2xcngHPrGWNvbI5RY5CMKIavjx3nWtq6nl9E/jFELbt42+3KUr/6Nc7zM7HULVsXAQIECBAgQIAAAQIECCxVwLoIECBAgAABAgQIbF4gc08Zn93op/NDtduVuo+YhWEXo7aIwxGvHGVEd11L2QdCZiIz4vCjr1d/8C71y31lfHRDq57c4gkQIECAAAECBAgQIECAAIHtC9ghAQIECBAgQOB7BC7lk6befebbrsXUc90eL1fxq0VWRLxD4de8L5xIAL+A9rdL3O0S0T53O8u/jd5Qk2+5R29ptmsR/bo8bkuMvbTDhZTtLzpauZBlWQaBawLqCRAgQIAAAQIECBAgQIAAge0L2CEBAgQIECAwuUDmqH6idl0ZxuTTnQ3YZcqsRVzrSuTPIodWW0TdvK99DH8r4vIDr1j1A600uSHQxbUWcbiIV7wzR60j95NvriwzRg2mMwECBL5MwHYJECBAgAABAgQIECBAgACB7QvYIQECBAh8g8AwSzY2+/ZOLwng0dp56zNGDzThAPkWzFubMWbYpe3r7148EfzXRA0BAgQIfFDA1AQIECBAgAABAgQIECBAgMD2BeyQAIGPC3wqP9SeBP44wJ0FjM0Q3hne5c8LZDL4fBWX6oZt2vVWDq85JkCAAAECBAgQuCSgjgABAgQIECBAgAABAgQIENi+gB1+UiAfXGzR1pG5rIx2fl7mtYzz+sfOX+95Z/wYuCu5lzi40/SVy1+UAM6PNM7ILWe8wrW+Pl2tpau7s8i6EnWD/dS0aef5ZkujKPfx5tvHtbOorb51maGM2cu9v+DoolHGtem7Ln58bsS1fu+q38faMq6t8946rvV7tP7e+K4TIECAAAECBAg8JKARAQIECBAgQIAAAQIECGxM4N7v2Te23QVtJxI/JSJSUyUi0iil6/aHiIqu/CtdlG3BNZJEGV3kufZ9lLKP7u16ieslxysx2K8oF79qpMUOUSNHtet71mh5jFJijj7KuK+2mrIrJaYcROT0sp16PaUAABAASURBVPLq8KeeV1vkhRg2C/G6wOmWvz6EngQIECBAgAABAgQIECCwUgHLJkCAAAECBAgQIECAAIHpBG7l3TJVOt1M90bKldxrM+Z6l9ntPsU8ZpTLfSWAL7s8UZu3v8Wxm4IAAQIECBAgQIAAAQIECBDYvoAdEiBAgAABAgQIECDwRoHIx3WR2uyf6n3jtCucKpRWuGpLJrBgAUsjQIAAAQIECBAgQIAAAQIEti9ghwQIECBAgAABAnMI5FO+GRfGvlJ9oeUsVTl9i1kmaB8vneXICSSARwL+dG9/dRCk+dcHPxccESDwPQJ2SoAAAQIECBAgQIAAAQIECGxfwA4JECBAgACB2QRairX9t26zbJNFLq4dvrFsKxqW000fo2bCN2O6QW/+V4QnnMZQBAgQIEBg6wL2R4AAAQIECBAgQIAAAQIECGxfwA4JECBA4BsFIk1b8pOnTzELQia7W4ybYDeu+5J651YylrQmayFAgAABAgS+QsAmCRAgQIAAAQIECBAgQIAAge0L2CEBAgsQyFxgxvxL6ZO+808zywzvEZpl6QYlQIAAAQIECBAg8HkBKyBAgAABAgQIECBAgAABAgS2L2CH8wt0JVOu88/z7Az9qj7z6dPPLvXUfsUJ4Fz6ME57Ohx07drhtPSfdp117dHpVrbrY8u4/fn53C3GDjd7/1hvaQbnZV6bfQGLmKDr4p+TByMXvI+2WU4Vu1pLRq211Po3ysxfbf/n09Ra+6pcW3/woW9tfdfKDy3LtAQIECBAgACBJqAkQIAAAQIECBAgQGDDAvn74Fux4a33W6u1Xvy9da2H+r6Rb7MJ5O/nM65NcO335q3+Wr/l12cur95YZstp3Wgy4tLpI55jCf1xjNXVstDUdCzuyisVr1xaSXXmKjMuLfda/aW2X1d3C+fWta+DsmECBAgQIECAAAECBAhcEFBFgAABAgQIECBAgAABAlMKTPwM3pRLW91Y608AN/J84jejnWcZ2fks3hYmIkCAAAECBAgQIECAAAECBLYvYIcECBAgQIAAAQIECBCYQSBTm/Xmc5qZ2s24Pfn9Frf7L+9qL7MvJT+Kuf+I4+Jr1QL5Lr8U791UfmTCvRldJ0CAAAECBAgQIECAAAECBLYvYIcECBAgQIAAAQIzCGR+r8/rRY5vdR+4PKFHpsQmGG5bCeCPJn3jnZlPILeY4OZ8doj8AbsW+e7LmHGFeS8z+h/ynOtSzDj/YOhM/mbUuMW3Pm9/0MXh9wnYMQECBAgQIECAAAECBAgQILB9ATskQIAAAQIE5hDo80GZk4rBIxdT+txQHM/w6mL8W5FP3/6KWEN/HuXUr1hK2UX6qx//WP6dI1O5w0iniDS7FMcBssfxcEtFbPz0VwLv2FfeonfMs5Q54l24lKW8aR2ZAH7TVKYhQGB1AhZMgAABAgQIECBAgAABAgQIbF/ADgkQIEBgdoFMaPb5vWXlofos4LKWdPdWbDQBfHffEzZIwrz1GRMOaygCBAgQIEBg+QJWSIAAAQIECBAgQIAAAQIECGxfwA4JEHiPQH7Kbml5t+mnzCd/nxk1M38Zz/QZ2zZ3n3F9nLyacb1FXrnfIluJDQq8+y07ljD/tCJjOE6eX4thO8cECBAgQIAAgekFjEiAAAECBAgQIECAAAECBAhsX8AO3ydQM3WVaZ+SB/PMm8NnPDJ6tqt1vrU8soZX2+xqraXW6/HqwG/rV0upu3qIGuVZlI19dfuuDKPE+a0Yfm747+Ow6v+S4lWgfNtnvNr/mX4xT1t8qdExI+r6z4C/VUbTka/86OeMHKbWXSnx/ioTfu27Lm5fV3KOSzHhVJsc6pLZM3XNf5M4C9hU871WLmCJlkCAAAECBF4V0I8AAQIECBAgQIAAgRUIXPu91KP1K9jiR5dYa41fmf+NXdRnfHRxoyY//GdGa+QlLsdhzzlFrbX/HX8eTx3tfXrtd95Tz/fR8fp8VeRgZlpEPvnbR4zfl/X6f2X4dD3a7EtX8jy6lTgt8Zb4iawcEbnbHPN8iMO7b1jbas7LGCHdzuPYNa4ejxQEnhbI5OvTnXQgQIAAAQIECBAgQIDAigUsnQABAgQIECBAgACBzQtkZu5SbH7jH9xgpJxqTfQPruHC1LVP/R4u1ChaxOG4V+y3ZLw6yp2+G04A59YyXpV7ot8Hmk72BvvA2k1JgAABAgQIECBAgAABAgRWKWDRBAgQIECAAAECBD4qkFm/FvMspD3lOs/od0bNp1n7hGtmwe60ffJyrxbDtv3F4ZMjvKt55jYzrs2X1zKuXT/U329xaOf7VYF85Lp/21xtsbwLud5cd8byVre2FVkvAQIECBAgQIAAAQIECBAgsH0BOyRAgAABAgQIfE4g8zqX4nMrmm/m+VOz88/wgM7Mi1hxAjiTlxn5hs8yo4G+e1u5hogaa2jRljJRmX+RsMspYrzX3xMxQIk1jnqmPBbw8VcKPBIfX6gFbF/ADkcItP+GxbVyxNC6EiBAgAABAgQIECBAgACBKQWMRYAAAQIEDgKZmujzLJlriWg5oWF5aDnx98zvtBgOnXXD8+ePM/80jOdHWFaP/G/2nkeuMG9dv888+WS090q+j/L4V87uUn4z64bx2OKzx2MtF9tq/Jt73NZy/hbjRpq/d64zZunf4fkP0/E8qtb36n9UY9nXyrjkRYAAgVkFDE6AAAECBAgQIECAAAECBAhsX8AOCRAgcCYwTEucXZr3NHM6LXKmdpxlnot7Annr7rXZyvUNJICv3YrcWsa161PV59ulxVRjzj1O+8eglXPPZ3wCBAgQILAxAdshQIAAAQIECBAgQIAAAQIEti9ghwSWJpDpqDetqX+WcGVppHzy9x7P8veVuc2MKzvp4lrGlcutOlq1Q+X3CLR/IVq5xp3nvzq3Yo17smYCBAgQIEBgDQLWSIAAAQIECBAgQIAAAQIECGxcoCul/2TeW2mIvLZxhjVuL29LxmrWPlOqbhMJ4K7rStf9O0Yt3T4j6vbvvMVxhzLj3mLid1b+1UJs6/TvTRu+1lpqvR6l77GP5hlR5CsH69dZ82yFkff1kZhma7UOnOK9Ns2oh1F2MXZGrfXifTy08n1ugX3c14y55zH+cwJ5T8bEc7NpTYAAAQIEHhLQiAABAgQIECBAgAABAgQ2L5Cps13pIpdyK0qJNpG42ZX/IhUTffq8S5QT+WTuIKPWOkv+4N6TsLH9kjHRdmYdJtfZR8zSlzVuSRxferXrl64N6uY7PL5P9vn+iWhlF8d91H247wfz5/Eg4nqJqLuu3Irp3omDpXz0sPvE7PFO+sS0D835EZCHVqYRAQIECBAgQIAAAQIE1iNgpQQIECBAgAABAgQIECBAYDqBOTN420sAT+d+f6S+RRJmAjijr3jLt3xTZLxlMpMQIECAAAECBAgQIECAAIFvFrB3AgQIECBAgAABAosTyLxUi6kWl5mnFlON+Z5x+lUnx3umW/wsmb1c/CKXvcB87Lp/W71vmTXmbHFx1lxPtCkZFxuonEDAEAQIECBAgAABAgQIECBAgMD2BeyQAAECBAgQILAMgZbdbGWuanic569G5pUuxavjzdOvfXxzlvPM8OFRM/c30RIkgCeBPP5Q5I1pMcm454NEQjfHP68+nec6ok3J8lS5wYP8B+2R2ODWbWkpAtZBgAABAgQIECBAgAABAgQIbF/ADgkQIECAwPsFMg90Hm0V+d+PbceTlZlTGsZw4Kwfnn/mOBO+fXxm+plnDeN2vy/OlKncYVxs9Kcye/ypVPGMQNyYPuGa5TP9xrTNJG/rn8dt7mNZo+zfLFG2Zpsr7yWAN7dhGyJAYDECFkKAAAECBAgQIECAAAECBAhsX8AOCRAg8G0CkVPK/FKf88q9x3l/nGWefzZyFcMkcH+cqaLPLmvi2TPnN82QEsCjHfPd1WL0YC8OkG/7Ydd23srhtTUeh2//k+ztusa7Z80ECBDYlIDNECBAgAABAgQIECBAgAABAtsXsEMCixbIXElG5E7esM4+J/yGeUzxiEAmiFvcbp/vkNstXF2hQPuhb+UKt/BnyVvay5/NqSBAgAABAgRWIGCJBAgQIECAAAECBAgQIECAwPYF1rPDfAjwUqxnB7dXKi902+f21c0ngLuuK7fiNs8zV+ONmJ+93uKZri+1Pc/w5/lxoPa0bJbHqtUVJ8dwLRmXd5B/eXIrLvdaTu0+3p8Z196j71rpcP6cM8+zFASWLLCrtdyK4osAAQIECEwnYCQCBAgQIECAAAECBAgQ2JhA/h78Vnxsuy0/MixLpvNaZD4o41Lyt9XdX32mkP7EoFvLvWTV8DjP54/IC+1iv7v/Somo9b+yi/iv/Fdq2ZWojDi8cg95VONbW2dfxvkLr4V2yfud8fjyUunx1lpeEci31ZVLqkcKsB0JqDsBAgQIECBAgAABAqMEdCZAgAABAgQIECBAgACB9wtkfuhSXF/JsPX1Vt9xRQL4lfv8q08StrfUrwsznuxK7Q4x4yQLGrr5tnJBS7MUAgQIECBAgAABAgQIENiugJ0RIECAAAECBAgQ+BqBloPJMjedZS279ohtWcJXV2qtfcy1mv7p4W6u0e+P+zP/LhpnRHF6Pf4U8HnP0xAOCCxLoMZyMqL48Mv0BAgQIECAAAECBAgQIECAwPYF7JAAAQIECBAgsDyBxxOAr619mIfJLGhX9pmRLIfj0pevjTyu13D+djxuxOX3znud8dpKJYBfc3t7r/z52h2f+s3jty/AhAQIpIAgQIAAAQIECBAgQIAAAQIEti9ghwQIECBAYGECmQjMuLSsTNqex6V21+qGfSPFG6f50G8XyaiMqClZZuTxtVHmq28J3/Nymhljm2UY04x6Y5Qa9/EYNcpd6QbzX0rbRvvTcJeuny7+Oni85a9uTggQIECAwLcJ2C8BAgQIECBAgAABAgQIECCwfQE7JECAwIIFImF4eXWRtS0tLre4XZt9hy26ODnEIfEbpx9/HdbTZ0sjafrx5Uy1gNzWxbEy8Ztx8eLdSgngu0R/Gxz+8qGULP9eVUOAAAECBAhsTsCGCBAgQIAAAQIECBAgQIAAge0L2CGBpQt0c6b1MgmckQhZHqIuJhl2WM8hOZfHuc75okZiNmO+GS6PvIt5M0rJe51x3i7rMs7rf5/fb/G7vTMCBAgQIECAAAECXyVgswQIECBAgAABAgQIECBAgMD2BezwXKBGRUYUw9eFquHleY9z8hbzzrT20b8+Adx1XbkVwxucf+SQMax713HOu6/70vXxrlk/O08X0+e+b0U0ufnKv84YEzcHn+DirtaSUWsttf6N8oGv/HmotX5gZlMSIECAAAECBBYnYEEECBAgQIAAAQIECBAgcEUgf5d8KfaRd8m40u1t1ZfWNqx720JenCgNMw5rLpHLysicVpY5aP4ev0WeTxG11EjKHKLEcem/aiRsMvqTsi8lclXlbV81ZmqMw3xvAAAQAElEQVQRhxO9cj8Zx+H+FMEQObk/1eMr8inuiF1EjSglU7U/sa+7knF9ovAvGddb5JUcMUtBgAABAgQIECBAgAABAgQInAQcECBAgAABAgQIECBAYCkC9Wwhed7i7NLo0xx39CATD7DENY3cYiTVS8bIYa51lwC+JnOp/ldd0PWZ+V+Vbzvp4r2e8bYJTUSAAAECBAgQIECAAAECBL5FwD4JECBAgAABAgQILE4gEkOlxVyLy4xkxs/4kQ37OfnoUdt7Kx9dzHJ28OiKp2j3nbueQu73+3+KEY2xcAHLI0CAAAECBAgQIECAAAECBLYvYIcECBAgQIAAgeUKZPJzjtVl0us8DvPc/7DhQ7v3fM/9Zzw6W2vbykf7fapdarcYtwYJ4If9dqV2hyhRPtxt0oa7GC0jCi8CBN4pYC4CBAgQIECAAAECBAgQIEBg+wJ2SIAAAQIEvlDgd+K3q105RInywJGfSJtxOFv698yjtWiJ3yyzbolrT/9pkr7D3S11t8M1Oh4K5PtgeO6YAAECBGYWMDwBAgQIECBAgAABAgQIECCwfQE7JECAwLcLZAIqIhLAkfoNjDjO75k7jdLrHQItEZzluPkkgE9+j1Pke712u/6J4HJ4/59GcUCAAAECBAhsSMBWCBAgQIAAAQIECBAgQIAAge0L2CEBAiHQZ78i93ssS5ZRvbBX5qczHl5W5PMebruhhrsN7eUjW+m6rnT7N2aBl/nz9hF7kxIgQIAAAQIE5hQwNgECBAgQIECAAAECBAgQILB9ATscCmQSqsWwfonHuc7zdV2qG7a5d33Y9nAcWcDDwcq+f3ECOLaeWf9TxJ3L4xL1cdheXVcjwZsRtzgSvZns7aP7V7qI1u495b7U2kXUU7xn3uXOEren3Irlrvywsn3XlYz+Dwni+Lw8tPKdAIFLAvmzcysu9VFHgAABAgQeFNCMAAECBAgQIECAAAECBO4I1PqTq6j153gXxxl3urt8RyANM2r9sa315/hO9ycu12jbIg4X8uq6feTh9qXsf8ehPnJlkRyqkdf7HbVEGu13lP3gPK/v4nzXdnmzrDXyg93NJou9+NgOF7v8EQu7dsPO68/Pz6ZsyYezaqcECBAgQIAAAQIECBAgsEoBiyZAgAABAgQIECBAgMC3CdSHN/x4y4eHXHTDrruTKFzo6r83AfznhpxTxHkXke0WGO0vGBa4NEsiQIAAAQIECBAgQIAAAQLrFLBqAgQIECBAgAABAl8rkKndYVyGyPzU7oM50Zw/4/LqtlCbucmMcXsZP8K4+T/XO9/Dt2b/4Jv31rJcm1+gi/dGi5xNECBAgAABAgQIECBAgAABAtsXsEMCBAgQIECAAIFIkJSM5Urczt9kcm8fi88yirNX65vl2aULpzlGjDUXx1zjHnfyvQngkjdtEHl+RCkLfPK3xvtsF+s6fJZ5W6hySoH8gc+YckxjrV7ABggQIECAAAECBAgQIECAAIHtC9ghAQIECBAgcEUg81PDuNJsturM2wzj8kSRROvzfFlmi1bmcSmn/ofTB7+3MQa5xBrHD/a+2izHyMj19mWbJ3tMl7adbqRclyCwAYF9LaXFBrZjCwQIvCygIwECBAgQIECAAAECBAgQILB9ATskQIAAgTUJtGTu7zW3JGor82oma3/O86hFXr08Tl5pEa37BG07X1cpAXz1fiVNxtUGLhAgQIAAAQJbFbAvAgQIECBAgAABAgQIECBAYPsCdkiAwMsCNXpmRDHrK58+fniCPwuKJO7Dnc8bxmDdJ/KEOWfG+XqeOx8/wnPzaU2AAAECBAgQIEBg0QIWR4AAAQIECBAgQIAAAQIECGxfwA43KPAn3xtJ3Je3Oabvy5NO1nH7CeDMzj8Sf0jz0fCMPxc+UpGPou/rvnR9fGQJq5w03R6NtsFd/APRotXNVe5qLRm11lLr3yi+CBAgQIAAAQIE3ilgLgIECBAgQIAAAQIECBAgQOCDAvnE7zByKe08j38ikjkl83gZrba2gygzBTo8j6qf1xNHMc4wz/hEz4tN21jlOG6Wv+Jir6crY/Sn++hAgAABAgQIECBAgAABAgQ2JmA7BAgQIECAAAECBAgQILAegUwAv2G1c00z17hHEgngI8TFYsGV7anWBS/R0ggQIECAAAECBAgQIECAwDoErJIAAQIECBAgQIAAgUUK5NO/w4Xlecaw7pHjfBa4RbbPMTLy+HJk6/WmUde78st3Qy2ByQQMRIAAAQIECBAgQIAAAQIECGxfwA4JECBAgAABAgSeF8gHWDOe7zmmR86YH/mc8fw4mdJ9vNdxruc6PT78xZa5rxYXGzxcKQH8MNUSGubtyljCWqyBwKYFbI4AAQIECBAgQIAAAQIECBDYvoAdEiBAgAABAncE2ifStvJO89GX2zzDspRDMrZ2WT4/RT7pm/FczzZXJGTrIJ4b5IHWOU+MXzIeaP5gE9nEB6E0I0CAAIFvEbBPAgQIECBAgAABAgQIECBAYPsCdkiAAAECrwhkYnb/1qdic5WZJI2yz+LmcUacz/qKOTLxO+sc54NnErjF+bXnziWAn/PSmgABAgQIENiygL0RIECAAAECBAgQIECAAAEC2xewQwIEXhaItOjLfUd3jMl3pZZdZqHL81+ZP25xv3dkubvd/WYLbbHelS8U1LIIECBAgAABAgTWKWDVBAgQIECAAAECBAgQIECAwPYF7HDpApHl7T/y+co68/KVS9NWRwJ42gHfOpoE8Fu5x042zWPfY1eh/3QC+64rGV2Ul2K6mYxEgAABAgQIECBwQ8AlAgQIECBAgAABAgQIEHhS4NLvtLMuf+ed8eRwmi9KIJOfVyKfis2Ybb2Z4e1K7fZ9lF//bdxa8uOnM16cvuTDw7fi77iRSs39tvjb4KWauqulj7ortdaXxrjVaXfromsECBAgQIAAAQIECBAgQGDbAnZHgAABAgQIECBAgAABAn8FMil5Kf623HRNt87dSQBfum8rqHv8M8pXsBlLJECAAAECBAgQIECAAAECnxAwJwECBAgQIECAAAECKxPI1GbG3MvO5Pc75jnfR86ZcV7/3Pn4EZ6bb1ut895va0d2U0qBQIAAAQIECBAgQIAAAQIECGxfwA4JECBAgAABAgTWKLCPRWdE8eQrP/r5yS6rbS4B/Oqtq/nmisgyowyO+/NXB77cL5/43XW7Uvu43EYtAQKjBQxAgAABAgQIECBAgAABAgQIbF/ADgkQIECAAIHFCuTTlxm7WGGLOOxfr30ecyZ+++jH+P0t82/D+H11hrPMIWZkXjGjP27z5H7b8bhyupHGrUNvAgQIECDwYQHTEyBAgAABAgQIECBAgAABAtsXsEMCBAgQWLZAJn8zLqyyz9TmA5nPJ4KzR4sLI2+uSgJ4c7fUhggQIECAAIGnBXQgQIAAAQIECBAgQIAAAQIEti9ghwQIbEQgU7nPbSVTyi1+91xaqjTXk/F7lc+ejR/h2Rm1J0DgqkCttdRar153gQABAgQIEJhewIgECBAgQIAAAQIECBAgQIDA9gXskMDv7EueZaRLK/P4d9R6/drvlss6kwBe1v24upr8bPJ93Zeuj6vNXFiZwC7+4ciotb6U+O0/7aAr5VpZFv7VdV25FQtfvuURIECAAAEC6xewAwIECBAgQIAAAQIECHytwK3fzT5y7WvhbHwlAvtY5yFqt488Sh5HQiVqD68aRY28W4nIchdlVA1e+XMQ6ZtBzQSHXaRmM0qUGcPjPJ9gihwiR89SECCwAIFa69OJ4BrrvhRR7UWAAAECBAgQIECAwFUBFwgQIECAAAECBAgQIEBgXQKZDckVtzKPn4lhAvixfrXUxxourJUE8PCGPHq8gHudTwRnPLrkMuFfDTw+p5aPChyeAj60zr8oORxd/3564vd6E1cIECBAgAABAgQIECBA4JqAegIECBAgQIAAAQIE1ieQibF8YjbLF1afuZU/3XK8P5Xrr5AAfvYe1uyQj4lnuZboFx2LbWUcev0R+HxF7T8O+dF1uJuPSmlHgAABAgQIECBAgAABAgR+BBwRIECAAAECBAisTWDGjEj9yfnl88GZW874jFCupcW4FUgAP+PXvwkS/lKnePPlXwm0uNRkdF3eroz7A3U1P6u8RSQWc3k1y6y731+L9wrkPyr7/bX3Vin5Vym/oviaWMBwBAgQIECAAAECBAgQIECAwPYF7JAAAQIECGxGoNZaar0em9lov5Ea3x/Lj0XDm6/a7SPn0qKL42zela7sSyZ+uzjNiOKNr5xxP+l802hNuqQ1DDbtTVjDjq1xXoFM/t776Of8563FvKsxOoFvE7BfAgQIECBAgAABAgQIECBAYPsCdkiAAAECBM4FMvHa4nCtTwJnMuZw+qbvuYacKvOPLfL89dhQAji3kvE6xqZ75pPJm97gc5trT9M+12u+1vXt/5jMtxcjEyBAYFUCFkuAAAECBAgQIECAAAECBAhsX8AOCRB4WSDzKS93XkXH3wma3G/GKpZ+Y5Eypjdwtnvp95v59X1ONc7rK9hKz1rv/yjm33+02Mq+7YMAAQIECHxSwNwECBAgQIAAAQIECBAgQIDA9gXskMB1gZbnauWh5e+zQ93avt/POi12R7n0YbxjoTlfPnr9jrkuzbEvXfcvorsbZf+vZORfKfRR9v3nmPfHXS1dJBxvRSm513tRLy1ykXWHfZeTQTl+ndefnx+bzVbsu65k5Mc/X4o2cdyyuGflJ9oF5aIF8t4O4/weL3rxFkeAAAECBLYtYHcECBAgQIAAAQIECLxBYPi7sUvHb1iCKTYm0JX4X/xe/fx3rZfON7b1t23nUp6k1b1tEX8mysfj9n9qH6j40+R3bizzZdmklhp5sX6f5TNftcYadj8xdhWZ4Rs7xmf75z3PeMcq3jXPO/ZijtULeDuu/hbaAAECBAgQIECAwEcETEqAAAECBAgQIECAAAEC6xJ4T0aknlB+jk5Vbz0YP//6E8ANPP8btxnt/JlyhW37v0K4+X7PW5uxws3NvuSu7LpDzD7VTBOcngieaXzDEiBAgAABAgQIECBAYJMCNkWAAAECBAgQIECAwC+BzDf9qjg72d3MRZ01XuPpr9xiLTXOayZhSv3AbmLOmL/084+bXoZwnJ/eqxLIf6UOsa9dySilK6vagsUSIECAAAECBAgQIECAAAECLwnoRIAAAQIECBAg8LzAPnKSz/eausd7FtFnkGKqCfKvrwHkAl7r+aeXBPAfkmVWRL6y7CLrX/u4tMa8lcO41Obxunxz34zHh1pEyy4Ah/F7URP+RP0e2NnyBT66wkv/XYph3UcXZ3ICBAgQIECAAAECBAgQILAdATshQIAAAQIEjgKRLinDyOp2nsfnuaFhXR5/JiIrWzIHNn722u1j/y26Usu+H7SL712cdX0Z3+Z61Zgvo5+3HbfJcp/teFw5jda4NehN4I0Chx/dQzI4pz2cxtdKCAAAEABJREFUexI4LQSBbxOwXwIECBAgQIAAAQIECBAgQGD7AnZIgAABAmMEMiE8pv+0fadLkB7WlTmiw1H7njUZ7XytpQTwWu/cvXV3cWsz7rX7kuv51yunrU7978NpYAcECBAgsBoBCyVAgAABAgQIECBAgAABAgS2L2CHBAjcFditKtuZCZ7If030NPBlnLnHvzzrT+008+coP2M6ui2Q76vbLVxdjED+izWMwcKyenD6c5gXWvzULv2orfi8XPq6rY8AAQIECHxKwLwECBAgQIAAAQIECBAgQIDA9gXscB6BbaXKlrab6dYjAfzU+38frT9Dlo/Y7+u+dH3EMk6vXE/GqeJwEO1KxPC/Jzo8LvtIF0bkk7G34jDY3++5noy/V5ZQ05Xa/Y78iOfDPvOHp8VwrV2cnEdULfyV9+BWLHz5lndHYPgze+n4TneXCRAgQIAAgb8CaggQIECAAAECBAgQeEJgH79nHRNPTKUpgYcEaqkPtdPoR+CQGymRNzlEPvGbUY5f+wHpeduL59HvQlYqahf1emAxuYvB5k89MheYcaqY9iA/vTejf4o51jA8nvD9HSNPu26jEVi+wKUf6OWv2goJECBAgAABAgQIEBgjoC8BAgQIECBAgAABAgQITCKQz9NNMpBB5hL47gTwFKqZmc+YMCv/yLLaU5+PtNWm9H9HMXRof7UyrPt77F+wvyZqCBAgQIAAAQIECBAgsEIBSyZAgAABAgQIECBAgMANgRrXhhGnq35JAD96+/KuX2pb96VklE8lC2P+klEm+2rJ5SwnG3RRAx3u1fUl5fVhXG/pCgECBAgQIECAAAECBAgQILBsAasjQIAAAQIECBD4EciPfM74qXHUBDIV2KLVvbfM3FTm/DLGzSwBfM0vk7rD+JVkvcQWN+VX+2sDj6nPeTMujZFvhmFcanO7LhO+fUSz2M3HUtox/chXLV39HfvTE9pdHHUxfkYUp1f+SOdJ1OfjwSXKPO1jeNxX+LZ+ATsgQIAAAQIECBAgQIAAAQIEti9ghwQIECBA4OsFukh/DOPrQS4AZFoo48KlN1VlHmofc2UZxQSva9nECYb+liHyhmRMd1Nuyv2ZJufOuNnr4Ys5/Hk83HlRDeNftEj1llOUF7+axovddSNAYIEClkSAAAECBAgQIECAAAECBAhsX8AOCRAgQOCSQEsGX7qm7lMCmYuKuTML3T9sejyPqldfEsCvyp36JWFGJhxPlW88yLkzppkyd3Ee04y8rFFSLGNZq7IaAgQIEJhdwAQECBAgQIAAAQIECBAgQIDA9gXskACBqwJ9jnF8fvHq+C6MEWg3ppWvjyUH9rrdZ3pmdnbmmXOKFjNP9Ybh84ck4w1TmYIAAQIECBBYtIDFESBAgAABAgQIECBAgAABAtsXsEMCBEqRAL72LuiCJqLW/0o9RS21ZnTHsg56x3G0Ly0GV6Y7zI96zsgRs8zI40uR1x6Jn761KyWjbOari/0copTuuKu8T7XsS8axqi9+Xy9xvfRftXT5eQj9cXyL+x/fvQgQIECAAAECBNYlYLUECBAgQIAAAQIECLwgsIvfh96KF4bUZUECtdZS699Y0BItZQKBzPsMY4Ih3zPELvJ0FyJTNhlXFvFSdY6X8VLnhXYKvYWuzLIIzCZQ74x87/qd7i4TIECAAAECBAgQILAgAUshQIAAAQIECBAgQIAAAQJrEhifp/rOBPCU9/j0xO/4m/HMsmrMm/FMn0fbrvIvQX5tLp/mzfhV6YQAAQIECBAgQIAAAQIEvk3AfgkQIECAAAECBJ4WqLX2TwY/3VGHVQjsIn2SsYrFXlhkrbtSa71wZQtVsa/I/5UJHkfebYHjo3uo+1IySvzEFF+fFch7cB5/V/RcTY4X9/i5TloTIECAAAECBAgQIECAAAECHxYwPQECBAgQIECAwF+BfeQYM/5eUfNxgUxJTbQICeBrkJnUzSiZ/GvRGl9ii7uS7Vu0phOV+VTuLrL+tY+JBt3UMOFfLsXYTeaYMUbe1/Ze6I+jzmuNAtZMgAABAgQIECBAgAABAgQIbF/ADgkQIECAAIGjQD5MOoxjtWIgkDm4jEHVfIeZY8q4mHOK7PxEM1/KZE409LcM05LDx0Tht2x7sfuM+9D/lEZ5Sgi/utjjGP0P4qtj6EeAwHIErIQAAQIECBAgQIAAAQIECBDYvoAdEiBAgMAtgZYMvtXGtfULSACPvodJmDFdVn70kr59gMjb5t3IGEeRI0R0eX/HjaQ3AQIECHxYwPQECBAgQIAAAQIECBAgQIDA9gXskAABAiME8vnCFiOGGdk1c1IZ44YZP8K4+fUmsHCBSAAvfIWWR4AAAQIECNwWcJUAAQIECBAgQIAAAQIECBDYvoAdEli/wHQ5KQnga++G/qnPR3je8xHQ+Uj+vu5L18e1Rb9S39Z/qexeGfAjfdpfZPTlHCs4vR/iPdEfTzPJrtbSotZaav0d5cu/uq4rt2LrPLX+fj/U+vt86/u3PwIECBAgMIGAIQgQIECAAAECBAgQIECAwCYFbv3uPK9tctPXN/XClUt5sVaX+bGMF4a91yVzTBFd2ZWMfZY1jvuoJfOBGbX+zgfU+vv83jSRzbrX5Iuvd1+8937rXw/QK/hGgAABAgQIECBAgMAaBayZAAECBAgQIECAAAECBAi8IvCe/Nics3xXAvjZe1wf6ZCEGQ81fmTAh9pk9j/jocZf1SjuQ8DsjlFKnJcxX9k/Y8wY+hIgQIAAAQIECBAgQIDAWwVMRoAAAQIECBAgQIDARYH+k1TnzDxenFXluwUyc/nuOZc9X+b66r6UjBJl8bU+gRp37hDDtb92nP8KZrzWWy8CBAgQIECAAAECBAgQIEDgvQJmI0CAAAECBAgQILBOgcxHZW4yY9wOJICHfqOSvpE57oKzxXDcyY5j/JIx2YCbGairtfzElNvKH7YY7/TeiB+6/jjqvNYkYK0ECBAgQIAAAQIECBAgQIDA9gXskAABAgQIEDgTaE/8tvLsstNFCGQuKvJPJctpFiSbeNExkVtcbPC5yunu/ef2MNvMkYQ/jt3FYcbx9MUisSMkfF/0043AUgSsgwABAgQIECBAgAABAgQIENi+gB0SIECAAIG1CkQuql96lpmfzLKvePmbBPDLdMeOpyd+I+N4rFJ8UiDvwzDGrOU4Tt7jMcPoS4AAAQKfEzAzAQIECBAgQIAAAQIECBAgsH0BOyRAgMAmBFrit5Wvb0oC+HW7z/TMnORnZl7RrImUMcWSpxpnirUYgwABAgQIEHhGQFsCBAgQIECAAAECBAgQIEBg+wJ2SIDAXwEJ4F8myZGPVv+qXNBJri1jQUv6lqX0TwHn+yOiP55m4/uuKy26OH42plnFeke557XenR1Wfm9/964fRvGdAAECBAh8pYBNEyBAgAABAgQIECBAYPMCu1pLRrnyde/3h/euXxlW9coE8j+XOYyVLf/ecl2/IhDZrCtXvrF6/BPV36hmzwQIECBAgAABAgQIEFiQgKUQIECAAAECBAgQIECAAIE1C4z/dNrvSACv+R5fWXuNZHXGlcuqJxPIHzI/JpNxGogAAQIECBAgQIAAAQJzChibAAECBAgQIECAAIGbAu1p4JuNXPyQQC2120XU0fPvRo/w7QPUfSkZJTKyxdcSBayJAAECBAgQIECAAAECBAgQ2L6AHRIgQIAAAQIECBAgcBCQAD44TPA9EsCZCG4xwYjDIfJp312f9d+VPB5ec0yAwFUBFwgQIECAAAECBAgQIECAAIHtC9ghAQIECBAgQGAdAi2PGGWN2JV9n/fL3F/Nx7Mn2sVuonG+eJh97D0jEsBx5LVNgfEP22/Txa4ILFvA6ggQIECAAAECBAgQIECAAIHtC9ghAQIECBAgcC4gAXwu8vR5EmZIET5Nt6IO7u6KbpalEiBAIAUEAQIECBAgQIAAAQIECBAgsH0BOyRAgMDGBPLTgDPGbiszl2PH2E5/Wb7t3Es7IUCAAAECBL5WwMYJECBAgAABAgQIECBAgACB7QvYIYHtCUyXqJQA/vXuyI9yfpUkbkoXfVv8Gnf8SX7s977uS9fH+PHWMkLXxZ5vxO191PB6LUqJ+xmRn7e+O366d40yoyzoq+u6citeWWqtYRbjvtJXHwIECBAgQIDAhwVMT4AAAQIECBAgQIDAGwV28bvEW/HGpZgqBM5/VxxVXhsWqLWWWv/Ghrc83Np6j495xBplRomylMgv9lHLvpY+xm4wRxw7hv4EFiwQPyllTCx4a5ZGgAABAgQIECBAgMBAwCEBAgQIECBAgAABAgQIECCQAttOAOcOX46kybgzQGbmM/ok4522E17OJ4IzJhxyVUPVNz+N28+3KqFxi82nnh9494+bRG8CBAgQIECAAAECBAhMJWAcAgQIECBAgAABAgR6gVprqbX2x759r4AcT7v3r/4s1H0pGSUyksXXkgSmXEsm27/uDn/dhqd8xxiLAAECBAgQIECAAAECBN4lYB4CBAgQIECAAAEC2xDIxEzkHUvGuB19bwI4k7bD+IX5CkvclF/jjbsxl3vnujIuX91ybf8EbhIfY+699gnfWkqW+XnrOV8eZ+Tx1mLom0//bmB/tkCAAAECBAgQIECAAAECBAhsX8AOCRAgQIAAAQIbEIjkV5+nzHKa7XxnNnEau+MomYXPmO6mHAe+XLxpmsuTf2/tN7BHvrtkfO9dtvPtCNgJAQIECBAgQIAAAQIECBAgsH0BOyRAgAABAlsROGah+qf1IueY5citSQCPBCwlCTPq6JEM8LxA/gxkPN/zuR7HH73nOm2gdb6rMzawFVsgQOBbBOyTAAECBAgQIECAAAECBAgQ2L6AHRIgQGCTAi0b1crXN5mZy9d76/l+Adm495ubkQABAgQIEFiFgEUSIECAAAECBAgQIECAAAEC2xewQwIHAQmzg8Pl79+bAO5i68Pon+RtSPt28EQZb7Rf4z3R9eGmua6Mhzv8aVhrLbX+xJ8GC6qosZZ8ujcjDi++umiUcfHiRJW1xiRtrG78X120oZZQpm0fg8V0scdaD3vO3WYMLi/qsNb66/1c6+/zRS3WYggQIECAAIE5BYxNgAABAgQIECBAgMACBXbx+7pbscAlWxIBAssWOK4ucwG7yA/89ydKn+/bHdstt8jcS8a+lpJ5rj5iuVmXEYejXssXGLW9JzpPofnEdJoSWIpA/NuylKVYBwECBAgQIECAAIEXBHQhQIAAAQIECBAgQIAAge8TyOzGpViPxPXUZO5r3D62mQAeZ/Jc7/bUbxl/M56ZuH9q8/o745mhtCVAgAABAgQIECBAgAABAusUsGoCBAgQIECAAAECXyYgP7TlG565xkzdZjlunznKuBG20vtVy7ovJaNsJxvbP2YeHlmWFX5ZMgECBAgQIECAAAECBAgQILB9ATskQIAAAQIECHyDQKRrvmGb9jixwPcmgDNpO8JlrucAABAASURBVIwSidwT7isskQD+Nd5psEkO8i86dt2u1D4mGfLPIJnw7SOuxG5KRhx+5tUs+/uS92YYH13ZZzzM+qiAdgQIECBAgAABAgQIECBAgMD2BeyQAAECBAh8jUAmgDNHdIqv2flrG601cmk11V7rP3uvlv9qZZ8Ha7NOt+5dG1L5qkBLTG4jKZm76JPA8R7ry1dZZu2Xq5x1AoMTILBKAYsmQIAAAQIECBAgQIAAAQIEti9ghwQIEPgygUiJRMqmtPiy3dvuiwISwFfhkibjaoNNXuj/Acl/TFpscpc2RYAAAQKbE7AhAgQIECBAgAABAgQIECBAYPsCdkiAQC8wzOX0Fb5tSCBzkxnjtjR+hHHzL7d3JEA/+xnIn6Pp/+GI6bOMYoGv5a5sgViWRIAAAQIENi9ggwQIECBAgAABAgQIECBAgMD2BeyQwPYFpst/SQBP9W7JD1/vP6c7SLuIqcY9jpMfx7yv+9L1caycuMgtZAyHzfNLsYsEedYP2056nIYRtf5X6p/Yldp/hvtu0inXOFittdR6Pda4J2smQIAAAQIECDwhoCkBAgQIECBAgAABAgQIENikQI1dZUTx5xUpmsgXlT7+XNxmxZ9dZd7sVvzpsJSKyH2VYZTMdbW4dsf/Lr7WejM/lCP+7aXmdYH8qXu998J61gWsJ9dwKRawNEsgQIAAAQIECBAgQOCDAqYmQIAAAQIECBAgQIAAAQIELglsKwF8aYcbrWt/1TDH9moksWu3KzUnmWMCYxIgQIAAAQIECBAgQIAAgTEC+hIgQIAAAQIECHy9QK315hOQXw80J0Cdc/DvHrv2ObrxBrvxQxhhewL3fnLj3dd/3HWWc+8+57gUf+dVQ4AAAQIECBAgQIAAAQIECGxfwA4JECBAgAABAgQ+I5DPDWbGZv+Z6b9g1qY7XlgCeFVvl7xdGeMX3f+QRp73p9yVrraICxenaG+8LLNBK/N44qjx5s4oOce1mHhOw61ZwNoJECBAgAABAgQIECBAgACB7QvYIQECBAgQIPABgZZLyqnzOEsxXiCzcbtIgdWuK7XbR3TjBz2OME028TiY4g0C0937FxbbJo8yn0HPETJJm5HHggABAh8RMCkBAgQIECBAgAABAgQIECCwfQE7JECAAIFPC+wjYxkZopJJ4Cw/vZ7tzH/UzNxbn3M7no/YoATwCLxD1ySM6CJKxqF21d/zfZX7ybi0kfgBv1StjgABAgQIvF3AhAQIECBAgAABAgQIECBAgMD2BeyQAAECXyHQlXwieFcyUTduwxvJWI5DuNg7k5wZFy9+sHKWNT056Pj33QcBTU2AAAECBAhsRcA+CBAgQIAAAQIECBAgQIAAge0LfP0OI4WTaZlhfL0JgLsC35sA7p9u3ZVa65Xoor67C/jeBvuYLiOKB1+1/t5f69Y/RR7bq+FQu2jTH5dSsyzxlY+YZ5SoKDlnRtT3r1pK9OkPo3/J6E8m/BZjdhmx/u5qTDifoU4CtdbSdXnfT1WLPch13orFLvxNC7tns1/JfX4Tl2kIECBAYF0CVkuAAAECBAgQIECAAAECZwK11shr/MTZZacrE8jf0p+iHtIy3aAcu53hWPeO21z5dGos4SeX1C7MV2525N7xwu7yY7aHGbkLTR6q2j3UaquN8idnq3ubbF+fRmo/AuflZBs0EAECBAgQIECAAAECqxKwWAIECBAgQIAAAQIECHyPwKezNH+kF7egPytcf0XNnNi4bWwjAfyqwXi/0j/92iVjRF++upjn+tX4Act4rpfWBA4C+d7p43B6+fsUPx+XR35bbXsC9m0TmogAAQIECBAgQIAAgXkFjE6AAAECBAgQIECAwC+B/F3/r4qJT+Yef+Llrny4SMxkrjEfyR65k8hajhxhbd3DruRHG2f0H208cgM5TkaJjOzIoXR/TUCv1wTyR2HYM9/BGf3HC8TFKT5iYDi+YwIECBAgQIAAAQIECBAgMEZAXwIECBAgQIAAAQKbFsgkzUQb/K4EcJ+onSutFXclx28x0Q1qw+RfWOwi61/7aLWvl/nHA7fi9ZH1XKJAvn9+xdki491b2vvh7NLSTx9aX3sSuJUPddKIAAECBAgQIECAAAECBAgQWIqAdRAgQIAAAQJHgV+/649f7teob3VxOPrVxmplDjg8znMxQuCUR8x8ZUSen4bLu3k6GXXwXQngE1WA9k//ZnmqfPEgx8iIn7IXR9CNwDsE8p+NFrfma4ngvrzVcAPXJITXfhOtnwABAgQIECBAgAABAgQIENi+gB0SIECAwLlA+11/lnmtlXksCKTAlyaAc+uCAIFvFWiJ3/Ny33Ul41td7JvAqgQslgABAgQIECBAgAABAgQIENi+gB0SIHBXIJ/OvdtoRIOd5x9H6L3SNVO3Ga/0/ekzfoSfsRwRILBggfw3ukVb5vl5q1cSIECAAIElC1gbAQIECBAgQIAAAQIECBAgsH0BO7wukL/bv3513iueNp7TdzrdL0sA53bz45rnvDnzjJ0fx7uv+9L1MX6O/IuQWzF+BiMsSSDfP78iFpf/BzGsi6rDa9+VXamlf38cajb9vdba76/WWnbHKL4IECBAgACBpQpYFwECBAgQIECAAAECBAgQ+GqB0+/1jwp5nof5m+7+9/rxy/8ss+6VyPEyWt99Dnw8yXHzdHc8n7HY7tBd6GWUKDOGx5GbmWrjOfpUYy1/nHjTL3+RVkiAAAECBAgQIECAAAECfwXUECBAgAABAgQIECBAgMAtgUzOZtxqM8k1+bZJGOccZN0J4DllHh47CTPe8iN1WlX+9UXGqcIBgScE8r2T8UQXTQkQIECAAAECBAgQIPA5ATMTIECAAAECBAgQINAL9E/hRgL2UlYqqktG33Cj39r+N7q9ybaVmcvJBjMQgXcKmIsAAQIECBAgQIAAAQIECBDYvoAdEiBAgAABAgS+WeBSove8LpO+fcSFfPgrY71m/U5i+dfKuLTZV+55H7vLiGLESwJ4BN7vrvlTFZz5Wd0Zvy9OdBbj5+eBTzBa/vDfigmmMASBOQWMTYAAAQIECBAgQIAAAQIECGxfwA4JECBAgMDXC0T2qbSnXvvyTCRThi3fc3Zppaf9jmLth7J2Xez/J8omn3HuYr+Z9M0yDid4ZUZxgmEM8TaB6e7925ZsIgIECEwrYDQCBAgQIECAAAECBAgQIEBg+wJ2SIAAAQK9QOSF+iRwnGQZxdVXSwRnebWRCwsUiJucq+oz/JEIzjLPR4QE8Ai8vms+7ZtR7v3Y9a19I0CAAAECBMYI6EuAAAECBAgQIECAAAECBAhsX8AOCRC4KpC5wYxLDbK+xaXrW6rb5j6PieAJnnKWAF7bu32mPHN7S62Nw3oJECBAgACB7xGwUwIECBAgQIAAAQIECBAgQGD7AnZIgMB4AQng8YZvHGEfc2VEMeErk78ZOfI2/2JiHFbXpc5xjDpTBv44vOL9Anl/a3Vf3y9vRgIECBAg8JSAxgQIECBAgAABAgQIECDwpECttdT6N54cRvMPCdSYNyOKX6/8eOeMVpltLuV2aq1rvP+xrdpHjU1mlHI4/12WEpf7KL4uCkgAX2RRSYAAAQIECBAgQIAAAQLLELAKAgQIECBAgAABAgQIELglkCnSW9fXdS13cyvWtZvXVpv7f61n67XOBHBb/ReXtSslo/giQIAAAQIECBAgQIAAAQJbFbAvAgQIECBAgAABAgQeEsiUYeaNWjzUSaOFCcRd7CJ1m483j1xZjDJyhG/vXvelZJTIyBZf7xB4zxx5P1u8Z0azECBAgAABAgQIECBAgAABAj8CjggQIECAAAECBB4TaNmMzBu2eKznEluddhOLu3Qc1Vt95XYn2psE8ESQJRPAmQhuMdm4h4HyLzZ2kfWvfRzqfJ9LIH/ChtGS/FGWiLzHc01t3HsCrhMgQIAAAQIECBAgQIAAAQLbF7BDAgQIECBA4EGBPpuRD45GPNhl4c36HcUab5Vxea2vzDFlZL4poz9um5nuJkoAN9OXy0gI5g0q+UZ8eRAdCRAgQOCugAYECBAgQIAAAQIECBAgQIDA9gXskAABAgReFcinf/eRQ8zy1TH024aABPDo+5iEGfETNXosAxAgQIAAAQIXBVQSIECAAAECBAgQIECAAAEC2xeww7cI1FpLrfUtc5nkvQLtUcVWvnd2s00jkDnHjHGjjR9h3Px6EyBAgAABAgQIELgp4CIBAgQIECBAgAABAgQIECCwfQE7vCIQufpM6F6LYa9o2p+2sj/52m/TKHRv/QTgadact1wCOBUmibgpXXC2mGTMn0Hycf193Zeuj5/6V49q/EuRkf1j5SUjVh/jl1+R178vUmMYIZP3tUSZ0R8vQ6Xr4p+eG7GMVVrFUgRqraXWQ+SadnGcpSBAgAABAgsWsDQCBAgQIECAAAECBAgQeFHA749fhFtIt0jjlFPU37mbzBkNoy058z676JRlqzsva63974nP6z98Ppi+xvG9iCY3X63/Ma+TuZ0/cXOA/mKttUQKpj+e7FvmmDLaeobHJdc9zUy582lGMsqqBaZ7S62aYbD4FGkxqHZIgAABAgQIECBAgMCbBExDgAABAgQIECBAgAABApHP/TKElpu5Vr6XI/+Q4r0zTjPbuhLA0+x52lEyM58xYVb+kQW2v+x4pO0rbfKvQzJe6asPAQIECBAgQIAAAQIECBAYJaAzAQIECBAgQIAAAQIPCcjlPMT0dY0kgMfe8rovJaN/EL+s4qslj7O8vOD8e5LYV8m43OITte+dMw1avHdmsxEgQIAAAQIECBAgQIAAgW8WsHcCBAgQIECAAIFvFmi5mWvlu2xy/siT5YPI75qyzzXGnBPk5ySAJ7tp8UbIRHCLycYdDpS3K2NY9/hxJnz7iC6x2v5tFIf9K/9CpHZdqd0+ouvrvvdb7n8Y+1LyvvY/cO24+HqvgNkIECBAgAABAgQIECBAgACB7QvYIQECBAgQIHBH4JDPKeVUlnI6Lpv4GuZnrh2/Y6M5d85zzAtlnigjqyaPnCvm+ZW5GzfJ69nEcfNuqHfekIy8OW/Y1shpsnufBK6l9OWvJefVqOj/1Yg9ZRmnXuXNH/BdfBEg8EvACQECBAgQIECAAAECBAgQILB9ATskQIAAgUcFIsXT5y2yzD6tzGMxlUDkzGZL+J6vMebKqszL5ZxZ5vmI+OIEcG49Y4TeZrse32illZvd6MMbm+Bn7eG5NCRAgACBgYBDAgQIECBAgAABAgQIECBAYPsCdkiAwMsC8hcv093pGGn17t15xJaXa+WdJd64/O6V31jKGy7FvXrDLPNOMfEeLg/Xals575aMToAAAQIECBC4JKCOAAECBAgQIECAAAECBAgQ2L6AHT4vMD49+Pycn+uRu8149wrWnSPbbgK4f0Q6P8Z4ECWOS245491vlCnmy/VnXB+r1lpq/Ylhy/wrkPzY56zL4138vNS5qsX5AAAQAElEQVRuX1pkfUZXain5Vw2tcVZ+VdQw+YldWsT7pkaZ0dusxKPrujKMlSzbMgkQIECAAAECBAgQIECAAAECBAgQIECAwCiBWuP3/Bdi1KAL6Jypmz6Oa8njPKzxrXYl8huHKOv4urPK4Yb6HUb7LKO499pFLnAQ6TSMe91/rsc4kR8qLX4uLPooVr3o9VncmwQe/HF502qWME2KtFjCeqyBAAECBAgQIECAwLcI2CcBAgQIECBAgAABAgQIvCKw/axG7vAVmRF9Igc9oveLXcfvcx0J4Bd5bnfLrWfcbnX/ao6RMf5m3J/rp0WNN1zGT83Yo9zD2DG22z+t33uHt2tpZwQIECBAgAABAgQIELgq4AIBAgQIECBAgAABAjcF+nxF5ohutnJxvEBmhd6dO4s5+yeNoxy5gXevfORyp+y+j8Eyovj6Vy3xb0UojH9DxSCTvz4zYIq0KKX/WIDPLMSsBAgQIECAAAECBAgQIEDgKwRskgABAgQIECBA4K/ApczNpbq/PdWME8gcUeQR34mdU45b9Kn3dhPAfYY8ttfKEsenbccNOx1PdRDvgDZXllMNexwn/6Ij/1u0NcbO42P1y0UXHvuIru5KVyMBHMsv+d/+jbopxi+r/urC5Cf2+d+TLvuoO0Tpz1e9wTUt3loJECBAgAABAgQIECBAgACB7QvYIQECBAgQIHBFINM3mbc5xZV2qqcW6I4D7kufF8rcUEYZ+ZVjZETeqWT0x23MvNvteFw5zIqOG2npvdt9Oq0zbljCns6/8+APy3cy3N11N93P3N25NCBAoAkoCRAgQIAAAQIECBAgQIAAge0L2CEBAgQI3BSIRE6mKFrcbOvihAIJn7nECYd841DfkwD+g5pbz/hz4bmKLsbI6J+efa7rYlrHe7iU2MdgQbuoyxhUffVh/mXNVwPYPAECBN4tYD4CBAgQIECAAAECBAgQIEBg+wJ2SIDA0wKZr8h4uqMOTwrUUvr835PdRjfPfF3GuIHGjzBu/vf1jvv0vsnWPhOsu3cQ0V0iDQgQIECAwKsC+hEgQIAAAQIECBAgQIAAAQLbF7DDFQt8RY7kE5ucbs7tJoDzM7OHcfy451prqfW/UmuWdTU/XfkRxPvYT9fHa8vOMWp37BvjlHbSMwwfY8+KfGtkHNt/VVGDpkU5PRudXPXkEF5peDp3sESBWuvpZ73W68dLXPsca+q6rrTI8fdxnqUgQIAAAQILErAUAgQIECBAgAABAgQIECBAIATqMaL49cpcT8avyhlOco6LEXNFhiS+j3qtqHPkyvJJ4BZjV34aJ8bNDFSeZ9lH3vWxExz65+iHI98JEBgIDH7IWtI8rw6P81wQIECAAAECBAgQIDCRgGEIECBAgAABAgQIECBAYOkCX5cmWemGl50AnvVdnlvPmHWS2QZvf3Xx8gT5FwU5yMsDbLlj/jRn/Ozx99O/WR/vnTTMQ0GAAAECBAgQIECAAAEC4wT0JkCAAAECBAgQIECAwBsE+nzP7xTQlVnzQcHIBV25uvTq9a58tGw+oJ4xcqD8GOCM8tC7ZeRkU3XPN+1hrJ+jw/nhe1fy46YzDuef+f7+WfMenkesIpAyV55X4uzw+nVyqPKdAAECBAgQIECAAAECBAgQeF5ADwIECBAgQIAAAQLLE8hEUOQRI0f0vrUd5ywx78hJt5sAzqczh9F/dnbTGg/XRvop46ZkIrjFz4UJj/J2ZbwyZPY7RmQz8/2aZ+0vHbIsfRJ7X7rDySuTrLhP3L/yE2lwiHL8MduVrh6i5PtqxTtdydItkwABAgQIECBAgAABAgQIENi+gB0SIECAAAECBGYVqJH6Gcbjk0XHvnHkFFvuL8u+bupvOVfMU7KcZuzMAU4z0tJH+WOWkBljF55jZPyZYOzAl/vPNE0mhMvpjdWVQ/Jzpsku72whtbHnX/8SxHms7PA9DrwIEHiDgCkIECBAgAABAgQIECBAgACB7QvYIQECBAgQWLJAZIZmS/ie7zvmyqo+PxU5xyzzfER8TwL4D1JuPePPhScrcoyMQwr1yc5vb56r7COfYs24uoK+1dWr33bh+KM32Hbe84xBlUMCBAgQGC9gBAIECBAgQIAAAQIECBAgQGD7AnZIgACBhwQiV9VlTJeP2UXCJ+P+9NPOe3++bBGLy6K0sj956dt0Yi9N/8ZOcZ/eONt8U720j9+dfp8dljr+rXQYZ6vfL5ltda/2RYAAAQIEPiVgXgIECBAgQIAAAQIECBAgQGD7Anb4pEAkKDKHcx5PjrLi5gHwkdV/at5pNrvdBHA+lj2Msh+IzbHteCPkE7UtBrNNd5h7yPgZsdZaav2JnyvtKPda+5N8YjwjT2r5V2r5XxzmePvSpVWc5at2tdT4lyQjz782jgZNMD36CJC+jOtx6EWAAAECBAgQIDBewAgECBAgQIAAAQIECBAgQOAtArVGDiTiLZONmCRTEKeoJfI4ZzFi7A92fWDq2GxksMopyktf53mcWnelRnS7Xel2Ocejw+4CfhCPdrvTrt3bfSwl0nKH+xt9Wn0cjnrFikf113mNAvnuKf23Na7+PWse8gyP3zO7WQgQIECAAAECBAh8kYCtEiBAgAABAgQIECBAgMA1ge9LUURGtLS4pvLG+hlvwPWhc//j9rjMBPC4PT3YO7ee8WDza826GCOjfzNeazR9fY13RcYrIz/2tol9lYxXZlh5n7SNLTzmFA29CBAgQIAAAQIECBAgQOA1Ab0IECBAgAABAgQIECBwVSAzNcOIBE7/gGOWVztNdCHnfXeerM2Z5bhtvHvl41a7xN750ckZ/RtuiQu8tqZ7b57DR0Nf6z1n/dLHzn9W8iOzM5a+VusjQIAAAQIECBAgQIAAAQJLFbAuAgQIECBAgAABAvcFWj6rz85E82EZp7O9cp7IlbXpZ5tnnoElgCdzjTdCJoJbTDbuYaB82nfX7Urt41B36/vp88LjjXnpuPRPLO9K6Z/ybWWc9q/YS19+z7f0PcXFbR/+O8mZ9D1EKd+ndBFm6krjESBAgAABAgQIECBAgAABAtsXsEMCBAgQIECAwIMCmY0ZxrBb1g/PpzxuY2cSeBBjp2h5xFaWGPs0Zj0djT3IzN/YMb68f96YjPZG2ABHy4RKcV68mYeE+jEhfLGFSgIEXhPQiwABAgQIECBAgAABAgQIENi+gB0SIECAAIFXBCIPl/mrU+4qzvvjLF8Z716fGDeTtPeaLfS6BPBCb8xnl1VLySxn/5TwZ1fyqdl38XOdcXX+Ln90Mq62cIEAAQIEnhHQlgABAgQIECBAgAABAgQIENi+gB0SIEBgNQKZK/tEHijnzBgHNX6EcfPrvUSBSH4ucVnvWlP8SL9rKvMQIECAAAECpRQIBAgQIECAAAECBAgQIECAwPYF7JDAYwKZpBrGea93ZXHmn6fW8znOz8/3/vj5FyWA82OaM3LLGY8jLaFlPpC7r8ePHX7g/udT8LeilPzhSY9htJ0+MEFrupGyix+yjF24pNvfbeV75hj9079/W6hZnkDXdeVWLG/FVkSAAAECBL5OwIYJECBAgAABAgQIECBAgACB7Qs8scPMX51Hdo/cVZ+fibL/BNthmdd/RxeXb8Xv1rfOIjeU87a41fSRa22cKGuJrFQuMsrSRy1TfcWqpxrKOOsSyB+eda3YagkQIECAAAECBAgQ2JKAvRAgQIAAAQIECBAgQIAAgVcEMlHa4pX+T/SZMZ1W+0T2PBMsKwH8hPdymiZhRn3rkvIPAjLmmzT3lDHfDOseOW0y1r0LqydAgAABAgQIECBAgMBHBExKgAABAgQIECBAgMBLAvkppn281HsrneZJmv7WybzfGvNAueZd/zzx7/04+xKBfOPe2mr7aOhbbaa9tq7R+KzrflktAQIECBAgQIAAAQIECCxFwDoIECBAgAABAgQeF7iUzblU9/iIa26Zid9hzLmXnCdyQQvCzgdDb0ct7XqmgefU+aKx4x3QBWeLWXYe40+Ws4/19mO1MbNsi843dTtWHgTih7wco2Z5qPV9MgEDESBAgAABAgQIECBAgAABAtsXsEMCBAgQIEDgSYHM5vRP/Ebqpi+f7L++5v2OY9nDMk7LESDLPO0j6vpyjm9t7MgJZV6oxRxT3RmzJXVzRX9jFyItIgEcY2WbYdYvqrwWL5B3be5F9v+C5EQZc0+20vHzB71PCK90/ZZNYFECFkOAAAECBAgQIECAAAECBAhsX8AOCRAgQOAlgUjVnKdCXxpnNZ2Gu83jawsPmEh9lj6utRlTH+P3uaAxY0zXN1ZTTongYDkdxxT9tbNSAjhAvM4Fju+cEuX5JecHgXzSu3+C+nDqOwECBAi8KKAbAQIECBAgQIAAAQIECBAgsH0BOyRAYDKB0zN8k41ooMsCkSPrc0GXry63NlO/Oxms5d6gKyuL99uVK9NV558KTDeakQgQIECAAAECFwVUEiBAgAABAgQIECBAgAABAtsXsEMC6xR4R0Lulswj819vs6u1llqvx62pF32tz8pnlrutMo8z9lExjDid5BVZ03wUvMUkY54P0tZ9Xv/3/PTody0XHwmP2ujUxmtlVPWv6NSX2//W/lKmdl3J2Jda9rH9Fj8C+d45Rv/e+rmy5KNaa6n1J5a8VmsjQIAAAQIEvkrAZgkQIECAAAECBAgQIECAAIEbAjWuZUTx69XyP78ql3sy28p+8jsl8jt/o0z2FbmhzAu1mGzc2wN1kdvp6i5yfDF/2ZWaEWuov6JGfTmLPtMVrcuGv7oN72301uCMJjQAAQIECBAgQIAAAQIvCOhCgAABAgQIECBAgAABAgRWIrCgdFoNskdjF21neuUSHhx+phX0Ke+5xv7wuO0vG+ZbRt67jPlmWPTIXbx/M66+idImY9G7sDgCBAgQIECAAAECBAgsS8BqCBAgQIAAAQIECBAg8JLAed4mzvscTpYvDXinU4673jzQeld+7bbk/Th9DPP+Wiv1CxL4zFLyTzaGcWkV+Wa6VJ91+d7KyGNBgAABAgQIECBAgAABAgQI3BNwnQABAgQIECBAgMA4gfO8zfn5uNF/984cUuSB5pzi94QPnB3XVLK83XzCBHAM1UX0nyqd5QdEMvFb4mbc3vNMV2O/uf8WE8+ST/zuYuzax/3Bs/2tuD/CllvkD8alyD3nfYzo/2okz1vk++oY/fus1StHCuhOgAABAgQIECBAgAABAgQIbF/ADgkQIECAAAECLwq0nE2WLw7xUrfMI2XHyA1lXqhFVr09ci2xjpJlTt7KPL4cmam9fOXZ2vtzPTviiPaJ0GLEMLp+qcAD/4h89Af9S2+LbW9QwJYIECBAgAABAgQIECBAgACB7QvYIQECBAgQGCvwQN5m7BR/+kfiM3NBf+o/URFr6adtZZ5kHnR4nnU/MV0C+GfMBRzltlosYDmWsEKB/MckY4VLt2QCBAisQcAaCRAgQIAAAQIE7wORnwAAEABJREFUCBAgQIAAge0L2CEBAgRWKxA5oi5zjUvewDsSwOGwZAJre0bAzXxGS1sCBAgQIEDgOQGtCRAgQIAAAQIECBAgQIAAge0L2OFEApGyyTTfeUw0+kqGyd1PvdSAvTnk4frh+82GL1/s+o90HjPD9b53U9e11lLrI9GVuutik/nIcUYex+k7X30m/u6WZlpR7DcfBW8x8SxdLWUfY3d93B8829+KPyPUWH//Rku/mOxPgy1V5P4eiS3t2V4IECBAgAABAosQsAgCBAgQIECAAAECBAgQIEDgAYGWtenLSGn8yfncGCOal0z73Iob3ae4NOEYvUCMl2UUk7x6oRgpc2KXo7eLFjVyj78i6yKmeHWxpVpzLZdGi4sl860Z7fqwba57eN7aHMq8ejjayvf02Mpe3rqPhMt466QfnCx/KG7FB5dmagIECBAgQIAAAQKbFLApAgQIECBAgAABAgQIEHhW4NXMzTYzIOca5+fP6t5un0ng2y3GXe0yA3x1iHF7mzEBnAsbZqUv7GCuqsjGl4wy4/bmWvuD47a/9HiwuWZPCeR7N+NGp3x/Zdxo4hIBAgQIECBAgAABAgQIHAUUBAgQIECAAAECBAgQGCUQeZsaUTJyoCxb5PnUkSn09eYZ17vyR+5j3vdH2mnzEYHlTZpvmPNY3iqtiAABAgQIECBAgAABAgQIrEnAWgkQIECAAAECBAisTyATwL9XPcwg/b4y1VnOkA/XZowbc9sJ4HE2T/aON0I+Edriyd6PNc/blXG/df4RxK24P8K3tcgfqkvRHNL9GHmPW7XyVQH9CBAgQIAAAQIECBAgQIAAge0L2CEBAgQIECBAYPUCt7JH02wuZ8ikb5bTjJgZrWlGMsp7BKa79+9Z7+pmCeBh5vz0UQKr24gFE1iwgKURIECAAAECBAgQIECAAAEC2xewQwIECBAgsB2ByB6V9p9n7ctJt5aj54BZTpMIlgBOT0HgXKD/6a1RmxHFn1f+6GT8uaCCAAECBG4JuEaAAAECBAgQIECAAAECBAhsX8AOCRAgQOAFgUwAZ7dW5vFrIYP1mtvnel3LR35uRSudOX94hnFpG9ewr9VfGkMdAQIECBAg0ASUBAgQIECAAAECBAgQIECAwPYF7JAAgccEas18U+aqsnysz6OtNp8ArrWWWn/iUZjn28UNqvtSWpQ5vvaxly7iHfuZY/1LGbOLhVyKqC619M/wZ5mnGfH+KWVfdqWL73F9eC2vCwIECBAgQIAAgXsCrhMgQIAAAQIECBAgQIAAAQILEqi1llr/xsglztC9xpgRtYtyW6/gL12/rdhf5KCm3N3mE8BTYhnrWwTyB+3SXvufwksX1BEgQIAAAQIECBAgcFXABQIECBAgQIAAAQIECBAgQOBcoJYaVS331MqomuD1mQTwBAv/9iHyDx0yvt1hvv3nD13GfDMYmQABAgQIECBAgAABApsXsEECBAgQIECAAAECBFYlUGsttdZVrfmdi02ZzM9l+c55n51LAvhZMe1HCyx/gPwrixbLX60VEiBAgAABAgQIECBAgACBJQpYEwECBAgQIECAAIE1C2Sm6M/6o3Lpyd9cswRwKkwScbu74GwxyZg/g+RfE+xi7NrHT/21oy6XcyOu9fuO+oAplyJ3nz+5EaVF1okJBQxFgAABAgQIECBAgAABAgQIbF/ADgkQIECAAAECqxT4k1877qLPKkXqKMtj1aKLyFguen0WR2AmgfwRHcbZNJlxz+gTwWfXnBIg8KKAbgQIECBAgAABAgQIECBAgMD2BeyQAAECBAhsRyByvqfNZFbpdLLwAwnghd8gy/uQQPsTj/5J4Q+twbQECBDYkoC9ECBAgAABAgQIECBAgAABAtsXsEMCBAhsXCCTwBlL3WY+25ghAbzUO2RdMwvk32wM49J05z/C5+eX+qgjQIAAAQIEzgWcEyBAgAABAgQIECBAgAABAtsXsEMCWxSodb7cUNd/Cm0bv5XTKK4/ARwedVfLtZiG6ZFRIplY96W0KNN+5QOp+xi76+P+2JndvxX3R9hyi7hX/Q/VeZl7rqUk9unJ33a+K/uo25Xss4+GLeLQi8D/2bvbxVR1JQCgief9X7mcGWzc1OI3Vgir12kghJBZ6Plxp7gJECBAgAABAgQIECBAgAABAv0LyJAAAQIECBDoR+AQJdKZqPVQakQmOgxDqVEmyu0WQ2xkRPPyK6b/nj9nPLvQzdmPdao6fJVplKhmZRxunm8Agd0JPPoh2x2QhAkQmAjYJECAAAECBAgQIECAAAECBPoXkCEBAgQI7FOglvq2xLPAXMb5swBcJj+vX1MBeMK5pc18SDVjS2ve1lrzw9Xi58p/PFn985A9AgQIENiXgGwJECBAgAABAgQIECBAgACB/gVkSIAAgT8SyLpUlm6zfe6SWcM6RD05Z3luhlWf9RWraxGbXgQeEohPxvhVz639eXJ+7Fr8PGKPAAECBAgQ2I+ATAkQIECAAAECBAgQIECAAIH+BWRIYFsC+fDoVxSxOisAf7LoG5pDcLZ4y/sh5i8Zb5l8R5PGvRofqT9vkyCKvvnnEWMBOPf/RXZn/OuxRYAAAQIECBAgsEsBSRMgQIAAAQIECBAgQIAAAQL9C7wjwxq1zGmU2D9dJ+tWp53ZjaxTnUcbmMXftt1pNTGxWrRUtQSmAvkhmsb02HQ7CsI/PnzTY7YJECBAgAABAgQIENibgHwJECBAgAABAgQIECBAgMBaBLLSNV1LFoEzOi0AT1N98/ZwKCWf+h2fKH3ztUxPgAABAgQIECBAgAABAgQIfErAdQkQIECAAAECBAgQ+JRA1uKystl9PS5LtxmvQb8+w2vXdzaBDwnkk73TOF/G+d9MnB9v+1oCBAgQIECAAAECBAgQIECgfwEZEiBAgAABAgQIfF5gidrNtDY0t/3JLB/PLzOYW3FnBeBMJ7/6+V+qtdZS6+X4N3ILW5lbxhbWuuY15sdhLnLNdfJEd2yXjHxfRXdsjn9cksNWErXWUuvlWMky+12GzAgQIECAAAECBAgQIECAAIH+BWRIgACBjQrUevn/O661bjQryyaQ793zuFdlrjY013fvfE+MG59kjrpTa0tsnyLz+jlnjeVN4xD7GW3UtG71Y1wboCVA4FwgP2gZ5/32CRAgUAoDAgQIECBAgAABAgQIECBAoH8BGRIgQIDAGgWydtNijev7/JqyrPz5VWxyBUmX8ZnFtyr+Z66+l6sOe0lUngQIECDwmIDRBAgQIECAAAECBAgQIECAQP8CMiRAYDUCrdjb2kcWlrWeFo+ct+2xn6tgbtvN6rsWaP8haG3XyUqOAAECBAgQeEjAYAIECBAgQIAAAQIECBAgQKB/ARmuT6AVf1vt5nc71KG0KOX38WPf+jL7t6Jc81fsZkQz8/oKhoyZQz+6FIB/cFzbSappXBu7/LF4z5bDcCh1jNvz53d+X4vbM/Q8Ij4dZS4y5/hwJXaJNncnkd0Zky6bBAgQIECAAAECexKQKwECBAgQIECAAAECBAgQIPBBgazd/I7bRd/pOefLn6kXnQ95+36uL4u+Q9QBy68o3z9Z9/vevNkcbo4wgECXAucf6EtJDnEgP3TReBEgQIAAAQIECBAgsFsBiRMgQIAAAQIECBAgQIDAugXyydgWx5VGjSef7JvGzAOA5cdDg+UDP7HO8arR1qhJ5XrH/TKurEx+sgicMema3VQAnmW5o3M4lDLgu0PKEAIECBAgQIAAAQIECBAgsGUBaydAgAABAgQIECBAgMAfCEQBeLxKa8edp36pYD7F1sNJ+QTsNI/cz5j29bydH55pnOd6y+J8vH0CBAgQIECAAAECBAgQIECgPwEZESBAgAABAgQIrFug1XpeWWWbY9q+Mt9y5+aKnpmtswLwVxg8llKttdR6Lf6L4xlnYw5DqRGHWktGefNPPs79Vb/KMMbti9Wh/PqO8GlfHC2lTKzyAqVGXxpOI7q6ewVOmYtMNAzGJ7ujHT2yPTolUUaOEjsXkD4BAgQIECBAgAABAgQIECDQv4AMCRAgQIAAgZNArbXUWsvhEBFtWcVP1Hqi+FWj5vNVaqxoGrGbfVnYmUb25aFTxBxxfpmN06A/22iraRfMpbftSPVU+2t9l9pjZevSUf0Edi3Q/kOxawTJEyBwJmCXAAECBAgQIECAAAECBAgQ6F9AhgQIECCwRYG5uk7ra+0W83p8zR0XgDO1jMdRHjmjHmrJeOScJcZmxT9jibnMQYAAAQIECNwlYBABAgQIECBAgAABAgQIECDQv4AMCRAg8DGBGlfOiOal1/srpC8tz8nvEcgHyL9i6oxovAgQIECAAAECBG4IOEyAAAECBAgQIECAAAECBAj0LyBDAn0IbLgAnMXLjLli5utp5dO11+Iztz/zynj26s0q22fn6OG8/NuJe+Jnru271X/22iNAgAABAgQIEOheQIIECBAgQIAAAQIECBAgQIBA/wJ/nGFWqg5Rsmv1p9xfagmvVBOXWsOL84TMizNs7/Rn3wLfVuM7KYrn2W4v+YVWnIbXYqHLmIYAAQIECBAgQIAAgU0LWDwBAgQIECBAgAABAgQIbEUg62AZW1nvhXUukEIHBeALOCVTy7h0/On+FZyYhcvMLeOZ5bR3TmufmcM5BAgQIECAAAECBAgQIECgawHJESBAgAABAgQIECCwaoGol+XX+Z7WmHWvFqfOTW3kE8HPVv+miS4xx3S+brfz7bLO5OLNfXFh145dPGknB/KOXotLDPoJECBAgAABAgQIECBAgACB/gVkSIAAAQIECBAgQOCPBbJstdAlOyoAfwVJRqaUEbsLvdI7I2fPb03OWGjql6cZai1DPVwIBeB54Lyb98TPs4fgzPjZa29XApIlQIAAAQIECBAgQIAAAQIE+heQIQECBAgQIPBxgazH/I6sic1EqSUqZWV8ejbKP9mWnf8sWyndOeZ20o9K5rjY1o47fhEgQIDAFQGHCBAgQIAAAQIECBAgQIAAgf4FZEiAAAECaxfI2laLttbcz+2o/mYjoiAOYX8C459MRO0/2/1lL2MCBAgQIPCogPEECBAgQIAAAQIECBAgQIBA/wIyJEBgcwJZ+M3IhWfxt0XubzBaKgssPaqAC8xiio0ILPjO2UjGlkmAAAECBAgQeE3A2QQIECBAgAABAgQIECBAgED/AjLcjkAr8rZ2Oyu/Z6VfUcr7umfgjTEKwDeA+joc7xoPfT99S2v8tyTj6QmcSIAAAQIECBAgsC0BqyVAgAABAgQIECBAgAABAgRWJBCFmjIXucSsgbXI/QfiQ0Mzkyz45hf2jtHWkWm07SdbBeAn4ZxGgAABAgQIECBAgAABAv0KyIwAAQIECBAgQIAAAQIEtiawQOX0wylnUTjj1WUoAN8hmG+XWspp5FiFj85sT502CBAgQIAAAQIECBAgQIAAgR4E5ECAAAECBAgQIECAwLrzVNkAABAASURBVGYFooBXMjabwCILVwBehNEk2xfIv6fIuJSJfgIECBAgQIAAAQIECBAgQKB/ARkSIECAAAECBAhsSyBrOxnbWvW7V6sAfEE4/63XHxHjEmvbT/3mB2CJfzo6MLp6hUu72eNfheRfhmT8TDLvfcbPXnu7EJAkAQIECBAgQIAAAQIECBAg0L+ADAkQIEBgVwK11lLr5dgVxkyytf60mRmygq7v+k6JttRYT4vY3Pkra5o7J9hT+vkB2FO+z+aa/4F49lznESDQm4B8CBAgQIAAAQIECBAgQIAAgf4FZEiAAAECPQio77S7qADcJG60+YDojSEOEyBAgAABAn0JyIYAAQIECBAgQIAAAQIECBDoX0CGBAgQOAlkPTDj1PHHG1nCznj1sgrArwpu6vwl3jKbSthiCRAgQIAAAQJPCjiNAAECBAgQIECAAAECBAgQ6F9AhgT6FFAAfuC+ZsU/44FTVjY0C8Bu+bM3Je99xrPnO48AAQIECBAgQGAjApZJgAABAgQIECBAgAABAgQI9C8QGWbdZxrR9WevsWo3lHK6flnuRzVwOcsNzZRvqQ0t11IJECBAgAABAgQIECDwRwIuQ4AAAQIECBAgQIAAAQIEPioQReFXr68AfFvw14hTJX6BG/Br8j/pyAJw3vqMP7mgixAgQIAAAQIECBAgQIAAgbULWB8BAgQIECBAgAABAp0LtBrfrTTvHXdrnkePH6L2uET1bok5Hl278asSyGLwqha0gsXEp6u0WMFyLIEAAQIECBAgQIAAAQIECBB4s4DpCRAgQIAAAQIEti+QtZ0NZ7Hg8hWAb74PvmLEpVjwTsRVPvPKAnC+DS7FZ1b13qtmzi3ySrE9fMep8Jv3tkWOKeU05Ljr9x4E5EiAAAECBAgQIECAAAECBAj0LyBDAgQIECBAYKMCrbYTbWk1nWz/pdOe5G1tO3K+3/pbu/WaUFb9Wi7ahwV+vokePt0JHxTI/xhML5/7GdM+2wQI7FlA7gQIECBAgAABAgQIECBAgED/AjIkQIAAga0LZG0nY+t5LLt+BeBlPc22CYEs3GdsYrEWSYAAAQJ/L+CKBAgQIECAAAECBAgQIECAQP8CMiRAoEOBW0/2ZmE0Y5WpL1jHXm2Oq4RfzaKyeJlfS53taha1gYWk13lsYNmWSIAAAQIECPyhgEsRIECAAAECBAgQIECAAAEC/QvIcK8CWV3LWGv+X1EEXmJ9CsBrvcOz68pbnpFFzBzQ2twW1wXSai6unzU9euuvRqZjbRMgQIAAAQIECGxQwJIJECBAgAABAgQIECBAgACBTQm02k1rzxff/i3f1o7HV/Irq1ZZ8G1ry/1xaVEEHtsXfikAv4D3uVNPb4FYwrQgHLteNwTSLiL/S1CiHePGKQ4TIECAAAECBAgQINC9gAQJECBAgAABAgQIECBAoH+BVmxdZ6Z1rFoN5fUKsALw5Tu8oSPDhtb66aXmhyYiP+HjByi2P70k1ydAgAABAgQIECBAgACBTwq4NgECBAgQIECAAAEC3QhkzWwo+RxgxrbSyppVlm6zfW3lOctrMzi7c4Frb7Jrx9bMkutucWmd+gkQIECAAAECBAgQIECAAIH+BWRIgAABAgQIECDQj8Cw0VSyZrXs0hWAl/Vc3Wz5oOu1uL3gfNPl22Qu8tjtGdYxItfa4rkVNcfnznbWpgQslgABAgQIECBAgAABAgQIEOhfQIYECBAgQIDAxgRanaeWGkWbjDJ+22uJnyj+1ojxS5Rj9/uVXXPxffhjTT3UcoioNXKph1Lrf6WObW4fSjn8dz1KjLkSebT42bpA3XoCf7R+Tn8E7TIENi1g8QQIECBAgAABAgQIECBAgED/AjIkQIAAga0KZK1nGlvNY7ruzGe637az/1K0MfOtAvC8y8p782a3JeYtnO63fu28QFpNY36UXgIECBDYpYCkCRAgQIAAAQIECBAgQIAAgf4FZEiAAIEVCkxrV237+WVm9fD5s50ZAl8Rvx8pj06v1Qm0+zRtV7dICyJAgAABAgQ+IuCiBAgQIECAAAECBAgQIECAQP8CMty+wLTGk9vbz+hfBq3wm+2/3me2FICfUft1Tr7BImoUg1v8GrNER96ujCXm2tsccX/G730/b+93aN8Rf/8ZRhIgQIAAAQIECGxCwCIJECBAgAABAgQIECBAgACBDQic13jafi49iqZDRMnI/ZnYUZdq4ss3u725sn15MhO8XSDvU0RWc08F4bdf1AUIECBAgAABAgQIEFipgGURIECAAAECBAgQIEBgLwJRHRkrI/3mq/jb7q0CcJP41z641f/H5UGQlQ/PD3/E6a9AYnvlK7Y8AgQIECBAgAABAgQIEHiLgEkJECBAgAABAgQI7EZgrGZFSSTLIxn9Jh5Jegq4KAC//A7/90bKrZenM8EfCOSdanF+OfsECBAgQIAAAQIECBAgQIBA/wIyJECAAAECBAjsRyCLv/1mm9llbC/D+sZCtQLwi++HOsTtiTjETarx/jpF+YqerxdnPz8958s477+8X2us7IW4PPPWjtRYcIvYfOIVt7lkPHGqU7YiYJ0ECBAgQIAAAQIECBAgQIBA/wIyJECAAAECOxKI0tVY2+izvhHZtcJcaTWgbDdyg2stwxA5vGG5hzfMuc8p33N/9mn5tqw39KF/m4GJCRC4JKCfAAECBAgQIECAAAECBAgQ6F9AhgQIECDQs8C26kBR/33bzVAAfhutidcpkB/+aaxzlVZFgAABAn8q4GIECBAgQIAAAQIECBAgQIBA/wIyJLB7gT6fAt79bZ0FUACeZXmtMz9ALV6b6Z6z8yuhPX58j1Qp6XQe951pFAECBAgQINCrgLwIECBAgAABAgQIECBAgACB/gX2k6EqyH7u9bVMFYCv6Tx4rBV9px+uB6e4MTxvV8b5sLxiFoJb5P75mL3vp8lc3O9y+hr5+08xkgABAgQIECBAYM0C1kaAAAECBAgQIECAAAECBDoSGKsgtZRTvep7u6WYdY62vat2h8nOVRN3yLBcyr8+XMtNfWGm8Ypnx7LvrMvut0DaRIz/lYu2ZHwf0hAgQIAAAQIECBAgsBsBiRIgQIAAAQIECBAgQIAAgV4FFID/3dmNbtVYd0Y0XncIpFVE/vlLiXaMO04zhAABAgQIECBAgAABAgR6EZAHAQIECBAgQIAAgd0K5PNxGX0ARJ0n6z2Dcuf5/SRyLtLFfrzhu8jjXUmkT4t2DS0BAgQIECBAgAABAgQIECDQv4AMCRAgQIAAAQL9COR3nE6jn8weySTrPY+M38fYQ6211Ho59sGwlSzbv/Gb6z1+pGvNe3eIe/jfzyixH5Ejr8X4hxH19/fBt/5yOJS5GA61jP3XJl/VsRqraRGbT7xOJk+c65SVC1geAQIECBAgQIAAAQIECBAg0L+ADAkQIECAQEcCrWZx3t5KsY2/NW6dx1udZ9quc6VvX9WF+t1Yu4tjUd17+xJc4M8E2hv+zy64sQulz8aWbLkECLxdwAUIECBAgAABAgQIECBAgACB/gVkSIAAAQK9CGStp0UvOS2fhwLwwqbjW24oJb8/fYzyrp/xSjF5tmW8XvFzh0B6TeOOUwwhQIAAgV4F5EWAAAECBAgQIECAAAECBAj0LyBDAgS6FZjWe3K720QfTkwB+GGy2yfkW6zF7dFLjojKc/mOsfqc20vOv/W50uM8tp6T9RMgQIAAAQLPCTiLAAECBAgQIECAAAECBAgQ6F9Ahv0JXKrztP7+Mn4mIwXgZ9QunPP+mmverowyPvHbrpdticJvHYboH0pu/4vY9QqBc5e2H4fufKVzxp3DDSNAgAABAgQIEFirgHURIECAAAECBAgQIECAAAECGxRotZ1b7XdqO26O1cQdA/Sb+vTN32+Wj2f27TJWcr+3H5/EGQQIECBAgAABAgQIbFTAsgkQIECAAAECBAgQIECAQO8CHRWAM5WMh29ZFyfsN/NHb9/3l3MP323J9tE5jCdAgAABAgQIECBAgACBDQpYMgECBAgQIECAAAECBHYh0EHdUAFvF+/URZPM90yLRSc2GQECBAgQIECAAAECBAgQILBKAYsiQIAAAQIECBDoU8C3vc7d15sF4FprqfXxOHyfM3fRZfpy6Rk1pss2mg+/8qHSjPct4yumziglr5MRHePr2Dtulvx24xbHHr9LyfdJi/LUT3pnPHWyk9YpYFUECBAgQIAAAQIECBAgQIBA/wIyJECAAAECBDoViOLvqSDWakDZdpruA2mto3L6wIINJfC8gA/983bOJNCfgIwIECBAgAABAgQIECBAgACB/gVkSIAAAQJ7ElAHane7owJwppLRUuu7Pf1Bw8U0803e4uKgHR5oJq3dIYGUCRAgQIAAAQIECBAgQIAAAQIECBAg0L+ADAkQILBbgf1UTHd0i/Nrio+RRc4dJX4z1SFGnEd0eREgQIAAAQI7EpAqAQIECBAgQIAAAQIECBAg0L+ADAnsW0ABeMH7f/up3OcvlnMfhkOpY8zNU8tQj1FKFn4zip+TwHnht+2fBtzcyHuQcXOgAQQIECBAgAABAusUsCoCBAgQIECAAAECBAgQIECgfwEZlgODngSy6FvLVxSCv2Lzq6fUFsvlu/A7VnK/txeb20QECBAgQIAAAQIECKxVwLoIECBAgAABAgQIECBAgMBeBPZcAO77Hg9RAR6fBO47zcez+3Y5+eT+47M4gwABAgQIECBAgAABAgQ2I2ChBAgQIECAAAECBAh0KRA1nqz3DEuWO2POsb6W7XbRlhTZrkJvK88HW3vLadF88kPbYtGJTUaAAAECBAgQIECAAAECBAisSsBiCBAgQIAAAQIE+hbIes/SGb5jzqXXeH2+TReAa62l1kOpNdv5uJ7+skfHPzKoy87ZZsu5v+pXGcZovSX26yla7yE2DmUoGbHpNQrkjWkxdjz8K+9BxsMnOmF9AlZEgAABAgQIECBAgAABAgQI9C8gQwIECBAgQKAzgVbn+Vcby7rNazGdq21vny1rhdvPYvcZ5Bt+9wh3AHC6A8kQAt0LSJAAAQIECBAgQIAAAQIECBDoX0CGBAgQINCrQNZ6WiyVY5sv26Xm/Ow8CsCf9X/66u2vGY4T3P7O53p7yHGq7n/nh7eWGoAZ3acrQQIECBCYCtgmQIAAAQIECBAgQIAAAQIE+heQIQECuxGokek0shiWEd3PvqJ+VDKePX8l5ykAr+RGPL+MfCPPxfMz9n9m+49B/5nKkAABAgQIEGgCWgIECBAgQIAAAQIECBAgQKB/ARnuTyBrPpn1ea0s++6Jdn6OjTnqd+TuhkMBeMGb9/73RN6ujOmi441YfkcdhtLWk22ekW1Gbu8tMu9pPJN/O/+Zc51DgAABAgQIECDwQQGXJkCAAAECBAgQIECAAAECBDoVGCKv7/hRL4vu2VcWfFtEze30tO/5HLMnb6YzMtvMWi10VmD7C/w8AAAQAElEQVT6hpwdMNP5zDkz0+giQIAAAQIECBAgQIDAygUsjwABAgQIECBAgAABAgT2IPBd+8qn+U6F4Et5twLw3PHvecY55o5vo6/TAnDenK+4AxnR/Hx1ttfepNleTu2QJOPh3DiP8YBfBAgQIECAAAECBAgQIECgJwG5ECBAgAABAgQIECCwG4Gsk0WMT/RGWzJ2k/yvRDsuAP/KtdOOfANnnKc315eF3/Nxe9uXLwECBAgQIECAAAECBAgQINC/gAwJECBAgAABAgT2J5C1sRb7y36a8YYLwHPFzOz73FO/+UcFGVPgZbczt4ycNXMdyr9/67fGdou8rTUGZUQTr6/JI++5eW/EqV288r5M45mk2vnPnOuclQhYBgECBAgQIECAAAECBAgQINC/gAwJECBAgACBHQlkLazFNO3WN9dOxmXBbNy9MW4cs51fWSnczmpvrnS4OaLvAe3N2XeWsiNAgMAzAs4hQIAAAQIECBAgQIAAAQIE+heQIQECBAjsUSDrY3N5Z/95zI1rfdOxrW+b7aYLwLXWEq+VygftEPGm1dUhco8opZbXf/ZXOE+6jNftzECAAAECGxCwRAIECBAgQIAAAQIECBAgQKB/ARkSILBrgayXncd+Qd5XofyIad7Yj1z490U/UlPNiw5lqP/i98LOe47nlPJoez6PfQIECBAgQIDAGgWsiQABAgQIECBAgAABAgQIEOhfQIYEUiDrhC1yf7/RYQH4UynVUofDGCXapd9SNeqzh5j3eI252adF3xhcWrSxNTZaxObp1cY92p4m2M1G3oOM3SQsUQIECBAgQIDA1gWsnwABAgQIECBAgAABAgQIEOhfQIa/BA6/enRsXuAr67zfBeDj08AtpfFA24k2ir5Z0cwYx0eXFwECBAgQIECAAAECBDoQkAIBAgQIECBAgAABAgQIENirwJ4KwC/e40epcnzGi5d96+lREB6+o0T71muZnAABAgQIECBAgAABAgQI/ImAixAgQIAAAQIECBAgQGDXAmuvUK7k5rTiaGvPl3Wp/3zcp/eHyQJyOyPXnjE51OWmpAgQIECAAAECBAgQIECAAIH+BWRIgAABAgQIECBAgEBnBeAsaH4tdFeTpkUrkGabfdNL5H721/FLlHMFx6O5jozj3qu/80Hdr/pVhjH+zfZV/v1vGI7XO/xbRMlvd84oJTsnkZ0ZY/+/+c63cshcHOK69ft65+dsZ/9438r49PO17TL+5D3IGHf82paA1RIgQIAAAQIECBAgQIAAAQL9C8iQAAECBAgsKFBrLbVejgUvZaoZgVov29daZ87YV9dc7W7al9XLjkSywPmX6XiD/aX2e66V9/BavOeqZiVA4O8EXIkAAQIECBAgQIAAAQIECBDoX0CGBAgQIECAwD+BzgrA/xJbfGuYUmXBMPezXfxKd02YT6JmtMFZ1W/bt9tYd56cUWL79glGECBAgACBLQpYMwECBAgQIECAAAECBAgQINC/gAwJECCwG4GsB2bMJ5wPyh4jq5jzYzbZq5h5/21Lq4z7zzCSAAECBAgQILAdASslQIAAAQIECBAgQIAAAQIE+heQIQECpRyLvtO2wwLwUil9xTumRcDV3I6u8TVfOM3ejHHIW35lbhmlZHV/GiV+2n5szrxyZS1mDuu6KXDd9+bpBhAgQIAAAQIECPyVgOsQIECAAAECBAgQIECAAAEC/QvsIMNWm2rt75Sjhtl/Afh32sv0JN4yM312liwAf3YFrk6AAAECBAgQIECAAIF3CpibAAECBAgQIECAAAECBAjsTyBqma1KHO3xcdK+Fd6T3RB0Ge+Z/eFZ417eeU4Wgadx52mGESBAgAABAgQIECBAgACBdQtYHQECBAgQIECAAAECBLoWOESdN+NWklHFvDXE8VKyYFo6+sl8MjpK6WIqDhAgQIAAAQIECBAgQIAAAQL9C8iQAAECBAgQIECAQApEhXTmK5H//fu4OWYdMeRS37SUzgrAKTX9t3qXUEuimWJp/pvAGZNL5NUzJl0Lb2ZuGfE2jSUNEe0C0+18GrhFO659XSCNM16fyQx/JuBCBAgQIECAAAECBAgQIECAQP8CMiRAgAABAgR2J1BrLbXORYn+Ej9ZsbsUcXgNr6gA11pnV3KpzvcVwzNmT5p0ZnVzsrv1zbyRW8/B+gkQIEBgCQFzECBAgAABAgQIECBAgAABAv0LyJAAAQIECGxVYBifVH7P6jsrAH8jjWXxr1KyLX3+ZGoZfWYnKwIECBAg8JKAkwkQIECAAAECBAgQIECAAIH+BWRIgACB7gSy9pfxdGL5VbYRfRaATxXzfT4RHPe1tHj6DeJEAgQIECBAgMAmBSyaAAECBAgQIECAAAECBAgQ6F9AhgTmBL7mOlfdVx9eXdY+pzE3QS2dFoDLR37yJmW84+JZ7T8Mh1LHmL+Cou+8y1K9eQ8ylprPPAQIECBAgAABAgsLmI4AAQIECBAgQIAAAQIECBDoX+BXhln4zfh1IDqycnce0b2GV9Rxx5Vl+x3XlxWDylzkWTFTFgpLtLF7iPDqTODreG/HrPJeZ4w7fhEgQIAAAQIECBAgQKBTAWkRIECAAAECBAgQIECAwM4F6j1F4JUZZT13sSX9KxD2XABejMtEBKYC+fFpMe23TYAAAQIECBAgQIAAAQIfEXBRAgQIECBAgAABAgQIlDJsv+x5iIJwxvO381jB2r7E8wLO7FpAcgQIECBAgAABAgQIECBAgED/AjIkQIAAAQIECBAgsE2BWuv4hc7Lr776N4DLhZ/82uSMcohK+SHq5GdR66HUHxHj3najSsm1fNWvaDP+LTr7W7Te6V8G1KGUjOJnVqDZXW3jPRCMYR/3oQzxv2yPMTupzs8LWAEBAgQIECBAgAABAgQIECDQv4AMCRAgQIAAAQKjwCF+Z0RTss2Iul1pkf3riqzd1VzfkBWof2vLf+Y141/PdKvGzj1RRoUY3OurfiSxvFUtPrIAF11cIO/n4pOakACBtwiYlAABAgQIECBAgAABAgQIEOhfQIYECBAgQOC6QNYIM66P+uTRGst7vP4UJ2Xh+GIcM8oS+HGrq9+RfH7Pdz7W+cd55Y3Ky57iTddv879petMSIECAAIEtClgzAQIECBAgQIAAAQIECBAg0L+ADAkQIHBBoNOy54Vsf3ePVcroHjp9Ajjzi/Te+VKAfaeuuQkQIECAAAECjwoYT4AAAQIECBAgQIAAAQIECPQvIEMC9wpksXAu7j1/S+N+57nhUngm8xX604jd8VXH36/8Gr97Oy4xbdt8ecW2/bdt3q6Mv72qqxEgQIAAAQIECBBYtYDFESBAgAABAgQIECBAgAABAv0LjBlmle6eiCJfuRTjRJ38ms9xw9XETOhD92ZSX/7Mk8CTBXyIwGUJECBAgAABAgQIECCwBgFrIECAAAECBAgQIECAAAECBKJuOnmqdcMF4Iu38vtAppbxvdtVkwXgzC2jq8QkQ4AAAQIECBAgQIAAAQIE7hUwjgABAgQIECBAgAABAgRmBFQQZ1BudkUR/eaYPxuQxeA/u9gGLmSJBAgQIECAAAECBAgQIECAQP8CMiRAgAABAgQIECCwZ4EsVmbMGygAz7uU9tXO07YNTbT2FHXr+8o6bES8Sjs2tm3AQm2th1J/xX+l1mOUMq6glB9t8UNgHwKyJECAAAECBAgQIECAAAECBPoXkCEBAgQIECCwY4FD5H5PzNXLWl9M8eHXtP44t319eVn4nUaOjtwmE6VQ9ooFBYL4VH5dcNoLU02vNrd94TTdBAgQ6ExAOgQIECBAgAABAgQIECBAgED/AjIkQIAAAQL3CczVzLLvvrO3OSrzO4YC8Dbv4Iurbn8V8OI0TidAgAABAusQsAoCBAgQIECAAAECBAgQIECgfwEZEiBAYOcC99f3NlwAzgr2tfv8FQczonnDqz1F/Yap3zhle2NM2zdeztQECBAgQIAAgbcLuAABAgQIECBAgAABAgQIECDQv4AMCexZYFrXa9vXPTZeAM7lT6Mlm8m37efaGlOcR5vpfWXldoV3tJFQmYt3XMucBAgQIECAAAECBP5AwCUIECBAgAABAgQIECBAgACB/gV+ZJhVumvxY3AHO3O1vey7nlpWT6+P2OLRfDg4q7djwfMNCcT8X9/xhtnfPGW8KdKmxbuM3pyF6QkQIECAAAECBAgQ2LeA7AkQIECAAAECBAgQIECAwH4EHqvv9VQA/nePT9/PHFXaf722RoEwaT7Zltgf+/0iQIAAAQIECBAgQIAAAQKbELBIAgQIECBAgAABAgQIELgi0FkBWDHzyr2eHEqnFpPuTW9aPAECBAgQIECAAAECBAgQINC/gAwJECBAgAABAgQI3CMwxKC5iO4dvDosAHeW0mJvwlbwzXaxSU30osCh1tKi1lpq/RnFz30CRhEgQIAAAQIECBAgQIAAAQL9C8iQAAECBAgQIFCyDngt2r8PPFf8bX3lVz2m1r7qMylU+vup/aW0SEZcFmE0CQECqxKwGAIECBAgQIAAAQIECBAgQKB/ARkSIECAAAEC9wt0XADO1DLux3hk5GEoJeORc9YxtsYyphG7XgQIECBAYJsCVk2AAAECBAgQIECAAAECBAj0LyBDAgQIEChR2xsmkftXVN5XIb1y0c0fiuLvtnOIN8iNN8a287N6AgQIECBAoH8BGRIgQIAAAQIECBAgQIAAAQL9C8iQAIF/Aq2+l+2/3rktBeA5leibFtHbdnSPL2gjg18ECBAgQIAAAQIEPiPgqgQIECBAgAABAgQIECBAgED/ArMZfkXvtcgqXkYWSS9FTLGZ1zSH+xedAvePNpIAAQIECBAgQIAAAQIECHxQwKUJECBAgAABAgQIECBAgMBtgWnhdLp9+8z1jcj1P7aq2QJwe+I128em+8johy+aebV4+OTvE+pQSkbxQ4AAAQIECBAgQIAAAQIECPyFgGsQIECAAAECBAgQIECAwB0CswXgO87b0JDHq+K/k4tqbzmP36P0fELANQkQIECAAAECBAgQIECAAIH+BWRIgAABAgQIECBAYK8CWaO8J/ccd4xDrYdSv6McDiWj7R/b/0qtl+Oey31yTK2HUr/XXw7/RX7/lfq9f609lOP/yq/C7xFuqEPJp4g/mds91841Xot75jCGwGoFLIwAAQIECBAgQIAAAQIECBDoX0CGBAgQIECAAIGTwCG2rkUcjlettdR6OWLIql//antZj2wRVcvaokadskX2tTHHNoXuSDBmK3Nxx6kfHzK37lt9H1+0BRAgQIDADQGHCRAgQIAAAQIECBAgQIAAgf4FZEiAAAECBAhcEsh65+RY7n7HbAH4Kw/+KPhOTrZJgAABAgQIEPisgKsTIECAAAECBAgQIECAAAEC/QvIkAABAn8uUIdSMsrmfqK4+++x4XJo2/N5xOCZA+2cbGcOb6orc7gWm0rGYgkQIECArUOdgwAACcVJREFUAAEC3QtIkAABAgQIECBAgAABAgQIEOhfQIYECDwukHXdY5yeAB7qsaOUeqwKR1vOfoYYknHWvZndrNhn3F5wJDrmf6u9PZMRBAgQIECAAAECBAgsJGAaAgQIECBAgAABAgQIECBAoH+BP8ww64Y/4g+vfd+lprXKuTPmjx/y654zjqfMDzoe+/f7699myYJwxqRrA5tDrPEYmUvm/ztq+ZoUxcuvgnDxQ4AAAQIECBAgQIAAAQJ/JOAyBAgQIECAAAECBAgQIEDgHQL3VUffceV758wVXhv7+/jpCeDz02pUdTPO+8f93/OM3X/868nLDaUOQ5x7jEMZyiE3o8eLAAECBAgQIECAAAECBAgQWJ2ABREgQIAAAQIECBAgQGARgRo1wYxrk2UZNMdkXBv3t8fGVcUlp23snl7T/louFoDLtZ/A+Xc4J/y3d9oau8dfp67Pb/xY+OeXYwUvCDiVAAECBAgQIECAAAECBAgQ6F9AhgQIECBAgAABAgQIHAWy7tri2PPzdztWy+EwxK+IMn7FcTn9DFHWPkYpeTijHfxXNa6l1kOp9b9SDj9jaH3tpHe1h0Nc+0qcrpvF3xalRHpjlO+fQxyai+/DnTY18noyhjB/8u8H4qJedwrUWkutl+POafobJiMCBAgQIECAAAECBAgQIECgfwEZEiBAgMBLAsMwlGvx0uROJrARgVYPPLWx7poRdcGxL7bPX3HoV230fMza96OKN6b5wjrb+eftC1O+/dS8dW+/yEYucH7f7t3fSHqWSYBAdwISIkCAAAECBAgQIECAAAECBPoXkCEBAgQIEFhKYFr5anO2vrbfWxsF4N5SupVPFH+zpF+iPQ2dbh87c0jGcc9vAgQIECBAYAUClkCAAAECBAgQIECAAAECBAj0LyBDAgQIvE0ga38Zb7vASibuuACcRd1pXBKfjpluXxq/lv7pWue217JO6yBAgAABAgQILCFgDgIECBAgQIAAAQIECBAgQKB/ARkSWFYgn/RtM47VtOgYIlpfr22nBeDxFsY9O2+jq8RdHe9stLk7Pgk8lDr8jDL2jwNW+GuINd0TMcyLAAECBAgQIECAwNYFrJ8AAQIECBAgQIAAAQIECBDoX2CBDPPp3haHKKXldk4bmyXLg2ObHZ1HpwXgW3ftZ/H3WOzNW35+Xva1OD9mnwABAgQIECBAgAABAgTeLWB+AgQIECBAgAABAgQIECDwiEBWATPmzhmLwHEwq39zx3vp22IBeEH7uMP5RPApplPnrR9OTwYfi8TT47YJECBAgAABAgQIECBAgACBNwqYmgABAgQIECBAgAABAgSeENhRAXgInoxofrxaEXjaOTcuj2d/i9xfU6x1XUsbLTVf87rULnUd8xAgQIAAAQIECBAgQIAAAQKPCziDAAECBAgQIECAwOMCWfV7/Kz+zthJATiKfPkl3xmnp33zLVBLHY5Rxv4SP99jS7Sx117n/0bwcb8d/XQba60R45prLKZFbHrNCDSrW+3Mqbo+K+DqBAgQIECAAAECBAgQIECAQP8CMiRAgACBTQjUWkutv+MQfRmbSKLjRdb6+97Uen/fVmiyPNai/Zu/ud/WH2XAcbPG7+w/Rez3/NpJAfj8Fo63OTqnbex288q8uklGIgQIEBgF/CJAgAABAgQIECBAgAABAgT6F5AhAQIECBB4VCCrYhm3zssxLW6N3frxnRaAt37brP/dAse/AMknhN99JfMTIECAwB0ChhAgQIAAAQIECBAgQIAAAQL9C8iQAAECBBYS2HEBOIt703hG9NXzn7mmc94vML2vuf3+K7oCAQIECBAgcElAPwECBAgQIECAAAECBAgQINC/gAwJPC+QlZxT1FLa1z4/P+P2z9xpAfj0Nog7ON2O3dLeGdHm7ilyfxrT83L7K0ZGW6PNiD2vtQpM7+Nxu8Z/DWrevmGId8AQC8+IZnxNt8cOvwgQIECAAAECBP5CwDUIECBAgAABAgQIECBAgACB/gVeyDDKO2PB99TGXKo6pey0ABx3/+qrXjia/RkXDhdvqUsy6+vP+ziNSyvMe5px6bh+AgQIECBAgAABAgTeIWBOAgQIECBAgAABAgQIECDwqMC0EPzouT2Nv1gAPj4NuapU/3gx0+Jg2/7jJbjcHwlkgTfj9+V8Dn6b6CFAgAABAgQIECBAgMCbBUxPgAABAgQIECBAgACBuwSyjnPXwJ0NulgA3plDpJsFwIzYnH3lsRazA6IzC8XReL1BYOkp273Mts093W59WgIECBAgQIAAAQIECBAgQODvBFyJAAECBAgQIECAAIHLAlnLuhbHM08F4KyQT+N4eC+/A6olX7KImxF941c6X2pzTC11OMZhOHxvZxsRdDVi7a9YfrkWa1//c+v7d09r3KQxDrUcDuUY0XEY97OvlhrbtdYy/rR23PHrzwRciAABAgQIECBAgAABAgQIEOhfQIYECBAgsCqBWmup9XKsarE7XEytl+9NrfWmyDAM5VrcnOBDA2qUeH5ErKPtx2bnr0i+HCNv8XzU8XMbJa/OLd6aXo3ZW8Sm14YF8gOz4eVbOoGOBaRGgAABAgQIECBAgAABAgQI9C8gQwIECBAgcK9Aq8xlm+e0NrfFUeBQo8Kfcdz9/Xs/VfPfueshQIAAAQIEPirg4gQIECBAgAABAgQIECBAgED/AjIkQIDA0wJZx5yenPtjTDvv3M5HBTPuHL6KYZeK34fy/ajwpXYIpYzfx1eR1yoXkW+OFqtcoEXNCFz6iMwM1UWAAAECBAj8gYBLECBAgAABAgQIECBAgAABAv0LyJDA4wK3anCPVnzafEOc2OLxVS11xmk1MeH5dnTdfH3FiK9yKgAfJoXg+YLvECecR3R1+Yo7XO6Jn8mf6+T+zxH21iEwvbfxEciPwbiw3M5j445fBAgQIECAAAECnxJwXQIECBAgQIAAAQIECBAgQKB/gScybAXabL+ipJNtThObpUZhLtvcvzfilJJzZNx7zvvGjauJ6S+3NRZ6jEPk+x1xxph3zeLv8dw8Umo97sTx0yvOHxM+dexuI6muxTzIKBmnNb/cnx+p97MCcZNKxmdX4eoECBAgQIAAAQIECPwUsEeAAAECBAgQIECAAAECBO4VmNbhXq36ZG1vWlS+dw1/P66OFa76feGxzFu+JXIn4nCI/Wi/h6yysSgC7xcYDsdvOX//lVyBAAECBAgQIECAAAECBOYF9BIgQIAAAQIECBAgQOAlgax5ZjwzSZRMx9NaO+6s/NelXKPqtfKVW97OBaRPgAABAgQIECBAgAABAgQI9C8gQwIECBAgQIAAAQIElhL4HwAA//+VKAqqAAAABklEQVQDACLGVk5U/nBsAAAAAElFTkSuQmC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595120" y="874395"/>
            <a:ext cx="14617700" cy="47561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25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altLang="ru-RU" sz="3200" dirty="0"/>
              <a:t>.</a:t>
            </a:r>
            <a:r>
              <a:rPr lang="en-US" altLang="ru-RU" sz="8800" dirty="0"/>
              <a:t> </a:t>
            </a:r>
            <a:r>
              <a:rPr lang="en-US" altLang="en-US" sz="14665" dirty="0">
                <a:solidFill>
                  <a:schemeClr val="accent2"/>
                </a:solidFill>
              </a:rPr>
              <a:t>Модуль</a:t>
            </a:r>
            <a:r>
              <a:rPr lang="en-US" altLang="ru-RU" sz="14665" dirty="0">
                <a:solidFill>
                  <a:schemeClr val="accent2"/>
                </a:solidFill>
              </a:rPr>
              <a:t> stt – </a:t>
            </a:r>
            <a:r>
              <a:rPr lang="en-US" altLang="en-US" sz="14665" dirty="0">
                <a:solidFill>
                  <a:schemeClr val="accent2"/>
                </a:solidFill>
              </a:rPr>
              <a:t>слух</a:t>
            </a:r>
            <a:r>
              <a:rPr lang="en-US" altLang="ru-RU" sz="14665" dirty="0">
                <a:solidFill>
                  <a:schemeClr val="accent2"/>
                </a:solidFill>
              </a:rPr>
              <a:t> </a:t>
            </a:r>
            <a:r>
              <a:rPr lang="en-US" altLang="en-US" sz="14665" dirty="0">
                <a:solidFill>
                  <a:schemeClr val="accent2"/>
                </a:solidFill>
              </a:rPr>
              <a:t>ассистента</a:t>
            </a:r>
            <a:r>
              <a:rPr lang="en-US" altLang="ru-RU" sz="14665" dirty="0">
                <a:solidFill>
                  <a:schemeClr val="accent2"/>
                </a:solidFill>
              </a:rPr>
              <a:t> (Speech‑to‑Text)</a:t>
            </a:r>
            <a:endParaRPr lang="en-US" altLang="ru-RU" sz="14665" dirty="0">
              <a:solidFill>
                <a:schemeClr val="accent2"/>
              </a:solidFill>
            </a:endParaRPr>
          </a:p>
        </p:txBody>
      </p:sp>
      <p:sp>
        <p:nvSpPr>
          <p:cNvPr id="6" name="Text 1"/>
          <p:cNvSpPr/>
          <p:nvPr/>
        </p:nvSpPr>
        <p:spPr>
          <a:xfrm>
            <a:off x="1586865" y="2048510"/>
            <a:ext cx="14639290" cy="93281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25000"/>
          </a:bodyPr>
          <a:lstStyle/>
          <a:p>
            <a:pPr marL="571500" indent="-5715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altLang="en-US" sz="14400" dirty="0"/>
              <a:t> </a:t>
            </a:r>
            <a:r>
              <a:rPr lang="en-US" altLang="en-US" sz="14400" dirty="0"/>
              <a:t>З</a:t>
            </a:r>
            <a:r>
              <a:rPr lang="en-US" altLang="en-US" sz="12000" dirty="0"/>
              <a:t>аписывает</a:t>
            </a:r>
            <a:r>
              <a:rPr lang="en-US" altLang="ru-RU" sz="12000" dirty="0"/>
              <a:t> </a:t>
            </a:r>
            <a:r>
              <a:rPr lang="en-US" altLang="en-US" sz="12000" dirty="0"/>
              <a:t>звук</a:t>
            </a:r>
            <a:r>
              <a:rPr lang="en-US" altLang="ru-RU" sz="12000" dirty="0"/>
              <a:t> </a:t>
            </a:r>
            <a:r>
              <a:rPr lang="en-US" altLang="en-US" sz="12000" dirty="0"/>
              <a:t>с</a:t>
            </a:r>
            <a:r>
              <a:rPr lang="en-US" altLang="ru-RU" sz="12000" dirty="0"/>
              <a:t> </a:t>
            </a:r>
            <a:r>
              <a:rPr lang="en-US" altLang="en-US" sz="12000" dirty="0"/>
              <a:t>микрофона</a:t>
            </a:r>
            <a:r>
              <a:rPr lang="en-US" altLang="ru-RU" sz="12000" dirty="0"/>
              <a:t> </a:t>
            </a:r>
            <a:r>
              <a:rPr lang="en-US" altLang="en-US" sz="12000" dirty="0"/>
              <a:t>через</a:t>
            </a:r>
            <a:r>
              <a:rPr lang="en-US" altLang="ru-RU" sz="12000" dirty="0"/>
              <a:t> </a:t>
            </a:r>
            <a:r>
              <a:rPr lang="en-US" altLang="en-US" sz="12000" dirty="0"/>
              <a:t>библиотеку</a:t>
            </a:r>
            <a:r>
              <a:rPr lang="en-US" altLang="ru-RU" sz="12000" dirty="0"/>
              <a:t> PyAudio</a:t>
            </a:r>
            <a:endParaRPr lang="en-US" altLang="ru-RU" sz="12000" dirty="0"/>
          </a:p>
          <a:p>
            <a:pPr marL="0" indent="0" algn="l">
              <a:lnSpc>
                <a:spcPct val="120000"/>
              </a:lnSpc>
              <a:buNone/>
            </a:pPr>
            <a:endParaRPr lang="en-US" altLang="ru-RU" sz="12000" dirty="0"/>
          </a:p>
          <a:p>
            <a:pPr marL="457200" indent="-4572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12000" dirty="0"/>
              <a:t>Отправляет</a:t>
            </a:r>
            <a:r>
              <a:rPr lang="en-US" altLang="ru-RU" sz="12000" dirty="0"/>
              <a:t> </a:t>
            </a:r>
            <a:r>
              <a:rPr lang="en-US" altLang="en-US" sz="12000" dirty="0"/>
              <a:t>аудио</a:t>
            </a:r>
            <a:r>
              <a:rPr lang="en-US" altLang="ru-RU" sz="12000" dirty="0"/>
              <a:t> </a:t>
            </a:r>
            <a:r>
              <a:rPr lang="en-US" altLang="en-US" sz="12000" dirty="0"/>
              <a:t>в</a:t>
            </a:r>
            <a:r>
              <a:rPr lang="en-US" altLang="ru-RU" sz="12000" dirty="0"/>
              <a:t> </a:t>
            </a:r>
            <a:r>
              <a:rPr lang="en-US" altLang="en-US" sz="12000" dirty="0"/>
              <a:t>облачный</a:t>
            </a:r>
            <a:r>
              <a:rPr lang="en-US" altLang="ru-RU" sz="12000" dirty="0"/>
              <a:t> </a:t>
            </a:r>
            <a:r>
              <a:rPr lang="en-US" altLang="en-US" sz="12000" dirty="0"/>
              <a:t>сервис</a:t>
            </a:r>
            <a:r>
              <a:rPr lang="en-US" altLang="ru-RU" sz="12000" dirty="0"/>
              <a:t> Google Speech Recognition (</a:t>
            </a:r>
            <a:r>
              <a:rPr lang="en-US" altLang="en-US" sz="12000" dirty="0"/>
              <a:t>можно</a:t>
            </a:r>
            <a:r>
              <a:rPr lang="en-US" altLang="ru-RU" sz="12000" dirty="0"/>
              <a:t> </a:t>
            </a:r>
            <a:r>
              <a:rPr lang="en-US" altLang="en-US" sz="12000" dirty="0"/>
              <a:t>заменить</a:t>
            </a:r>
            <a:r>
              <a:rPr lang="en-US" altLang="ru-RU" sz="12000" dirty="0"/>
              <a:t> </a:t>
            </a:r>
            <a:r>
              <a:rPr lang="en-US" altLang="en-US" sz="12000" dirty="0"/>
              <a:t>на</a:t>
            </a:r>
            <a:r>
              <a:rPr lang="en-US" altLang="ru-RU" sz="12000" dirty="0"/>
              <a:t> Vosk)</a:t>
            </a:r>
            <a:endParaRPr lang="en-US" altLang="ru-RU" sz="12000" dirty="0"/>
          </a:p>
          <a:p>
            <a:pPr marL="0" indent="0" algn="l">
              <a:lnSpc>
                <a:spcPct val="120000"/>
              </a:lnSpc>
              <a:buNone/>
            </a:pPr>
            <a:endParaRPr lang="en-US" altLang="ru-RU" sz="12000" dirty="0"/>
          </a:p>
          <a:p>
            <a:pPr marL="457200" indent="-4572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12000" dirty="0"/>
              <a:t>Получает</a:t>
            </a:r>
            <a:r>
              <a:rPr lang="en-US" altLang="ru-RU" sz="12000" dirty="0"/>
              <a:t> </a:t>
            </a:r>
            <a:r>
              <a:rPr lang="en-US" altLang="en-US" sz="12000" dirty="0"/>
              <a:t>строку</a:t>
            </a:r>
            <a:r>
              <a:rPr lang="en-US" altLang="ru-RU" sz="12000" dirty="0"/>
              <a:t> </a:t>
            </a:r>
            <a:r>
              <a:rPr lang="en-US" altLang="en-US" sz="12000" dirty="0"/>
              <a:t>текста</a:t>
            </a:r>
            <a:r>
              <a:rPr lang="en-US" altLang="ru-RU" sz="12000" dirty="0"/>
              <a:t> </a:t>
            </a:r>
            <a:r>
              <a:rPr lang="en-US" altLang="en-US" sz="12000" dirty="0"/>
              <a:t>и</a:t>
            </a:r>
            <a:r>
              <a:rPr lang="en-US" altLang="ru-RU" sz="12000" dirty="0"/>
              <a:t> </a:t>
            </a:r>
            <a:r>
              <a:rPr lang="en-US" altLang="en-US" sz="12000" dirty="0"/>
              <a:t>передаёт</a:t>
            </a:r>
            <a:r>
              <a:rPr lang="en-US" altLang="ru-RU" sz="12000" dirty="0"/>
              <a:t> </a:t>
            </a:r>
            <a:r>
              <a:rPr lang="en-US" altLang="en-US" sz="12000" dirty="0"/>
              <a:t>её</a:t>
            </a:r>
            <a:r>
              <a:rPr lang="en-US" altLang="ru-RU" sz="12000" dirty="0"/>
              <a:t> </a:t>
            </a:r>
            <a:r>
              <a:rPr lang="en-US" altLang="en-US" sz="12000" dirty="0"/>
              <a:t>дальш</a:t>
            </a:r>
            <a:r>
              <a:rPr lang="en-US" altLang="en-US" sz="3200" dirty="0"/>
              <a:t>е</a:t>
            </a:r>
            <a:endParaRPr lang="en-US" altLang="en-US" sz="3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torage.yandexcloud.net/prs-editor/themes/light-orange/image-top.webp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  <p:pic>
        <p:nvPicPr>
          <p:cNvPr id="3" name="Image 1" descr="data:image/png;base64,iVBORw0KGgoAAAANSUhEUgAAB4AAAAQ4CAYAAADo08FDAAAQAElEQVR4Aezd3Y9la14X8N/au7r7nDnnNMdx0AFGx1FEjTGIAiGBEcUIjIYhTIgJ6oV/gVHx9QITvdB442hCvFMvfEmMAmF4ERCjh4QYIURCImLCBOVFcGbODNMzfU53V9VePqu6q09VddWu/bLW2uv5rU9Prdp7r5fneb6fp24q39SZxdsPPtuuPz5TrjvefsCAgZ8BPwN+BvwM+BnwM+BnwM+AnwE/A34G/AxU+zPgd3u/1/sZ8DPgZ8DPgJ8BPwN+BvwM+BnwM+BnYCY/A4vwb8YCohMgQIAAAQIECBAgQIAAAQL5BSQkQIAAAQIECBAgQGBOAgrgOe22rAQuCnhPgAABAgQIECBAgAABAgQI5BeQkAABAgQIECBAYHYC1xTAq4Jw8SgffREgQIBAKgFhCBAgQIAAAQIECBAgQIAAgfwCEhIgQIAAAQLzFLhSAJfitykQTfd6fpTPvggQIECAAIEsAnIQIECAAAECBAgQIECAAAEC+QUkJECAAIEZC1wpgDuJUvxG2715dpTPXSH87JMXAgQIECBAgACBWgWsmwABAgQIECBAgAABAgQIEMgvICEBAnMXuKYA7ki6PwPuXh0ECBAgQIAAAQIECKQQEIIAAQIECBAgQIAAAQIECBDILyAhgSJwQwFcrvgiQIAAAQIECBAgQIAAgRQCQhAgQIAAAQIECBAgQIAAAQL5Bc4TlgJ4Vd6fH+VtlFPdS/falvfnx9k53wgQIECAAAECBAgQIECAAIGKBCyVAAECBAgQIECAAAECBGYmUBreK4nP/+9/z1+vXPYxg4AMBAgQIECAAAECBAgQIECAQH4BCQkQIECAAAECBAgQmKPAiwVwp9D91W/36iBAIJ+ARAQIECBAgAABAgQIECBAgEB+AQkJECBAgAABAgRmK3B9ATxbDsEJECCQW0A6AgQIECBAgAABAgQIECBAIL+AhAQIECBAgMC8BRTA895/6QkQIEBgPgKSEiBAgAABAgQIECBAgAABAvkFJCRAgAABAqEA9kNAgAABAgQIEEgvICABAgQIECBAgAABAgQIECCQX0BCAgQIPBVQAD918J0AAQIECBAgQIBATgGpCBAgQIAAAQIECBAgQIAAgfwCEhK4IKAAvoDhLQECBAgQIECAAAECBDIJyEKAAAECBAgQIECAAAECBAjkF7iaUAF8VcRnAgQIECBAgAABAgQIECBQv4AEBAgQIECAAAECBAgQIDBTAQXwrDZeWAIECBAgQIAAAQIECBAgQCC/gIQECBAgQIAAAQIECMxZQAE8592XfV4C0hIgQIAAAQIECBAgQIAAAQL5BSQkQIAAAQIECBCYvYACePY/AgAIEJiDgIwECBAgQIAAAQIECBAgQIBAfgEJCRAgQIAAAQKdgAK4U3AQIECAAIG8ApIRIECAAAECBAgQIECAAAEC+QUkJECAAAECzwUUwM8pvCFAgAABAgQIZBOQhwABAgQIECBAgAABAgQIEMgvICEBAgQuCyiAL3v4RIAAAQIECBAgQCCHgBQECBAgQIAAAQIECBAgQIBAfgEJCVwjoAC+BsUpAgQIECBAgAABAgQI1Cxg7QQIECBAgAABAgQIECBAgEB+gZsSKoBvknGeAAECBAgQIECAAAECBAjUJ2DFBAgQIECAAAECBAgQIDBzAQXwLH4AhCRAgAABAgQIECBAgAABAgTyC0hIgAABAgQIECBAgACBCAWwnwIC2QXkI0CAAAECBAgQIECAAAECBPILSEiAAAECBAgQIEDgmYAC+BmEFwIECGQUkIkAAQIECBAgQIAAAQIECBDILyAhAQIECBAgQOCigAL4oob3BAgQIEAgj4AkBAgQIECAAAECBAgQIECAQH4BCQkQIECAwAsCCuAXSJwgQIAAAQIECNQuYP0ECBAgQIAAAQIECBAgQIBAfgEJCRAgcL2AAvh6F2cJECBAgAABAgQI1Clg1QQIECBAgAABAgQIECBAgEB+AQkJrBFQAK/BcYkAAQIECBAgQIAAAQI1CVgrAQIECBAgQIAAAQIECBAgkF/gtoQK4NuEXCdAgAABAgQIECBAgAABAtMXsEICBAgQIECAAAECBAgQIHAmoAA+Y8j6TS4CBAgQIECAAAECBAgQIEAgv4CEBAgQIECAAAECBAgQeEdAAfyOhXcEcglIQ4AAAQIECBAgQIAAAQIECOQXkJAAAQIECBAgQIDAFQEF8BUQHwkQIJBBQAYCBAgQIECAAAECBAgQIEAgv4CEBAgQIECAAIHrBBTA16k4R4AAAQIE6hWwcgIECBAgQIAAAQIECBAgQCC/gIQECBAgQOBGAQXwjTQuECBAgAABAgRqE7BeAgQIECBAgAABAgQIECBAIL+AhAQIEFgvoABe7+MqAQIECBAgQIAAgToErJIAAQIECBAgQIAAAQIECBDILyAhgQ0EFMAbILmFAAECBAgQIECAAAECUxawNgIECBAgQIAAAQIECBAgQCC/wKYJFcCbSrmPAAECBAgQIECAAAECBAhMT8CKCBAgQIAAAQIECBAgQIDAJQEF8CWOLB/kIECAAAECBAgQIECAAAECBPILSEiAAAECBAgQIECAAIEXBRTAL5o4Q6BuAasnQIAAAQIECBAgQIAAAQIE8gtISIAAAQIECBAgQOAGAQXwDTBOEyBAoEYBayZAgAABAgQIECBAgAABAgTyC0hIgAABAgQIEFgnoABep+MaAQIECBCoR8BKCRAgQIAAAQIECBAgQIAAgfwCEhIgQIAAgVsFFMC3ErmBAAECBAgQIDB1AesjQIAAAQIECBAgQIAAAQIE8gtISIAAgc0EFMCbObmLAAECBAgQIECAwDQFrIoAAQIECBAgQIAAAQIECBDILyAhgS0EFMBbYLmVAAECBAgQIECAAAECUxKwFgIECBAgQIAAAQIECBAgQCC/wLYJFcDbirmfAAECBAgQIECAAAECBAgcXsAKCBAgQIAAAQIECBAgQIDAtQIK4GtZaj1p3QQIECBAgAABAgQIECBAgEB+AQkJECBAgAABAgQIECBws4AC+GYbVwjUJWC1BAgQIECAAAECBAgQIECAQH4BCQkQIECAAAECBAjcIqAAvgXIZQIECNQgYI0ECBAgQIAAAQIECBAgQIBAfgEJCRAgQIAAAQKbCCiAN1FyDwECBAgQmK6AlREgQIAAAQIECBAgQIAAAQL5BSQkQIAAAQIbCyiAN6ZyIwECBAgQIEBgagLWQ4AAAQIECBAgQIAAAQIECOQXkJAAAQLbCSiAt/NyNwECBAgQIECAAIFpCFgFAQIECBAgQIAAAQIECBAgkF9AQgI7CCiAd0DzCAECBAgQIECAAAECBA4pYG4CBAgQIECAAAECBAgQIEAgv8CuCRXAu8p5jgABAgQIECBAgAABAgQIjC9gRgIECBAgQIAAAQIECBAgsFZAAbyWp5aL1kmAAAECBAgQIECAAAECBAjkF5CQAAECBAgQIECAAAECtwsogG83cgeBaQtYHQECBAgQIECAAAECBAgQIJBfQEICBAgQIECAAAECGwoogDeEchsBAgSmKGBNBAgQIECAAAECBAgQIECAQH4BCQkQIECAAAEC2wgogLfRci8BAgQIEJiOgJUQIECAAAECBAgQIECAAAEC+QUkJECAAAECWwsogLcm8wABAgQIECBA4NAC5idAgAABAgQIECBAgAABAgTyC0hIgACB3QQUwLu5eYoAAQIECBAgQIDAYQTMSoAAAQIECBAgQIAAAQIECOQXkJDAHgIK4D3wPEqAAAECBAgQIECAAIExBcxFgAABAgQIECBAgAABAgQI5BfYN6ECeF9BzxMgQIAAAQIECBAgQIAAgeEFzECAAAECBAgQIECAAAECBDYSUABvxDTVm6yLAAECBAgQIECAAAECBAgQyC8gIQECBAgQIECAAAECBDYXUABvbuVOAtMSsBoCBAgQIECAAAECBAgQIEAgv4CEBAgQIECAAAECBLYUUABvCeZ2AgQITEHAGggQIECAAAECBAgQIECAAIH8AhISIECAAAECBHYRUADvouYZAgQIECBwOAEzEyBAgAABAgQIECBAgAABAvkFJCRAgAABAjsLKIB3pvMgAQIECBAgQGBsAfMRIECAAAECBAgQIECAAAEC+QUkJECAwH4CCuD9/DxNgAABAgQIECBAYBwBsxAgQIAAAQIECBAgQIAAAQL5BSQk0IOAArgHREMQIECAAAECBAgQIEBgSAFjEyBAgAABAgQIECBAgAABAvkF+kqoAO5L0jgECBAgQIAAAQIECBAgQKB/ASMSIECAAAECBAgQIECAAIGtBBTAW3FN5WbrIECAAAECBAgQIECAAAECBPILSEiAAAECBAgQIECAAIHtBRTA25t5gsBhBcxOgAABAgQIECBAgAABAgQI5BeQkAABAgQIECBAgMCOAgrgHeE8RoAAgUMImJMAAQIECBAgQIAAAQIECBDILyAhAQIECBAgQGAfAQXwPnqeJUCAAAEC4wmYiQABAgQIECBAgAABAgQIEMgvICEBAgQIENhbQAG8N6EBCBAgQIAAAQJDCxifAAECBAgQIECAAAECBAgQyC8gIQECBPoRUAD342gUAgQIECBAgAABAsMIGJUAAQIECBAgQIAAAQIECBDILyAhgR4FFMA9YhqKAAECBAgQIECAAAECfQoYiwABAgQIECBAgAABAgQIEMgv0HdCBXDfosYjQIAAAQIECBAgQIAAAQL7CxiBAAECBAgQIECAAAECBAjsJKAA3ontUA+ZlwABAgQIECBAgAABAgQIEMgvICEBAgQIECBAgAABAgR2F1AA727nSQLjCpiNAAECBAgQIECAAAECBAgQyC8gIQECBAgQIECAAIE9BRTAewJ6nAABAmMImIMAAQIECBAgQIAAAQIECBDILyAhAQIECBAgQKAPAQVwH4rGIECAAAECwwkYmQABAgQIECBAgAABAgQIEMgvICEBAgQIEOhNQAHcG6WBCBAgQIAAAQJ9CxiPAAECBAgQIECAAAECBAgQyC8gIQECBPoVUAD362k0AgQIECBAgAABAv0IGIUAAQIECBAgQIAAAQIECBDILyAhgQEEFMADoBqSAAECBAgQIECAAAEC+wh4lgABAgQIECBAgAABAgQIEMgvMFRCBfBQssYlQIAAAQIECBAgQIAAAQLbC3iCAAECBAgQIECAAAECBAjsJaAA3otvrIfNQ4AAAQIECBAgQIAAAQIECOQXkJAAAQIECBAgQIAAAQL7CyiA9zc0AoFhBYxOgAABAgQIECBAgAABAgQI5BeQkAABAgQIECBAgEBPAgrgniANQ4AAgSEEjEmAAAECBAgQIECAAAECBAjkF5CQAAECBAgQINCngAK4T01jESBAgACB/gSMRIAAAQIECBAgQIAAAQIECOQXkJAAAQIECPQuoADundSABAgQIECAAIF9BTxPgAABAgQIjGHE6AAAEABJREFUECBAgAABAgQI5BeQkAABAsMIKICHcTUqAQIECBAgQIAAgd0EPEWAAAECBAgQIECAAAECBAjkF5CQwIACCuABcQ1NgAABAgQIECBAgACBbQTcS4AAAQIECBAgQIAAAQIECOQXGDqhAnhoYeMTIECAAAECBAgQIECAAIHbBdxBgAABAgQIECBAgAABAgR6EVAA98I41CDGJUCAAAECBAgQIECAAAECBPILSEiAAAECBAgQIECAAIH+BBTA/VkaiUC/AkYjQIAAAQIECBAgQIAAAQIE8gtISIAAAQIECBAgQKBnAQVwz6CGI0CAQB8CxiBAgAABAgQIECBAgAABAgTyC0hIgAABAgQIEBhCQAE8hKoxCRAgQIDA7gKeJECAAAECBAgQIECAAAECBPILSEiAAAECBAYTUAAPRmtgAgQIECBAgMC2Au4nQIAAAQIECBAgQIAAAQIE8gtISIAAgWEFFMDD+hqdAAECBAgQIECAwGYC7iJAgAABAgQIECBAgAABAgTyC0hIYAQBBfAIyKYgQIAAAQIECBAgQIDAOgHXCBAgQIAAAQIECBAgQIAAgfwCYyVUAI8lbR4CBAgQIECAAAECBAgQIPCigDMECBAgQIAAAQIECBAgQKBXAQVwr5x9DWYcAgQIECBAgAABAgQIECBAIL+AhAQIECBAgAABAgQIEOhfQAHcv6kRCewn4GkCBAgQIECAAAECBAgQIEAgv4CEBAgQIECAAAECBAYSUAAPBGtYAgQI7CLgGQIECBAgQIAAAQIECBAgQCC/gIQECBAgQIAAgSEFFMBD6hqbAAECBAhsLuBOAgQIECBAgAABAgQIECBAIL+AhAQIECBAYHABBfDgxCYgQIAAAQIECNwm4DoBAgQIECBAgAABAgQIECCQX0BCAgQIjCOgAB7H2SwECBAgQIAAAQIErhdwlgABAgQIECBAgAABAgQIEMgvICGBEQUUwCNim4oAAQIECBAgQIAAAQIXBbwnQIAAAQIECBAgQIAAAQIE8guMnVABPLa4+QgQIECAAAECBAgQIECAQAQDAgQIECBAgAABAgQIECAwiIACeBDWXQf1HAECBAgQIECAAAECBAgQIJBfQEICBAgQIECAAAECBAgMJ6AAHs7WyAS2E3A3AQIECBAgQIAAAQIECBAgkF9AQgIECBAgQIAAAQIDCyiABwY2PAECBDYRcA8BAgQIECBAgAABAgQIECCQX0BCAgQIECBAgMAYAgrgMZTNQYAAAQIEbhZwhQABAgQIECBAgAABAgQIEMgvICEBAgQIEBhNQAE8GrWJCBAgQIAAAQJXBXwmQIAAAQIECBAgQIAAAQIE8gtISIAAgXEFFMDjepuNAAECBAgQIECAwFMB3wkQIECAAAECBAgQIECAAIH8AhISOICAAvgA6KYkQIAAAQIECBAgQGDeAtITIECAAAECBAgQIECAAAEC+QUOlVABfCh58xIgQIAAAQIECBAgQIDAHAVkJkCAAAECBAgQIECAAAECgwoogAfl3XRw9xEgQIAAAQIECBAgQIAAAQL5BSQkQIAAAQIECBAgQIDA8AIK4OGNzUBgvYCrBAgQIECAAAECBAgQIECAQH4BCQkQIECAAAECBAiMJKAAHgnaNAQIELhOwDkCBAgQIECAAAECBAgQIEAgv4CEBAgQIECAAIExBRTAY2qbiwABAgQIvCPgHQECBAgQIECAAAECBAgQIJBfQEICBAgQIDC6gAJ4dHITEiBAgAABAgQIECBAgAABAgQIECBAgAABAvkFJCRAgMBhBBTAh3E3KwECBAgQIECAwFwF5CZAgAABAgQIECBAgAABAgTyC0hI4IACCuAD4puaAAECBAgQIECAAIF5CUhLgAABAgQIECBAgAABAgQI5Bc4dEIF8KF3wPwECBAgQIAAAQIECBAgMAcBGQkQIECAAAECBAgQIECAwCgCCuBRmG+axHkCBAgQIECAAAECBAgQIEAgv4CEBAgQIECAAAECBAgQGE9AATyetZkIXBbwiQABAgQIECBAgAABAgQIEMgvICEBAgQIECBAgACBkQUUwCODm44AAQKdgIMAAQIECBAgQIAAAQIECBDILyAhAQIECBAgQOAQAgrgQ6ibkwABAgTmLCA7AQIECBAgQIAAAQIECBAgkF9AQgIECBAgcDABBfDB6E1MgAABAgQIzE9AYgIECBAgQIAAAQIECBAgQCC/gIQECBA4rIAC+LD+ZidAgAABAgQIEJiLgJwECBAgQIAAAQIECBAgQIBAfgEJCUxAQAE8gU2wBAIECBAgQIAAAQIEcgtIR4AAAQIECBAgQIAAAQIECOQXmEpCBfBUdsI6CBAgQIAAAQIECBAgQCCjgEwECBAgQIAAAQIECBAgQGBUAQXwqNznk3klQIAAAQIECBAgQIAAAQIE8gtISIAAAQIECBAgQIAAgfEFFMDjm5tx7gLyEyBAgAABAgQIECBAgAABAvkFJCRAgAABAgQIECBwIAEF8IHgTUuAwDwFpCZAgAABAgQIECBAgAABAgTyC0hIgAABAgQIEDikgAL4kPrmJkCAAIE5CchKgAABAgQIECBAgAABAgQI5BeQkAABAgQIHFxAAXzwLbAAAgQIECBAIL+AhAQIECBAgAABAgQIECBAgEB+AQkJECAwDQEF8DT2wSoIECBAgAABAgSyCshFgAABAgQIECBAgAABAgQI5BeQkMCEBBTAE9oMSyFAgAABAgQIECBAIJeANAQIECBAgAABAgQIECBAgEB+gaklVABPbUeshwABAgQIECBAgAABAgQyCMhAgAABAgQIECBAgAABAgQOIqAAHpXdZAQIECBAgAABAgQIECBAgEB+AQkJECBAgAABAgQIECBwOAEF8OHszTw3AXkJECBAgAABAgQIECBAgACB/AISEiBAgAABAgQIEDiwgAL4wBtgegIE5iEgJQECBAgQIECAAAECBAgQIJBfQEICBAgQIECAwBQEFMBT2AVrIECAAIHMArIRIECAAAECBAgQIECAAAEC+QUkJECAAAECkxFQAE9mKyyEAAECBAgQyCcgEQECBAgQIECAAAECBAgQIJBfQEICBAhMS0ABPK39sBoCBAgQIECAAIEsAnIQIECAAAECBAgQIECAAAEC+QUkJDBBAQXwBDfFkggQIECAAAECBAgQqFvA6gkQIECAAAECBAgQIECAAIH8AlNNqACe6s5YFwECBAgQIECAAAECBAjUKGDNBAgQIECAAAECBAgQIEDgoAIK4FH4TUKAAAECBAgQIECAAAECBAjkF5CQAAECBAgQIECAAAEChxdQAB9+D6wgu4B8BAgQIECAAAECBAgQIECAQH4BCQkQIECAAAECBAhMREABPJGNsAwCBHIKSEWAAAECBAgQIECAAAECBAjkF5CQAAECBAgQIDAlAQXwlHbDWggQIEAgk4AsBAgQIECAAAECBAgQIECAQH4BCQkQIECAwOQEFMCT2xILIkCAAAECBOoXkIAAAQIECBAgQIAAAQIECBDILyAhAQIEpimgAJ7mvlgVAQIECBAgQIBArQLWTYAAAQIECBAgQIAAAQIECOQXkJDAhAUUwBPeHEsjQIAAAQIECBAgQKAuAaslQIAAAQIECBAgQIAAAQIE8gtMPaECeOo7ZH0ECBAgQIAAAQIECBAgUIOANRIgQIAAAQIECBAgQIAAgUkIKIAH3QaDEyBAgAABAgQIECBAgAABAvkFJCRAgAABAgQIECBAgMB0BBTA09kLK8kmIA8BAgQIECBAgAABAgQIECCQX0BCAgQIECBAgAABAhMTUABPbEMshwCBHAJSECBAgAABAgQIECBAgAABAvkFJCRAgAABAgQITFFAATzFXbEmAgQIEKhZwNoJECBAgAABAgQIECBAgACB/AISEiBAgACByQoogCe7NRZGgAABAgQI1CdgxQQIECBAgAABAgQIECBAgEB+AQkJECAwbQEF8LT3x+oIECBAgAABAgRqEbBOAgQIECBAgAABAgQIECBAIL+AhAQqEFAAV7BJlkiAAAECBAgQIECAwLQFrI4AAQIECBAgQIAAAQIECBDIL1BLQgVwLTtlnQQIECBAgAABAgQIECAwRQFrIkCAAAECBAgQIECAAAECkxJQAA+yHQYlQIAAAQIECBAgQIAAAQIE8gtISIAAAQIECBAgQIAAgekJKICntydWVLuA9RMgQIAAAQIECBAgQIAAAQL5BSQkQIAAAQIECBAgMFEBBfBEN8ayCBCoU8CqCRAgQIAAAQIECBAgQIAAgfwCEhIgQIAAAQIEpiygAJ7y7lgbAQIECNQkYK0ECBAgQIAAAQIECBAgQIBAfgEJCRAgQIDA5AUUwJPfIgskQIAAAQIEpi9ghQQIECBAgAABAgQIECBAgEB+AQkJECBQh4ACuI59skoCBAgQIECAAIGpClgXAQIECBAgQIAAAQIECBAgkF9AQgIVCSiAK9osSyVAgAABAgQIECBAYFoCVkOAAAECBAgQIECAAAECBAjkF6gtoQK4th2zXgIECBAgQIAAAQIECBCYgoA1ECBAgAABAgQIECBAgACBSQoogHvdFoMRIECAAAECBAgQIECAAAEC+QUkJECAAAECBAgQIECAwHQFFMDT3Rsrq03AegkQIECAAAECBAgQIECAAIH8AhISIECAAAECBAgQmLiAAnjiG2R5BAjUIWCVBAgQIECAAAECBAgQIECAQH4BCQkQIECAAAECNQgogGvYJWskQIAAgSkLWBsBAgQIECBAgAABAgQIECCQX0BCAgQIECBQjYACuJqtslACBAgQIEBgegJWRIAAAQIECBAgQIAAAQIECOQXkJAAAQJ1CSiA69ovqyVAgAABAgQIEJiKgHUQIECAAAECBAgQIECAAAEC+QUkJFChgAK4wk2zZAIECBAgQIAAAQIEDitgdgIECBAgQIAAAQIECBAgQCC/QK0JFcC17px1EyBAgAABAgQIECBAgMAhBMxJgAABAgQIECBAgAABAgQmLaAA7mV7DEKAAAECBAgQIECAAAECBAjkF5CQAAECBAgQIECAAAEC0xdQAE9/j6xw6gLWR4AAAQIECBAgQIAAAQIECOQXkJAAAQIECBAgQIBAJQIK4Eo2yjIJEJimgFURIECAAAECBAgQIECAAAEC+QUkJECAAAECBAjUJKAArmm3rJUAAQIEpiRgLQQIECBAgAABAgQIECBAgEB+AQkJECBAgEB1Agrg6rbMggkQIECAAIHDC1gBAQIECBAgQIAAAQIECBAgkF9AQgIECNQpoACuc9+smgABAgQIECBA4FAC5iVAgAABAgQIECBAgAABAgTyC0hIoGIBBXDFm2fpBAgQIECAAAECBAiMK2A2AgQIECBAgAABAgQIECBAIL9A7QkVwLXvoPUTIECAAAECBAgQIECAwBgC5iBAgAABAgQIECBAgAABAlUIKID32h8bpLUAABAASURBVCYPEyBAgAABAgQIECBAgAABAvkFJCRAgAABAgQIECBAgEA9AgrgevbKSqcmYD0ECBAgQIAAAQIECBAgQIBAfgEJCRAgQIAAAQIECFQmoACubMMslwCBaQhYBQECBAgQIECAAAECBAgQIJBfQEICBAgQIECAQI0CCuAad82aCRAgQOCQAuYmQIAAAQIECBAgQIAAAQIE8gtISIAAAQIEqhVQAFe7dRZOgAABAgQIjC9gRgIECBAgQIAAAQIECBAgQCC/gIQECBCoW0ABXPf+WT0BAgQIECBAgMBYAuYhQIAAAQIECBAgQIAAAQIE8gtISCCBgAI4wSaKQIAAAQIECBAgQIDAsAJGJ0CAAAECBAgQIECAAAECBPILZEmoAM6yk3IQIECAAAECBAgQIECAwBACxiRAgAABAgQIECBAgAABAlUJKIB32i4PESBAgAABAgQIECBAgAABAvkFJCRAgAABAgQIECBAgEB9Agrg+vbMig8tYH4CBAgQIECAAAECBAgQIEAgv4CEBAgQIECAAAECBCoVUABXunGWTYDAYQTMSoAAAQIECBAgQIAAAQIECOQXkJAAAQIECBAgULOAArjm3bN2AgQIEBhTwFwECBAgQIAAAQIECBAgQIBAfgEJCRAgQIBA9QIK4Oq3UAACBAgQIEBgeAEzECBAgAABAgQIECBAgAABAvkFJCRAgEAOAQVwjn2UggABAgQIECBAYCgB4xIgQIAAAQIECBAgQIAAAQL5BSQkkEhAAZxoM0UhQIAAAQIECBAgQKBfAaMRIECAAAECBAgQIECAAAEC+QWyJVQAZ9tReQgQIECAAAECBAgQIECgDwFjECBAgAABAgQIECBAgACBKgUUwFttm5sJECBAgAABAgQIECBAgACB/AISEiBAgAABAgQIECBAoF4BBXC9e2flYwuYjwABAgQIECBAgAABAgQIEMgvICEBAgQIECBAgACBygUUwJVvoOUTIDCOgFkIECBAgAABAgQIECBAgACB/AISEiBAgAABAgQyCCiAM+yiDAQIECAwpICxCRAgQIAAAQIECBAgQIAAgfwCEhIgQIAAgTQCCuA0WykIAQIECBAg0L+AEQkQIECAAAECBAgQIECAAIH8AhISIEAgl4ACONd+SkOAAAECBAgQINCXgHEIECBAgAABAgQIECBAgACB/AISEkgooABOuKkiESBAgAABAgQIECCwn4CnCRAgQIAAAQIECBAgQIAAgfwCWRMqgLPurFwECBAgQIAAAQIECBAgsIuAZwgQIECAAAECBAgQIECAQNUCCuCNts9NBAgQIECAAAECBAgQIECAQH4BCQkQIECAAAECBAgQIFC/gAK4/j2UYGgB4xMgQIAAAQIECBAgQIAAAQL5BSQkQIAAAQIECBAgkERAAZxkI8UgQGAYAaMSIECAAAECBAgQIECAAAEC+QUkJECAAAECBAhkElAAZ9pNWQgQIECgTwFjESBAgAABAgQIECBAgAABAvkFJCRAgAABAukEFMDptlQgAgQIECBAYH8BIxAgQIAAAQIECBAgQIAAAQL5BSQkQIBATgEFcM59lYoAAQIECBAgQGBXAc8RIECAAAECBAgQIECAAAEC+QUkJJBYQAGceHNFI0CAAAECBAgQIEBgOwF3EyBAgAABAgQIECBAgAABAvkFsidUAGffYfkIECBAgAABAgQIECBAYBMB9xAgQIAAAQIECBAgQIAAgRQCCuC12+giAQIECBAgQIAAAQIECBAgkF9AQgIECBAgQIAAAQIECOQRUADn2UtJ+hYwHgECBAgQIECAAAECBAgQIJBfQEICBAgQIECAAAECyQQUwMk2VBwCBPoRMAoBAgQIECBAgAABAgQIECCQX0BCAgQIECBAgEBGAQVwxl2ViQABAgT2EfAsAQIECBAgQIAAAQIECBAgkF9AQgIECBAgkFZAAZx2awUjQIAAAQIEthfwBAECBAgQIECAAAECBAgQIJBfQEICBAjkFlAA595f6QgQIECAAAECBDYVcB8BAgQIECBAgAABAgQIECCQX0BCAjMQUADPYJNFJECAAAECBAgQIEBgvYCrBAgQIECAAAECBAgQIECAQH6BuSRUAM9lp+UkQIAAAQIECBAgQIAAgesEnCNAgAABAgQIECBAgAABAqkEFMDXbqeTBAgQIECAAAECBAgQIECAQH4BCQkQIECAAAECBAgQIJBPQAGcb08l2lfA8wQIECBAgAABAgQIECBAgEB+AQkJECBAgAABAgQIJBVQACfdWLEIENhNwFMECBAgQIAAAQIECBAgQIBAfgEJCRAgQIAAAQKZBRTAmXdXNgIECBDYRsC9BAgQIECAAAECBAgQIECAQH4BCQkQIECAQHoBBXD6LRaQAAECBAgQuF3AHQQIECBAgAABAgQIECBAgEB+AQkJECAwDwEF8Dz2WUoCBAgQIECAAIGbBJwnQIAAAQIECBAgQIAAAQIE8gtISGBGAgrgGW22qAQIECBAgAABAgQIXBbwiQABAgQIECBAgAABAgQIEMgvMLeECuC57bi8BAgQIECAAAECBAgQINAJOAgQIECAAAECBAgQIECAQEoBBfClbfWBAAECBAgQIECAAAECBAgQyC8gIQECBAgQIECAAAECBPIKKIDz7q1k2wq4nwABAgQIECBAgAABAgQIEMgvICEBAgQIECBAgACB5AIK4OQbLB4BApsJuIsAAQIECBAgQIAAAQIECBDILyAhAQIECBAgQGAOAgrgOeyyjAQIECCwTsA1AgQIECBAgAABAgQIECBAIL+AhAQIECBAYDYCCuDZbLWgBAgQIECAwIsCzhAgQIAAAQIECBAgQIAAAQL5BSQkQIDAvAQUwPPab2kJECBAgAABAgTOBbwSIECAAAECBAgQIECAAAEC+QUkJDBDAQXwDDddZAIECBAgQIAAAQJzF5CfAAECBAgQIECAAAECBAgQyC8w14QK4LnuvNwECBAgQIAAAQIECBCYp4DUBAgQIECAAAECBAgQIEAgtYAC+Gx7fSNAgAABAgQIECBAgAABAgTyC0hIgAABAgQIECBAgACB/AIK4Px7LOFtAq4TIECAAAECBAgQIECAAAEC+QUkJECAAAECBAgQIDATAQXwTDZaTAIErhdwlgABAgQIECBAgAABAgQIEMgvICEBAgQIECBAYE4CCuA57basBAgQIHBRwHsCBAgQIECAAAECBAgQIEAgv4CEBAgQIEBgdgIK4NltucAECBAgQIBABAMCBAgQIECAAAECBAgQIEAgv4CEBAgQmKeAAnie+y41AQIECBAgQGC+ApITIECAAAECBAgQIECAAAEC+QUkJDBjAQXwjDdfdAIECBAgQIAAAQJzE5CXAAECBAgQIECAAAECBAgQyC8w94QK4Ln/BMhPgAABAgQIECBAgACBeQhISYAAAQIECBAgQIAAAQIEZiEw8wJ4FnssJAECBAgQIECAAAECBAgQmLmA+AQIECBAgAABAgQIEJiPgAJ4Pnst6VUBnwkQIECAAAECBAgQIECAAIH8AhISIECAAAECBAgQmJmAAnhmGy4uAQJPBXwnQIAAAQIECBAgQIAAAQIE8gtISIAAAQIECBCYo4ACeI67LjMBAgTmLSA9AQIECBAgQIAAAQIECBAgkF9AQgIECBAgMFsBBfBst15wAgQIECAwRwGZCRAgQIAAAQIECBAgQIAAgfwCEhIgQGDeAgrgee+/9AQIECBAgACB+QhISoAAAQIECBAgQIAAAQIECOQXkJAAgVAA+yEgQIAAAQIECBAgQCC9gIAECBAgQIAAAQIECBAgQIBAfgEJnwoogJ86+E6AAAECBAgQIECAAAECOQWkIkCAAAECBAgQIECAAAECsxKYaQE8qz0WlgABAgQIECBAgAABAgQIzFRAbAIECBAgQIAAAQIECMxPQAE8vz2XmAABAgQIECBAgAABAgQIECCQX0BCAgQIECBAgAABAjMVUADPdOPFJjBXAbkJECBAgAABAgQIECBAgACB/AISEiBAgAABAgTmLKAAnvPuy06AAIF5CUhLgAABAgQIECBAgAABAgQI5BeQkAABAgQIzF5AATz7HwEABAgQIEBgDgIyEiBAgAABAgQIECBAgAABAvkFJCRAgACBTkAB3Ck4CBAgQIAAAQIE8gpIRoAAAQIECBAgQIAAAQIECOQXkJAAgecCCuDnFN4QIECAAAECBAgQIJBNQB4CBAgQIECAAAECBAgQIEAgv4CElwUUwJc9fCJAgAABAgQIECBAgACBHAJSECBAgAABAgQIECBAgACBWQrMrACe5R4LTYAAAQIECBAgQIAAAQIEZiYgLgECBAgQIECAAAECBOYroACe797PL7nEBAgQIECAAAECBAgQIECAQH4BCQkQIECAAAECBAjMXEABPPMfAPEJzEVATgIECBAgQIAAAQIECBAgQCC/gIQECBAgQIAAAQIRCmA/BQQIECCQXUA+AgQIECBAgAABAgQIECBAIL+AhAQIECBAgMAzAQXwMwgvBAgQIECAQEYBmQgQIECAAAECBAgQIECAAIH8AhISIECAwEUBBfBFDe8JECBAgAABAgTyCEhCgAABAgQIECBAgAABAgQI5BeQkACBFwQUwC+QOEGAAAECBAgQIECAQO0C1k+AAAECBAgQIECAAAECBAjkF5DwegEF8PUuzhIgQIAAAQIECBAgQIBAnQJWTYAAAQIECBAgQIAAAQIEZi0wkwJ41nssPAECBAgQIECAAAECBAgQmImAmAQIECBAgAABAgQIECCgAPYzkF9AQgIECBAgQIAAAQIECBAgQCC/gIQECBAgQIAAAQIECJwJKIDPGHwjQCCrgFwECBAgQIAAAQIECBAgQIBAfgEJCRAgQIAAAQIE3hFQAL9j4R0BAgQI5BKQhgABAgQIECBAgAABAgQIEMgvICEBAgQIECBwRUABfAXERwIECBAgQCCDgAwECBAgQIAAAQIECBAgQIBAfgEJCRAgQOA6AQXwdSrOESBAgAABAgQI1Ctg5QQIECBAgAABAgQIECBAgEB+AQkJELhRQAF8I40LBAgQIECAAAECBAjUJmC9BAgQIECAAAECBAgQIECAQH4BCdcLKIDX+7hKgAABAgQIECBAgAABAnUIWCUBAgQIECBAgAABAgQIECBQBJIXwCWhLwIECBAgQIAAAQIECBAgQCC5gHgECBAgQIAAAQIECBAgcC6gAD6X8JpPQCICBAgQIECAAAECBAgQIEAgv4CEBAgQIECAAAECBAhcElAAX+LwgQCBLAJyECBAgAABAgQIECBAgAABAvkFJCRAgAABAgQIEHhRQAH8ookzBAgQIFC3gNUTIECAAAECBAgQIECAAAEC+QUkJECAAAECBG4QUADfAOM0AQIECBAgUKOANRMgQIAAAQIECBAgQIAAAQL5BSQkQIAAgXUCCuB1Oq4RIECmjcB+AAAQAElEQVSAAAECBAjUI2ClBAgQIECAAAECBAgQIECAQH4BCQkQuFVAAXwrkRsIECBAgAABAgQIEJi6gPURIECAAAECBAgQIECAAAEC+QUk3ExgsWrb2OfYbBp3ESBAgAABAgQIECBAgACBQQQMSoAAAQIECBAgQIAAAQIECFwQSPoXwBcSekuAAAECBAgQIECAAAECBAgkFRCLAAECBAgQIECAAAECBK4KKICvivhcv4AEBAgQIECAAAECBAgQIECAQH4BCQkQIECAAAECBAgQuFZAAXwti5MECNQqYN0ECBAgQIAAAQIECBAgQIBAfgEJCRAgQIAAAQIEbhZQAN9s4woBAgQI1CVgtQQIECBAgAABAgQIECBAgEB+AQkJECBAgACBWwQUwLcAuUyAAAECBAjUIGCNBAgQIECAAAECBAgQIECAQH4BCQkQIEBgEwEF8CZK7iFAgAABAgQIEJiugJURIECAAAECBAgQIECAAAEC+QUkJEBgYwEF8MZUbiRAgAABAgQIECBAYGoC1kOAAAECBAgQIECAAAECBAjkF5BwOwEF8HZe7iZAgAABAgQIECBAgACBaQhYBQECBAgQIECAAAECBAgQIHCNQLIC+JqEThEgQIAAAQIECBAgQIAAAQLJBMQhQIAAAQIECBAgQIAAgZsEFMA3yThfn4AVEyBAgAABAgQIECBAgAABAvkFJCRAgAABAgQIECBAYK2AAngtj4sECNQiYJ0ECBAgQIAAAQIECBAgQIBAfgEJCRAgQIAAAQIEbhdQAN9u5A4CBAgQmLaA1REgQIAAAQIECBAgQIAAAQL5BSQkQIAAAQIENhRQAG8I5TYCBAgQIEBgigLWRIAAAQIECBAgQIAAAQIECOQXkJAAAQIEthFQAG+j5V4CBAgQIECAAIHpCFgJAQIECBAgQIAAAQIECBAgkF9AQgIEthZQAG9N5gECBAgQIECAAAECBA4tYH4CBAgQIECAAAECBAgQIEAgv4CEuwkogHdz8xQBAgQIECBAgAABAgQIHEbArAQIECBAgAABAgQIECBAgMAagSQF8JqELhEgQIAAAQIECBAgQIAAAQJJBMQgQIAAAQIECBAgQIAAgdsEFMC3Cbk+fQErJECAAAECBAgQIECAAAECBPILSEiAAAECBAgQIECAwEYCCuCNmNxEgMBUBayLAAECBAgQIECAAAECBAgQyC8gIQECBAgQIECAwOYCCuDNrdxJgAABAtMSsBoCBAgQIECAAAECBAgQIEAgv4CEBAgQIECAwJYCCuAtwdxOgAABAgQITEHAGggQIECAAAECBAgQIECAAIH8AhISIECAwC4CCuBd1DxDgAABAgQIECBwOAEzEyBAgAABAgQIECBAgAABAvkFJCRAYGcBBfDOdB4kQIAAAQIECBAgQGBsAfMRIECAAAECBAgQIECAAAEC+QUk3E9AAbyfn6cJECBAgAABAgQIECBAYBwBsxAgQIAAAQIECBAgQIAAAQIbCFReAG+Q0C0ECBAgQIAAAQIECBAgQIBA5QKWT4AAAQIECBAgQIAAAQKbCiiAN5Vy3/QErIgAAQIECBAgQIAAAQIECBDILyAhAQIECBAgQIAAAQJbCSiAt+JyMwECUxGwDgIECBAgQIAAAQIECBAgQCC/gIQECBAgQIAAAQLbCyiAtzfzBAECBAgcVsDsBAgQIECAAAECBAgQIECAQH4BCQkQIECAAIEdBRTAO8J5jAABAgQIEDiEgDkJECBAgAABAgQIECBAgACB/AISEiBAgMA+AgrgffQ8S4AAAQIECBAgMJ6AmQgQIECAAAECBAgQIECAAIH8AhISILC3gAJ4b0IDECBAgAABAgQIECAwtIDxCRAgQIAAAQIECBAgQIAAgfwCEvYjoADux9EoBAgQIECAAAECBAgQIDCMgFEJECBAgAABAgQIECBAgACBLQQqLYC3SOhWAgQIECBAgAABAgQIECBAoFIByyZAgAABAgQIECBAgACBbQUUwNuKuf/wAlZAgAABAgQIECBAgAABAgQI5BeQkAABAgQIECBAgACBnQQUwDuxeYgAgUMJmJcAAQIECBAgQIAAAQIECBDILyAhAQIECBAgQIDA7gIK4N3tPEmAAAEC4wqYjQABAgQIECBAgAABAgQIEMgvICEBAgQIECCwp4ACeE9AjxMgQIAAAQJjCJiDAAECBAgQIECAAAECBAgQyC8gIQECBAj0IaAA7kPRGAQIECBAgAABAsMJGJkAAQIECBAgQIAAAQIECBDILyAhAQK9CSiAe6M0EAECBAgQIECAAAECfQsYjwABAgQIECBAgAABAgQIEMgvIGG/Agrgfj2NRoAAAQIECBAgQIAAAQL9CBiFAAECBAgQIECAAAECBAgQ2EGgsgJ4h4QeIUCAAAECBAgQIECAAAECBCoTsFwCBAgQIECAAAECBAgQ2FVAAbyrnOfGFzAjAQIECBAgQIAAAQIECBAgkF9AQgIECBAgQIAAAQIE9hJQAO/F52ECBMYSMA8BAgQIECBAgAABAgQIECCQX0BCAgQIECBAgACB/QUUwPsbGoEAAQIEhhUwOgECBAgQIECAAAECBAgQIJBfQEICBAgQIECgJwEFcE+QhiFAgAABAgSGEDAmAQIECBAgQIAAAQIECBAgkF9AQgIECBDoU0AB3KemsQgQIECAAAECBPoTMBIBAgQIECBAgAABAgQIECCQX0BCAgR6F1AA905qQAIECBAgQIAAAQIE9hXwPAECBAgQIECAAAECBAgQIJBfQMJhBBTAw7galQABAgQIECBAgAABAgR2E/AUAQIECBAgQIAAAQIECBAgsIdAJQXwHgk9SoAAAQIECBAgQIAAAQIECFQiYJkECBAgQIAAAQIECBAgsK+AAnhfQc8PL2AGAgQIECBAgAABAgQIECBAIL+AhAQIECBAgAABAgQI9CKgAO6F0SAECAwlYFwCBAgQIECAAAECBAgQIEAgv4CEBAgQIECAAAEC/QkogPuzNBIBAgQI9CtgNAIECBAgQIAAAQIECBAgQCC/gIQECBAgQIBAzwIK4J5BDUeAAAECBAj0IWAMAgQIECBAgAABAgQIECBAIL+AhAQIECAwhIACeAhVYxIgQIAAAQIECOwu4EkCBAgQIECAAAECBAgQIEAgv4CEBAgMJqAAHozWwAQIECBAgAABAgQIbCvgfgIECBAgQIAAAQIECBAgQCC/gITDCiiAh/U1OgECBAgQIECAAAECBAhsJuAuAgQIECBAgAABAgQIECBAoAeBiRfAPSQ0BAECBAgQIECAAAECBAgQIDBxAcsjQIAAAQIECBAgQIAAgb4EFMB9SRqnfwEjEiBAgAABAgQIECBAgAABAvkFJCRAgAABAgQIECBAoFcBBXCvnAYjQKAvAeMQIECAAAECBAgQIECAAAEC+QUkJECAAAECBAgQ6F9AAdy/qREJECBAYD8BTxMgQIAAAQIECBAgQIAAAQL5BSQkQIAAAQIEBhJQAA8Ea1gCBAgQIEBgFwHPECBAgAABAgQIECBAgAABAvkFJCRAgACBIQUUwEPqGpsAAQIECBAgQGBzAXcSIECAAAECBAgQIECAAAEC+QUkJEBgcAEF8ODEJiBAgAABAgQIECBA4DYB1wkQIECAAAECBAgQIECAAIH8AhKOI6AAHsfZLAQIECBAgAABAgQIECBwvYCzBAgQIECAAAECBAgQIECAQI8CEy2Ae0xoKAIECBAgQIAAAQIECBAgQGCiApZFgAABAgQIECBAgAABAn0LKID7FjXe/gJGIECAAAECBAgQIECAAAECBPILSEiAAAECBAgQIECAwCACCuBBWA1KgMCuAp4jQIAAAQIECBAgQIAAAQIE8gtISIAAAQIECBAgMJyAAng4WyMTIECAwHYC7iZAgAABAgQIECBAgAABAgTyC0hIgAABAgQIDCygAB4Y2PAECBAgQIDAJgLuIUCAAAECBAgQIECAAAECBPILSEiAAAECYwgogMdQNgcBAgQIECBAgMDNAq4QIECAAAECBAgQIECAAAEC+QUkJEBgNAEF8GjUJiJAgAABAgQIECBA4KqAzwQIECBAgAABAgQIECBAgEB+AQnHFZh8Abxq21h3jMtlNgIECBAgQIAAAQIECBDoScAwBAgQIECAAAECBAgQIEBglgLrus/u2r4oEyuA943jeQIECBAgQIAAAQIECBAgQGD6AlZIgAABAgQIECBAgAABAkMJKICHkjXu9gKeIECAAAECBAgQIECAAAECBPILSEiAAAECBAgQIECAwKACCuBBeQ1OgMCmAu4jQIAAAQIECBAgQIAAAQIE8gtISIAAAQIECBAgMLyAAnh4YzMQIECAwHoBVwkQIECAAAECBAgQIECAAIH8AhISIECAAAECIwkogEeCNg0BAgQIECBwnYBzBAgQIECAAAECBAgQIECAQH4BCQkQIEBgTAEF8Jja5iJAgAABAgQIEHhHwDsCBAgQIECAAAECBAgQIEAgv4CEBAiMLqAAHp3chAQIECBAgAABAgQIECBAgAABAgQIECBAgAABAgTyC0h4GAEF8GHczUqAAAECBAgQIECAAIG5CshNgAABAgQIECBAgAABAgQIDCgwkQJ4wISGJkCAAAECBAgQIECAAAECBCYiYBkECBAgQIAAAQIECBAgMLSAAnhoYePfLuAOAgQIECBAgAABAgQIECBAIL+AhAQIECBAgAABAgQIjCKgAB6F2SQECNwk4DwBAgQIECBAgAABAgQIECCQX0BCAgQIECBAgACB8QQUwONZm4kAAQIELgv4RIAAAQIECBAgQIAAAQIECOQXkJAAAQIECBAYWUABPDK46QgQIECAAIFOwEGAAAECBAgQIECAAAECBAjkF5CQAAECBA4hoAA+hLo5CRAgQIAAAQJzFpCdAAECBAgQIECAAAECBAgQyC8gIQECBxNQAB+M3sQECBAgQIAAAQIE5icgMQECBAgQIECAAAECBAgQIJBfQMLDCizato2Lx2GXY3YCBAgQIECAAAECBAgQSCogFgECBAgQIECAAAECBAgQIDCCwIH/AniEhKYgQIAAAQIECBAgQIAAAQIEDixgegIECBAgQIAAAQIECBAYS0ABPJa0eV4UcIYAAQIECBAgQIAAAQIECBDILyAhAQIECBAgQIAAAQKjCiiAR+U2GQEC5wJeCRAgQIAAAQIECBAgQIAAgfwCEhIgQIAAAQIECIwvoAAe39yMBAgQmLuA/AQIECBAgAABAgQIECBAgEB+AQkJECBAgACBAwkogA8Eb1oCBAgQIDBPAakJECBAgAABAgQIECBAgACB/AISEiBAgMAhBRTAh9Q3NwECBAgQIEBgTgKyEiBAgAABAgQIECBAgAABAvkFJCRA4OACCuCDb4EFECBAgAABAgQIEMgvICEBAgQIECBAgAABAgQIECCQX0DCaQi8UAC3bRsXj2ksz9UVSwAAEABJREFU8+ZVrMp61x03P+kKAQIECBAgQIAAAQIECIwgYAoCBAgQIECAAAECBAgQIDArgXXdZXdtaIwXCuChJ3w6vu8ECBAgQIAAAQIECBAgQIBAfgEJCRAgQIAAAQIECBAgQGBsAQXw2OLmi2BAgAABAgQIECBAgAABAgQI5BeQkAABAgQIECBAgACBgwgogA/CblIC8xWQnAABAgQIECBAgAABAgQIEMgvICEBAgQIECBAgMDhBBTAh7M3MwECBOYmIC8BAgQIECBAgAABAgQIECCQX0BCAgQIECBA4MACCuADb4DpCRAgQIDAPASkJECAAAECBAgQIECAAAECBPILSEiAAAECUxBQAE9hF6yBAAECBAgQIJBZQDYCBAgQIECAAAECBAgQIEAgv4CEBAhMRkABPJmtsBACBAgQIECAAAEC+QQkIkCAAAECBAgQIECAAAECBPILSDgtAQXwtPbDaggQIECAAAECBAgQIJBFQA4CBAgQIECAAAECBAgQIEDgAAIjF8AHSGhKAgQIECBAgAABAgQIECBAYGQB0xEgQIAAAQIECBAgQIDAoQQUwIeSn+O8MhMgQIAAAQIECBAgQIAAAQL5BSQkQIAAAQIECBAgQOCgAgrgg/KbnMB8BCQlQIAAAQIECBAgQIAAAQIE8gtISIAAAQIECBAgcHgBBfDh98AKCBAgkF1APgIECBAgQIAAAQIECBAgQCC/gIQECBAgQIDARAQUwBPZCMsgQIAAAQI5BaQiQIAAAQIECBAgQIAAAQIE8gtISIAAAQJTElAAT2k3rIUAAQIECBAgkElAFgIECBAgQIAAAQIECBAgQCC/gIQECExOQAE8uS2xIAIECBAgQIAAAQL1C0hAgAABAgQIECBAgAABAgQI5BeQcJoCtxbAbdvGxWOaMayKAAECBAgQIECAAAECBCYiYBkECBAgQIAAAQIECBAgQIDAAQVuLYD7WZtRCBAgQIAAAQIECBAgQIAAgfwCEhIgQIAAAQIECBAgQIDAoQUUwIfegTnMLyMBAgQIECBAgAABAgQIECCQX0BCAgQIECBAgAABAgQmIaAAnsQ2WASBvAKSESBAgAABAgQIECBAgAABAvkFJCRAgAABAgQIEJiOgAJ4OnthJQQIEMgmIA8BAgQIECBAgAABAgQIECCQX0BCAgQIECBAYGICCuCJbYjlECBAgACBHAJSECBAgAABAgQIECBAgAABAvkFJCRAgACBKQoogKe4K9ZEgAABAgQIEKhZwNoJECBAgAABAgQIECBAgACB/AISEiAwWQEF8GS3xsIIECBAgAABAgQI1CdgxQQIECBAgAABAgQIECBAgEB+AQmnLbB1Ady2bZwfXbRV+dy9TvXo1rfumOq6rYsAAQIECBAgQIAAAQKVCVguAQIECBAgQIAAAQIECBCYhcC67rG7dmiErQvg7RbsbgIECBAgQIAAAQIECBAgQCC/gIQECBAgQIAAAQIECBAgMBUBBfBUdiLjOmQiQIAAAQIECBAgQIAAAQIE8gtISIAAAQIECBAgQIDApAQUwJPaDoshkEdAEgIECBAgQIAAAQIECBAgQCC/gIQECBAgQIAAAQLTE1AAT29PrIgAAQK1C1g/AQIECBAgQIAAAQIECBAgkF9AQgIECBAgQGCiAgrgiW6MZREgQIAAgToFrJoAAQIECBAgQIAAAQIECBDILyAhAQIECExZQAE85d2xNgIECBAgQIBATQLWSoAAAQIECBAgQIAAAQIECOQXkJAAgckLKIAnv0UWSIAAAQIECBAgQGD6AlZIgAABAgQIECBAgAABAgQI5BeQsA6BvQrgtm3PUq6evZ598I0AAQIECBAgQIAAAQIE5iQgKwECBAgQIECAAAECBAgQIDAhgb0K4JtzuEKAAAECBAgQIECAAAECBAjkF5CQAAECBAgQIECAAAECBKYmoACe2o5kWI8MBAgQIECAAAECBAgQIECAQH4BCQkQIECAAAECBAgQmKSAAniS22JRBOoVsHICBAgQIECAAAECBAgQIEAgv4CEBAgQIECAAAEC0xVQAE93b6yMAAECtQlYLwECBAgQIECAAAECBAgQIJBfQEICBAgQIEBg4gIK4IlvkOURIECAAIE6BKySAAECBAgQIECAAAECBAgQyC8gIQECBAjUIKAArmGXrJEAAQIECBAgMGUBayNAgAABAgQIECBAgAABAgTyC0hIgEA1AgrgarbKQgkQIECAAAECBAhMT8CKCBAgQIAAAQIECBAgQIAAgfwCEtYloACua7+slgABAgQIECBAgAABAlMRsA4CBAgQIECAAAECBAgQIEBgggI9F8ATTGhJBAgQIECAAAECBAgQIECAQM8ChiNAgAABAgQIECBAgACBqQoogKe6MzWuy5oJECBAgAABAgQIECBAgACB/AISEiBAgAABAgQIECAwaQEF8KS3x+II1CNgpQQIECBAgAABAgQIECBAgEB+AQkJECBAgAABAgSmL6AAnv4eWSEBAgSmLmB9BAgQIECAAAECBAgQIECAQH4BCQkQIECAAIFKBBTAlWyUZRIgQIAAgWkKWBUBAgQIECBAgAABAgQIECCQX0BCAgQIEKhJQAFc025ZKwECBAgQIEBgSgLWQoAAAQIECBAgQIAAAQIECOQXkJAAgeoEFMDVbZkFEyBAgAABAgQIEDi8gBUQIECAAAECBAgQIECAAAEC+QUkrFNg9gXwqm1j3VHntlo1AQIECBAgQIAAAQIEBhMwMAECBAgQIECAAAECBAgQSC2wrjvsrk09fE8F8NRjWh8BAgQIECBAgAABAgQIECCwv4ARCBAgQIAAAQIECBAgQGDqAgrgqe9QDeuzRgIECBAgQIAAAQIECBAgQCC/gIQECBAgQIAAAQIECFQhoACuYpssksB0BayMAAECBAgQIECAAAECBAgQyC8gIQECBAgQIECAQD0CCuB69spKCRAgMDUB6yFAgAABAgQIECBAgAABAgTyC0hIgAABAgQIVCagAK5swyyXAAECBAhMQ8AqCBAgQIAAAQIECBAgQIAAgfwCEhIgQIBAjQIK4Bp3zZoJECBAgAABAocUMDcBAgQIECBAgAABAgQIECCQX0BCAgSqFVAAV7t1Fk6AAAECBAgQIEBgfAEzEiBAgAABAgQIECBAgAABAvkFJKxbQAFc9/5ZPQECBAgQIECAAAECBMYSMA8BAgQIECBAgAABAgQIECBQgcCeBXAFCS2RAAECBAgQIECAAAECBAgQ2FPA4wQIECBAgAABAgQIECBQi4ACuJadmuI6rYkAAQIECBAgQIAAAQIECBDILyAhAQIECBAgQIAAAQJVCSiAq9ouiyUwHQErIUCAAAECBAgQIECAAAECBPILSEiAAAECBAgQIFCfgAK4vj2zYgIECBxawPwECBAgQIAAAQIECBAgQIBAfgEJCRAgQIAAgUoFFMCVbpxlEyBAgACBwwiYlQABAgQIECBAgAABAgQIEMgvICEBAgQI1CygAK5596ydAAECBAgQIDCmgLkIECBAgAABAgQIECBAgACB/AISEiBQvYACuPotFIAAAQIECBAgQIDA8AJmIECAAAECBAgQIECAAAECBPILSJhDQAF8yz6u2jYuHrfc7jIBAgQIECBAgAABAgSyCchDgAABAgQIECBAgAABAgRSC1zsArv3tYfdsQCuPbb1EyBAgAABAgQIECBAgAABArcLuIMAAQIECBAgQIAAAQIEahNQANe2Y1NYrzUQIECAAAECBAgQIECAAAEC+QUkJECAAAECBAgQIECgSgEFcJXbZtEEDidgZgIECBAgQIAAAQIECBAgQCC/gIQECBAgQIAAAQL1CiiA6907KydAgMDYAuYjQIAAAQIECBAgQIAAAQIE8gtISIAAAQIECFQuoACufAMtnwABAgQIjCNgFgIECBAgQIAAAQIECBAgQCC/gIQECBAgkEFAAZxhF2UgQIAAAQIECAwpYGwCBAgQIECAAAECBAgQIEAgv4CEBAikEVAAp9lKQQgQIECAAAECBAj0L2BEAgQIECBAgAABAgQIECBAIL+AhLkEFMC59lMaAgQIECBAgAABAgQI9CVgHAIECBAgQIAAAQIECBAgQKBCgS0L4AoTWjIBAgQIECBAgAABAgQIECCwpYDbCRAgQIAAAQIECBAgQKBWAQVwrTt3iHWbkwABAgQIECBAgAABAgQIEMgvICEBAgQIECBAgAABAlULKICr3j6LJzCegJkIECBAgAABAgQIECBAgACB/AISEiBAgAABAgQI1C+gAK5/DyUgQIDA0ALGJ0CAAAECBAgQIECAAAECBPILSEiAAAECBAgkEVAAJ9lIMQgQIECAwDACRiVAgAABAgQIECBAgAABAgTyC0hIgAABApkEFMCZdlMWAgQIECBAgECfAsYiQIAAAQIECBAgQIAAAQIE8gtISIBAOgEFcLotFYgAAQIECBAgQIDA/gJGIECAAAECBAgQIECAAAECBPILSJhTQAGcc1+lIkCAAAECBAgQIECAwK4CniNAgAABAgQIECBAgAABAgQqFtiwAK44oaUTIECAAAECBAgQIECAAAECGwq4jQABAgQIECBAgAABAgRqF1AA176DY6zfHAQIECBAgAABAgQIECBAgEB+AQkJECBAgAABAgQIEEghoABOsY1CEBhOwMgECBAgQIAAAQIECBAgQIBAfgEJCRAgQIAAAQIE8ggogPPspSQECBDoW8B4BAgQIECAAAECBAgQIECAQH4BCQkQIECAAIFkAgrgZBsqDgECBAgQ6EfAKAQIECBAgAABAgQIECBAgEB+AQkJECBAIKOAAjjjrspEgAABAgQIENhHwLMECBAgQIAAAQIECBAgQIBAfgEJCRBIK6AATru1ghEgQIAAAQIECBDYXsATBAgQIECAAAECBAgQIECAQH4BCXMLLNq2jXVH7vjSESBAgAABAgQIECBAgMAzAS8ECBAgQIAAAQIECBAgQIBAAoFb/gI4QUIRCBAgQIAAAQIECBAgQIAAgVsEXCZAgAABAgQIECBAgACBLAIK4Cw7OUQOYxIgQIAAAQIECBAgQIAAAQL5BSQkQIAAAQIECBAgQCCVgAI41XYKQ6A/ASMRIECAAAECBAgQIECAAAEC+QUkJECAAAECBAgQyCegAM63pxIRIEBgXwHPEyBAgAABAgQIECBAgAABAvkFJCRAgAABAgSSCiiAk26sWAQIECBAYDcBTxEgQIAAAQIECBAgQIAAAQL5BSQkQIAAgcwCCuDMuysbAQIECBAgQGAbAfcSIECAAAECBAgQIECAAAEC+QUkJEAgvYACOP0WC0iAAAECBAgQIEDgdgF3ECBAgAABAgQIECBAgAABAvkFJJyHgAJ4HvssJQECBAgQIECAAAECBG4ScJ4AAQIECBAgQIAAAQIECBBIJHBDAZwooSgECBAgQIAAAQIECBAgQLaZaJwAABAASURBVIDADQJOEyBAgAABAgQIECBAgEA2AQVwth3tI48xCBAgQIAAAQIECBAgQIAAgfwCEhIgQIAAAQIECBAgkFJAAZxyW4UisLuAJwkQIECAAAECBAgQIECAAIH8AhISIECAAAECBAjkFVAA591byQgQILCtgPsJECBAgAABAgQIECBAgACB/AISEiBAgAABAskFFMDJN1g8AgQIECCwmYC7CBAgQIAAAQIECBAgQIAAgfwCEhIgQIDAHAQUwHPYZRkJECBAgAABAusEXCNAgAABAgQIECBAgAABAgTyC0hIgMBsBBTAs9lqQQkQIECAAAECBAi8KOAMAQIECBAgQIAAAQIECBAgkF9AwnkJ3FoAt20bF4958UhLgAABAgQIECBAgACBtAKCESBAgAABAgQIECBAgAABAgkFrhTACROKRIAAAQIECBAgQIAAAQIECFwR8JEAAQIECBAgQIAAAQIEsgoogLPu7C65PEOAAAECBAgQIECAAAECBAjkF5CQAAECBAgQIECAAIHUAgrg1NsrHIHNBdxJgAABAgQIECBAgAABAgQI5BeQkAABAgQIECBAIL+AAjj/HktIgACB2wRcJ0CAAAECBAgQIECAAAECBPILSEiAAAECBAjMREABPJONFpMAAQIECFwv4CwBAgQIECBAgAABAgQIECCQX0BCAgQIEJiTgAJ4TrstKwECBAgQIEDgooD3BAgQIECAAAECBAgQIECAQH4BCQkQmJ2AAnh2Wy4wAQIECBAgQIAAgQgGBAgQIECAAAECBAgQIECAQH4BCecpsHUB3LZtnB8dWfe+ex3iWJW5unG7OW46uusOAgQIECBAgAABAgQIENhYwI0ECBAgQIAAAQIECBAgQIDAAQVu6j27892yzjvS7v0ux7MCeJdHPUOAAAECBAgQIECAAAECBAjUJWC1BAgQIECAAAECBAgQIJBdQAGcfYc3yeceAgQIECBAgAABAgQIECBAIL+AhAQIECBAgAABAgQIzEJAATyLbRaSwM0CrhAgQIAAAQIECBAgQIAAAQL5BSQkQIAAAQIECBCYj4ACeD57LSkBAgSuCvhMgAABAgQIECBAgAABAgQI5BeQkAABAgQIEJiZgAJ4ZhsuLgECBAgQeCrgOwECBAgQIECAAAECBAgQIJBfQEICBAgQmKOAAniOuy4zAQIECBAgMG8B6QkQIECAAAECBAgQIECAAIH8AhISIDBbAQXwbLdecAIECBAgQIAAgTkKyEyAAAECBAgQIECAAAECBAjkF5Bw3gIK4Hnvv/QECBAgQIAAAQIECMxHQFICBAgQIECAAAECBAgQIEAgv0AogGewySISIECAAAECBAgQIECAwNwF5CdAgAABAgQIECBAgACBuQgogOey09fldI4AAQIECBAgQIAAAQIECBDILyAhAQIECBAgQIAAAQKzElAAz2q7hSXwjoB3BAgQIECAAAECBAgQIECAQH4BCQkQIECAAAECBOYnoACe355LTIAAAQIECBAgQIAAAQIECBAgQIBAfgEJCRAgQIAAgZkKKIBnuvFiEyBAgMBcBeQmQIAAAQIECBAgQIAAAQIE8gtISIAAAQJzFlAAz3n3ZSdAgAABAgTmJSAtAQIECBAgQIAAAQIECBAgkF9AQgIEZi+gAJ79jwAAAgQIECBAgACBOQjISIAAAQIECBAgQIAAAQIECOQXkJBAJ1B9Ady2baw7upAOAgQIECBAgAABAgQIzFhAdAIECBAgQIAAAQIECBAgQGBEgXXdZXdt3VK664umWXfLTdeen6++AH6exBsCBAgQIECAAAECBAgQIEDgioCPBAgQIECAAAECBAgQIDA3AQXw3Ha8y+sgQIAAAQIECBAgQIAAAQIE8gtISIAAAQIECBAgQIDALAUUwLPcdqHnLCA7AQIECBAgQIAAAQIECBAgkF9AQgIECBAgQIAAgfkKKIDnu/eSEyAwPwGJCRAgQIAAAQIECBAgQIAAgfwCEhIgQIAAAQIzF1AAz/wHQHwCBAgQmIuAnAQIECBAgAABAgQIECBAgEB+AQkJECBAgECEAthPAQECBAgQIEAgu4B8BAgQIECAAAECBAgQIECAQH4BCQkQIPBMQAH8DMILAQIECBAgQIAAgYwCMhEgQIAAAQIECBAgQIAAAQL5BSQkcFFAAXxRY4LvV20b644JLtmSCBAgQIAAAQIECBCYhoBVECBAgAABAgQIECBAgACBSQqs6766a5Nc9HQX9cLKFMAvkDhBgAABAgQIECBAgAABAgRqF7B+AgQIECBAgAABAgQIEJirgAJ4TjsvKwECBAgQIECAAAECBAgQIJBfQEICBAgQIECAAAECBGYtoACe9fYLPycBWQkQIECAAAECBAgQIECAAIH8AhISIECAAAECBAgQUAD7GSBAgEB+AQkJECBAgAABAgQIECBAgACB/AISEiBAgAABAgTOBBTAZwy+ESBAgACBrAJyESBAgAABAgQIECBAgAABAvkFJCRAgAABAu8IKIDfsfCOAAECBAgQIJBLQBoCBAgQIECAAAECBAgQIEAgv4CEBAgQuCKgAL4C4iMBAgQIECBAgACBDAIyECBAgAABAgQIECBAgAABAvkFJCRwnUD6Arht21h3XIfiHAECBAgQIECAAAECBCoWsHQCBAgQIECAAAECBAgQIEBgQIF13WN3bcCpLw594/v0BfCNyV0gQIAAAQIECBAgQIAAAQLpBAQiQIAAAQIECBAgQIAAgbkLKIDn8BMgIwECBAgQIECAAAECBAgQIJBfQEICBAgQIECAAAECBAgUAQVwQfBFILOAbAQIECBAgAABAgQIECBAgEB+AQkJECBAgAABAgQInAsogM8lvBIgQCCfgEQECBAgQIAAAQIECBAgQIBAfgEJCRAgQIAAAQKXBBTAlzh8IECAAAECWQTkIECAAAECBAgQIECAAAECBPILSEiAAAECBF4UUAC/aOIMAQIECBAgQKBuAasnQIAAAQIECBAgQIAAAQIE8gtISIAAgRsEFMA3wDhNgAABAgQIECBAoEYBayZAgAABAgQIECBAgAABAgTyC0hIYJ2AAnidTgXXVm0b644KIlgiAQIECBAgQIAAAQL9CBiFAAECBAgQIECAAAECBAhMQmBdd9Vdm8Qi1yyiLf3bumPNo2NcunUOBfCtRG4gQIAAAQIECBAgQIAAAQJTF7A+AgQIECBAgAABAgQIECDwVEAB/NQh53epCBAgQIAAAQIECBAgQIAAgfwCEhIgQIAAAQIECBAgQOCCgAL4Aoa3BDIJyEKAAAECBAgQIECAAAECBAjkF5CQAAECBAgQIECAwFUBBfBVEZ8JECBQv4AEBAgQIECAAAECBAgQIECAQH4BCQkQIECAAAEC1woogK9lcZIAAQIECNQqYN0ECBAgQIAAAQIECBAgQIBAfgEJCRAgQIDAzQIK4JttXCFAgAABAgQI1CVgtQQIECBAgAABAgQIECBAgEB+AQkJECBwi4AC+BYglwkQIECAAAECBAjUIGCNBAgQIECAAAECBAgQIECAQH4BCQlsIrBo2zbWHZsMUvM967J312rO1q19VfZ33dHd4yBAgAABAgQIECBAoGoBiydAgAABAgQIECBAgAABAqMKrOueumujLmY+k22c1F8Ab0zlRgIECBAgQIAAAQIECBAgMDUB6yFAgAABAgQIECBAgAABApcFFMCXPXJ8koIAAQIECBAgQIAAAQIECBDILyAhAQIECBAgQIAAAQIErhFQAF+D4hSBmgWsnQABAgQIECBAgAABAgQIEMgvICEBAgQIECBAgACBmwQUwDfJOE+AAIH6BKyYAAECBAgQIECAAAECBAgQyC8gIQECBAgQIEBgrYACeC2PiwQIECBAoBYB6yRAgAABAgRuE2jKDd1RXnwRIECAAAECBCoVsGwCBAgQIHC7gAL4diN3ECBAgAABAgSmLWB1BAgQILBWoC1Xu6O8+CJAgAABAgQIECBQr4CVEyBAYEMBBfCGUG4jQIAAAQIECBAgMEUBayJA4HqB7i99m9L6dq9t+bYqv/12nxflXPdE99Id3XsHAQIECBAgQIAAAQIEpi5gfQS2ESi/Am9z+7j3LpryW3qZsmmevpa3z7+apommaZ5/HupN27Zx8ViVzxePoeY1LgECBAgQIECAAAECBG4RcHmdQGl3l+WI7ij3deVveYnutftNsiuFz47upIMAAQIECBAgQIAAAQIEZiVwsevr3l/sArv3E8PYejmTLoC3TuMBAgQIECBAgAABAgQIECDQCZSW97Qc0R3lc1cGL8uHrgA+L4XL6Yq/LJ0AAQIECBAgQIAAAQIECFwvoAC+3qXOs1ZNgAABAgQIECBAgAABAmf9blf+npbfeLvXrvx96zc/Fw8+/ZlSAcfz/8oTKgLVClg4AQIECBAgQIAAAQIE1giUX4fXXHWJAIFqBCyUAAECBAgQIECAAIHLAqsmoiuAF6tlPHzzM/H4weeiaRdxuliVG7ujvPgiQIBAZQKWS4AAAQIECBAgQOA2AQXwbUKuEyBAYPoCVkiAAAECBAgQIHCNwLLreJs2jmIZL/3yL8bdX/mfEYs2olw4KufL19lfBF/zqFMECBAgQGCKAtZEgAABAgQIENhIQAG8EZObCBAgQIDAVAWsiwABAgQIELgq0JQTXc97Z7WIZbuKt+48ice/8PNx+ou/EA8WD0vpexxHpRzu7iu3+iJAgAABAgQIVCBgiQQIECBAYHMBBfDmVu4kQIAAAQIECExLwGoIECBA4HqBprS7sYq2VL2LOIn24Ztx+smPx4P/8z/izvHnYhGn5apfh6/Hc5YAAQIECBAgQGByAhZEgACBLQX2+o23bdstp+vv9m7u7uhvRCMRIECAAAECBAgQqEfASgkQuEWgiTheNNG0q/jcz/xsPHjyifj88afirZ/9ubNzJ+Xa4X6jvWXtLhMgQIAAAQIECBAgQOCZgBcCuwjcWgB3JetNR9M0u8y59TPXzb/1IB64VmBVSvx1x7UPOUmAAAECBAgQIECAwCEFzH1VoPuL33I0sYqzozS7zdnRxuIk4tP//Qfj1ePTeG21jN944/vK0/disVpEsyo3laP7zbY7ygVfBAgQIECAAAECBAgQIFAE1nVH3bVyi68eBK52oFeG3PnjYucny4PdosrLQb66ubvjIJOblAABAgQIECBAgAABAgQmLVCq3Tgpre6n/9uPx73/9xvx0uqVeGX1WjQPPhmnP/0T8WixiO6eSYe4dnFOEiBAgAABAgQIECBAgACB9QJ7FcDrh3Z1NAETESBAgAABAgQIECBAgMAFgVUsYhWvff6z8bmf/M/x6sndiFIGN6Xyfe3kpfj1H/6BeNcn/m+5J/wjUJeA1RIgQIAAAQIECBAgQGADAQXwBkhuITBlAWsjQIAAAQIECBAgQOAdgfbZ2+VqFb/2Pf8m7n3iQTxuX4mMU05jAAAQAElEQVTjo8fx+OhRLE/vxfKtt+ITH/u+WK5OSyXclqN76PzJ7r2DAAEC0xOwIgIECBAgQIAAAQKbCiiAN5VyHwECBKYnYEUECBAgQIAAAQJnAk9/tW3atpS8i7jTlPL3P/1gPPr4T8fp3ZOIxduxahblaKJt2jiKVRyXa7/+E98fce8kniwjTpdP4rwKDv8IECBAgMC0BKyGAAECBAgQILCVwNPfkrd6xM0ECBAgQIDA4QWsgAABAgQIEHgu0EYpbxelxG3j5eOIN994I07e+OFYnpYPZzd1Nyxi0d6JtjktZ9pYtqfx9hv/Md5648dLQfw4YnWvnG/K4YsAAQIECBAgMCUBayFAgAABAtsLKIC3N/MEAQIECBAgQOCwAmYnQIAAgcsCpbdtool7jxfx+Ef+bTz8wX8ddx+VW1al+O2O8vbSV7sod0fcPXkUb3/sY/HkR/5Def92LJrm0m0+ECBAgAABAgQIEDiogMkJECCwo8Bix+c8RoAAAQIECBAgQIDAAQRMSYDAOwKl3i0f2li0bRz/5mfi4//yn8an3ngj3nUScbJ4erXccMNXKXtXL0U0j+LBj/5Q/OK/+hfx5LO/GcvonrvhPwbdrMr94R8BAgQIECBAgAABAgQGFzABgX0E9iqA2/JL9j6Tb/ps05RfzG+4uVvDuuOGx5wmQIAAAQIECBAgQIBAbQKzXW/3G2ETq1jE6dlx1K7iqNM4Kq/tZ+Otn/qx+OWP/t248/GfiaPFw3h09zSa5ZPujnJ0z0V5rrxtu1+BF9E2EW00sSjlb1tK3aPlo7j3v34qfvUf/b1467/+WNw9+VwcLRfxdL6T8npcjpNo2ij/uhK4HOWdLwIECBAgQIAAAQIECBAgcJ3Auu7y4rXrno2IvU93v/3uPYgBCBAgQIAAAQIECBAgQIDAUAJnvWupYBerZSxXTSliSwHbPorjn/zR+NWPfjQ+9f3fWwrdN2PRHpcllLub8nL2Ve47e73+2/PbyuWu7I3Vm/Gp7/ue+LWP/pN4+yd+uMzzVjRNV/yWO9vl2V1R1hFnRXL5OOqXyQgQIECAAAECBAgQIECAwGYCi81uW3PXSH8FvGYF870kOQECBAgQIECAAAECBJILlDo3Tler+OyDT8fDX/r5ePONH4o3//l3x69+11+PB9/772L5iV+Kl9rPx+uPT7tq9kyjaZro/v98l80yuuOssL1U2i7i4r+maWJR5rj/+Dhejkex/OTH462P/fv4lb/zt+KT/+y741P/5Qfi4f/+uXj48PNxenoa0YR/BMYVMBsBAgQIECBAgAABAgS2ELj8W+8WD57fulIAn1N4JTCqgMkIECBAgAABAgQIzErg7C9w70TbHsVxs4rj5Uk8OSrHMuKkOYqmnG/P7ono/hPP621WEWWMiNXTe0s53D3ftHfjZLGMJ4tFPFmu4nRxGqtS9rZxFG3cDf8IECBwCAFzEiBAgAABAgQIENhWYO8CuJuw+29Vd68OAgQIEBhFwCQECBAgQIAAgdkIlP41mqaJV+/fj7sf+D3x+h//xvjCv/iX4gPf9Y/jPd/6ZyPe/b5oT5t4sjqOk2jipJTATRvRHdH9K+VudGXv1SNW0d3THafNIlbd/+fvvWU5V35N/q3vi9c/9JF479/4B/GeMte7v+FD8fLv/rJ45bXX4uiolM1lPc2iiatHN52DAAECBAj0KGAoAgQIECBAgMBOAuU3252e8xABAgQIECBwEAGTEiBAgACB+Qq0TRNdWXv2V7rLu/Gur/6W+J1/9W/Ge77jL8Tit7wvYvF23G3fjmXb/WXvIkoPfANWdz2ibSKOVquzZ9rFo3i4vB+vftu3x/v/2t+O1z74bXH3C94dJ80iTkux3Ja5bx7vhmmcJkCAAAECBAjsLOBBAgQIECCwu8Bi90c9SYAAAQIECBAgMKqAyQgQIDBTgUUpXy8eTdNEu2zj0fI4jhevxctf/k3x3r/y96P58q+KB0evnP1nok+bVUT3179Rfu0tr205Or7nJW4pibt72jiKzy7eFY+/7A/G+77zH8YXfPWH43H7Ujxs3o7j0+PukVL/lqb47J1vBAgQIECAAAECBEYQMAUBAgT2FCi/Ce85gscJECBAgAABAgQIEBhcwAQECLwjsChl7tFqEXdP7sTR6iieNG289dqdeP+f+8vxRV/74XjUvBxNc3L2QNsVweXd6XIVq/J+1ZReuHyOaKJpTuNRKX+/5Os+HF/6578zHt2/F8dlrDund+Lu8UuxWC2j3NXdGt2/pvvmIECAAAECBAgQIECAwIAChibQh4ACuA9FYxAgQIAAAQIECBAgQGA4ASNfEehK3e4veVelrF2VUrdpV/HScRtPThbx6jd9S7z2zd8ej0/fHbF8VArck2hLGdzd0z3TDfX4KOLJ0Soer14v935rvOsbvzmOF0dxt4zT3Xt85yRWRydx9lfHUUrgUjY35WhXbaw7urEdBAgQIECAAAECBAgQIEBgR4HeHlMA90ZpIAIECBAgQIAAAQIECBA4hEBTJj0/Hh0dxRd+8GvjpT/xwbjz+AviTimFT5arcscimnYZd09X8fKTo2hOXo+XvuGD8YVf93XxeHmnXGtLWRwv/Dsft3t94eIoJ0xCgAABAgQIECBAgAABAgS2E1g0bZRfdJ8e4V8dAlZJgAABAgQIECBAgAABApcEmljFaWlp21LyPly+El/8p/503P0DXxVNczfa9iTultL36PQojlan8fA04uj3fWV88Z/8UDxcvBxtLKL7q+Lz/zj0pYF9IHBIAXMTIECAAAECBAgQIEBgB4HFDs94hACBAwqYmgABAgQIECBAgACBywJt+Xi6aKN7PVo1cbcUvat4Ne5/5MPx+O69WJYLbSmH75SGeLVYxZP3/tb4HR/5SKzaV+PO6d1YrBZxsuhK4HJTGcsXAQIEpiBgDQQIECBAgAABAgR2FVhcfPD8r4EvnvOeAAECBCYjYCEECBAgQIAAAQLXCHS1bbNaxqJdRKlyY9WcxmnTxOPXX47XP/Qd8WjxShwflQebk3hYyt73f82fibdfP4onR3efnl820TR3zgrkrigud/oiQIAAAQKHFDA3AQIECBAgQGAvgcVeT3uYAAECBAgQGEnANAQIECBAgMA6gebZxbZZRZSiN8q/ZSl173/1V8S99/yuOF6s4vhuG3ff84G4/4f/UHR/DVxuibP7o/sT4WX3sXt3dpx98I0AAQIECBAgMLqACQkQIECAwP4Ci0X5Pff82H84IxAgQIAAAQIECPQuYEACBAgQ2ElgtbwTb917Ke7/0a+PpmnjUfsk7n/N18fqlftx1N6LRflf0zTl2tNjp0k8RIAAAQIECBAgQKAvAeMQIECgJwF/AdwTpGEIECBAgAABAgQIDCFgTAIEdhdYxd3y8FG88ke+MprTNpqjo7j/tX8smtVL0Z5di2jCPwIECBAgQIAAAQIECBxewAoI9CmwWJXfds+P84GbNuL8iMr/tW0b647K41k+AQIECBAgQIAAAQJ5BSTbU2C5WsTR6Z249/JRNB/4ijh6/1fGybKJh8ujWJVr5dfhs99949m/88/d67NTXggQIECAAAECBAgQIECAwAsC67rH7toLD6w/0ftVfwHcO6kBCRAgQIAAAQIECBAgQGAKAk0cx6JdRdsu4v7v/bJ47Ut/f7Sl/G3asrrmtHy78lXOT6f8vbI2HwkQIECAAAECBAgQIECAwIYCCuANoSZxm0UQIECAAAECBAgQIECAwIYCbayWj0oBfBonsYjFF31JxHt+e3m/jGWzitOj4w3HcRuBAwiYkgABAgQIECBAgAABAnsILPZ41qMECIwoYCoCBAgQIECAAAECBLYUaJ5ElLJ3dXQUy9/23rjz3vfG8WoVTaxitTyJiLYcvggQIDAtAashQIAAAQIECBAgsK+AAnhfQc8TIEBgeAEzECBAgAABAgQIbC3QxOLk1Thtupq3jebV+3Fy/9VYNm20TSl/22V0V54e5a0vAgQIECBweAErIECAAAECBAj0IqAA7oXRIAQIECBAYCgB4xIgQIAAAQK7CJTeNxbd3/ouory2cefO3XLcKwVwUwrgiOasAI7yry2HLwIECBAgQIDAoQXMT4AAAQIE+hNYtE1Ed/Q3pJEIECBAgAABAgR6ETAIAQIECPQk0EazaKJpSvnbtj2NaRgCBAgQIECAAAECPQkYhgABAj0LLHoez3AECBAgQIAAAQIECPQgYAgCBPoUKOVvN1zTfTs/Ln04P+mVAAECBAgQIECAAAECowqYjMAQAs8L4O6vgC8eQ0xmzNsFVm0bF4/bn3AHAQIECBAgQIAAAQLJBMTpSaBdtfH0iPLaRLNanB1x2kSclknK9fILWMSqfChHOVtO+iJAgAABAgQIECBAgACBQwtc7Mq694dez0DzDzbsYrCRDUyAAAECBAgQIECAAAECBCYk0BW8645pLNUqCBAgQIAAAQIECBAgQIDAfgI7F8BNG9Ed4d/wAmYgQIAAAQIECBAgQIAAAQIE8gtISIAAAQIECBAgQIAAgR4EbiyAz/9z0D3MYQgCBPYQ8CgBAgQIECBAgAABAgQIECCQX0BCAgQIECBAgAABAn0JPC+AL/417+qa0bvrF49rbnGKAAECBPoVMBoBAgQIECBAgAABAgQIECCQX0BCAgQIECBAgECvAs8L4EujNhGrZ8el89d8KLdFd1xzySkCBAgQIEBgZwEPEiBAgAABAgQIECBAgAABAvkFJCRAgAABAv0LLM7/qnfXoc+e3/VhzxEgQIAAAQIECLwo4AwBAgQIECBAgAABAgQIECCQX0BCAgQIDCRw/V8ADzSZYQkQIECAAAECBAgQWC/gKgECBAgQIECAAAECBAgQIJBfQEICQwos2ibi/DifaNFGnB/n587vufra/aeiy+3nt1X32rZtbHJcDbZomuiO8I8AAQIECBAgQIAAAQL9CBiFAAECBAgQIECAAAECBAgQGEGg6/i64+pUm3SG3T1Xn9vy8+C39/IXwDUXwIMLm4AAAQIECBAgQIAAAQIECNwq4AYCBAgQIECAAAECBAgQINCPQC8FcD9LMcoLAk4QIECAAAECBAgQIECAAAEC+QUkJECAAAECBAgQIECAQI8CCuAeMQ1FoE8BYxEgQIAAAQIECBAgQIAAAQL5BSQkQIAAAQIECBAg0LeAArhvUeMRIEBgfwEjECBAgAABAgQIECBAgAABAvkFJCRAgAABAgQIDCKgAB6E1aAECBAgQGBXAc8RIECAAAECBAgQIECAAAEC+QUkJECAAAECwwkogIezNTIBAgQIECBAYDsBdxMgQIAAAQIECBAgQIAAAQL5BSQkQIDAwAIK4IGBDU+AAAECBAgQIEBgEwH3ECBAgAABAgQIECBAgAABAvkFJCQwhoACeAzlPeZo2zbWHXsMPYlHVyXfPsckQlgEAQIECBAgQIAAgf0EPE2ApE2N0wAAEABJREFUAAECBAgQIECAAAECMxPYpxvpnq2da133dfFa7TmvrH+0jwrg0ahNRIAAAQIECBAgQIAAAQIErgr4TIAAAQIECBAgQIAAAQIE+hVQAPfr2c9oRiFAgAABAgQIECBAgAABAgTyC0hIgAABAgQIECBAgACBAQQUwAOgGpLAPgKeJUCAAAECBAgQIECAAAECBPILSEiAAAECBAgQIEBgKAEF8FCyxiVAgMD2Ap4gQIAAAQIECBAgQIAAAQIE8gtISIAAAQIECBAYVEABPCivwQkQIECAwKYC7iNAgAABAgQIECBAgAABAgTyC0hIgAABAgSGF1AAD29sBgIECBAgQIDAegFXCRAgQIAAAQIECBAgQIAAgfwCEhIgQGAkAQXwSNCmIUCAAAECBAgQIHCdgHMECBAgQIAAAQIECBAgQIBAfgEJCYwpoAAeU3uAudq2jXXHAFMakgABAgQIEPj/7P1LjHTdmiBmrRXf959zuqpNNY1Ec7FotRBCTBAjJGPJggkMwDNmSCAhZjAxwhLyAGQJLCF50LI9Q4gBYEDGGCQajLpFy2CrbVEwaMmSy7Zst13Vlyq7u1yXc/n//4vt992RK3NnZERk3HbsSzx54s21L2uvtd4nIr/zZ765IwkQIEDgPgJGIUCAAAECBAgQIECAAAECqxQ4VbvKc6tM+nhSDz+jAPxwchMSIECAAAECBAgQIECAAAECBAgQIECAAAECBAgQIEBgHAEF4HFcrxvVVQQIECBAgAABAgQIECBAgMD6BWRIgAABAgQIECBAgACBEQUUgEfENTSBSwT0JUCAAAECBAgQIECAAAECBNYvIEMCBAgQIECAAAECYwsoAI8tbHwCBAh8LqAHAQIECBAgQIAAAQIECBAgsH4BGRIgQIAAAQIEHiKgAPwQZpMQIECAAIFjAo4TIECAAAECBAgQIECAAAEC6xeQIQECBAgQeJyAAvDjrM1EgAABAgQIEHgvYI8AAQIECBAgQIAAAQIECBBYv4AMCRAg8GABBeAHg5uOAAECBAgQIECAQAoIAgQIECBAgAABAgQIECBAYP0CMiQwhYAC8BTqD5yz67pyKh64lFGm2kZ+p2KUSQ1KgAABAgQIECBA4DYBVxMgQIAAAQIECBAgQIDAygVO1S7y3NLTP1V7ynNLz+9O659sGAXgyehNTIAAAQIECBAgQIAAAQLPJyBjAgQIECBAgAABAgQIECAwroAC8Li+542uFwECBAgQIECAAAECBAgQILB+ARkSIECAAAECBAgQIEDgAQIKwA9ANgWBUwLOESBAgAABAgQIECBAgAABAusXkCEBAgQIECBAgACBRwkoAD9K2jwECBD4KOAIAQIECBAgQIAAAQIECBAgsH4BGRIgQIAAAQIEHiqgAPxQbpMRIECAAIEmoCVAgAABAgQIECBAgAABAgTWLyBDAgQIECDweAEF4Mebm5EAAQIECBB4dgH5EyBAgAABAgQIECBAgAABAusXkCEBAgQmElAAngjetAQIECBAgAABAs8pIGsCBAgQIECAAAECBAgQIEBg/QIyJDClgALwlPrmHl1g23XlVIy+ABMQIECAAAECBAgQeBOwRYAAAQIECBAgQIAAAQIrEThVe8hzS06zrb+LGsuxWHJ+D1j75FMoAE/+FFgAAQIECBAgQIAAAQIECKxfQIYECBAgQIAAAQIECBAgQOAxAgrAj3E+PIujBAgQIECAAAECBAgQIECAwPoFZEiAAAECBAgQIECAAIEHCigAPxDbVASGArYJECBAgAABAgQIECBAgACB9QvIkAABAgQIECBAgMCjBRSAHy1uPgIECJTCgAABAgQIECBAgAABAgQIEFi/gAwJECBAgAABApMIKABPwm5SAgQIEHheAZkTIECAAAECBAgQIECAAAEC6xeQIQECBAgQmE5AAXg6ezMTIECAAAECzyYgXwIECBAgQIAAAQIECBAgQGD9AjIkQIDAxAIKwBM/AaYnQIAAAQIECBB4DgFZEiBAgAABAgQIECBAgAABAusXkCGBOQhsum5bTsUcFtl13RyWsco1pO2p2IZ9xiqTj6Qyt2HEIQ8CBAgQIECAAAEC9xYwHgECBAgQIECAAAECBAgsXGBYS8jthadj+eMIzGbU2d8BXOtsrCyEAAECBAgQIECAAAECBAhcKKA7AQIECBAgQIAAAQIECBB4rMDsC8CbzZey3W4fqzL2bMYnQIAAAQIECBAgQIAAAQIE1i8gQwIECBAgQIAAAQIECEwgMPsC8AQmpiQwqoDBCRAgQIAAAQIECBAgQIAAgfULyJAAAQIECBAgQIDAVAIKwFPJm5cAgWcUkDMBAgQIECBAgAABAgQIECCwfgEZEiBAgAABAgQmFVAAnpTf5AQIECDwPAIyJUCAAAECBAgQIECAAAECBNYvIEMCBAgQIDC9gALw9M+BFRAgQIAAAQJrF5AfAQIECBAgQIAAAQIECBAgsH4BGRIgQGAmAgrAM3kiLIMAAQIECBAgQGCdArIiQIAAAQIECBAgQIAAAQIE1i8gQwJzEph9AbjrunIq5oRpLQQIECBAgAABAgQIEBgI2CRAgAABAgQIECBAgAABAgTWL3Bxhqdqn3nu4gH3Lph9AXhvvXYJECBAgAABAgQIECBAgMACBCyRAAECBAgQIECAAAECBAhMI6AA/Eh3cxEgQIAAAQIECBAgQIAAAQLrF5AhAQIECBAgQIAAAQIEJhQ4UgDuYknbiGwzYtODAIGbBFxMgAABAgQIECBAgAABAgQIrF9AhgQIECBAgAABAgSmFtgrAGextxV+c2m5P2xzWxAgQIDAhQK6EyBAgAABAgQIECBAgAABAusXkCEBAgQIECBAYBYCBwrAua5W+G3buZ+R+4IAAQIECBA4X0BPAgQIECBAgAABAgQIECBAYP0CMiRAgAABAvMR2CsAvy2sRr034+2ILQIECBAgQIAAgYsEdCZAgAABAgQIECBAgAABAgTWLyBDAgQIzEzgaAF4Zuu0HAIECBAgQIAAAQKLErBYAgQIECBAgAABAgQIECBAYP0CMiQwR4EoAG9jXdtSu4wSbUYtbx+53eLt6Fy2uq4rp2Iu67QOAgQIECBAgAABAgSeRkCiBAgQIECAAAECBAgQIECAwPoFjmZ4qnaZ545eGCc2m6zLxsYNjygAn3P17ROdM4s+BAgQIECAAAECBAgQIEBg2QJWT4AAAQIECBAgQIAAAQIErheo9czy7YkpNvl3fjOO9clzGcfOP+J4rQsvQD8CyRwECBAgQIAAAQIECBAgQIDAtAJmJ0CAAAECBAgQIECAwI0C96iKflpC7mKWjBvX6nICTysgcQIECBAgQIAAAQIECBAgQGD9AjIkQIAAAQIECBAgMBeB1wLw8C5fBd+5PD3WQYDAwgUsnwABAgQIECBAgAABAgQIEFi/gAwJECBAgAABArMSeCsA7y0ri8AZe4ftEiBAgAABAmcJ6ESAAAECBAgQIECAAAECBAisX0CGBAgQIEBgfgKbTVdKxvyWZkUECBAgQIAAgYUKWDYBAgQIECBAgAABAgQIECCwfgEZEiBAYKYCr3cAz3R9lkWAAAECBAgQIEBgUQIWS4AAAQIECBAgQIAAAQIECKxfQIYE5iyw2dZSWrSF1q6UFmUbO9ttdDoSxQcBAgQIECBAgAABAgQIlFIgECBAgAABAgQIECBAgAABAusXmH2G7gCe/VNkgQQIECBAgAABAgQIECAwfwErJECAAAECBAgQIECAAAEC8xBQAB7zeTA2AQIECBAgQIAAAQIECBAgsH4BGRIgQIAAAQIECBAgQGBGAgrAM3oyLGVdArIhQIAAAQIECBAgQIAAAQIE1i8gQwIECBAgQIAAAQJzE1AAntszYj0ECKxBQA4ECBAgQIAAAQIECBAgQIDA+gVkSIAAAQIECBCYpYAC8CyfFosiQIAAgeUKWDkBAgQIECBAgAABAgQIECCwfgEZEiBAgACB+QooAM/3ubEyAgQIECBAYGkC1kuAAAECBAgQIECAAAECBAisX0CGBAgQmLmAAvDMnyDLI0CAAAECBAgQWIaAVRIgQIAAAQIECBAgQIAAAQLrF5AhgSUILL4AXGsttR6PJTwJ1vi8AtuuK6fieWVkToAAAQIECBBYlIDFEiBAgAABAgQIECBAgMCdBU797DzP3Xk6wxE4R+C1Txf1nVPx2nGijcUXgCdyMy0BAgQIECBAgAABAgQIECilQCBAgAABAgQIECBAgAABAvMSUAA+8nzUrpSMcs2HawgQIECAAAECBAgQIECAAIH1C8iQAAECBAgQIECAAAECMxRQAJ7hk2JJyxawegIECBAgQIAAAQIECBAgQGD9AjIkQIAAAQIECBAgcLlAF5ecijh9h4cC8Ati3u37Ll6OawgQIHCBgK4ECBAgQIAAAQIECBAgQIDA+gVkSIAAAQIECBC4QuBU4bedu2LYA5coAA9Qamy3iE0PAgQIECBwgYCuBAgQIECAAAECBAgQIECAwPoFZEiAAAECBOYvoAB84jnqi8FRcM87g090c4oAAQIECBB4dgH5EyBAgAABAgQIECBAgAABAusXkCEBAgTuLDBWDVIBePBERa237MfgtE0CBAgQIECAAAECHwQcIECAAAECBAgQIECAAAECBNYvIEMCSxJQAH55trpayql46TZq05X4X/c+Rp3Q4LMX2Mbr4VTMPgELJECAAAECBAisW0B2BAgQIECAAAECBAgQIHClwKmffee5K4d1GYGzBaIiV7qowwyjXTw81nXd0X6t/3ltLTWKkbsosV36j9qV1+1St7ETUW77UAC+zc/VBAgQIECAAAECBAgQIPCUApImQIAAAQIECBAgQIAAAQKXCtRLL7iq/2ILwO+q4VelftlFOd+nV+hAgAABAgQIECBAgAABAgQIrF9AhgQIECBAgAABAgQIPIXAfeuDXZhlRPPyGKtQO9a4L8teT/OYevx6vJ4xEzkTIECAAAECBAgQIECAAAEC6xeQIQECBAgQIECAwDMIZKH2UFyT+/Fxbn+z58PrWUwBOCvswziczv2ODufK7Rx5E8/PYsBywYIAgUcJmIcAAQIECBAgQIAAAQIECBBYv4AMCRAgQIAAgZUL1LItfXRdqRGl7Nq2nfuXEXTR/S26KDruIkZ6ufu0izYjOt7toZ55gjK840kufZT2kc9R29YSIECAAIGCgAABAgQIECBAgAABAgQIEFi/gAwJECBA4FkEsj54/1yjwBjF3yj7xtCxHYXl2Cj3LvzmmBmLLwCnVUYmIwgQIECAAAECDxUwGQECBAgQIECAAAECBAgQILB+ARkSIPAkAttx84y6bxaXM8adqJRFFIDr2ApHxo/nobR47TLVYl4XYIMAAQIECBAgQGAOAtZAgAABAgQIECBAgAABAgQIrF9Ahs8nkLXB27POUTIuG+leZcgzCsBZ7T4Wly/8slHj9x4AABAASURBVDRLybt7M8qRj22UaDO6riuH4shlnx7OW66HkRdsQz0lcnuMqCX+V2s/9KFcDh3rO/v0tALbeN2fiqeFkTgBAgQIECBAYFwBoxMgQIAAAQIECBAgQIDAJwKnfnad5z653OmVCxyqee0fS4I8lu29o25qqXVTNtGWGtW/jJgkK5991FK6WuJIjXYXpcTBPsonH/0I0acrNeo4WeesUXTMiMH6gXO7diXOH45y48cZBeBTM8TKTp1e0bnnyXRFT5pUCBAgQIAAAQIECBAgcHcBAxIgQIAAAQIECBAgQIDAcwm0wm+2t2Se17e4ZZzPr72xAPz5BGvpEYX546k4Q4AAAQIECBAgQIAAAQIECKxfQIYECBAgQIAAAQIECDxMYHj37+PvGt8VaruXd+49L+m8nTTjeO8szGYc73GfM4+Y4z4rNQqBmQpYFgECBAgQIECAAAECBAgQILB+ARkSIECAAAECBAg8m0AWgc/JOYu++3H4um0czohm1IcC8Ki8BidAYOUC0iNAgAABAgQIECBAgAABAgTWLyBDAgQIECBAYM0CXZRLM67K8X3hd/c3f7vXv+0bI7+O2p1bT3694vqN4bzXj+JKAgQIECDwdAISJkCAAAECBAgQIECAAAECBNYvIEMCBAgQWLfAvaqyXTBF1Jco0caR/UcWgTP2j997PwrA8Sgt7j288QgQIECAAAECKxSQEgECBAgQIECAAAECBAgQILB+ARkSILBqgRq131pr2W7bmzK3emm2cXLB2WcGg+UvO5lBIjYJECBAgAABAgQIjCJgUAIECBAgQIAAAQIECBAgQGD9AjJ8HoGuO3y37pIFDhSA9w5NnF3eBr2NunS2h+Kz5eWTdio+u36K87VGwlNMbM7VCWzjH61TsbqEJUSAAAECBAgQGFfA6AQIECBAgAABAgQIECDwInDqZ8957qWbhsDNAlnn29y5dtZtu9JH1FFy/L24bs1R3stSckYboN1bnPvt3aGzzf0xY17V3jEzNTYBAgQIECBAgAABAgQIELhawIUECBAgQIAAAQIECBAgQGAZApvSRQ24xTLWPJ9VWgkBAgQIECBAgAABAgQIECCwfgEZEiBAgAABAgQIECBA4DOBrpRaSh9l4o9NqdvyGsUHAQLnCuhHgAABAgQIECBAgAABAgQIrF9AhgQIECBAgAABAgTeBKLKWw7FW49rt4Z/CvfaMdp1m7axa3PBURDe7fhMgAABAocFHCVAgAABAgQIECBAgAABAgTWLyBDAgQIECBAgMBAIOuo76NGMfgtBl0v2GyF37ykjZ7bt0QUgLPg2yKHvWU41xIgQIAAgbULyI8AAQIECBAgQIAAAQIECBBYv4AMCRAgQIDAZwJZV834rN9557e1RDn5Lc676nCvKAB/PLGrNG9KVw+e/niBIwQIECBAgACBZxCQIwECBAgQIECAAAECBAgQILB+ARkSIEDgg0AWejM+nHh3YBNdMt4dPHMnr4sacGlx5mUHux2p8ObQrf9wux1r7alzrY+WAAECBAgQIECAwPIFZECAAAECBAgQIECAAAECBAisX0CGBD4KRFX39WBuZ7weuPvGPaqvgwLw7o7f3V2/w6FzO7sdijx397weOmDXdeVUtMUM++SxbVyXrSBAgAABAgQIECBAYPUCEiRAgAABAgQIECBAgAABAgQuEBjW1Q5tXzDUI7semCuLvYOou+0adcK6e0vlUgbtttSSUaItJz66bhv1yV2U7bZk9Me2XblHDTKruiemd4oAAQIECBAgQIAAAQIECDyzgNwJECBAgAABAgQIECBAgMCLQNZ/XzZ3Td4seyh2Z6f6fLwA3MWpjKlWdnLe1G1xsuM4J41KgAABAgQIECBAgAABAgQIrF9AhgQIECBAgAABAgQIEOgFdnXJWuJ/ecdvtP3hO36qMUVUZ0v+LeBbh81xDo9Rt6VEZA4ZZRYfkXk5FLNYnEU8iYA0CRAgQIAAAQIECBAgQIAAgfULyJAAAQIECBAgQOAZBfbrkHsGeXqE4u/eLDfvDgrA21K7XZS+yLobO/Poo8bRQezOPvJzv4qYsLWx+frIY687NggQIDCWgHEJECBAgAABAgQIECBAgACB9QvIkAABAgQIEHhKgaw3vo/a/63fEjXU2kdslSV8DArAw+VmctsoA3cRUfiNU3kkmhk8ciUtcjltO9vcFwQIECBAYAwBYxIgQIAAAQIECBAgQIAAAQLrF5AhAQIECBA4JlCPnZjd8YMF4HyP6VxpjfJvptIij00fbTXZTr8aKyBAgAABAgSeQECKBAgQIECAAAECBAgQIECAwPoFZEiAAIFPBDZdLRll5h8HC8DDNWeZNWNe99fmioarbNu5yhbtmJYAAQIECBAgQIDA9QKuJECAAAECBAgQIECAAAECBNYvIEMCaxL4tACcybaS6jZ28u7gjNh88COLvi0OTd1WOWwP9bv9WNd1ZVNzLbePZQQCBAgQIECAAAECBGYrYGEECBAgQIAAAQIECBAgQIDAAYGslZ2KA5fM+dDL2rL2t4ushWa8nHhttnEw4/XAkY2u25ZTceSyux0+qwB8t9luHijRbx7EAAQIECBAgAABAgQIECBA4BMBpwkQIECAAAECBAgQIEDg+QTWUYtcWAE4X2YJn5Hbn0XeDfxZnwvO60qAAAECBAgQIECAAAECBAisX0CGBAgQIECAAAECBAg8oUDWFTOWn/oCC8DnoOeTM4xzrtGHwGkBZwkQIECAAAECBAgQIECAAIH1C8iQAAECBAgQIEDgGQWGdcXcXrbBQgvAeQfwocgnI5+UFrmfkfvZCgIECFwl4CICBAgQIECAAAECBAgQIEBg/QIyJECAAAECBJ5RoG4j66wlDiMOLfix0AJwiu8XgPPYoVjPk3UoO8cIECBAYGwB4xMgQIAAAQIECBAgQIAAAQLrF5AhAQIECDy3QNQT60uUaPtYrshZBeBWaj2r8+QWbbXZTr4YCyBAgAABAgSWLGDtBAgQIECAAAECBAgQIECAwPoFZEiAAIGVCZxd011WOfXYalvFPtuVPZPSIUCAAAECBAgQuKuAwQgQIECAAAECBAgQIECAAIH1C8iQwBoFjhaA213OtduWjFK2kf9+zKmQmkXfFrHUD49c63586PThQNd1pUWezO1sxe0C27DNUdL0WOR5QYAAAQIECBAgQODBAqYjQIAAAQIECBAgQIAAAQKTChyrm+TxXFirseT2GJHznIox5hyO2eqUmyjtfSlR/9t2+fk1hn1v2F7tpUcLwOdl3J3X7WG94gXwsLlMRIAAAQIECBAgQIAAAQLrE5ARAQIECBAgQIAAAQIECMxBYJKq39xKn1c+EWcXgFul/cp5HnhZvhwy7jiloQgQIECAAAECBAgQIECAAIH1C8iQAAECBAgQIECAAIFJBVo9cpJKXxR/c96MSRHuMPnZBeA7zGUIAosUsGgCBAgQIECAAAECBAgQIEBg/QIyJECAAAECBAgQmFpgW0rdltr/Wdry/iOqslGfLS3en7S3L7DSAnC8CuLlUT6N4oMAAQKnBJwjQIAAAQIECBAgQIAAAQIE1i8gQwIECBAgQGAigf6O3yj4ZtG3VfeGS/nx27dSvkQ5s9bX4m8WgYd9btnexGAZu3V8PlJXSzkVn4/wmB4h9piJHj9LPAMnC8CPX5EZCRAgQGBJAtZKgAABAgQIECBAgAABAgQIrF9AhgQIECAwtUArvtYoBJcoyO7Ws40motsdyM/vCq9x1uO4wIoLwMeTdoYAAQIECBAgcFLASQIECBAgQIAAAQIECBAgQGD9AjIkQGBeAt3m9dbOeS1seavZLG/JVkyAAAECBAgQIEBgPAEjEyBAgAABAgQIECBAgAABAusXkOHMBPIW370l5R2/fUV477jdzwU2XdeVU/H5EPPu0d82Hi+aY+0lq0+nWvOtpS+5aty+uaZTMe7s449+Krc8N/4KzECAAAECBAgQIPBEAlIlQIAAAQIECBAgQIAAAQIPEcgax6l4yCImnOS1btevIe9XzSilK5s+tvWl7c+Xvg78ek3W/cpNH68Xb6Psl9FFG8PGAnKjli7qgV2/2bZ3bdmtJGqr0TUv2JaS71zdosZ+Rhyd9LHTnHQJJidAgAABAgQIECBAgAABAlMLmJ8AAQIECBAgQIAAAQIEHikQ9dWD02Vd9dCJ7N/i0Pn7HctZhqPl/n4Mz89ve7UF4PZbADeRu5gAAQIECBAgQIAAAQIECBBYv4AMCRAgQIAAAQIECBB4iECr32U5dX/Crr/7d//oo/ZzRbu7fPPO3/Jyp++uLYv7WG0BeHHPhAXPTsCCCBAgQIAAAQIECBAgQIAAgfULyJAAAQIECBAgQOCxAllqHc6Yd/z2ESey+JoxPP+47VjAu8n299+dPLiTbyedcfDkAw+upgD8+hsD8QrJ7QcamooAgfUJyIgAAQIECBAgQIAAAQIECBBYv4AMCRAgQIAAgZEFsmb3Lvbmi7JeyYJvxt6px+12WS49r9j7LpdYfO63hcZu25y8zYwmX4QFECBAgACB+QhYCQECBAgQIECAAAECBAgQILB+ARkSIECAwKMEsrTa4tScWQTOu2ezPdVvTucyr9f1xE6uPeP12EQbqy0Ab6LMnjGRq2kJECBAgACBJQpYMwECBAgQIECAAAECBAgQILB+ARkSIDCZQN4xm3FoAVHa6w+3tt952Keo3pb9eNjkd59otQXgu0sZkAABAgQIECBAYNUCkiNAgAABAgQIECBAgAABAgTWLyDD+QjsF3qz/Jqra21uPzZy5hbnzbyfw3lXjd9r8QXg/C2BjH2qvEU8Y//4/n5eeyr2+y9tv+u6cirmnk+ttdR6POa+fusjQIAAAQIECBBYhIBFEiBAgAABAgQIECBAgACBuwqcqs3kubtONsPBXmtve2vLt0fOyBpethmtS16T7+6bbTt25/bs4bpuG/W1j7Etu/+1gfbXn2vPaOenahdfAJ4KzrwECBAgQIAAAQIECBAgsAYBORAgQIAAAQIECBAgQIDAGAL1yKBzvWv2yHIXeVgB+NDT5hgBAgQIECBAgAABAgQIECCwfgEZEiBAgAABAgQIECBwV4G8+7WPA6Nm4TfjwKnFHOpzW0ASCsCLeUlZ6KMEzEOAAAECBAgQIECAAAECBAisX0CGBAgQIECAAAEC4wjs3/mb9dI+4kS+ZXLGODMbtQkoADcJLQECBEphQIAAAQIECBAgQIAAAQIECKxfQIYECBAgQIDAnQTaHbGv7d64w8Lv3qlF7L7mFYnk9iIWHYtcaQE4noXSIrL0IECAAAECnwroQIAAAQIECBAgQIAAAQIECKxfQIYECBAgcG+BGgO2iM2jj7zzdxsdsz3ayYm7CKywANwKv8P2LlYGIUCAAAECBNYqIC8CBAgQIECAAAECBAgQIEBg/QIyJEBgdIG8Szbj0ERZucvjrc3tpcUdLEqaAAAQAElEQVQmFp8x2rq7LN1m3DbD7SPcNv+drw71O49oOAIECBAgQIAAgXULyI4AAQIECBAgQIAAAQIECBBYv4AMHy+wX7WrL0to7cuu5lXgRWYf7vX8+RufFoC7riun4vypruvZdduX+bP9GG+jpkaLt6O2Tgt0J57fvDLPZysIECBAgAABAgQIrFBASgQIECBAgAABAgQIECBA4KDANuonw8h6ySVxcNAVHcy7fPvYyynf3jmjvdVzbrcu2T/vns22HXtQe2KartT6Ungd9Mo1ZgwO9ZuZV0a/c8Ont9dSjTpoixLbXT9qvvb6jSs/fVoAvnJclxEgQIAAAQIECBAgQIAAgRkLWBoBAgQIECBAgAABAgQI3CLwsWy6G21Xwtxt+zyNwA0F4Lw0Y5qFZ9U9466zG4wAAQIECBAgQIAAAQIECBBYv4AMCRAgQIAAAQIECBC4SiBrc30cuDoLvxkHTjl0tkCW1W+vv94+wtkL1pHAvAWsjgABAgQIECBAgAABAgQIEFi/gAwJECBAgAABAgRuE8gS5XCELPr2ESfyLZ8zhudtXyKQkttLLjjY94ICcHYdxsHxRjvY/zZB5NzajxPFq6q0+HjWEQIECJwQcIoAAQIECBAgQIAAAQIECBBYv4AMCRAgQIAAgQsFWl3utd27Pkp3JQu+GXun7J4lkMXeYYRoljvPuvZ4p6zoHj+7uDPHRAJrcblYMAECBAg8RsAsBAgQIECAAAECBAgQIECAwPoFZEiAAAEC1wpk9a3FqTGyCLyNjtme6ufcKYGsaWZB+FSfz89dXwDu4tKMz+cYpccm8s/4fPDoWFp83lsPAgQIECBA4IkEpEqAAAECBAgQIECAAAECBAisX0CGBAg8RCCrcTlRa3P7uSIzz+JtxrSZRxV32gXcd/aEPTVinm9xqp9zBAgQIECAAAECaxeQHwECBAgQIECAAAECBAgQILB+ARneLtAqa9m20XI7o+1nW/NTRGtj88ke+yLTpX9GATi7ZOwtskb1OmPv8L138z3FD93pm7eQZ7zNl6gt3o6+bbVzw/btrC0CBAgQIECAAAECBJ5GQKIECBAgQIAAAQIECBAgQGDWAl3Xlf0YLnhTH1NmzbdzfhexiL7SFtO343Gof7SaXrb9gROf9nM7tl9rTJTjtDa3z48H9UyRqJteNFvWXk/FRYN96JwjfzjoAAECBAgQIECAAAECBAgQWKeArAgQIECAAAECBAgQIECAwD0FsgB8yXgvRe1jl1w63IFxnrwA/CJ4AMYhAgQIECBAgAABAgQIECBAYGUC0iFAgAABAgQIECBA4CaB/bt+bxrsjItr/aRYesYYj+tyTt0xS7Pj55SzPC7v2cyUT8AwZrMwC5lAwJQECBAgQIAAAQIECBAgQIDA+gVkSIAAAQIECBAgQGBagfELvy2/FRWAE61FS2/Y5rncj8Jv/+bj0eZuH8Pt/oBPBAg8h4AsCRAgQIAAAQIECBAgQIAAgfULyJAAAQIECBAgcCeBrCnm3/sdRhu61SLbfrZZim1x6Hz2uX/kjPcfdbIRr4HLJ6rFZAs3MQECBAg8XMCEBAgQIECAAAECBAgQIECAwPoFZEiAAAECBO4pkDXFe443zlgrKwAnUhaBD0WeEwQIECBAgACBUgoEAgQIECBAgAABAgQIECBAYP0CMiRAgMBdBc4p/mbpNePIxF2cyzhy+l6HY5Z7DTWncc4tAOcTldHWntst2jEtAQIECBAgQIDAmgTkQoAAAQIECBAgQIAAAQIECKxfQIYE7i+QNcRzR221ynP737ffGQXg4XtYH9q+74LOHa0Lt1Px6Tg1nqTXyLxiv+zHp6MsvkOttdR6ODK5Wms2k0XXdeVUTLYwExMgQIAAAQIECCxRwJoJECBAgAABAgQIECBAgMAsBE7VPvLcoUXm8VqnrdscWtehY7nWU3Homjseu/NQWT/MWmIM22qLsXno0dVt6aJPF8/TLkrsv0WJ8xm11oP1uRwzKmNlE+dz+9o4owB87dBLuy6fvKWt2XoJECBAgAABAgQIECBA4DwBvQgQIECAAAECBAgQIECAwDUCy6shPmEBuL6V2bvBdontD8/58p7QDyk4QIAAAQIECBAgQIAAAQIEnl1A/gQIECBAgAABAgQIELhVoEbdsNUWj46VpddDNcejF4xyIlcxysBTD9r8W/t+PQm/H8Me8QSWYQzP2V6LgDwIECBAgAABAgQIECBAgACB9QvIkAABAgQIECBAgMD5Aq0+eOCKPHXgcDvUffK2zXl5F+XJjHbN+zZ75FtNZ7w/c+nefAvAL++BXfpCbCY6jK5kkX0/WvLZs223tgv0t2hHh22I97td6Qfv5y0vH3HsZUtDgMAqBCRBgAABAgQIECBAgAABAgQIrF9AhgQIECBAgACBCwSyHtgiq40t2hCtltj2s92Urr7EgXcbzlpm9mqjZpv77yOP5lzZvj9z7d58C8CvGR1K9tCx1wtK+m7jORhG6T/iYN9e8innanHJdfoSIECAwDwFrIoAAQIECBAgQIAAAQIECBBYv4AMCRAgQIDA4wRaJTHbc2btomSZsevbroq2VYxfb5Td9bj08wIKwMdSapXwwDjW5eDxEM0K8Yc42NlBAgQIECBAYE0CciFAgAABAgQIECBAgAABAgTWLyBDAgQIXCyQ9caMzy7M0mrGkX5dnMs4cvrk4Sxhnuxw/slYxfmdp+l5KttznohDq84x9+NQP8cIECBAgAABAgTWIiAPAgQIECBAgAABAgQIECBAYP0CMiRwm0DWHjM+G6XVGd/3y6Pvj1ywd860Zw433wJwVscz+jt1c5kZLas3ga7rStdtX2Ob29vYf4lNdM1oV7Y2b6vOaPvntLXWmCcGPKfzDX26yOmGy11KgAABAgQIECBAgMB7AXsECBAgQIAAAQIECBAgsDKBbdRShrGy9GafTtayTsVECVw5bdQVu29RA8x2F8cG6mqcr1GbzJphH7ueWfjNSmYt26hsbncH43OrReb5FnG41Hj91qhpluif+7uIHu2CrJFm7E5c/DnXcvFFk18Q+U++BgsgQIAAAQIECBAgQIAAgQUIWCIBAgQIECBAgAABAgQIELinwHU3i74vb143xrlZLLMAfCK7xBvGwa4nD8bVfXU92r5fti36Az4RIECAAAECBAgQIECAAAECSxCwRgIECBAgQIAAAQIECFwksI6a4DILwO+K4nkb9bsDpT012V70nL52Hl6ZY7d47TDuRo2cMt7d9j3ulM80ulwJECBAgAABAgQIECBAgACB9QvIkAABAgQIECBAYIkCrSbX2uXk0K84Soz9faYHl509ogb4gPrffAvAWQDNKIcwQu8d3K5Pvld2RumvedfhjJ0cs8Wwe47d4uVJ6dc17HOn7Rw3407DGYYAgQ8CDhAgQIAAAQIECBAgQIAAAQLrF5AhAQIECBAgsEiBVo8bti+1uSyajlZDy3JpxudoNZa2H3lVHO6rk63NY2+RRzOPbN+Ojrl1XjZjruDTsT/DyPMZw4H294fnTm1nAXh4PscZxvDcmNs5Zxs/XxAZbV9LgAABAtcJuIoAAQIECBAgQIAAAQIECBBYv4AMCRAgQIDAtQL7dcLLx8kKX4u3q/NI7mWbNb9sc3+8WEAB+LPk88nIeOs3rLy/HT13K8fKyP7ZDiOPPSJyzkfMYw4CBAgQIPAkAtIkQIAAAQIECBAgQIAAAQIE1i8gQwIEFiyQRdGMKVPI+lyWTjPGWEdXcoba3ys8xvhvY46VwdsMk2wlX5u4i41DEYfPeuRYGW+d3++9HbdFgAABAgQIECAwPwErIkCAAAECBAgQIECAAAECBNYvIMMlC2Qdb27rP1UNPHXuVB7tutae6nvbuWUUgNstvX1FPJecsZd49nk9n3D5YtmWsv12ILal614iunYfIg681OBrnHyLTandS8T02Sua+z1i7JKRI+bys32NyCXf3/w1Xk/ctNF1XVgcjhw4z2crCBAgQIAAAQIECCxQwJIJECBAgAABAgQIECBAYKECWZ84FQtNa/bLjorR0brR8Pm4XyJZEGtxaNRNHHyJVkOLI3uPu+92tZaubo5Enitxbhc5edYM30fmtI26YkaJNiN6ZA5dtGXcjxQbd4a7jZ5QGccGzHMZ7fxwux1r7alzrU/iv4+213qM1eYX0FhjG5cAAQIECBAgQIAAAQLPISBLAgQIECBAgAABAgQIEFiWwDn1u/lm1OqI2UZpeNKFLqgAfAenG4fIl13GjcN8fnlW/z/vpQcBAgQIECBAgAABAgQIECBwSMAxAgQIECBAgAABAgQWJpAVuBa59CyjZuT2eqJGihljZ7TiAvBnL4pt2IZyyYjNTx55N/ZrRN+8KiM2PRYiYJkECBAgQIAAAQIECBAgQIDA+gVkSIAAAQIECBAgMGeBrK4N49RaP6v1nbp2inOZV9YfMw7P32qNh8/e7+jKC8CZ3jBe4F5L6/lE5LHW5vYu2hPQ2t3R3ef+WGx+vCoO3u0xXPeh7btNZCACzyAgRwIECBAgQIAAAQIECBAgQGD9AjIkQIAAAQIEbhbYFV3H+XOlWVk7FLnonLdF7i8pMqcs+nYvf+u3vGvLy0fWF182R2+ysjj6JPeZYKwnvYvltYjNI49tTN+i7x37+UTl9pFLHCZAgACBWQhYBAECBAgQIECAAAECBAgQILB+ARkSIECAwD0EttttGaf4e87qovh2TrfZ9WnVwmj7m1CjfVnjfkZ9bXH/4EvfezbLKAC/ajxA5J66xiJAgAABAgSmFTA7AQIECBAgQIAAAQIECBAgsH4BGRIgcDeBOnkpLhfQ4m5pPW6grGmWXP/hKbM+nHH47P2OLqAAfBzpfgxtpKzIt2jHtAQIECBAgAABAksUsGYCBAgQIECAAAECBAgQIEBg/QIyvK9ArXMoHT6yNnhfv/3Rsuq4f+wR+3N4Fg/n2cXSMko+yRmHux0/mqT5ftvDeOkd1fesrr+P7L+LbZzYxUv/aDZxqm678iXWk6uJLrv3745zYz7yNvuPkbfffytd9y2m3h6JOOxBYGKBbdeVW2Li5ZueAAECBAgQWK6AlRMgQIAAAQIECBAgQGDxArf8bDWvnTvAx9pHF3WPt5j7+te6vqyBjZdbjn5OnL2CCTpGwbC81eZqt93VC+NwjfpjW1B7fUdF7/V1HQWT1+12fr/Nr9081sa5to0q67WXPvq69oI4d96QPrfrpf1i6EtXc+kU+hMgQIAAAQIECBAgQIDANQKuIUCAAAECBAgQIECAAIH5CrQK27F2vivfrSyKhLuNWX9eSAF4+CK4wvPCS/Ju3xYXXqo7AQIECBAgQIAAAQIECBAgMJWAeQkQIECAAAECBAgQIDCpQJZeMw4vokb9OOPw2fsdPb6C+81hJAKTCpicAAECBAgQIECAAAECBAgQWL+ADAkQIECAAAECBOYgEBXOcirmsMbpM1yxyQAAEABJREFU1pDvEp0x9grmWwCu21Iy+hdJbA/eT7v02+XGj0w94+3u4hriGaW0Y2WmH2192WYOh+KQ2fDYTFOzLAL3FTAaAQIECBAgQIAAAQIECBAgsH4BGRIgQIAAAQKzEDhV+B2em8Vijywi1zmsp73frnF6P9pAUWZsm69t9m07h863c/dus3J47zHvPF5I3nnE98NlEfVQvO81v7225vmtzIoIECAwDwGrIECAAAECBAgQIECAAAECBNYvIEMCBAgQIHBPgcvqklmtOzX7/vksAmecuuYe5xZQAL5HmpeNkdX4FpddOZfe+dsIc1mLdRAgQIAAgQkETEmAAAECBAgQIECAAAECBAisX0CGBAjMSCALpxkzWtITL2UBBeD92vixZyv7ZRw7f+x4vhgviWPjOE6AAAECBAgQIDAHAWsgQIAAAQIECBAgQIAAAQIE1i8gwzkJZJ2trSe3M9r+fntNLW9/jDH3L1vfqUxzlZ+dzz5jxHwLwF0sLaMkdGyXjBeC/vbcbSnZlpeP/n7p7BvHS8bL8aNN9tmWrvt2MkrJp2YXNYbP/qXGtS2Ojj/FiVhXy/1lfbHkXvBju43j2ykWedc5u66L5+943HUygz1cYBvP76l4+IJMSIAAAQIECMxdwPoIECBAgAABAgQIECCwGIFTP/vMc4tJxEIPCjxP/WJXQ3utp/W1u67U+Pl+btao373FJo7XPg6inX9wxJ41xt5E7B61K7Het9jEfkZ5+Yj0XrZK36/0dbq3+tv++TZeGfnjLYORJ7rv8KF73wFXNtp7n3ypHoqVJS0dAgQIECBAgAABAgSeWkDyBAgQIECAAAECBAgQIDC5wPsS1ctyWpXqZVczusBCC8DxQsm7g4dl80NUdzjWdXmX8Ful/g5Djj9E7UoNmxpGITX+fGYgQIAAAQIECBAgQIAAAQJTCpibAAECBAgQIECAAIGJBbqYvys1/xc1qhJt8TGZwDILwN00Xl030cQH0821ZBw8GQfzSyyaJ35InQABAgQIECBAgAABAgQIEFi/gAwJECBAgAABAgQeKZC1qWHszZ2nPhR/8+B+7F03i91cY94UmnF4QdtaSsbhs/M5Ot8C8MvfsC3lEHboPtiw6+8EzrWUeNnW/u/Olsk+ch0t8kW4jTVllGgj3PlbfDy9AAACBAgQIECAAAECBAgQIEBg/QIyJECAAAECBB4q0GpTb23tulK7ElH7iK3y/iNO9rW+/fZ9r2n3tjF9Rhc5lA9RXj76G5tftufezLcA/CrXvW5Nv9GVbRSCs8o6p1U1lxobLV6/luKYBwECBJ5LQLYECBAgQIAAAQIECBAgQIDA+gVkSIAAAQLzE8gq1Werygpbi8/6Pvp8rKu/QTXal6n3M8oicMbL6dk2CygAH7PLpWccOz/S8XjOu64rm7r/lI803zXDxhpr3gUcUWL7miFcQ4AAAQIEFilg0QQIECBAgAABAgQIECBAgMD6BWRIgMBsBTZRHc2Y7QJPLqwV1Vp7svOsT05QQb2Hx4yLr/dIzxgECBAgQIAAAQIXC7iAAAECBAgQIECAAAECBAgQWL+ADAk8UmCppeBlFIB3bx4ez2cy55KfvQCc+e9i97nku1KX14842NVtyXh/4rXH02zk3dqn4mkgJEqAAAECBAgQWLeA7AgQIECAAAECBAgQIDA7gW2Xf1byeMxuwRb0TiDfCTbj3cHYOVVzGJ6Lrit8RAGqLzzVUrtdlJf91m5rLdtaxvoYfdysRGa0iSLNthk5l9cYPteHtsvEH1lNnXgJ506f3Bnn9l97v7evnretQc55MGNw6N0mynccdggQIECAAAECBAgQWKqAdRMgQIAAAQIECBAgQIDA4wSy+HQqHreS+8+UeeWorc3tZcaCCsAXAK++a1ZvM65MtL80nvou4sohXEaAAAECBAgQIECAAAECBCYXsAACBAgQIECAAAECBAjcTaCWGrWzvLv5bkNONJAK4ETw102bldv9OHOk4WVnXrLUbtZNgAABAgQIECBAgAABAgQIrF9AhgQIECBAgAABAgQIHBZQAD7sMsOjwwrucPuMpWb3kk/1MM64ThcCyxOwYgIECBAgQIAAAQIECBAgQGD9AjIkQIAAAQIECNxFoEYNbdPf9bspuX2XQWcwyGYGazhzCTX6ZUTz1I94JZZhPDWG5AkQIDAQsEmAAAECBAgQIECAAAECBAisX0CGBAgQIECAwGcCyygAd1H4zSjRfpbR6s+nQS01PPq4Ot986jOuHsCFBAgQIEBgPgJWQoAAAQIECBAgQIAAAQIECKxfQIYECEwuULsSNariY+YCC6gA1pkTTrG8NGnxyfzxhfhJD6cJECBAgAABAosWsHgCBAgQIECAAAECBAgQIEBg/QIyJEDgfIH5FoC7WFpGf9dvFjvPT2qNPWu747dvz8ywL/6GY8nYv2YbshHRpx6JTRzfv+rR+7mGU3HrerquK8PYxv4wbh3f9QQIECBAgAABAqMKGJwAAQIECBAgQIAAAQKzERj+bDm3Z7MwC1mNQK21r2k8MqH9GtLd5t5GEWq7LeVIdN02cs3IOs72btPuDxRlt7KtMU8fb2e7qBediree89w6VBmc50qjXFn6KE/8cf9CeI54LJ4YWuoECBAgQIAAAQIECMxewAIJECBAgAABAgQIECBAgACBQwILKQAPS5SH0ng59tAm6Po7lB86aUy2s9h0tWSUrqzyYxN5ZawyOUkRIECAAAECBAgQIECAwG0CriZAgAABAgQIECDwJAJ5B+6cUs3aTcac1nTPtUT5rWTcc8wpxooq5hTTrmDOKFBOl0Ut25ox3QrmOLM1ESBAgAABAgQIECBAgAABAusXkCEBAgQIECBAgMB0AttaokY13fxmPk9gvgXgui0lo2SlNbbLMPJYefBHUr3EyHf+xtdOyd/oGMbwtynW8JsH+09e5jeM/fP2CXwi4DQBAgQIECBAgAABAgQIECCwfgEZEiBAgACB1QsMa0P9dmTct1OUxmLurEkNIw6t8PFS/1tRZpnRzNM59Io+dGzmaVyxvCwEH7ts/V9sxzJ3nAABAvsC9gkQIECAAAECBAgQIECAAIH1C8iQAAECzyOQ9aEWmXVuZzuHaPWpOazl/muYk/Rt2S2gAHwswXZH8LHzYx9Puoyx53nO8fNLLOM5s5c1AQIECJwtoCMBAgQIECBAgAABAgQIECCwfgEZElixQN7deyq9z86fuvYe56ae/x45nD9GVqay9pdx/lVz7LmADBJ7arr3a3i/N97anuM+5/H8jEyAAAECBAisW0B2BAgQIECAAAECBAgQIECAwPoFnjHDqetDj6qDPeNz+6ic51sA7mJpGSVfZrFdMhrL4176NdZQu1pqTJmxyTaWUcs2VraNrfs/YooSU/bRRt/WtlVe15LrySjHPvprco2n4tjFjzmez2qa7s/WG+wftP90Aptay6koPggQIECAAIFnFZA3AQIECBAgQIAAAQIECMxcoOu6cipmvvzRlpd1nXcRM7X92OxrQ32NKHcicjuaqEnF521XvsRW1lZib5RHlpb6iEJNrisnyTYjtx8cD5uuC9thPGzikSYa8zUy0pJj2HzlReNxhkBaHYszLh+9S/wDMvocJiBAgAABAgQIECBAYEUCUiFAgAABAgQIECBAgMCyBYZlm8wk97P9LF77jV1bGXv8zxJ1/maBZRaA99O2T4AAAQIECBAgQIAAAQIECKxfQIYECBAgQIAAAQIEViawf2dt7vcxkzz338W1X9u7AnHu7MdMFn/FMrLInnHFpbO6ZJkF4HwdTciY07eYcBmmfhHQECBAgAABAgQIECBAgAABAusXkCEBAgQIECBAYC0Cn9WYJi9AnlxAW/1n7VqerWXmMd8CcN2WklHyBRTbJaO8fJx85b30uX+T77Oef4s321xVxv1nMSIBAhcI6EqAAAECBAgQIECAAAECBAisX0CGBAgQIEBgNQJ9jSnKXNm2mlMmF4dKf3dt7kwYWfvqIxbU1tiWU7v+TOye00a3BTzSPO9yjnRLxgKWfNYS51sAfl1+vohed2axkSvKF30fs1jR+0X064tD2UbjQYAAgZUKSIsAAQIECBAgQIAAAQIECBBYv4AMCRAgsG6BYS1nLgXI4ZpO60fPrKAeiv4Gz9NXOzuewAIKwMeSz6VnHDv/nMfjS63/khq2zykhawIECBBYtYDkCBAgQIAAAQIECBAgQIAAgfULyJDAEwq0Wur8Ut9VnrIylzG/9VnRUMBzNNRY6vbua64v/B5M4eV832G4fbDzgw++/DrLtutKxoNnNx0BAgQIECCwQAFLJkCAAAECBAgQIECAAAECBNYvIMPyoayTJZ7e5aW20m8/5NPrzDFbbmfE5snHwxd5cjVzP9lFnSzjXuucfQE4k83CYLaH4l4Q54yTv3WRb/t8Tt/H9KlRNC0fIl4j5TW2u/Ol5FN9KB6z0kOzbGqsP050m1rSNeNb6cow4vSqHvlaHsaqkrsimU28Bk7FFUO6hAABAgQIEFi3gOwIECBAgAABAgQIEHgigeHPUq/ZfiKqh6eaz0dOeqhu047l+TGjzZNtztPWlNtLiKw59bG32KyVZLS/D5zbw8gaSpR+ojZ0ThF2b/Azd2v069fWT5Gf3mIbJzJK1HNK/tXc4eJiu4tjXdSkuvj5/6Hor4k+5fTHw852kWxvHTN2EY965Ot2GG3erJnUGotqB65ssyJ45aUum4dAvgjOiXms9tgq2ov82HnHCRAgQIAAAQIECBB4dgH5EyBAgAABAgQIECBAYF0CWd05lNEjC5GH5r/sWGaxH22E/ePD/dZHmwL3rpMtuwCcIuKDwPbDkdL/JsjSfvvlQBoOESBAgAABAgQIECBAgMAzCsiZAAECBAgQIECAAIGJBaIsXSPyltmMo3fxLrvIGxn29zZPjH3z9ArANxMaYCoB8xIgQIAAAQIECBAgQIAAAQLrF5AhAQIECBAgQIDAFAKnSqFZ5P24pr4u3B8+fD5PZZ+M3P4YOWfe5pjtx7OjH6kxd4vRJxt3AgXgcX1HGz2/OPajTeZJbRLaFQtIjQABAgQIECBAgAABAgQIEFi/gAwJECBAgACBRwu8FkCzCNsiFxFF3SxMfbjzt5au7qL056JfefvIm4bbXpRX2+Zem/Pk2WzzVGtz+xERc2fej5jqQXOoFT4I2jQECBAgcC8B4xAgQIAAAQIECBAgQIAAAQLrF5AhAQIECMxP4H1x9219ebyWbV8Afjv6YSu7vRzsYjtjt9sKvq3No9v4lPsZsfmQR87Z4iETjjaJAvBotNMOnL9RkbG/ivw7wBn7x+0TIECAAIFFCFgkAQIECBAgQIAAAQIECBAgsH4BGRIgMGOBqNyeKvRmVTfjmgxy6HfXPbL4+27iEXeyNJsx4hQx9PgzxCTjPj68GsadbiWj55fMqVhJmtIgQIAAAQIEViQgFQIECNiE+sIAABAASURBVBAgQIAAAQIECBAgQGD9As+U4bE6zSmDrutKXWpprMvM8lNGbu/FkcN7veyeITDfAnAXS8so0R6MXXbxOi9dV4/Grtf6P2/jiz1vSs+7fjOCpNwUDyBrdyLv/rGq8Q9W/TDrt9KVU/HhAgdmJbCJ/xc6FbNarMUQIECAAAECcxawNgIECBAgQIAAAQIEFiiQPwO+JRaYsiVPJJB1hvxZ9ETTXzXtpzWcrova1+HICUfLN2pzXUb8fL87M3I9GVnRK1mkiui6bax/W/J/bbu8HOu6b9Ft20eJHnntLuquefc5q8IZ21JqRFnaR6oM4/D6a619nWz78rwf7nX+0Zzx/N56EiBAgAABAgQIECBAgACBhwqYjAABAgQIECBAgAABAgSaQBZTS6ll/I+c41C0mdu5tv95m1eUksXcz/u+73HNNe9HeLa9ZRaAn+1Zki8BAgQIECBAgAABAgQIEHhGATkTIECAAAECBAgQIPBOoFt4LbTG+jPeJTWbnU2p3S7GX9ImpsiIZoTHeCOPsFhDEkgBQYAAAQIECBAgQIAAAQIECKxfQIYECBAgQIAAAQJLFIgKb8m459p39w7fc8Tpx8q3s84YZyXzLQDn+3hn9O/9nQD7MQ7IWkbN357Yj5ZbSrbt1u73XeOXUstVu2gBiydAgAABAgQIECBAgAABAgTWLyBDAgQIECCwYoGs0pyKJaeehd8Wuxxrty3D+Dy7LF3uR1at4lgX8fkAF/XI+tgmxq19XHTpkc65xkHEuG8dt2+bI2/lCkaewvCzE8ivkwOLysMtDpx2iAABAhMLmJ4AAQIECBAgQIAAAQIECBBYv4AMCRAgQIDAmgWyCJwxbo4LLgAnTsa4QEYnQIAAAQIEZiBgCQQIECBAgAABAgQIECBAgMD6BWRIgMCCBdqdv6dT2ES3jNO9nL1VYMEF4HNTz3taz+273++Wa/fHmtF+fHEdWk0eHsahPo4RIECAAAECBB4tYD4CBAgQIECAAAECBAgQIEBg/QIyXLJAVpfa+nM7o+1rpxCYbwE43xM7o+QSWzSiS+78zSJuu/7SNq9tc867zd+WyOy6WHJGW21ut2jHsl/bbm3rM2y3MVY7ryVAgAABAgQIECAwgYApCRAgQIAAAQIECBAgQIDAygSySrMpXdcdiW9x/FvkfLiIWmsWbw6fi4se9ui6baxzGLnut/3827oZ+wvK2lPG3vHBbtYA9yPzjWN1EIMrbtnMutg2xu36uGak3fNZWj0za5sR3Tae34wuXLLto5Yuku9y0mumuuCaXNUF3XUlQIAAAQIECBAgQIAAAQKPEDAHAQIECBAgQIAAAQIECCxDIAu0Y6507PHHXPuBsR+QzrIKwAeMHCJAgAABAgQIECBAgAABAgRWJiAdAgQIECBAgAABAk8jUC/KtNbL+l80+M2du1K72sfNQ000QCy/ZIw6fR119H5wBeCeYX2f8sWZsabM5EKAAAECBAgQIECAAAECBAisX0CGBAgQIECAAIH1CmwjtRaxuchHF6vOiMbjo0CN5zdj/0wWffN4Rok+++fvvD/fAnACZPQICZHRsp/vstsKx25rfG3tR5tzKNWOaQksXMDyCRAgQIAAAQIECBAgQIAAgfULyJAAAQIECKxUICs3GZleVgKzzpXtfuT5OUcUp0qLzGdbapdRos3IfMoCP/L5yLhm6du4aBixu/94rXfunxhv/9psxluRkW8XiK+vbcbtIxmBAAECMxCwBAIECBAgQIAAAQIECBAgQGD9AjIkQIDAEwj0hcAsoGbBMPONYk42pbX9jk9TCOTTcpd587nNODRYHm9x6Pz9ji24AJxLz7gfxlpG2sSLtI+1JCQPAgQIEHheAZkTIECAAAECBAgQIECAAAEC6xeQIYFnEegO1LW6dRV/N5FjxrM8pXPN88Arba5LtS4CBAgQIECAAIFnEpArAQIECBAgQIAAAQIECBAgsH4BGa5JYMHF7HsvvY3X2gc/zZuu68qpePB6HjhdF3O126z32zwXpxf2qLHsjIUt+6blnnrt5rmbBnfxzQLb+PflVNw8gQEIECBAgACBtQrIiwABAgQIECBAgAABAgQ+EcifgR+LvDR/NputmINA3o+ZkWvJNuOlMvha2Mn9/cj+c4q39W3Kl5JR65dSX2NTuk1G9jtr3TPp1OqE91xOjNm/5Xe0r8NuYqtFbI74yFlGHH7OQ0e19OjyTp07epETBAgQIECAAAECBAgQIHCzgAEIECBAgAABAgQIECDwrAJZOG0xV4O2vmPtXNf9XOtaRgH4uZ6Tm7OtUb9ucfNgCx9g/7efFp6O5RMgQIAAAQIECBAgQGDdArIjQIAAAQIECBAgsGqBtZflokBVMsZ8EsOwixhpirXU18YTGgn+bdi8ZTrj7cj5W5+9+PK3Fs4fTc9xBYxOgAABAgQIECBAgAABAgQIrF9AhgQIECBAgAABAssR6KKUlrFbcdbd9mN35j6fY7I2UE7TtrVHBeZbAM7qfUbJJbZoedxS+M1rD7062hzZDl5IbUrtKgTaHcGrSOY5kpAlAQIECBAgQIAAAQIECBAgsH4BGRIgQIAAAQILFehqV4ZRStbgMu6VUNbsMqJ+19cN7zXubpxYftnEuLWP3bE1fA6tpaeRBd2Mc/JoL7jWnnONPgQIECAwjYBZCRAgQIAAAQIECBAgQIAAgfULyJAAAQIEliiwjZpsxtvas/YWkRXVjLcTtiYQWEEB+Aq1eFFecZVLViTgTuAVPZlSIUBgnQKyIkCAAAECBAgQIECAAAECBNYvIEMCBFYkkMW3iHxf6IzRMsvSZsZoE6xiYEKreBolQYAAAQIECBBYj4BMCBAgQIAAAQIECBAgQIAAgfULyHCNAlEALi3ukV+OdY9xnm+MTwvA7U7JU+0obHVbSkaJ9jXKy0cuez9eTq2syV+SOBWfpVtrLbV+jM+ue5bz7XW9n+8mzDL2j997v81/rL33fMYjQIAAAQIECMxcwPIIECBAgAABAgQIECBAgEAvcOzn5vvH+84+PV5gu40y3raUbRcR08dmeTlWo40jpx5nnMs6YI1+GdG8PvqJXvdu3cga3DbqkV0ft442n+tTbz6rmWwl+y+eyRZiYgIECBAgQIAAAQIECDypgLQJECBAgAABAgQIECBAYCkChytrh49entO9xrl85rVcMe8C8EOUk8AL6SHUJiFAgAABAgQIECBAgAABAocEHCNAgAABAgQIECBAYAUCWW/LulvGtenktTnOtdffdl3eEZxx2yjTX52K06/i0SvoHj2h+a4RcA0BAgQIECBAgAABAgQIECCwfgEZEiBAgAABAgQIrEdgG7XbjGsy6motXVyfcc31rnkTmG8BuIulZZRoD8ZbEoe32nuAD9vWM149bVNLgMAcBayJAAECBAgQIECAAAECBAgQWL+ADAkQIECAAIGFC2SxdhiXp7OJou9LlCgAxwCPv4+z1SJj8pU8MqObU6l1qQXVpa775qfMAAQIEJixgKURIECAAAECBAgQIECAAAEC6xeQIQECBAisUaAVgy/NLYu++3HpGDf1z8lvGmBeF99cAN5ut+XL5uZhJlDJNSsATwBvSgIECBAgcFzAGQIECBAgQIAAAQIECBAgQGD9AjIkQOBsgdqd3XUlHbN+l7GSdCZK4z6Ci7sDWOF3otebaQkQIECAAAECRwWcIECAAAECBAgQIECAAAECBNYvIMNnETinFndOnwd5zWgp98j4PgXge6zkyjFqraXW4/E6bP8rEvlrEplyjcO5vY32UOS5OLX3yNvW+2H2jk+5m2s6FVOuzdy3C3RdV26J21dgBAIECBAgQIDAQwRMQoAAAQIECBAgQIAAAQIXCtRaj9ZHcqhNnM92qrjlZ9t57VTrvte8mcOpODZP1qGGkf3afm4/KrpuG/WJ49HWdKwtpZZSsib3Ll6PdXVTuniNdjUOxSObXWzjyow4+LDHNmbKiOZOj1prqfUt7jTs2cOk+tmdl90xi7oZLYvhdjvW2lPnWh8tAQIECBAgQIAAAQIECNwuYAQCBAgQIECAAAECBAgQIFBKLeU1io+bBOZZAL4pJRcTIECAAAECBAgQIECAAAECixCwSAIECBAgQIAAAQIETgpsZnbPYrvj9+SiF3xyrPxqraXWtxibaKEF4LwNu8XYRMZ/tID5CBAgQIAAAQIECBAgQIAAgfULyJAAAQIECBAgQOBzgW39vM9SeuTbPbdYypqXus6FFYAfWfRtcx1oax5b6lNu3QRmLWBxBAgQIECAAAECBAgQIECAwPoFZEiAAAECBAgcEWgF0tZmt+F27j8y2h2xrb1m7rb+vJm5xTXjjHFN5rXpNqX2McYM04y5mWbaW2fNl0cbI4uxw/12XEuAAAECyxKwWgIECBAgQIAAAQIECBAgQGD9AjIkQIAAgUsEsnh6Sf+59s1K3n7Mda1rWNdCC8D797vnS+ZxT0f+NkCuoLWPm9lMBAgQIEBgpQLSIkCAAAECBAgQIECAAAECBNYvIEMCBC4WyFrUxReNeMEmSnIZI05h6DsILLQAvJ95lmM/O5Z9Mvb7XbefI2Vcd7WrCBAgQIAAAQIEmoCWAAECBAgQIECAAAECBAgQWL/AkjPsuq60WHIe1v48AgsrAOdyM/IJyrbFoVJsHsvz2Teiv0c+j+VbRmfEsQsf+VsWOWKOUkqMUSMuHOPR3ds/SMfaR6/HfI8VOPa85/FcyTb+TyvbqSLnPxVTrcu8BAgQIECAwMMETESAAAECBAgQIECAAAECRwTy57jXRg6ZP3vNdqz4bG1jzfuoceumlozMczhn7p8Tw2su2c5a1DDy2raf24+IGpMcm3MbJzOiyyWP2fbN8uE26n1dH7Nd5sULy3rmxRc99QXdU2cveQIECBAgQIAAAQIECNxJwDAECBAgQIAAAQIECBBYhsCw4LuMFVvlswvMqwB89rMx7bLbbz1ke/aSdSRAgAABAgQIECBAgAABAgR2Aj4TIECAAAECBAgQIHCWwFr+3m6NbPcjDs3ssS27O4Hn/w7An8FNW0n9bHVXn8/bdPPJybh6kMMXxqszbwdvcbiTo9cIuIYAAQIECBAgQIAAAQIECBBYv4AMCRAgQIAAAQIETglkjesttv3diG/7p66c+7kosZUWc1/r0te3sgJwfgFk0Tfb+z81WfRto+cMGfefxYgEnlJA0gQIECBAgAABAgQIECBAgMD6BWRIgAABAgQWJ/Dly5eSbwH9mIV3pYuC7zBKeTuW249Zx6lZsjqW1bJDkec+XhsplYyPZxwZS2CFBeCkihdY/0qKNnfvHFkIfo07j204AgQIPJ+AjAkQIECAAAECBAgQIECAAIH1C8iQAAECyxV4XAH4o1HWoz4enfLIqdrbqXNTrvn55l5ZAbg9gbWU/isi2nZIS4AAAQIECMxPwIoIECBAgAABAgQIECBAgACB9QvIkAAmixc7AAAQAElEQVSBMwSyeJpxRteFdsl7N1ssNIXFLHtlBWAF33u+8qb8jZZ75mEsAgQIECBAYJ4CVkWAAAECBAgQIECAAAECBAisX0CG5wgMC7+5nXHOdVP0UYubQv3SOVdYAF5ZSpc+oxf2zyLvsajVF/GFnLPrXmsttR6OXOwmzmU719h2XTkVc123dREgQIAAAQKfCuhAgAABAgQIECBAgMADBE79bC3PPWAJpjghcOxn8+34iUtncarWwz97rnV3fBaLvNMiaq13GunQMFnsHUTeIlu6UuPn47m5H5uy7c8dGukux+q2lIyYp3yIrpSSFqdqcXH923Vlf4wuxu4iqW7blUMRRYG4ZHAuHLbZt9vGqe41YmCPEwKnnqETl839VL745r7G+a8v/08mVznqv2s5gSBAgAABAgQIECBA4IkEpEqAAAECBAgQIECAAAECRwWyxnr0ZDtxVqfW+Y7tvea91zh3TG1lQ82jAHx31CwAZ2oZdx98N2AXY2fs9lb5OQvA3759K5vNl1XmJykCBAgQIECAAAECBAgQeLCA6QgQIECAAAECBAgQOCKQRdGuv782q1xHOjk8qsCm1Kj9ZYw6zQMG3zxgDlMQOCngJAECBAgQIECAAAECBAgQILB+ARkSIECAAAECBAisQaC9xfMacllvDostAHfxnPRRS+kORJy+8yOpXiKq/3ce3HAEnlXgprzz75ScipsGdzEBAgQIECBAgAABAgQIECBwLwHjECAwksCpn43luZGmNeyZAvkum6fizGF0W7lAjWLXa8wh16yBZZSXmljftoXFYtvmle0w1yjvvd7x3LavHPbqy3I9m8i39nH1MLO7MJ+92S3KgggQIEDgGQTkSIAAAQIECBAgQIAAAQIECKxfQIYECBAgsBqBrJbWbSnZFh9zFlhtAbjdFTwGfv9bCP1vAmz630wYYw5jEiBAgACBVQtIjgABAgQIECBAgAABAgQIEFi/gAwJEFiBwKG7fg8dW0GqK0phs6JcXlN5/7LLcu3rqSs39saICfJIxpUDuowAAQIECBAg8LQCEidAgAABAgQIECBAgAABAgTWLyDDtQhEUWwtqTxRHostAGfxtY943eWd5hn5vMVuaZH7pb9HN9M8FuWTj7wuZyr9He2bGHy3ty2lZETjMVuBWmup9fOYbQIWdpNA/p2TYdw0mIsJECBAgACBewgYgwABAgQIECBAgACBCwSGP9s6tH3BULqOILD/nOz/vd8RpjTkCgXaO9r27Rzy69/iOetfLWJRWYTL47F55uPmbnUTtZ2MqPFs+nZTNrn9EjdP8DJAum8jt66Pl4MraLK6uYI0pECAAAECBAgQIECAAAEC8xawOgIECBAgQIAAAQIECBBYpkC3zGU/8aqnLQCPAF9jzBaxOcqjjZ/tKBMYlAABAgQIECBAgAABAgQIrElALgQIECBAgAABAgQIfCKQVadaurKLEm3x8XCBvCM44+ET33nC1RWA0ye/RLLNyCcpI7fvFV0M1CI2Pa4UcBkBAgQIECBAgAABAgQIECCwfgEZEiBAgAABAgQInCuQFa4W517ziH65pkfMY457CayqANy/BXlWZgc6udtHvDazENxi0OXszbx228aJq3LcaDwIELhcwBUECBAgQIAAAQIECBAgQIDA+gVkSIAAAQIECHwqEIWn/m7fbD/tPH6HLkqHGSXaPmLKLJD1x2J7lY9BrivJLzNaSSof08gC7TA+9rjuSD9mfB32r/frhnAVAQIEnlhA6gQIECBAgAABAgQIECBAgMD6BWRIgAABAucLRNHp/M56jiGQxb8xxp1ozFUWgPNO4PTML5dh5LF7RD9mvBBynty+x5jGIECAAAECTyEgSQIECBAgQIAAAQIECBAgQGD9AjIkQOAKgaw41VK7XVwxgEsIvAqssgD8ml1s1JeIem1sHXpkj0PH89iRczFYnsnIXtNELKKciltX1ca+dRzXEyBAgAABAgR2Aj4TIECAAAECBAgQIECAAAEC6xeQ4S0CWXnKuGUM114lsDL21ReA80lupcxt7NTYyYjNl0c+o8lwKPLcS7do8rpNXh/b0z5iESeLv+38tats10dbQ+1QXDu06x4q0HVdORa5kG2cz1YQIECAAAECBEYWMDwBAgQIECBAgAABAgcE8udzp+LAJQ4RmI3AsZ89t+OzWejMF5K1p2FMvtxWEypRH+ojVtQvMPdj+/Tj7LM1xhxG6efKOXbRdd+ivrGL7cv2tnyLXrs4e6KzOu7mPKvrmZ26qL+cijOHubpbVj2vvtiFBAgQIECAAAECBAgQIEDgtICzBAgQIECAAAECBAgQILBsgW4Gy5/DGmbAcOYSpikAn7m4uXbL+4JbzHWNu3X5Ytg5+EyAAAECBAgQIECAAAECkwiYlAABAgQIECBAgACBiwTynWgzLrpIZwJ7AgrAeyDz3s2CbotTK219Wnuq7/Bc65/t8Ph9t41GgAABAgQIECBAgAABAgQIrF9AhgQIECBAgAABApcLbGspGZdfOeYVsagxhzf23QWetgDcxWv1msgvumnKoznrMPZfC5FQf+hQnzzWnzzxKfsMY79rvFS6Qeyftk/gPAG9CBAgQIAAAQIECBAgQIAAgfULyJAAAQIECBA4IlCjFDOM4d2+Wbc6ctnjDrdaUImaUB8xdS4sj8fmWI9aa6m1jjX8J+MOcv2k51JOZ0ZLWets1hlfmxOuJWdvcWQZ774+Wt9sj/R/dzj7tRicyEODXZsECBC4XMAVBAgQIECAAAECBAgQIECAwPoFZEiAAAECtwj0tdZ3dZ5bRnPt2QIrq4MttAC8jeerRWw+22PUL/wcvMWzwcqXAAECBEYTMDABAgQIECBAgAABAgQIECCwfgEZEiBA4EaBWut0dwLnXc4tbsxj6ssXWgCemm0u8x/5dYQjh89fdd3rur+/d9ouAQIECBAgQOCEgFMECBAgQIAAAQIECBAgQIDA+gVk+EgBdZtHai9xroUVgM+/67e9f3o+KfllkJHJ3uvW+ayxZuT4k8Rrgm0Vrc1MW+TK2na2uX8s8nyL7POy3f+mQ27nMUGAAAECBAgQIEDgIgGdCRAgQIAAAQIECBA4IbCptZyK4oMAgcUKtDLOfruf0HZQgnnrmwePRNZtSp7bH+lO+zVqcRkl2j5i3H5huR/bhx93P1prLbXuIv+drHXz7t/Lu0944YBd15VTceFwd++eNdG7DzrHAescFzXamvaz3d8/NvF+v/39Y9c5ToAAAQIECBAgQIAAgX0B+wQIECBAgAABAgQIECBwvUDWaA7F9SNef2W7CfH6EVz5WIHHFoDvlttjf8vgbst+4ED9L2O8fj2+bpyxguE/Jmd014UAAQIECBAgQIAAAQIECOwL2CdAgAABAgQIECDwpALv6zNPijBq2lHa7O+CHnWSxQ8eSkvPIYvB7wuc7W2es116dqVkbsO4NKPhtcPtU+NkEfjU+evOuYoAAQIECBAgQIAAAQIECBBYv4AMCRAgQIAAAQIE1iYwdd1oMH+WutbGO0I+8y0A5/uLZ/TvL55F3owmsL/sfLa3pYv+fZQu/rcrnbYrltdmvhmZ20uc+LWRdqq1b/m+XPsqMtx/62WLwMgChidAgAABAgQIECBAgAABAgTWLyBDAgQIECDwdAKtLtPaWwHy5sZTcev4n16fd9dmlKzFZcQV/YJetmP3sY8s/mbE/P26Hjv7UmcLraUuva27FTR3+/1efJX1bRzKNpqFPyKLyOnyJOK6d4Xfy0dwBQECBG4XMAIBAgQIECBAgAABAgQIECCwfgEZEiBAgAABAnMRWEEBOKv+GXMhndM6aqndLkqpxQcBAgQIEHi4gAkJECBAgAABAgQIECBAgACB9QvIkACBV4FNV0rG64ELNqKkc0HvZ+2apc2MZ83/vLxXKlTPy/4peqVFxlMkK0kCBAgQIEBgRgKWQoAAAQIECBAgQIAAAQIECKxfQIYExhNQ37rWdr4F4Hwf74zX9xgfLnV7IN88/xKr+BWJl1z6TOMFnjkdiN0dvn2ng5/aJaW/AzjGedeW1X90XVdOxdoBaq2l1sORuW/iXLaCAAECBAgQIHBnAcMRIECAAAECBAgQIECAAIFVC9SulIyy97GtpWTsHT65+1bL2V176vo8l/1PDnjLyRo1uIwSbR8xWCbaH4vt94/R9mrUCGskuomoL9ZBW2qsKWO0iV8G7mLeLrCPRYn1HY2+tvky0ERNVhknmvqe0+ZTfs/x5jhW5ngoLlnr8PpLrtOXAAECBAgQIECAAAEC5wroR4AAAQIECBAgQIAAAQLrEogK7LoS+jybW1K+5drPV3ZWjxsKwHlpxhnzjNol15CFzVEnWfDgadNiwWlYOgECBAgQIECAAAECBAjMX8AKCRAgQIAAAQIECBC4WmCb5Zyrr3YhgTeBrJ6+7V2yldXrjEuuGaVv3oI+i4WMkt19Bp32X4z75GAUAgQIECBAgAABAgQIECBAYM4C1kaAAAECBAgQIHBaoItyTYvTPed2NhY+gyVlNbDFDJYz6yVcUACOrsP3sx47rXwv8YySBd4WbdJYS9vs23y6W59oa+73J3wiQGBaAbMTIECAAAECBAgQIECAAAEC6xeQIQECBAgQIHBCYFFF31YL7P+O7Us9rk/gZftEnmOdyqpfv4SYoN+O1uO0wPnPVoqeHmuis7mwjOH0+/vDc7YJECBA4DECZiFAgAABAgQIECBAgAABAgTWLyBDAgQIEDhXYDvo2Bc053Fj7WBV895sZn0776VOvrrzC8AflpqXZnw48eAD+dWR8X4teaTFgxdkOgIECBAgQIAAAQIECBAgQIAAAQIECBAgsH4BGRIgcJlAFq4uu0JvAlcJvK+aXjXEHC5qXzGt3a3p/d7umM8ECBAgQIAAAQLjChidAAECBAgQIECAAAECBAgQWL+ADK8Q8Aa2V6DFJQp+gXDZ44wCcHTJ9/v+MG7eqJ7x4cR9DuScGa/vMR7reB15W/rbu+MJ7+omtmtEnqylRv8aX0C15Npio/h4ZoFa4zVxIp7ZRu4ECBAgQIAAgREEDEmAAAECBAgQIECAwAmBbdeVS+LEUE6dIbBvfcYluhA4W+CtTlX6GtWp/TbosNLVjuV1bXsTZa0W7djD2xr1tYy+zhbbuYC+8PaynfulPOBzztciYHI9ua4WN67g9d+HbVe6A/823zh8vCji2c4656GIWubN438yQMz+SY80/aTL3E7X1wUtcPGva7dBgAABAgQIECBAgACBJQlYKwECBAgQIECAAAECBAisU2Dqettj53+rM470bD4gnc8LwLfkNua1rWLe5sj9th1t/8sIDwCMqTwIECBAgAABAgQIECBAgMBzC8ieAAECBAgQIECAAAECIwu02l/fjjRXFk5z/JGGf9iwmcfDJrvfRAdq73nL98sEWffNW+YzXg4tq+lzabe1L2vpw9XaJkCAAAEC50u0wAAAEABJREFUBAgQIECAAAECBNYvIEMCBAgQIECAAIG1Cxyoy02Qcq6ixb2mz/HaWP12FhnbgQW38y0AZxE0I9/T+zWadC35N3776Laldl1EnutKF32z8NvFbkY0y3lkvhn9ihe3+n7VPhF4EdAQIECAAAECBAgQIECAAAEC6xeQIQECBAgQILA2gXzH3Yz+79S+lBH7wtvL9gT55h25daR5c9wcfxNluWxHmubhw073bN011XhWovBbovzbhu1fi/Gs5Zl2bDnttvQV7b4YvMwMig8CBJ5YQOoECBAgQIAAAQIECBAgQIDA+gVkSIAAAQIEHiigXHYR9oILwLn0jIvyXUjnyKuvYEdbooq9kFVbJgECBAgQKAgIECBAgAABAgQIECBAgACB9QvIkAABAgRmLZAVxlkv8HkXp/D7vM+9zAkQIECAwDIFrJoAAQIECBAgQIAAAQIECBBYv4AMCUwioGx2EfunBeC6qeVUXDTbJZ3z/cUzNl9KORi1lFhbf6NsLSXbHD42d++e3JVdWxb0kflmXLDkzPtUXDCUrgQIECBAgAABAgSuFXAdAQIECBAgQIAAAQIECBAgsAaB/POkGf2fXt3uMso/jtsfK7v9B3/u62AjzRnlxL7GuI0CY84z0jQPH/bTAvDDV3SHCeM56t84ufaf7zCgIQgQIECAAAECBAgQIEDgiIDDBAgQIECAAAECBAgQILBugSyTrjPDYWb9dl1HnuMUgGdhk6kt9Fnq7wJe8Ppn8fxbBAECBAgQIECAAAECBAiMLmACAgQIECBAgAABAgQIPFQg6md9HW2cSfOe5zXcCRxK4wCNO2rW4PMpyDg000ILvy2V/jb6zC3zbAeX01opAQIECBAgQIAAAQIECBAgsH4BGRIgQIAAAQIECDyLwNR1t8H8DyidPWCK0V84CysAJ/mxwmim0mLwQhid8I4TZOE3ox8yc+03fCKwJAFrJUCAAAECBAgQIECAAAECBNYvIEMCBAgQIEBgrQJ5d21GaTW3SDRvie2PxfbDH7XUmL/m/BkPn3+ZE+azt6CVt6Joti0WtPyzlxpF7hr59cXgaM++TkcCBAhMKWBuAgQIECBAgAABAgQIECBAYP0CMiRAgACB5xKoB9I9dOxAN4cmE1hYAXjolC+ujOGxwXb+FkDG4NByNuNp6SK3fv3RLmfhVkqAAAECzyogbwIECBAgQIAAAQIECBAgQGD9AjIkQOAJBYZ1qtjO2lXWsCaTiBpaf3fyZAtYxMSptIiFnl5kvOBOd1jg2TXmtMCnwZIJECBAgACBTwV0IECAAAECBAgQIECAAAECBNYvIEMC5eFvWqtWdu2r7uYCcK21dF0849Feu4iD1+XbH2f0r6ZtdMmIpn8Mn/BMYbjfdyglr80oC/rof2si81nQmi2VAAECBAgQIEDgmQXkToAAAQIECBAgQIAAAQIECKxJIGtrGSXrci3KS4YH6nEvZ+7fZL0s54s6ZAz+dtPx/pripMcHgdT7cHBeB6K4fHRB+cQfPekEAQIECBAgQIAAAQIECIwmYGACBAgQIECAAAECBAgQIPA4gawYthhz1jVUH+9bAB5T+8PYufTHPQU1X1Ef1jDSgbwTuH//8szx2jnSpsW1Y7iOAAECBAgQIECAAAECBAgcEHCIAAECBAgQIECAwEgCWY/JGGl4w94skLWrjGsHymszLr8+7wJ+jcsvP+uKXFlW187qPONOmceMl5dLO8R86Fj2Fe8FHuv0fm57BAgQIECAAAECBAgQIECAwBoF5ESAAAECBAgQIEDgGoGu1tJF6SrjmuvHuCaW8zpsfffW16+HF7kx3wJw3gWbUZI+lzmMPDaud+26Urvta5Sy295k278Axp3/8tHTZD8uH8UVBK4UcBkBAgQIECBAgAABAgQIECCwfgEZEiBAgACBuwvk3b7v4u4zGHBagU0UfV+ir/lNu5r92fvKWtQDN1n/6wZn88Rgd2mbWVVd2poftN7hszyY8sjhQY8JN/PV2GLCZZiaAIEnE5AuAQIECBAgQIAAAQIECBAgsH4BGRIgQGA8gVbZyHa8WYw8pUCW11rkOrqXu4Fzez6xHSwltmd5Q+hgiSc2FYBP4AxP5W+fDPdnv93FP5MZs1+oBRIgQIDAogUsngABAgQIECBAgAABAgQIEFi/gAwJPFggKhwl6zIZD5765ulyzRk3D7T6AfJZPlWmjAJsGZaMVw9y1wRPyd51ouUNli+85a3aigkQIECAAAECjxIwDwECBAgQIECAAAECBAgQILB+ARkSeBMY1s6G22893m997PPxyPsr3u9lATiOXHZRXOChAHzkNdD1t54nzy66umtL2ZTaRcR1NWL8R85ybgxWk79ekjE49IybXdeVU/GMJnImQIAAAQIECNxBwBAECBAgQIAAAQIECBAgMLLAqZ9tHzs3XNIm6hzD/bltZwmjjwMLy7JfF6WRjAOnZ3WozyEW3Nq2uLZ/rG39ZtdGDaxkRD2slE0sbzOIeFJib/fI7eG53XbW096ilvYctt71xapsv5WMY6/ldnzbbaPO861su299273UfXZruP5zfn1klE2sbBC11lJrvX7gmVyZz8ZMlmIZhwXyRXZOHL7aUQIECBAgQIAAAQIECNxXwGgECBAgQIAAAQIECBC4j0BWP+4zklHWLxCV4/UnebcM71MAvttyDESAAAECBAgQIECAAAECBAjMVsDCCBAgQIAAAQIECNwo0O4AXWvxdxN1yowbmVw+icCmv2N5d9dyllAzJlnIzZMud+U3p26AewkYhwABAgQIECBAgAABAgQIEFi/gAwJECBAgAABAvcSWGvxN322kVxGbot7CgTsPYf7dKxt9Ih49LQx6z0eNxSAI+kSUSOyzcjtFvdY3aRjdDH7ILfM713EaQ8CBAgQIECAAAECBAgQIECAAAEC6xeQIQECBAgQuFrg9Y7fKLv021ePNI8L+xxaLtEO7/bd3Tk6j3VevYrXOt+hGln3eods5noo9n329y9fV1RguyxnRluyvXyEz6/IcTMO9QyHZpLtoS4zPHYsmxku9dFLiq/aR09pPgIECCxKwGIJECBAgAABAgQIECBAgACB9QvIkAABArcLZOmuxe2jzXuEVhSd9yqvXd2Ka2cfUovCb39j6LVW016nADytv9kJECBAgMAyBayaAAECBAgQIECAAAECBAgQWL+ADAkQIDCZQJYwM/JXB6ZYRM6dMcXct8+53JXfnvsnI0z1gvpkWU4TIECAAAECBCYWMD0BAgQIECBAgAABAgQIECCwfoF7Zpg3V7Zo47b9Q23rs8z2UEbDY8vMarfqFdfOVpbaptZaaj0euyf00OesHUf077sdbb7vdm63OHTJoo7VWG3mFc3Bx7Jv/T6Y0hMe7LqutMj0czvbpUSt9cqv36VkuOx1buP1dUssO3urJ0CAAIGVCkiLAAECBAgQIECAAAECDxPIn9feEg9b6EgT1Xr5z3/Tq9Y60oquG7a9JfJrG8P05dBY5uuxQ9vx89XM51jEMJM82prb5NtYe9uuseYWpfRZxqlDbRye6yPqfF23KV3dHIhBskfW33yOPW/teMm64omotfb1jyhkvrSbvq11d/zI9FcePlXz28RTOYgrZ/hwWTiXQ5EmefzDBZcdiBVfdoHeBAgQIECAAAECBAgQIPCMAnImQIAAAQIECBAgQIAAAQJPJpD1+wWmfKIAnKcyTmS14lM1ntCMFacoNQIECBAgQIAAAQIECBAgcJ6AXgQIECBAgAABAgTuJNDuEL3TcA8fJmtHGW8TR0GptHg7enor+5/usdSzaZOx/PVnjTRjmZlcufJ2K3S2y0z89KrzCy9zyzjd85nPyp0AAQIECBAgQIAAAQIECBBYv4AMCRAgQIAAAQIEhgJZQzoVw7772/vX7Z+3f1CgHjw68sGsEUZMMvftqQ0KwLk5jEODR6Il49C5ZR/L30bYvS/7tmS77GysnsDoAiYgQIAAAQIECBAgQIAAAQIE1i8gQwIECBAg8PQCWT/aRN022139KHZe7/g9tL1P1iqI0TcH6a9tfeJY21xomykN4/Y0tjHEfqRTHKsRcfaej1z7pttEbTDj0MgxZ87b4lCXGR7bXLemSLZdmAmvpiicL6BILJ/tPq+X/TjkQYAAAQJNQEuAAAECBAgQIECAAAECBAisX0CGBAgQIPC5QNSR+prSoH1X4D01QlzT9832VD/nSu/0aIeshWY8et77zHe8ABzV7pJxn3kWNkpX8rc5NpO8oB5DVePfk4zHzGYWAgQIEFiNgEQIECBAgAABAgQIECBAgACB9QvIkACBAwJRWFlx3ehAwlcd6utrSXXV1XO6KEuoGXNa0/lrWe7Kz89RTwIECBAgQIAAgTsIGIIAAQIECBAgQIAAAQIECBBYv4AMPxPI6mbGZ/2cX6VAe0fvmScXBeB4lIy9leZbIGf0b++8jZMZ0fSPQf/+LuHBfn9+OZ/yLtiM/RVv4wkcZrx/fmn7meMwlrb+R6y367pSazzxj5jMHAQIECBAgACBZQlYLQECBAgQIECAAAECBAgQeKhArbX/mX2th9tHLaaL4so26mXZZpTY76O/G7iW0u1Fif13i+te9uJ49n09H/v9drYvXaZvzl7BK8PeFX197WRKWX07FbsBs2aTsY3aza7dlm7bldzO2PW6/XM+JbvnN8bv193WdmzsOB+vh2Nn53J8uZXbUQX7Z7iU+Eel+CBAgAABAgQIECBAgMBTC0ieAAECBAgQIECAAAECBI4LZE1pGMd7lpL9yuBjf39wyiaBGwSuKwDfMOEiLs1yf97ZnO0iFnzpIvO3TXZx7Dc0Lh1RfwIECBAgQIAAAQIECBBYoYCUCBAgQIAAAQIECBAYCNTSRRE3o0RbfKxOoKubkrH0xBSA3z2DZ/ymRXTJunCLd5fPfqeLFb6PfLuCzCVOnP3QkQABAgQIECBAgAABAgQIEFi/gAwJECBAgAABAgQOCUShSPH3EEwcyxrU9qWN5q6PdL/rgKseTAH43dObL57jJFkobS/bfAlnvLt8Rjvtzt7Wbrpc7S6y6Pt+qXn8/RF7BI4IOEyAAAECBAgQIECAAAECBAisX0CGBAgQIECAwKtAqx1l+3rQxjuBrDO1ClqeyP0fY+NQxOF3j2FdLsd4dzJ2wj3ftbcvug/7xqm7PXLcjLsNOPlA68rmbpzxYjoxVhaCX+NEv3meyi+6rmQROHMoZbe/a+e5YqsiQGAuAtZBgAABAgQIECBAgAABAgQIrF9AhgQIECBA4FKBrDXFNf1diVHErRGxu6jHSwqLWvOJxSoAH8TJAnDSZBzs4CABAgQIEHguAdkSIECAAAECBAgQIECAAAEC6xeQIQECBG4SWFkV9SaLaS9W4ZzWf8TZ84tsGPtTZZF7/5h9AgQIECBAgMBHAUcIECBAgAABAgQIECBAgACB9QvIkMDtAguuPS146Yeetz2qI3MAABAASURBVCcuAGdxNG9BPxR57iNX3rm+e9vkj+fmdaS9xXPmsYttLr5fZC2120RkW+PIMGLXgwABAgQIECBAgMCbgC0CBAgQIECAAAECBAgQIPDkAllnyVpStvejyLLNqbjfTGeNdEWn9EiXjJfLs4gWNaiSUTZx8FDE4XePwfX9NbuTtX4pNWJTN6XWWlpba+33y10/cg0Zdx100sE2k84+6eT5wjy2gFPnjl2zxOM1Ft0iNj0IECBAgAABAgQIECDwKmCDAAECBAgQIECAAAECBAgcE3iWWtqx/Od9/LIC8LxzsbqBQI2vu4zBIZsECBAgQIAAAQIECBAgQOA8Ab0IECBAgAABAgQIEDgokLWXjIMnHVy8QD63GUtP5IkLwHnn66mnL2/1zjjV57nOyZYAAQIECBAgQIAAAQIECBBYv4AMCRAgQIAAAQIECBwW6OJw1s4yYnPUR86R80V8VtIbdR3LHPzJC8CZ/jDakxgvpra5kDZ/G2EYC1m2ZS5HwEoJECBAgAABAgQIECBAgACB9QvIkAABAgRmJNB1XTkVM1rqqpdSu1o23aZkW5dXPir3+cjEW0H2PiOeN0rO2yLmrxHnXXh2r3xOd89vPsdnXzb7jpvZr3CKBeaznVHyRTXFAsxJgACBOQlYCwECBAgQIECAAAECBAgQILB+ARkSIECAAIFjAq1elm2LY33vdfxlHvW6q0AVgA+y1VK6iJLxvkO+zt7F+9Oz2csnNmM2C7IQAgQIEFimgFUTIECAAAECBAgQIECAAAEC6xeQIQECZwhkzWgYZ1yyui6PzP9lrr5etzrI0RNSIzxEnL9UcOj44NjLy25wZImbZyS6xLSsmQABAgQIELiLgEEIECBAgAABAgQIECBAgACB9QvI8BKBdVSHLsl41zfz3m1N83nq+afJ+pZZn7gAnMXPfK/wYTTK5byQ2t3IbeW7tpZt2cVu/9DnzL/FofOOLUHg1N9/yHNLyMEaCRAgQIAAgVkKWBQBAgQIECBAgAABAgQIjCyQP8M9FSNPP/vhT9nkuUclkDegbqNslG3Go+Z90DxnThMA5bElxXyOM7ZRyuq2pezaWvJYxpkL/7RbPqfbui1dH2/da62l1o/x1mPeW499tmZlEa+YK9dTr7zusZctY5WPNTEbAQIECBAgQIAAAQKfC+hBgAABAgQIECBAgAABAgQOCag9HVKZ47HzCsBzXPnoa0qajPcT5ZF2122278/OZS+L2xlzWY91ECBAgAABAgQIECBAgMAiBCySAAECBAgQIECAAIGTAnnHaMbJTqs9mQXgrJRljJ1kzpGRc44919v4+dxmvB1Z5lbKLXPlN6/6sxfMNmbIiGbvkU98i71TE+9m0Xc/bl+SEQgQIECAAAECBAgQIECAAIH1C8iQAAECBAgQIECAwHwEskaXkXWv+axqKSt58gJwpj+M9rQdfjFl0be91LJHRrti+jZXcyimX5kVLFrA4icU2HZdORUTLs3UBAgQIECAAAECBAgQILAuAdkQIEBgEoH8O56nYpJFmZTAyAJZazoVI0+/wOGj9lVbdS7bMVJotcLPx6619n8b+POe0/bIjKZdwRxnz/d2zhdTtgfWFy+10n9xxrncjmZGj1hRrrtFif0Zrc5SCBBYkoC1EiBAgAABAgQIECBAgAABAusXkCEBAgQIEJijQBZ7M1qdq7UjrXXk4Uda9dFhFYCP0uSJw892jVN9fTXbCA8CBAgQILA6AQkRIECAAAECBAgQIECAAAEC6xeQIQECDxXImwsfOqHJnlZAAfjgU58l3jzR2tx+H3km4/1RewQIECBAgACB5QvIgAABAgQIECBAgAABAgQIEFi/gAwJEBgIXFr0u7T/YKpHbCoA92+RnLeQZ7yQ569gdEGT7cuhbPKu3zha5vmc5qoicpG5WEEgBD77+xn592Wjm8dCBfL5OxULTcuyCRAgQGBaAbMTIECAAAECBAgQIEDgLgL5c6sc6LOfUWYf8ZwCp14beW7eKlGP6atF57VdrSWjxDXb2M7I7XLgo4sh++i2pTsYXdluD7+D7YHhjh2a/fG6qSVjk22tZVM3pb5s11rLfT+yRphxyajRv56IS4Yaoe9mhDEXNuSFXyQXdl8YhuUSIECAAAECBAgQIPC0AhInQIAAAQIECBAgQIAAgfMFsgh5S5w/037PnHX/2Pr2M8uM9WX2iIxOF4AfsYIFzpE32bZY4PItmQABAgQIECBAgAABAgQIvBewR4AAAQIECBAgQIDA6ALbmGHTlZIRm1c9+vrUVVcu7KL+NuhaSrYPXHrvG8/RA6ccZaojBeB8CbYYZd6JB81n7sr8Xl5r+XrLmDiRq6bPdbc4NYBzBAgQIECAAAECBAgQIECAwPoFZEiAAAECBAgQIEBg3gJRnJv3Ame3ur0C8JVF0dmldWxBrfCb7bE+x49n0TSF8uoWx3vP70yuP2N+K7OiGQpYEgECBAgQIECAAAECBAgQILB+ARkSIECAAAECdxbIOsx+tCn2inLt8Mm23ZH62p7svcaTWfzNCL0u4s4ppusmxq193HnwCYc7IpVlzhYTru7uU2fZNgfNNvPLNvcvi7yq/+KNy3I7mkU9tvF10mJRC7dYAgQeJGAaAgQIECBAgAABAgQIECBAYP0CMiRAgAABAgsRWGIxbmLaIwXgiVc1+vTtldLayyaM+mnJ3wjo28sufVzvvkI96xWetOh9r3t6To7rJAECBAh8IuA0AQIECBAgQIAAAQIECBAgsH4BGRIYUcDP90/j3stnuRWg0z7O3kfgSQvAt+NN/4WV1dH92M8rV7l/zD4BAgQIECBA4LCAowQIECBAgAABAgQIECBAgMD6BWRIYHECyl0XP2VRAM63Qm7Rro/DpUU7ps3fykiV6V9n+4Xfwf5C7/xN23fh5UaAwKcCm1rLqSg+CBAgQIDA+QJ6EiBAgAABAgQIECBAgACBqwTe/Ww/yhXT11CuSuPii1o5Zr/9bKDW/7N+zfVYv6AuGcfOHzm+mMNd15WMbbeN9lvZdt/6tns5fq9E8vnY1pijj3uNOv04Wc+cfhVLWsHsv5ryn9aMJaHu1pqrbrE74jMBAgQIECBAgAABAuMLmIEAAQIECBAgQIAAAQK3CbSf7Wd720iuJnBMYPYFumMLn+T44QLwJEt57KT5j1DGNbO237rI9prrH3NNZpdxbLY81+JYn2mP96uLr+d5O09rZHYCBAgQIECAAAECBAjcJOBiAgQIECBAgAABAiMI+Pn+CKgTDflsNZq8IzhjIu67Tfu0BeC7Cc5yoKia9jf+Z3tqgflP8MfzUx3J1bbINfTbscQ1fKFlPoIAAQIECBAgQIAAAQIECMxJwFoIECBAgAABAvcS6H+eH4NlG82uQuHn+0lx50jh/T/reucpYrh46uLz3B7zXNXclNp6nqYAnL+h8Bot+8W2+SI/FJlQfPFnort/XvPASxzr/3J64iaLvO9i4vU88fRSJ0CAAAECBAgQIECAAAECBNYvIEMCBAgQIHA3gXc/249SRFQp7ja2gZpAqmbhN9t2bJy2lm3po4s2ouR+tDWi9LWnceY9Pmq+qLKcGW3J9njP68/kuBnXjzC3K9eVzaW643+dXLqiC/rnC30Ye5dmETjj3Rfjif57l0+92/4PY+p1mJ/AcwnIlgABAgQIECBAgAABAgQIEFi/gAwJECAwroCf74/h2wpa0fa1n5ijbkvJKI/8iPkfOd0j51pZak9bAN7EE/m0yecXjH+BU0EQIECAQBPQEiBAgAABAgQIECBAgAABAusXkCGBBwhkfTLjAVM93xR5n9+Ds57uucwqXsYEST/YeIzpUm6McY05S4Goes9yXRZFgAABAgQITClgbgIECBAgQIAAAQIECBAgQGD9AjJcssBciqBzWccIz+XKUlt9ATh/MyFj/6WwjSdyu39w1ftdqV2X79ReSt79WwJg1flKjgABAgQIECBA4AwBXQgQIECAAAECBAgQIDCKwKbufgZday21Ho5RJl7QoLWuwyVrMO9iQc/BcpZaY6ndS0Rz+ePsK7qyKRkl2oyuZilxF7WvL+2Gys1DsTtbbv66r7X2Y+S/JbXWsol11Lo7Vmst9/3YxnAZ0azkkc/YSlK5Io27v0CuWMMkl9z7C2OSJExKgAABAgQIECBAgMBNAk928fDboKf9XvDJnnPpEiBAgAABAgQIPEwg/3O7xcMmfbqJsgD8dElL+EqB9wXgKwdZ3mXxz1AXqeevJixv8eetOHPLKJHreVfMqleNf8cyZrUoiyFAgAABAgQIECBAYFEC8W1FySh9wbeWX33/fb+fu3VTy34sKrlbF+t6AgQIECBAgACB2QrUGv+tGjHbBZ6xsBp98mf8GbHpQWAxAvmazVjMgo8sNKqgR86s+XD/E4ArE4x/tbKu2uLKUe5wWSYxjENDxmIPHT5yzGECBAgQIECAAAECBAisRaD/bim+Jcpvemv5Wv7g9/9O+eUf/7x82Xx9+/M4a0lWHgQuFNCdAAECBAgQIHBvgf6/v2PQbKPpf/Fy+jpKrkQsVyDfkjlfURHxvd1y85hm5fm98DQzjz5rvCBKvjiG0Sa97pWS/1jlaDlyizbiY9s2+36bq4jccqEl2txdSORvU7yLhax7RcuUCgECBAgQIECAAIHVCeS3RrXrSvfDt/L1b/y18uu//0flaxcF4PhxVLf9k6XLDqvLWkIECBA4KeAkAQIECBC4u0D+Z/W7uPsMBnyoQI1KWMaHGlscj++l3tVyulL298tdP2KCmLP0EfP367rrBP36N90m2oz7jj3laJspJx937nxRjDPD/P8hW1bxtz1LueoW7ZiWAIFHCJiDAAECBAgQILBCgfjmosY38SV+QPCl/Fi6f/e3y8//7X+5bH/4VfzsYFM28cOM6LLCxKVEgAABAgSOCThOgACBxwi0GspjZnumWfI7mIwpcx6v9vYxq5wrIivMJdqPHRw5IbDiAvCJrPtTmXpGv7PCT/mPQMZyU8vV59d1xnKzsHICBAjMXMDyCBAgQIDAGgWi6FujwPv1W3yuP5bvfrYt//5v/f/L93/tr5Yv9VvZ1k350v0QmfshQiB4ECBAgAABAs8gIEcCBFYgEFWT7iUWnE2ttdRaz8gg+0Rkzmf01uW9wJoroO8ztTcQyB9yZAwO2SRAgAABAgSeTkDCBAgQWKVA/Hygzyu+5fm6raWLYvC3P/i98su/+W+VP/6d3yo//NEfRAG4li/lx+KDAAECBAgQIECAwDMIyJHA/QTaN1w54nA798eMR841Zh6PG1sB+ALrvBN1Hr9okC/0FscSiJ92lIzWL3/wUcsmj2UiLcq0H/kC3MQyc5X7K4nDJb0z9s/ZP0+g1tr/Jk2tH9scYRPHsxXLFNh2XTkVy8zKqgkQIEDgQQKmIbAugSjy5ls991G2u9xqKdvNt/KzH2r5o9/818p30ZZf/bz88q/3LW/BAAAQAElEQVT+f8vPtn87vtf4vrz1z2vyO5DigwABAgQIECBA4E4C+XOrHKqLn2Edizz/zHHMpR1fuk0rQxxt4+fTtdYPP8Neet73Wn+tm1JfI53a/pdS65dS8k/eZJye8PazNb9XytjEWFlriqlrRm5H1SnW2A2iRCVqF9H9hkf7OtjG1F18y7ZrY86Xf1NuGPrdpVmD2tZtfI+Y8e7Uonfy2Vp0As+7+HpB6tm3xQWXPaJrfOE+YhpzECBAgAABAgQIECDQBJ6jzW81fvndD6Vsv5Z/96/8pfLTP+7Kn/jll/K7/8I/W+q3L+X7774vXfzvTSOveNuzRYAAAQIECBAgQIDA7QKtMrHf3j6yER4nkN8rZTxuRjPdLrArAN8+jhEeKpBfaBnXT5p33WZcP4IrCRAgQIAAAQIECBAgMFeBbSxsW75sNuUXv/mb5eu/99fL1zj09VtXfvL7v1v++Df/pbL5kj+Cim6vj/391xPr2pANAQIECBAgQIAAgZEF8obRPg7M08WxjGg8LhLI71daXHThgjtnCTMj835cGnlHcMbjZhxnppQbZ+TJR/3sBRHf/be3Bpt8recuIP9Z3I9zrx30yyEGuzYJECBAgAABAgQIECCwfIFauu7L6z29tdRSfv8X5W/9P/+Z8m3ztfzw3bfyQ1SBf4yi8O/Gsfr7P48ecU0knt8idduvseVBYN0CsiNAgAABAgQIPEog/mv83VT9f3PHkSystYhdj7MFUjA7R1uzvhVt7q46Ms+MZ8j1/k/kygvAmd4wGuASXyy55kPRcnrftn9Ah23rkSJtW/v0AgAIECBAgAABAgQILF+g20Tx9ydlWzdR7K1lu/1Wfvp9Kd0/9Y+XX/7xb5du86vy46aWb1+iyLv5Urpf/aL8+H/4X5WffP9D+cXXX5Y//PqtbPPbreVLyIAAAQLHBBwnQIAAgQkE2t8wPdZOsKRRpqzx39LvYm+WOF26qAhn7J06uFtrLbXWg+ee82AvGKm3NjZLbmf7+Hj3XMcy9vfvv6KcZBvDRluyjc27P7JylnH3gScbcF3ZnMvYvxrjRZLtudfMpl+8wHPdGf0XeOzPZm0WQoDAsgSslgABAgQIECCwJoEo5n73Q/nV5kv5E9+68vv//F8of/Pf/NfLz376k/jhUSk1CsClRAE4voXqttvy2//qv1J++Zf/b+U3fvGtbLZfynbzy/47rOKDAAECBAisTkBCBAgQGF8gy7UtTs2WReBtdMz2VD/nDgnENzN9bejlXM06V8TL7vqazC0j8u6Ta22/c/9PIw9//wWfHnFz+vSazh565g4dW1POciFAgAABAkcEHCZAgAABAisT6KJ8+6V8K3/6V78qv/wX/z/ld/7i/6V0339fstgbn0rZRqE3vgWsXXzqtuXL9sfye3/5/1F+8S/8v8uf/sUflS/lh1JjjJWxSIcAAQIECBB4dgH5E5iZQPeynta+7GrOEph/5TwL+y3OSkmn0QSevAA8mquBzxWIf6+ya/5jvx95XBAgQIAAAQL3FzAiAQIEligw/H5huP52fBPl2z/1y+/KL/7iXyh//f/6vy9/8scfS4lib77dXn7bkdGuq7FTay2b8n357b/0z5Sf/5V/rvz0V5tSYow2Xhl8HDo2OG2TAAECBAgQIECAwCwFHrmo9t/M2bZ5czuj7Wcb/ymeTfyXd9/4dLEAwYvJzr2g0Z7bf+b98jvcmS/x2uXlPyt5a3iLGCdvjc9b4mNz7Y8+1SAYti3nFGnbU7e5lvZ2D+23Qobt1OszPwECBAgQIEBgZQLSIbBIgfjWpuT3Cdv4Drarm/4tm7/79rV83dby7csPpXz3Y+n++I/Kz//X/7Py1//yP12+fI1jX7oSXcsmvimKR8koZVtqbGxKLRnftl352fffl7/5F/6p8sP/7s+Xb3/4t0v5aS3b+i3GLuW7b1/iui8x96Z825TSFR8ECBAgQIAAAQIE3gQ2tZaMsveRv4SYsXd4tbv53+rvIjLN/3YeHotD/SP+c7xs4mS2/QGfjgq8+dXSxWttF6Vsy6bfL11+kxJxeISHHu2ieJpxz0nrppaMTba1lk3dlPqyXWst9/3YxnAZ0Zz5qLWWWj/GmZeP3m0z+gyTTdAdmPnQsQPdlnDollTqEhK0RgIECBAgQIAAAQIE7iuw3NHyW5io50ZBtitfux/K9svPy/ff/WH5Un5efv2XXdn+c/9i+Vv/6D9cfvdf/61Svv1YSl4QEY9y+qOW+H69fK1d+Rv/ym+Vv/3n/9EY6y+VX//+F/FDqe/Lr777Rek2P+/n/Mm3rqz4G+jTTM4SIECAAAECBAgQIDCxQJ14/immz5wzpph76XMW378u8imM4m+NhWdE40GAAAECBAgQIECAAIHVCsS3P2Xz5Usp9bvSbb+Wn3z5Wfnpt2/lZ7/4w/IHf+U3y2//4/+L8nf+wv+mlO//oGw2m/LdT76Lom7tYxMl4owvUeXNyDsNMr7UrmRsNrt+8bnUzY/l+5//9fJ7/+f/U/l3/rF/ovzRv/TPl5/84e+Vn/zwQ/lu89Oy/fEnZRuLiUdZ5IdFEyBAgAABAgQIEHiQQN4JmvGg6Z5omhq5ZkTzDI98EbV4YL7x7WLJeOCUo0y14l9gPvRFcOjYKK7zHvTlJxbzXqTVESBAgAABAgQIECBAoJT8Lu7HH38of/Dv/3vlh3/rr5bf/X/90+V3/rf/WPmr/8j/qPzO//1/Wbrf+2tl8+OPpX77RSnl9Dc7OVZGdPz4iB8sfNfHL8v2b/1W+Rv/7D9Z/rU//z8tv/NP/hPlb/7F/2P55b/x/4s1/J3yY8z18WJHCMxbwOoIECBAgAABAgTWInD0O5q1JHgkj2fN+wjHGYdXXgDO9FqERnwzX/I90WNzaY8aP8d4jTMW36caXw/Dtl2WIm1b+7QCEidAgAABAgQIECCwGIFv37Zl2/0Q692UuunKt+238vVr3ulbyvc/LeXnX34spdbX39LexPd9fZSye9ur2C8ZsX/oUfNO4E3JIcqmxkYXpeTux/JDzPWLaLuffle6n3wpX758iXm/FB8ECBBYkIClEiBAgAABAgRGF6jxPVTGOBPVGDZjE9+oRcTePR+57k18v1j7uH3kWmt8b1lvH+jGEe4vdeOCxrv8EPahY+OtwMgECBCYh4BVECBAgAABAgSWJfD169fyG7/xZ8pP/tP/+fKn/p6/v/zZ/+4/WP5z/+A/Uv7Mf/W/Vb7/tf9U6TZ/VxRrN6Wr8VOHeFycXX9NLT/Wn5QfvtSy/Y/+3eU/+V/775X/7P/wf17+3H/nHyj/4b/3v1F++mf/C+Wnv/br5du3bxcP7wICBAgQIDCNgFkJECBAgMBKBPrv2VaSy4PSeNICcBR+o5IfPx14EPM9p8m117LpdlFK7JfLP/LnIhmXX+kKAgQIEFi0gMUTIECAAIEFCmw2tWxqFF6770v3tSu/2G7LL//Enyq/9vf9V8p/5n/w3y//8b//v1l++MmfKXXzteRH13440H/ft+nvDO6//3nZzz4tsm8Xn75++VrqT3+j/Ef+6//t8uf+gf9J+ZN/73+xfP/rv1F+GcXn8rWUzdcfytevX0r2a9dqCRAgQIAAAQKzFbAwAgQIEHhqgc1TZt9+GLDY5GusvEVsehAgQIAAAQIEzhDQhQABAksW+BbfAv0YheBv9buy+fZr5cuPf6J8K9+V73/tN8rmv/T3lf/YP/QPlT/9Z/9c+aGLLKNvOfOXZWutZVs35T/0d//Z8p/4H//Dpfsv/z3lj38Wx8rPyk+//7vKl2+/Vn6MOb//EoPm2MUHAQIECBD4D9i7sx9JsquO4+fcrKUXdw+gMYOGYcQ2IITE8gQ8AGNjIcGYkXhAPPDgZ/gD4L/Gki173F1VcX1+UXm7onKJjIyOyIyI/Jbz1I3lxl0+kW3NrZNRhQACCCCAAAIInFQglmMn7W+Izs485gUngLUyr+IWNSN269eZ1esxdPumT6krrP7hhcatMCuzso5fVVyma9SWouNlVEMAAQQQ6CpAPQQQQAABBBAYTaCqsukp3VjWmOXK8uoxUqyTkl2ZPyR7cf3WXv3k/+zt1/9mv1itLClha8ksIntcFhE7z153d/dWVdf2/X/41l7+5H/t7uVNXdGrZO9SnIvw6O86sso37z16e3Y5OwgggAACCCBwiQLMGQEEEEBgS2Dfmmur4hEHtAZUVLEmy/nBqgiVOT+uD49oqrWqxl55rDHraK165MnIykWbti+ObO3Y6loNH3vNTOorATyToXYepneuSUUEEEAAAQQQOJ0APSGAAAIIjCuglZDHEq+ORlf18divy/j27vrBvv9P39jv/uDf7e5u/3I3fl5g0Zy9e/HK3v7ox/b6X7+1n3/iltVBtFe/oj3ViaN14jd268N8QwABBBBAAAEEELhcAWaOAALtAlpDtdf4mLPjtv4xI5vitftXxFMc7aBj0tQVgzZ6gsb0Y4dmnKBLukAAAQQQQAABBBDYJ8BxBBA4kYBWQW1dKalrVy/tp69f25u//4F99sNv7G795HDzE+LZsj083NvdQ7bP/vFf7De//mf7/6tru89XdfMpJ/OIeodvCCCAAAIIIIAAAggggMCjAN8PCCg9W0JV9WStQttzCo1ZMacx7xpr2nWQY1MVKP90muVUx8q4EEAAAQQQQAABBBBYugDzm5KAW/zv/o1lr+xn37u2F1//2D7/6k9jiG65JHT93iK7axZ1f+ePv4rk77f27ibZ7cODvby7tlRdmWm5ZfGl0s30q8BKxFFeCCCAAAIIIIAAAggggAACZxGIBdpZ+lWn8wsSwLO5Z/rpw66YzQQYKAIIIIAAAggggAACCCAwokA291/a6/fJbu9u7f3tjfl//Y/d335i966lbxV9V/bgK7PXn1r+z/+2X61WVj3cRuJ3ZSm7rSIB7EoWZzOv/3ZwXONmOVWPoW1bf1EggAACCCCAAAIIIIAAAgicQEALsRT9RBnrtNgY4aX2FSM0faYmlzWbMyGWbk9T6icRjbDYPk3H9IIAAggggAACCCCAAAIITFvAcyRurY7I59rdmxv7/Jv/iOTug109rB6jerBPf/iN3fz223o1lc3q+m6R7I3w2HOLL51QEW1GUb/0dHGdDK73+HbJAswdAQQQQAABBBBAAAEEFiawXgMuZVYkgJdyJ5nHuQXoHwEEEEAAAQQQQAABBCYkoL/7a5EFvv2rvzb79Auzq2t7X2VLn31pb/7m76x62L2697jG9RTwei7aX29SIIAAAhIgEEAAAQQQQAABBBCYvECa/Ah7D7D+zHbvq7kQAQQQ6C5ATQQQQAABBBBAAIGpCShx++L9jemJ3d/62x/Zdy+riGyfxHa+Mbv67iqGzLoxEHghgAACCHQWoCICCCCAAAIILFZgYcvDtNgbZbpTbdOrYuqKKDq8XH8zKiVL7ubuHa4Yuor6jPDdn1Lf7E3VFOV4oL5qGQAAD4dJREFUisukkaOJZpTzlAgggAACPQW4DAEEEEAAAQQmKaBlW/aV/erW7MVf/oHdXccwb17Zi7/4c/v51a2t8ktL5qY1nq2/ciyislemiKWT+fpJYJVeRe0S6/oUCCCAAAIIIHBBAkwVAQQQQOCkAu5u7h5rNrM6Recqc33MPXZsyC/lCxVDtnnettJ5u59h73mGY2bICCCAAAIIIDCKAI0igAACCExboIqEboqk7dWL37DXn/+hvf3yK0u3byOxu7JKPy9QPJvCxoJPu+tQ1RLPLmEHAQQQQAABBBBAYPECTBABBM4toIXZuccwr/5JAM/rfjFaBBBAAAEEEEAAgWkIMAoEEJi6QGRr88psZddmV2/s9ss/s+sv/sTs+hNb5Wur4py7f/j0uLtvzUhH6qd/t85wAAEEEEAAAQQQQAABBC5EgGl2FKjXT1FXZRTmkbNVaHtOoTEr5jTmXWNNuw7O/1i8q0yPaivmP5tjZ8CveD5WjPoIIIAAAggggAACCBwjQN05CNSrQo81YU7mq1t79eVX9uL3/sjevb83/UCiSvdmOt8M2/5S3e2jHEEAAQQQQAABBBBAAAEEENgUGG/9NF7Lm3N4vj/fvTTfoe8aeb3EjxMqo7iwV0n8Xti0mS4CCCCAAAIIIIAAAgggsCWgHw/oU9vZ3e5j47tPv7CHL37fqtW95djPXpnnKq4rEetIXRRHWl+cRAABBBBAAAEEEEAAAQQuWiDWTh8ewnxcT2ltpTDTuaFxtFBTREozRwzcfCwPLUW7XsfAjZ+xueGlzjiZpzeW3mB606kcf0BT60F/y6rE1MbGeBBAAAEEEEAAAQQQQACBUwlowasEcJXv7NWb79nV7Y2lVbYqkr9JyV+t9K2sG1VWZnHO+EJgjwCHEUAAAQQQQAABBBBAQGunfQpt5/Zd03Zcid84P3Sz0eTSX1oPL3CO5Z1QyiVOMd70OaL+5WULnN98psRIEUAAAQQQQAABBBBAYNICWhdmS2llq9XKco5tHdKYWVNJgUAAgW4C1EIAAQQQQAABBBA4IKDP2JY4ULXD6RR1yIMFQq+X9HpdyEWnEtBPJkps9qk3/uYx9hFA4HQC9IQAAggggAACCCAwC4FYUm2vnraPzGIuDBIBBBBA4AwCdIkAAggggAACTwJta6m2c08tsDW+AAng8Y179lDFdYr4SUX9K8nWpT6hruDJ3/DhdUhATze0RZWzKQ61w3kEENghwCEEEEAAAQQQmJxArrLtijJQ19900k7Ue4iysqgf/02cY42V9Xd04rwp4hwvBBBAAAEEEECgFuAbAgj0Fmj72XSXc7075sKRBZTkVXpxV7jF8qo1ug6uvEeUw9B2lWMFl8saTjmzri2119N49WeCskf7mlp79dmc1d2ZzWAZqAT07lNom0AAAQQQQACBcwjQJwIIIIDAjAV2/Zxg17EZT5GhI4AAAggggAACCAwjQCsIIIDAXAUWmwBWilQx1o3xnMyriLE6ONiuZqfYV1HnSuyrw3EEEEAAAQQQQACBIwWojgACMxeoV0mR8PUIi3VdHTOfE8NHAAEEEEAAAQQQQACBwQX2NJjN82PsqcDhmQvoiWDFzKdhae4TOM/440cG2c74S5ijcythLV8xzpaznEIAAQQQQAABBBBAAIFjBKi7FAFWSku5k8wDAQQQQAABBBBAAIFTCpS8TLM8Zf/T72vYxKn+TKpC3qee+/z7W0wC2OP+f4gB7ovepM9DPyJQJEtxQlsDdNPShG6NQj2VUPX1RLcSwKVOs1R9AgEEEEAAAQQQQAABBBBA4KMFaAABBBBAAAEEEEAAAQQuUkBP/Car9jz5Gzmbi1PRnKuY9VM8/v3cKjJXOhenGq8Pubs4pe3GqY6bulB9RRn3oeNFR1ZTPk5x5GUTrr6s2WxC672weeyj9pVcfWrgNFvqU7HRm/6VKOKf09MZ1SvxdJQtBBBAAAEEEEAAAQQQQAABBBDoL8CVCCCAAAIIIIAAAgiY8jHP8jJKQpW4JB/NeXu+OprDR+X22T5HlPRVlBZL2aetDteM3HyHEQxaZbEJ4BQ3aszJeU6mGPRuHNNYjkSvYt8votY5xTFtUvcYAeoigAACCCCAAAIIIIAAAggggMDyBZghAggggAACCCCwUyBynZEn2nnqIg9G1qr2UDkMQIpmFMO1GA1ezEtyC5rs+k0Qyd9xJlUaXvczTicbrapPxcbheveU46g75BsCCNQCfEMAAQQQQAABBBBAAAEEEEAAgeULMEMEEEAAAQQQ2BbYn5vyfQ8tbjfS44j3uOaIS0Zu/oiRDFJ1MQlgPeya3eOtlW3oSSn9Wnk2hefoI2IQ/dZGqjirUO8l4lDM0Or+XTsRKkvEbnl5XKMo+5QIIIAAAsMI0AoCCCCAAAIIIIAAAggggAACCCxfgBkigAACawGlZOpsTaRiIvNSp2h0rMS62gUVAVFn4pSNewz/8Ftz/fEp4IBSikqxD8Y96u6IUt/98XzyZO4rSxEq3R+Pl3rDlLrDimFam0IraQqDGHYM8a4atsHt1k7QxXanzSPe3Intzf04xAsBBBBAAAEEBhegQQQQQAABBBBAAAEEEEAAAQQQWL4AM0QAgZ4Cg+fP1vmvwdvtOb8ZXbbABPCM9D9qqHrTl/iohrgYAQQQQAABBBBA4LAANRBAAAEEEEAAAQQQQAABBBBAYPkCLTMsORmVqqbSzfUosHYJ80ENlMJUi4pBG25tzCPZrGitNIOT0pvBMBnic4F491kznp9lDwEEEEAAAQQQQAABBIYUoC0EEEAAAQQQQAABBBBAAAEEJLCZjNzcVx1iGAH9SuZ1LuxkzMOMfAqtkACewl3YOQbdGoXe1SVUMd7s9UcPotRuHc3t+gDfEEAAAQQQQAABBBBAAAEEhhCgDQQQQAABBBBAAAEEELhwAeVoSr7GTCmaZlh8lf3YvICXclJKzu6KbHogui2OA1JfJaI/jziugYO1de/S+m8Ya/vgBTOpoHfsTIbaZ5j6R9nnuvZrTntWc1Ds67W88VXuq8NxBBBAAAEEEEAAAQQQQAABBBA4VoD6CCCAAAIIIIAAAgggsCnQlo9qO7fZzqF9tRVRZ2WjPFSd888ElpsAjmx9/TGDZ9Ptt6P0a2q8t5qfXOjX4rFXqXNF9+s0XkX3K6jZUYBqCCCAAAIIIIAAAggggAACCCCwfAFmiAACCCCAAAIIdBIgF9OJqUclZecilJTrcfWlX7LABHC8GQb+M9PlTaKWy/bpymbit7ndMoKO1Vpa4BQCCOwU4CACCCCAAAIIIIAAAggggAACCCxfgBkigAACCCCAQD+BZiatud2vtaerhmzrqdUlb804AawsZ2Wen0eO5G8csSreC4q+N09PlD9Gij5SNONRuuXHg7FfrSOKUV6l/Rytr+ND3xbj2I6oWL802nqDbwggsGiB5G5tYXwNK0BrCCCAAAIIIIAAAggggAACCCCwfAFmiMCAAu6RV2iJAbuaZFPuS5m/cjTK2ah8ys0U9GYuqqRxVJbziy/rycpG2am457GpQ561nSK39jzMUpAootjxcndzj3xczpYjqmgvUoH2WD4d33Fpr0MxzMgpVpF3U/RqYpIX7Ree5HCbg4o73twdfdujB0UUduq+1SeBAAIIIIAAAucSoF8EEEAAAQQQQAABBBBAAAEEEFi+ADNEAIE+AsqZKfpcyzVjCcw4AXyIRFNTHKrX7bw33rtPn/Podu05amm8inP0TZ8IIIAAAggggMCCBJgKAggggAACCCCAAAIIIIAAAggsX6DzDJV7UXS+gIo9BZTjU5SHM3s2c+RleiJYceRlk6suuckNqtuADt1wpWkV3VpbWi29ORVLmxfzQQABBBBAAAEEEEDgdAL0hAACCCCAAAIIIIAAAggggEB3AeVlSnS/ipq7BZTjUzSe0NxdcYCjy2ti5glgDb8Z5QZ9/Juh/ANtlqV19Xgo/Vzq9i/Vi0I9raMMJhrVp0s2Iw7XL/1zqDf4hgACCCCAAAIIIIAAAggg0E+AqxBAAAEEEEAAAQQQQACBEPDIzaScTKXvST9FFVNE9Yt/yaEtjgcKdFfmK0pTeXwLh69IUUURxUJey5pNuSn6F6g3g8pybIDyPE0o+Vt6bm6XYzvKqFatY8dZDiGAAAIIIIAAAggggAACCCCAQIsApxBAAAEEEEAAAQQQ6CNQcjMq+1zPNU0BJXsVSvzqeCm1PUKM3PwII25tcpkJ4A9THu9uRX7VFB+6GnVDPSlG7YTG2wU4iwACCCCAAAIIIIAAAggggAACyxdghggggAACCCCAAAIIzF5g4Qng2d+fmICS2IrYfPYiIfyMgx0ERhWgcQQQQAABBBBAAAEEEEAAAQQQWL4AM0QAAQQQQACBoQV2ZbiG7mOQ9haWduuQAFaVthiEddKN6M2px/X1oLnu/2l+s7R6U6j3EmKKEWTdjyjrZ5Cbpc4TCCCAAAKDCtAYAggggAACCCCAAAIIIIAAAggsX4AZIjCCQM7Z2mKELmlyBIEcSaHKK1OZlZJZ96HtEutDliKdU6Icu+QyOEyhbFcwmqKrhyc3RVLpbsmT+Xrb3W3YL41QMVyr7m7u2zFcD+0tpfbTcz/rw09A79ThW+3ZouZXomcTXIYAAggggAACewU4gQACCCCAAAIIIIAAAggggAACyxdghggggMDSBFoSwDqlmOOUIymqp2T10Ys5Dn+AMfMJkwEQaQIBBBBAAAEELlmAuSOAAAIIIIAAAggggAACCCCAwPIFjp6hUk+KxwvzUU+1Pl7D9ykL6CllxZTH2GVsc83wts8tt59e/NlLn//ibzATRAABBBBAAAEEEBhXgNYRQAABBBBAAAEEEEAAAQQQOCSgZMyuOHQd56cjsNyRNBLA2mzG1Cetf1T6fdzNKGP2srHYUp8u2YwyWd3Fsk2JAAIIIIAAAggggAACCCBwhABVEUAAAQQQQAABBBBAAIFnAso5KfOi0uonfvWEqOcc29nMcl1qX9uPEYd5zUJA9zLlFPdQMYshdxpk6lRrkpXyyUZFRwgggAACCCCAAAIIIIAAAgggsHwBZogAAggggAACCCCAQDeByFEpc6iIBHC3a6iFwOkE9ieAI9ttitONZeCeNDXFwM3OpDlf/3/PTIY75WEyNgQQQAABBBBAAAEEEEAAAQQQWL4AM0QAAQQQQAABBA4I6AlghapFuf41rcliW4eIBQgk09PAirlPJs19AowfAQQQGE+AlhFAAAEEEEAAAQQQQAABBBBAYPkCzBABBBBAAIE+Akr8KvpcyzUIjCvwawAAAP//tPbWYgAAAAZJREFUAwA+JwxpA08iaQAAAABJRU5ErkJggg==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637119" y="6069868"/>
            <a:ext cx="14877288" cy="4754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altLang="en-US" sz="4400" dirty="0">
                <a:solidFill>
                  <a:schemeClr val="accent2"/>
                </a:solidFill>
              </a:rPr>
              <a:t>Модуль</a:t>
            </a:r>
            <a:r>
              <a:rPr lang="en-US" altLang="ru-RU" sz="4400" dirty="0">
                <a:solidFill>
                  <a:schemeClr val="accent2"/>
                </a:solidFill>
              </a:rPr>
              <a:t> tts – </a:t>
            </a:r>
            <a:r>
              <a:rPr lang="en-US" altLang="en-US" sz="4400" dirty="0">
                <a:solidFill>
                  <a:schemeClr val="accent2"/>
                </a:solidFill>
              </a:rPr>
              <a:t>голос</a:t>
            </a:r>
            <a:r>
              <a:rPr lang="en-US" altLang="ru-RU" sz="4400" dirty="0">
                <a:solidFill>
                  <a:schemeClr val="accent2"/>
                </a:solidFill>
              </a:rPr>
              <a:t> </a:t>
            </a:r>
            <a:r>
              <a:rPr lang="en-US" altLang="en-US" sz="4400" dirty="0">
                <a:solidFill>
                  <a:schemeClr val="accent2"/>
                </a:solidFill>
              </a:rPr>
              <a:t>ассистента</a:t>
            </a:r>
            <a:r>
              <a:rPr lang="en-US" altLang="ru-RU" sz="4400" dirty="0">
                <a:solidFill>
                  <a:schemeClr val="accent2"/>
                </a:solidFill>
              </a:rPr>
              <a:t> (Text‑to‑Speech)</a:t>
            </a:r>
            <a:endParaRPr lang="en-US" altLang="ru-RU" sz="4400" dirty="0">
              <a:solidFill>
                <a:schemeClr val="accent2"/>
              </a:solidFill>
            </a:endParaRPr>
          </a:p>
        </p:txBody>
      </p:sp>
      <p:sp>
        <p:nvSpPr>
          <p:cNvPr id="5" name="Text 1"/>
          <p:cNvSpPr/>
          <p:nvPr/>
        </p:nvSpPr>
        <p:spPr>
          <a:xfrm>
            <a:off x="1325969" y="7309623"/>
            <a:ext cx="14868144" cy="16184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457200" indent="-4572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3000" dirty="0"/>
              <a:t>Что</a:t>
            </a:r>
            <a:r>
              <a:rPr lang="en-US" altLang="ru-RU" sz="3000" dirty="0"/>
              <a:t> </a:t>
            </a:r>
            <a:r>
              <a:rPr lang="en-US" altLang="en-US" sz="3000" dirty="0"/>
              <a:t>используем</a:t>
            </a:r>
            <a:r>
              <a:rPr lang="en-US" altLang="ru-RU" sz="3000" dirty="0"/>
              <a:t>: </a:t>
            </a:r>
            <a:r>
              <a:rPr lang="en-US" altLang="en-US" sz="3000" dirty="0"/>
              <a:t>библиотеку</a:t>
            </a:r>
            <a:r>
              <a:rPr lang="en-US" altLang="ru-RU" sz="3000" dirty="0"/>
              <a:t> pyttsx3, </a:t>
            </a:r>
            <a:r>
              <a:rPr lang="en-US" altLang="en-US" sz="3000" dirty="0"/>
              <a:t>которая</a:t>
            </a:r>
            <a:r>
              <a:rPr lang="en-US" altLang="ru-RU" sz="3000" dirty="0"/>
              <a:t> </a:t>
            </a:r>
            <a:r>
              <a:rPr lang="en-US" altLang="en-US" sz="3000" dirty="0"/>
              <a:t>обращается</a:t>
            </a:r>
            <a:r>
              <a:rPr lang="en-US" altLang="ru-RU" sz="3000" dirty="0"/>
              <a:t> </a:t>
            </a:r>
            <a:r>
              <a:rPr lang="en-US" altLang="en-US" sz="3000" dirty="0"/>
              <a:t>к</a:t>
            </a:r>
            <a:r>
              <a:rPr lang="en-US" altLang="ru-RU" sz="3000" dirty="0"/>
              <a:t> </a:t>
            </a:r>
            <a:r>
              <a:rPr lang="en-US" altLang="en-US" sz="3000" dirty="0"/>
              <a:t>встроенному</a:t>
            </a:r>
            <a:r>
              <a:rPr lang="en-US" altLang="ru-RU" sz="3000" dirty="0"/>
              <a:t> </a:t>
            </a:r>
            <a:r>
              <a:rPr lang="en-US" altLang="en-US" sz="3000" dirty="0"/>
              <a:t>в</a:t>
            </a:r>
            <a:r>
              <a:rPr lang="en-US" altLang="ru-RU" sz="3000" dirty="0"/>
              <a:t> Windows </a:t>
            </a:r>
            <a:r>
              <a:rPr lang="en-US" altLang="en-US" sz="3000" dirty="0"/>
              <a:t>речевому</a:t>
            </a:r>
            <a:r>
              <a:rPr lang="en-US" altLang="ru-RU" sz="3000" dirty="0"/>
              <a:t> </a:t>
            </a:r>
            <a:r>
              <a:rPr lang="en-US" altLang="en-US" sz="3000" dirty="0"/>
              <a:t>движку</a:t>
            </a:r>
            <a:r>
              <a:rPr lang="en-US" altLang="ru-RU" sz="3000" dirty="0"/>
              <a:t> (SAPI 5)</a:t>
            </a:r>
            <a:endParaRPr lang="en-US" altLang="ru-RU" sz="3000" dirty="0"/>
          </a:p>
        </p:txBody>
      </p:sp>
      <p:pic>
        <p:nvPicPr>
          <p:cNvPr id="6" name="Image 2" descr="data:image/png;base64,iVBORw0KGgoAAAANSUhEUgAAB4AAAAIVCAYAAAAwMeKRAAAQAElEQVR4Aez997Mlx5XnCbrn7yN2unu6S1BUUbMoAZCE1gAJEIIAQa21rmJVdffYjK3t2pqt7f7VnTGfz3H3uB5xI654Kt/LjIB//ejjx0+Ie1/cSta9rz79pWEdX8b22CK+9vTjw9eefmL42jNfCTwJffLZrw5Pjfja8NQzTxY8C332qeHp53o8iSy+FvSZ558cCp6CPj08+8Iz4NnhuReeHZ5/8bnh+ZeeD7wAfeHlF4YXG16Bf+XF4aVXwSsvDS8FXoaKV4aXXz2A114dXgm8BgWvvza8+vXXL4RXiH3ltddKngX68quvUYt4HTrFS6+8Rr2vXggvvvwKvVjGCy+9PLzw0kv07cU9vPDSi8MLL7xwYTz/POej4rnnnht2eHZ49lnO3bNPD88Enhqeeeap4WmuhYannubaeGodTz711eHJJ1fwta8MT361gevvK4fw+PDVJ8Rj0Mviy+QQX4Lu4yuPf3G4KJ547AvDKr5M3i9/afjKIr44PPElYr/0eegCvvi54YkvdEB+fAWPoQ986XPDl8GXvvhPwyq+8Nnhi+Lznxm+uIAvfO7TwyF8/p8+Nazis58cPv+ZNXwCm/g4dIrPffpjw+fFp/5x+FzFP0EbPvupfxg++0nx0eEzn9zh05/66CA+9cmPDKv4xEeGT18GH//w8KlT8LEPD5/82IeGT/4jkIJPdPg4/Mf/8e+HjwGp+MQ//P1wEXySOPGpj/790ENdwBouiE9Q30Vq+sQ//N3wiY+Cj1w3/nb4xIf/dvj4h/9mFR/70N8MH/vQfzkJ//j3/3lYwz9g++iH/vOwCGwf+fv/ffjI3+3jw3/3n4YP/634j8OH/kb8B+j/VvC30v/H8Pd/A/7L/zr8vfgb6N/8L8PfB/7n4e//8/+0ir/DFvgv/9Pwt2fi7/D/u//yP7PORfC/DB/6W/G/QhfAHj7Mnj78N//bMMdH0H2EfX/0b//DsIi/+Q/DP9Cnf/ib/wTt8R+R/+Pwj3+7jo/93X8cPka/l/Dxv/9Pw8c5R5/40P8+NHyS8/nJD//n4ZMf/i/DJ7lGPsm1EuCa+pTg+v0U+GSHT8Avg/v3Iw1/NzSfT3IfiLg3uS8+Ffjb4VP/UPHRvx0+vYq/Gz7D/f2Zf/gQdB+f/eiHhn+qkP9s5yf/2X/88DCCZ9JnP/aR4bMfX8Y/feKjww7/MHyOZ+znPvmP0H18nufxFz71sfKc9ln9mekz/PNN/ix68U886xs+94nhC5//5Igvfv5TfAaJTw9f+rz4DPQzw5f5PPry5z8L/ezw2Bf+acTjfL41PDH7vPzKl7/A52vBV+G/+tgXh4av8bn+5BNfGgq+DP3y8NRXHlvF0199bHj6q4+PeOZrTwwFjw/PPgmeWsZz6J/jO/VzTz82iOehLzzz+LCPJ9A9MbzI9+0Xn/7KcBxfHV56Zh0vP/u14ZXnnhxeff6piieH1154cnj9xaeG1196avj6S08PX3/5meEb4I2KN19+dvjmK+K54a1XnxvefvX54e3Xnh/eef354d2vN7wwfOuNF4f3Rrw0vP+meBn68vDtb748fPDWK8MHb78a+A70u++8Nnz33deH733r68P33/vG8IP33ljED99/Y/jRt98cfvTBNwM//uCt4ScfvDP8+DvvDD/5zrvDT777reGn338v8LMfvD/87IfvDz//4beHn//og+EXPwY/+e7wy59+d/jFT78H/cHwq5/9qOLHw69//pPhN7/4acEvob/82fCbXzX8fPjtb34x/C7wS+ivwG+G3/0a/Oa3wx9++7vhD7/7fYc/DH/4rfjj8Mff/XH40+//NPz5D38e/hT4y/CnP/5LwZ/+Zfjzn/464i9//tch8BfoAv6M7hD+hP1Pf/7rcC7+SMwfqeUi+ANxf/jjPw+/vyB+94e/DHcNv/39n4cL4Xd/Gn4jfvvH4Tc3jF+z3q9/84eh4mT6K2J+9evfD7+8AIwzfr6mOm1jzl/9bvjFr35b8RvoEn49/OLX4lfU8qvhF7/85fDLFfziF78YVvFzbD/7+fCLn/0s8HNow8/gJ/j5z4afgZ92+Ak+P/nZT4dV/PQnw09+sowf//jHwyH86Ec/Gtbwwx/+cGj4wQ9+MIjvf//7w/d/0PA9ePFdKPj+d4fvff87ge9+74NhD9/9YPjOd789fOc7O3zwwftDw7c/eG/49rcL3v/2t4b33//W8N777w7vvffu8K333gm89613BvE+tOG9d98eGr71zlvDHO++/dbw7tvfHN55q8ebw9vfnOKtN98Y3nrzGyO++cY3hm++8fURb37j9aHhDd7dvPH114aGb7z+6vB13u/s45Xhdd4LFbw8vPaKeAm6w6svvzS8+vKLq3jlpReGOV5+8YXh5RefD7z0wvPDSy88N7z4/BKeHV54bo5nhud5b/LcM08Pz/G+5NmnnxyeferJ4Rnek4inoU/zXkQ8xed+w5NPPTE0fO3JJ4av8X3ja7wjafgq8le/+sTQ8BW+m3zlK48PT/AdJvDEY8MT4PHHHxsef/zx4bHHHtvDlx97fPjSlx8Djw9f/PL5+MKXHhvuMr7o3unBlx9/Yvjy418dHnvia8MTX31q+MpXnx6++rVnhq89+ezwtaeeCzz51PPDk0+/wHvPl3j/9crw3POv8Q7u68NLL78xvPLqN4fXXn97+Po3vgXeG77xRsP7wxtvFrz5zfeHN996f/jmW98e8dbb3x7eevuD4e13Phjeefe7w7vf+t7wrfe/P7z/wY+4d38yfPf7Px2+94OfDT/44c+HH/zoF8MPf/TL4Uc/Fr8afvyTHX7y098MP/2Z+C3PM/CL3w0/F7+EBnz2/m74Jc9hn8k+m31G+5nh59Vv+cz6HZ95v+ezeu1z3u8Afhfov0OM30P4XnLoe8uf//nfhr+If/n34S8V//zX/zo0/AU+8K//dfhL4L8N//xvBX+Bij9DxV/+/b8N//Lv/30Rf0X/13/778MS/hW9+Ld//e/DGv71r/9tWMd/xfbv+/hXdf82/PWv/wr+OsG//Mu/DP8S+Mvwz/8C/vnPw1/++U/7+Mufhj//5Y+L+NOf/zD86U87/PFPvx/++Md1/OEPvxt+/4ffDr//Pfjdb4c//O43w+9/++uKX0F/OfzutyC+6/5i+B30t7/++fDbX/8s8Jtf/5TvxT8J/PaX0F/+mO/MP+L78w6/+vkP+V4tfgD9QXzX/sVPvj/8/MffG3724+8OP/3Rd4af/vCD4Sc/EN8efvz9bw8/+t77ww+/+97wg+98a/j+d94dvv/Bu8P3+G7/vW+/PXz3ffHW8J333ho++NZbw7ff/ebw/jvfHN57+83hW2+9Ab4xvPvNbwzvVLz9za8Pb4k3Xx/eAm++8drwxjdeHb7x+it8LrwyvP5awWvQV199eXiF3w5e5pn/0ssvDC/xfH/R3xoqnoc+z+8Qz1U8y+8Se3j+meFZ8dwzvA/fh+/Fn3nmGd6Hn4tneaf+3PDcs8+DFyZ49tkXhmefA8+LF1n/fDz3wkvDxfAyceIV6BG8iP3FV4fnXtrh+ZdfG0bwG8jzr7w+PP+q+DpUfAP6xvDCa2+OePH1N4cXX//miJe+/tYgXv7G28PLb7w9vPLGO+Bd8K3Aq2++N7zGM/X1b357WATP2a/zbP3GO98Z5ngD3Zs8b9/keSu++a3vD9987/vDWyN+MLz1/g+Gt9//YcWPhne+/WPwk0W8+8FPh1V852fDu9/9xSLe+e7Ph3ewv/2dnw6L+C767/1sePuCeOf75F/Au+i+9YNfDO+t4Fvav/fz4Vsd3oV/lzre/e7P2MvPhneg77S6P/jJ8NYHPx7eokdvvvfD4c13fzC88e73hzfe+T69/97wjbc7vPXd4evf/M7w+hvfHl55/b3h5dfeHV565R1+63qbz9O3hhde/Ca/Xb05PP/8G1z/r/P70qt8D3p5+NqTL/KZ/Dyfzc8Oj3/lmeGxx5/ie8tXhy9+6YnhC198fPjcFx4bPvf5Lw//BD77uS8Nn/7sF4ZPffpzwyc+9U/DJz752eHj4GOf+MzwsY9/evjHj31q+Mg/fGL48Ec/PnzoIx8bPvThf1wH9g8LfD9KjLHmMu8nP/354VOf+cLw6X9ivc99efjM5x8fPvelrwxffOzJ4UtPPD089tXnhq88Rd3PvjI8yfeFp1/8+vDcK29yzb/Ftf0u1/G3h9ftzbv07L2fDG9/8PPh3e/9cnj/B78ZvvPj3w3f//mfhh/96p+Hn/7mr8PPf/dvwy//+N+GX//p/xh+85f/c/jdP/9fwx/++v8c/viv/6/hT//2/x7++b/+f4a//h//3+Hf/s//3/Dv/9f/f7iXtuMR7sC29a0DWwe2Dmwd2DqwdWDrwNaBrQNbB7YObB3YOrB14OHvwLbDrQNbB7YObB3YOrB1YOvA1oGtA1sHHqUObD8AP0pne9vr1oG+Axu/dWDrwNaBrQNbB7YObB3YOrB1YOvA1oGtA1sHtg48/B3Ydnh2B3JOKfNfunNHvnMVbwVvHdg6sHVg68DWga0D0w5c/NN8Grn9ADzt6yZtHdg6sHXgkejAtsmtA1sHtg5sHdg6sHVg68DWga0DWwe2Dmwd2DqwdaDvQE45ZxSikJxySuoa0oM9qObMAnKax+SUpznY20wztW/S1oHb2oG4cGO6rRVudW0d2DqwdWCvAz61RKqfx3wMp3LkFHwu0rlzTjk5ygSfUjrhB+ABt0uOC6cY0smhJzteci9b+NaBrQNbB7YObB242x3Yqt86sHVg68DWga0DWwe2Dmwd2DqwdWDrwNYBOuCL1pxzylmgSNIMk+GCFAr7QEdO1MHEnA4duLCV4gFf3EdmJ4ZHRhYhbNPD2YGHeleZ3Xm9S2F3Y/udYNeLjds6sHXg9nUgHlw5FZKTTM5ZUvjEgZwy9JyBfyYoQnOS4wfggSfiBTAQEz/PQhNgpELRRkooP9/CMqdqC6IADg2jmt088FVVSeQMPibyhkv1hd/G1oGtA1sHtg5sHdg6sHVg68C8A3dQrt/17mDlu5JP2APfzfEvM8yDGyfUOi3OmsVUe9ukVmGjt62+rZ6tA1sHtg7ctg5sz8vbdkbuQj3zLxHKp+JB7u+Eq503qSd43cwmopCYJuu1Tk+UCHuevUJe4LeNm+xA3/Sev8ka7v5aS53zPvD3ifJLweX3uLTG5bNeIkPZIAlkTkHzISR+TZGeC3OcG7P5bx3YOnCsA+X54pz5oXbfO++rztDUaMi9+CGXX2+vg+4euPWHWdbxARzkSLmlHpx8xhAQGaDm1CYVmqXmxZsRnlBHzytv2DqwdWC1AzwQmq1jm+pkmvNlok9e5kodVyvmAbNqu9IKDiejDBzKDLONy3aAk5oXP1ovm3g/Pu+rztAQzSgBI1PENi+p7+Q9uLSRtslj9DKxx3Jv9gffgXp+fQQOjYcqP/jijlZApTsfa+7QbNIcz6RcJx5cvwAAEABJREFUfaVzVJPxlb0QOSMon7SWdbakPd90d5DO9u2uxB3cyVby1oFb2wHvKWGBjcrfWcyeG3d2HyuF958HPb/ivqkf2Q7w/m28F+QFb+rQ1Vd58epulb/wDxMPvuE+x+JPMJm9cmjAnu6IIvLEFI5yIoSFqazAbHMX7A+9iq3f/T16hsXd38nSDtrOGl3yOazbRca9dtg5niZeFuKI62huKzQ6GmDmupBXkq+oyXL6KDnKvBTlrX4ueBrXZ7DP5vMQDV0q5Ap1ez1d3/4VrvoIpKpbjP5Wvidr+t5n46+nA9F7HmiMJFIKTUojTYePeo+UKGexHHLvPk+Mi2K4P6T7wB9kRcsjT9ryYOnsA0+MYoPDofAWpsyjiMLVqVkC5lEtL1ykUEzkZIlIZJ6i73Ljcn1jrcnqxfWtvGV+dDuwdGWpC/D0YMRjQ2qX1EvnaHb14YMiqIo5mg2aloB/zjllaQVkN7DthBmnzcCZuoirhmK+5BwvM3xodBhXDB1TPGPOo/EsIu4ojYfXbhOswuPN5xcc8Zrhdg53mLOve7jpzVFA5ioV81Z6GSZspyMtHiVPWsykMicOpx5VpV1oSiaSkWIPuafyI3REaL6w/QhrTClJzoEROZ8T0fsmDmXIbGQrySqz3B52Frk5iMnqYpLpkMmVO/lhZx/mvbq3zPn0HBaaZasm2Fs0WVuDZTV+Tn2uq5MGcM4H9pTbD+D4XcfINWmjio1vVN0jAz6Xxn3DPwz73vawdeC2dmC8125rgdR1F2qkzKsdPPvavqUZuS2g3PiNPhwdaH+v8kfowobK36XNZ5mWMDyXUxTz+hzXV0zrPtdgiT9vzszr9Z/rd7acc0oiZf6DTRwZhBSvJxXOguGm3CGn4GdZsnJMrCMPcvI/GGgCOT38R9uj1OdUj/Yd+3Z2ISq+naVdYVXu0vMQ9JJ5czZLTjkXpGzCmGQKfH8m5+Ok8cqnwjh8zeq1BFuGuSokRVnm8txj1gDgMDgD5ZNACI3y+epDlBDILh6BsZP1O4bdkwGOffX+rnYqWHV1bQxH04zr6kkdVBMjYpWFNgFv72U3XG0H7Osc4wr0feQ35po64J1UUnseEs8xpZwzbE6JkeDT7FCdUpl5RDgC9SZK06P6VWUjB/4FMGl42jC4HykQZrxh4VGymFeHNtPBh77EMYcdra46BNUlbDCRTy+doOHEhInZQW5ImKGOwpdZuUGNaHJQEhWdM2CE/tommzxHW0x94ze6deCKOsCDIeecct4BIQWSR06Fz5AcfM45+Jx3FEPomGDRJ47OnjO6Bkz65dzp5BMyNucsVbeEYzbzLMVFUoKvcbQlGt0ttXsW+Rg5GTgyfOSdjrZoBBZBVhTpbs/2dm0Hh2xrMefrXaWC64zLjaE8zRQm1MdpTjkvI6WiT9jnyLnYcu5okk8cUHmQtIcmyQJt8tA8pxl71aUEr7yAtKBznZNwIO/R+OVYynEkwnFgwOQ8rVFjzlNdzsqJo9CcpVOkjLlMMg8R3Ngcbk+d9CECDz93leM8MiOnyqd65EpvFbFOYVGVWuccfv3N7CdQf+DN0CWY6rqRW62Vul52Ogq9KiJW/mjQjTtYVcOhxUcf9tL4Rj1ngUMJNtvWgdvXgdtXUb2/bl9h6xW154DPygkMYT+ShxHu2+eetOFh3OejvCffzbX9L13KvFpr5iOUaMbpf/yG8yznkm7mckmRPxtSzjmQUk7nHOFdY3MOqWQIlgldLpp4B1pysydG4Y/NGYcdcr6XckYWSZqcUxGRU0rOIqksTPJQTCkU6WE92u58JvuculP7HK+Jtos7Vf2NF1uu57ZsTjmLeynlVA7kJJTG3vo0QmCoPgh84jrCyZQ9782sLq4x/HCJEbrgyqRJ6NdosZwy894xgqxZIJOon60jntc8lKWHEBkin9McWMnBTGFz21zGZRzaRiGY0ESuEA9P+BV/3ODZnkxqfZSKok+pnYO0HVfaAXu8hCtdZEu20gHuAK99nlVxDqQV96RGaZCOQMEo90WNJwdcUemnHUoKZzAdPCmbe091Um5UvgOsD6D24Nk9cHh0UEBE6QOvDS0qFMwxOjZyUG5RlVl/4wiHVcdqCOrCP1RM6kwIJYVcI8E/uMmu92iVqGv8g6Tb2o9cB0689E50W25fBMe0bL/NWh4nN1aeLToGi9FHeo3gN4bU4xqXitT9lvwi1yMcHvUpGsTE2GvFkm7yNblFLDo2Y6EnuBTHm5/zuKerWPsabuzc1SUvquoaVquZDxEL6KGvsvThQNnN8qxW3OadtvoaPVrrg7mQJndeq1UqjtaswwOq26XPwmXqNFacteDmvHVg68CpHTj5eXNqwuvye2DPgW7hs5t1sWbEMt2yF8vyqEe1Bkp7LPQlGs4rsAXTXVDx1s7XdWOp8ZqOLReKFcZ3ejs0V5xSAS6RQ5/r7URtdivhHMrb1RJtzWuB2gS7YFPuhw4g6F/0cqtgAZZJ+V5OOVeknOpIS0fOOeXcoAcrsnZdVAU4YW28tnFKB2a9zMQ0xPWMfHDofNDheoy+hLmezMez0jJ3bQnS4wHnebScLEMg1z/nIfiYUJ04Wh7dg2/xUOUe+kyBE4qYY0I4a1B33LeHg5ZTq92hpCn54hmEoqc+G1DVZy4SocuyOfp6cKS3RKCULxzCacNFRk/iGYr2Vdowl5t+o5frQPTVnve4XMot+qId8DM7eUZyyjknppTjvzQ9ckKbOOb3IioGWmYGfsyL45733T4I5UIoDwZu5OCJh8Y97gTPGJX64hnyjkfUVxIwgtzwzgUhlFDY6dADjWEQR2OlwieVNDxlJusZcdM40O1rLcXNz/AASrECr8qgdb/+wFTZjVyoA3ZzCSck8xoQuJoBktKtnfoK5ee4tYWfXlg9F8cC3Hnz6fmmuyy9jpzn1OQX/nP8N9+r68CDPvdXt5OlTO6uR/NR1/jLUTPtod3X0Ga73CqnRrPgqa7Nj5CbrbEtfAXUwmsatlG5feL35n3tvuZUv/3I0zWtzkZPj7zrnrd8x921dNc7vdW/deAud+CWPymWW3tjzw8XarAUealY47VteOAd8A+dHlFQd87qhR+a6lf48kos+HinVTl9IsclphsJpV7G/lIqxb6l7Hiu11dgDRLT3OnKZb8XNiRfaKVyqEsxFXl9rnXG+Y23k9VVvahi2Cs/J9qAy+XEfzA579OELqWcUiDtDlSaIClMMiLVw2sJmREKqQhhm87ogOdTGFKpvR3v26obZf1uK1qtt7W+0+ryOs7ZWX/2xI8czDxEkIOBPiTD7Yjd5pQa5pv0WaRtrlfGRp9Oy1P8i6/8HGtrzP1Ol9vZPD3irnnasyVc7z6iry57vcts2WsHot+VXyU4xeNLqlMVEJXORpxeg8UYndPKvwDWXSTub2g8FGARlwc+sw88HiW4oh8/9ORRWUD4wl/xiDXrMlec+hamc6PC0hqV77Gm732uj3d14QrSBuUNV9UBu3o812lex/Ncj4fViZp99fmgj6h+d4347KNmd3AMuF3baImtofGNLumabaN3qwP+H954PifwGhR3aysnVOsu19wO2dZiztevrbKmP3+FK4zwGmi4wrS3J1VOfmdumNeVs/aMWkC2sXVg68DWga0DWwduVQfm3x6aDI2/k6DjO5ZbVfijXcx4buZt8Hyh0y48d5VWC8Z4kxW0/9+7HMIP9UMx3O0xPJiN8tWQhf1eWKCcc47vkynl5JErTeiVl9H2p9VzWqDUv02NFDktpsoppwRyzinneylnaUaVg79X5ZxzmhyIOfkf2pzgAD76Q5KHVGjMMeWUUDCn7Ti1A57j5lv5tfv0tjf2ttfX2nwSXdhMPT39vXdSqofCyc03uKHGH6L6nYKlHKfEbT6ndaD19zTvzesWdoDPVavKKacUPDStHznxH37MKQUNElPOOaUk0t7RrhRpM/Z86Aw1B3TlXwDziORHX/8lb/vKIr/717bY/eKqD1QfCMOl5qi+WOXM0diRVmYSiUD6qBcW6ixkK5UF86FVzPUPj9zvTn4N7libdAp7q0VMLedJcV3UkOBJaO6q2hEutp0AN5dRbWOpAzS03h9x/+zxSzE7XYveaW4pF9dDV61foue4paVfV1l247pyt7yu0UO9PxxKN9zdDnhOo3rvqx4phfqhm9zj3rPRLoir2a2ZRMsm30O9srRhLjf9g6TWNMeDrOf61vaiaLi+VbbMWwe2Dmwd2DqwdeD6OtA+sV1BXrqGY/a1uE1/NR3o+y/fwa8j8T11t5LW8j7PN2lI1af94CsVu4i7yrG3KL3REA5Mp/odSHEBU3l/tbR2TuW9aU4pRpYkj9E7N0nNDqoz511a3uPg5/sNdHAMfSGM4pMit+vdu5dTzhVJqq3QpD5lFQUpKaU4UCtIehr8vfCIqdlD2KYLdqCev/GcKs9xwdRXG7aSrdWqWV664a52wGfYCJ4xnlE/XcqzR24Z7ldL81MuKBmKvmjKrL5w01l9AxZZyDbWOmCD1rAWs+nvVAf4rI7PXoqWlYddHnwoM5I+hTITxJw8YDXJjvDqGQUY3+MXHVEtIOhO5muALiuIJ4iZsMP7A98w3Oc3XMFjIvhq4yGDwRmo81Ghj3ylWNTOgUdYjC9gzdDUuFibqHBEh3kInQqE+cBmnhXr3PuOyf2u5MXyFjjNYZCK0lL87U8ImOFbL8+hRNJicskAYyFkLboyo2HhkUe8mmFG0bLJL0G7eulVgQ3FrddTcytLrxiXSHsVO3f5OdyhOk42NyWSC1WEHtXpw0C9G53zyjO4SI+Z+VaK1kth/S4RH87xSGzyBk5dvWZipZ5H4Yc75A6O2UYmO9AmJsoHI1iGqKv3l7S8iI+Bag8Sf/z7SPQ7SoHSMiLizKkraG/xU1Md9ot9HXZZt/blrXiddN2eWIRuS1hZuqitURRpb16sry2C94FQrAx9IcvjaPRy2CW0Z6041t6iGqWAsCkL5PH6a7K6NTSfRtf8rkffVp3T61lty7p14BZ0wIt9jigrbuTgrmqaLzOXXUedtMeSbm7Xp6G3ybedNKpuAgNRaJ8D9dmjpjs77rwAK20RjW9U/RKvrod++4j6ezf5fbeJJmLUnOCr28ODy27YeLHfkWPa8s2xeMnvZ7hLGvchlmpW3yEuNuUl35vV+T6rYW9l6mSk8SsQ79D8jl8qL3PqjtFXpv6NEP5jHDGV9/1sGhOnlFSAnHNlc0oJMBK6FAfxQVNSnThycE1facZwg6OuOr4mcunQWccSdFhBxK3YerVpe/lc/qR1xkU6b3Xi3AXDfx64II9LzW2RIM524U6ZS7KSSb5gJ9cccU1WfkaKb6c0RSfK7vmoPANnxU+cLYYnJ/V7D8cF6Lpx72lTEPINygWTVEXFrB/k1o5dfWybKpUrVFQMgyb0VeYlPo+inUzXQi5mJBh7WEBsDPyjqdp1l4KqQxNeTiWut6m9G3CXfaVNluiJ1t0AABAASURBVIq9m268cLTOEDZ1fcbKh63yG7mhDnguxHy5Jd3cZ0k+EFfPr0SUaDlRpGOznqL3c0URurkxlNNJ3/79lvKBfwHsbVxu3Mk8PhD4EZgbPm5w11FfqQ8VY6QpVb/mq9+IVFyQMRsNLAswmk4WQ4zCl7ko4I0PgXyVjkTzKCzYw4ZT0DrZpbNh7AlnQbdFGCsWjaG0p1ZaoBTqsqminPCem+hhtY3Zq1yaTw5lyKGhywT0XNmYWEdmBWVdZkZ5aMrgLOmB6qRhTHOMD/UmzGmrcK6/arkVJD0Fp6xv7QLfU1LOfQhbG2ado5yXEmEquWjt3BF5tOMk3wPV4mg+XqDy0oLOPQws0Kl61ltSWY85rD90kWMvs2GLcI9i0diUJm58o+rWgM/OJEc9EAaWMuSPgajivDAbq9qeXATGXga2eQnmXNI3nfZbCQrMXETnwr2Uv8Mz7ALCmBczE8DQlrDvoJBTPUZGuRcK73UwEDBgHiqFIDn0WYP2m4a1rK15yLYWM2BogL2KYRmi5jL7rp9VuUfCq2o7njye/mUMKfRE4ZYCTKGDokYHw0hwBYlDBWCk0Kf9I2z76l6ji+h1wTelVLhG0LCWSTnghKovGtGQJQzaRtTYJcemiwD9GgiGHdWIu4GhxVVWv4adX+WqTwsZqUxvCxkFe2QuwS0pVF2P4pCMSh7apGmiUbuEdKWHK5hQOgJFzyOWytiLfFJqfFC9/SSChpzK0fGDMWoH/QBUcY5eLS/a99PgDZBpaMYZnZt7efxWzPdT042hCupw7r+vhr967YsgYNTLi1GxMVsHblcHuE3b7bhf2GWuXWLNPd5QyBN+f7WTNaaqzoe+i7t8oPNve1U1hynVSecYvzNjWPPBtDdi/T3tZRVW0GCunle+OrT6GzWzPZ/IKjv0tk79iLHtnPiJIe/2pfvQw1tDi149woZC2sAnpu5VC2ljKUGzQcfPMf2EukDLXJWdzoW0SgPVBmHs/BH2RsSF9pCfNoGjFxZkHF5IbVGVfKdKPdSdBPNfJVg0vgOQE2pfIbweQ6ZeZc9RAb7onJXtiSgq/BnFdmg2AkcWkWOhcEZT0oTklNP4n31SyugFpMQZhUAu5ciHaG1BHvRkrRW10tij/ByWGs9lGG2QGD1PC0J3nZPrRR3UvaN0luuZmaWZ5Uc7cmiZYmCIQmfUxKEPp9mk70w18e3t8g27mPIvzF1kSJnroclzaoS6QhO+qRxDihXN7PXTqLxoMake2mlDSPIyjcqLuTzq6lrKPfRviAsFY1sDthskwGHsPPu1xiY3qi5gUqOlQl6UNOy7MuT0PjLGHkoLcJ6sgVyHay0hUpWJFOSP+Bp0IUIO8y3B3GD3rGJJ/EpdjXdRNco7qB1hDgS95jDC/L0+8ftOYp0AsUGJL9R6FaQV+izBHOqlAeOAYSG7KnIMlOHrKvCjLpjppB8wegmjs2kAo65WLFPZDEXvbC+CEtEsvf+ULx7Oe4j63MsyXOMYvKRPAol6P8SyaDCPwtTOSttrkxtVD2+TOK+lOcjBazuE5ifVr1H5KUwfcOLpE9bggzs69Zn9jDoasOLAD8Bcjl6AZ8KHZNwALW6+gHqaRnZ6SLm9jH7uflGZzCUb+a0pEMlaN/EoA21hmOEZMIwSjxjjwt1s60WW2ZST39/W0dsLn7IpWnV2Eb7fI2LsVRo7gMHuORniX2bfL33Xhl7fIah5C1zCD1epbkV72sxqi465FF7n6pJTlTMUZOVc+G6GTR5hsVkKe6grW/hYtLolGLykv4jOXJlpCahb8bJHYY5DTtbX7J57TiWi2pPhEoK4NlpslKqtR3M6lZpsxde0+yYDhlja3egjit9QCLO3n9ISMI9nXH4EifQf5SMM7kc8MJsw7pdgpuuqQuOZWUSN837TtVA80QcP9X48DjtFLdcwrOuiaQ/175DtouvdWJzFn4mcDUhJsoiUwpZ0myGrzCmlWWBOudOllEZ7So1XJS8tyIogJ498D+pYgPaUMKTrOsy9BNdb0qub25QPYX4Fz+VDsafZWsZGJ1FRMpagWuB5JsjFX9R8Ps3/YA7bfDK+Ic6JQoKDMuTSeKjIYXOGSamc/ClNGTmltGRDl7P2gpwzbnnfN6ETkAzNmRkkkXJKIggTQ1Ece34bN+iYPAyULiPjlzEJSHR3kAGNwjLwYOCeAmVK4xE2JmsX2I1vSMhJfSBxFN+cc1EXTcoLFNVMn+P0R7EaHxByv64b7eWO5zINSX8x1k0MI2zJkwoXckz1ylYvtKFnyAXKR5yfeXyGYVBOlTY+ZCa8wsnPRpiqQdv5G9PQPjfxCN8mG4sCYqBlQFEYp0+h6BmuZTxmh2a0ZWgrXE0VgY1vlrtJt6ofhQ6U654rls32PKJXuzf9uTDU2KBLk+ss6VM8Hw31+dKj16Xu0KcTL8yuV3ThlGPgVdVYztGYFqavWl6gvoqxkGq+jyZLhefoKpa+mzlsWIGfCQ3lw0L9blfaPJdB+bwony3M8hOEV6RAPVKZkrHE2Hc41Mw4mncOVw8dzniFL6wLTKBP0+sXfExKrOqINQgLisLkI/BDb4i5ZEfTAcbrh69Q1WOI50DOOeUsUsop7SEdOVz76jHwMwa4D+q7M/dJN+gp87ADXFSICtZZqIJS2GCTAuoKsBRfGeHGw6QAfBZHDDw5cA6rE61KIhkjVFbgjasr7mDBTZIPVP810vKEL+uHvOZ8pn4v12wPfbq5r18t57rev+eX0ho/9k2HU1CTTtftJHJ0Et6HJMyTQXDI0jkw9KlGvvlhdzNuarSp24cR+9qdpn57R7FLNI8p8uCKIwio/CA7ovim8ndPStUncW0ChvYeqE4exq07U4fXK3Ax79kh7l/uAHTMcVcZbx7vI6my/mLgzk9gwL9d/8ko5KFSZe3K0lCXiRBrICNEVQ/9laWa8Qp/c5yLsQbrarh/P92P/d5nmbaKKzW4olCWVhBPIaREX0Y1VDLakUee/G0tnpODwFb2wfrarGLU4Y/MIiYZyY5h4Ym9+Jd8eJHHGkOLq2LI8mSMoTJkvKBE4SLfAcdq0rwH1yOISohhDp686o0rKLbgtdWcIRNTaCrnIuTm39GIo08H7K69CtZcG/HxsWY8ot/dD0ccHzpzO2vSfnNNlorOZqPXwHntPNP4MAy9eUTioOPtQSTlaSnJUuDA6ezRsje6lmCuP/w/AT0p3tQ7yGkulJkLPKGAYy5c3ETo223QLm59SiE7rkQwoyKEHEbphQKpxapRxBNWGwSF3AgToNNSoKVwETeKMOHbbLky0nNRQ1fJoXwGaZcWTCV11CqJfckLFVBGqENEYITcqHrQ5/Q6Dp+YqqO9AON5a3zn41kRpKOVcPgEf2xicS/00Q05LvZGR0PHaOvEHWu9Ter5pmsU22qO5nMVtC0iPYZj61FzuEhFCFc3Wd4J2XRbg+FrNvW9XZ4LpZCYhzjtRSc/hPYyU8vgd2PzNFl+Da3OZp/L1meehubXqPruttC9mUa1Cv2EvJA/B8asoeVZsx/U72/4oPuS0RRzuHl1S/5NF8+eJtwKasUXReJ6NjYdPPSYg0CG2lnoRIXAKB4wDIJoMwwjKSQO+REyCYt0H5PncLrJg1q8aBeXxDbRz+WJsRNMKDrVRdluyZaxp/LtGbNbAq1xIpTIQeuE3n6vAjdcOFepAxqGmhKXU847IGDKFSkl2D2oWNKrSwuHeqFJ2tBkacNog2Ek15ogLR4DPkO1DPCFNcECWqOlojjHPMRcHrnyO3PNA1EfS8DrHj6VD73KhqZflDPuBQmuII1HDs65IRQx7T/n8LGQJZSImC87sUo0x/WDJ6F0CZjCNyiTPol9DiD1x9AEPOQBoyrRyaHw66CYJNU2A65FU5lKeK6hbkJIClMo4VWWQGAUT5kwdBO6eOEF3QWEUMQSOQbwjbby1adKU3LINvXcpK0DN9aBuA0PXJt5uEQpLa90jpLW5eOZg7mnWrVJe+zpiAs7VNsSwj6bcB/v4p4PN5L0uiU+/A5NBh2yX4nNRYTJpEL+6kFL4ukuNXuj8tFIGZcHYYOqenTRGiDdR/vMKLTM9krPRuWFHzqNyjeo83PTdy8lRo3cAfQu8mI8gSWuVSMVxRxcYwst7gfnEnXQpTNGMUX2YVC4bvbKWkPndlNslMsOoe08SNv5mZaBE13DG/OOD3nqOEp64TzKwbv9TtPY4tukBapDFOeKCJU3pxqpUViosklq1nGO73qWZUvLrbXxS7TZpXuwV2LPsFNobmjapXUO6kzQgoPqHQyT3VXugXoyTLAGHbH14fKqR2BvvLaGeGI3Az7qmxi0KOK7Lme90XL2tfUwYKi/UUAVQYmBId6ZVSQVw4S2W7r5NBpOuoJRB19ThtlptCl06PXBEytt6Fw7dnpe4hnqPSFi4ZrECBKVfdYYTOESUxUkyjU+8ikH7CgOMZjIWTLtz7qrxYUBV9zhzx/TGswFYgGodQpkpHG20oLdepYwBVIZxBVvxMr32QpfPO6TELBm0ZY5fqOpkeGHPSjehZJZ3RL6uOCN0N9gKDpntbCxVC+HV1HI7jDqZJYQGUd/PRSkZVdyavQrfNMrFTRN8WlST4ulzL2+8TuL3DJKFStzKWQ58JBtJd0jpY6HGU0K6s7hJTwrpg1VeQART2xQ/eSlU5g28zzPqEWCd6RTjxKUxtdINU75rDzE3Vu6F6c6LlEUPoB6eAdioT8xJ2fcSMmmkTCM/BiHXr+IxVk+IA/U7+II1590YUKExcUIvBDUw2HZH5gxFd996yFN7e4hlxuxxQ5YSSpg6YfzOprfmgd6mwbsTIAQRHoVY3mF6qMfLOcAX4TgTTmBWuzorn+UteKi97TNMRag32UwJnpAjLVfbunIYH9II38IuBw8gTVNuB2b9N3BVY1oVH4BBiyoIwqbtEfvqr6XD/GkGi+dQ35XYbMucRW55jnMew5afHxgNOFMau8OhfgZuIZDcZvtQAcWmu45DBDWrgHYeI4ry8+xpp/7XU622DlaxrleudkuQb3gLhHeQif9Oak0I/w0JcOevzb0iwPbFdW8l36vjp0Hq+4EOK8fyIXGPNdpSVpxja5FHbPP4nQHraZGm1eTG236NXrMj6XWQi+gJ9uxBc/ISrbRO3hzLwGvsEP3hxbRLD3fdI3Obcpizd7010fnt1ZfzfWtumXeOnAbOrBys0dpS7ZjOgPx8SaaI75tYMfMvD6091j3PPj3h2GWIDXd+CVeZQ8cwg5dHfjr02PRt3eQX3S6bmVbWCpcr1H5Y0jRqtQfNZw2jDb53mUu97aHl6+Nadf2SNd23PybvcnSCj6Q5JqHVFnIxy8yk2aPljDf/qnVW2nspfJj8cpLGB1WmKWYplsJubDavDyCfMdV2NVMxewsdGtUXhyT9RHNT1rB9aIlUFXBz6/F6HOx7GYDdlLhel3PF+t1z0dXrPvQT0Q96kQINztZww717zu1lp0UAAAQAElEQVRLoJ6dnusEnTLkxEGCeNo2api89BB6n8Y3msg4rULLEhKHeitvFFUMfxyd6swp0mL+5FHMcvgEGaeSaxRdcs+nWdvlLt2La04HaSvEc1Xgy2q5WHgx1phhVtMQnss1FFs4PNBpVse8WJ5d7v0URH9O9J+uitTFmQdN1xU02P39p/R/au0cF9hzfBfCL6E6tPJF35WUnGVeLG1+/had1pWGXwTrGR9my4HzMG57yUfdGsbAyuhX2ZEs6UbjUcZooeOh6zBsXgw6Qo0RikJeyF/gXwAb5u1sCm7w+DIirx7KDT+qEIPX1MEoM4RN/2DUVAs6Rjy7dmFdMo3N0Kmb6uGnbdNSdysVPa8s1K1gblYWM/eJak9Q0cPzOEuwiZfogL01XDqH+nWEd30AxDecdddbYIlqax3w8S1wRutzojpt5IIdoKtjpB8Wc4zGjbmTHZicX3ag3APVQzjcoduSLkHb9cOV2yqNb7TpHzhtnwkUcutqo6bLDraXkv9iOtUDvnJBwh4c08yGZhtbB7YObB3YOrB14BZ0wE/oBsrx7yLINm5zBzxf1tco/ORLR9H7d1dSD+qbLxx9f4I9dIpaCrSouTAeeCD7ajWwv9h7k1dpF7PqcwsN7M8f00pl7kEgoWde2XrxCRcmBq79uS92lLwJUS93CPr30LfJPa9OecPFOmD/TsHFsm9RF+wAp4RxweC7H+beC3xWLKN8pizb5trSkZKx8Nt8dR2wr2aTLkHbhrvagfKaiU90RipCSo2XKgRNV3L0V5CpW1L1jZee8C+AeUQQFb+5Qg3ah4YGrT2PbLCAnQz/mBGhNEZmiTad9ocN5+5t7t/LPd/6tKTDtnQ+UB8au0x+NHBd4KxuDtTLQ8dly4naSyc4cZ3b5ra27zX9rP4rfLDMMl+R2O+j568o/S1L4w794/8Yrrrsc/JZY//BcU7s5ntLOnDr7/ur7hNX7eqesV3RcnHfksuMc6Dm5YzzLQd9ch8P6z3O9lLyi7ZI+0fOGTPYN22arQNbB7YObB3YOnDLOuC3DUuSLkHbhtvRAc+PlUjnQB/vvTo9cpGYs+9WoHyTjO9ouDvUaJG/02CvZR9lR2UvPV80u1nbEnYeV8txAkiYc+Y7IkzKTovABb32nHJuQOXITq3uxqcUan3TwqERMFJx7OPTpY7S85bCvI2XzmV1G453oPYtTthx79vr4T7E7a1wq+z0DuzO5I47PXrZc/fWX7t5hfwxEInrBX5yOJb4IbPTpNUdHbKtBm2GS3Tgqq9XPvL5SM+AohQKF3OIwWGroz/jwcdUP8XlRfWdk7lJWejnd0ruSL5dpsQPwLDs1H+mfw7857n6p3QftsuhTGo03ZyKz/3yvxuPgUE5rAvDKN5pqHY0FkpUCpdwxQcaOo3VoEqoujuw4gK3UepWliu0zVIRjaAv8nSicASPPBqj7c8ORVNkZv0rmgUtbMkiH1z18fwK11avXViDlMCV0TyIgiWdKcYKIwh9KBpVKS8FRM6WmBixdTL+McaFsMEzL/uF812b3M0c7kGd9K6C+rO1Q+OC6Pmma7TZpFcHs19dthMyxX6P+/mgPu51MQ/3LJai1/RLvpvu9nbA8+g1VJGk7TtG2G5v6ZeojJ35gqnHJbKdFcp9zeoR0mgI23TLOsCJOqGi07yWE+3FbhfEcqNum/aaz9M1p79t3dzq2TqwdeAqOhDfZ0x06AlyyGbs5bH3uXb5lA9xhno++qYFX/XjzqscNpVFju/riTchce6rTvNdQSm5VtsEKINt8W5Gk4JUyM+hfg36rtkupy8vZPdz8Fop3mXV4keHuX/2nI3Wyoznt8rtj7EmQnUR+6aL7tW4BhbYNR6h1yNu42IdiBNGL+OcQ8cez3nTq5PeOA4sOK9pLh8IfQRNcbpv2745ZT6bfC6Vd/YUqAK9ujXw6aLjyTC3MQWExbUu7eGiYkk31/c+U76Ujz9jalmWbuV5WS71gNbNznHA/VE0eWGw79IlZgYiY2Tg10fx4gqOPNLiG2K9nqe8PoK7iOBiKzHnzVyhDGMkAaf6YR+sRuAaAX8SRS5fOlg8+DJREQXJS7CVgatMWGM33rN66BlaEuOheN4PwPcN5EdaE54DKhoLiRxIYzx82CN3lBeFqdPUCm88btiLX2wiFHBBMZ075t/czo0/259aibFcActW2Q/q0hN2rEG5GFXI4QepNgWiqk0OaMNlN4pOdclN0mrc6cYUpkSoDpUYIex/icEAo67l3KemCQ+dJyi+xU51pK1z5Kw82hjqRhDTeIwtO8kno+mlZUMT8yMp2Iseh5owPoRG5pD3sq2ElnnZo9Oe6NZFXAl7aj/2FjOQ68+xbNvTThQRPtE8WMF6ejzYah6+1S/z8TK5NSbCaX1aCvFcnxZ9Ua+lVU/NNY+dy+t5Tvdcz3FlllZMo1eW+DKJ7nBs9DGmuonGS0VVLxCtPRZcJip9VTQqfxOYrzeXb6KGy69h1eLymW40Aw/FVnWji5/vN1rUttjWgUerA+O9d8u33eqUztFKV9/466PtwQW9vkUWM9/M/haXvuPKdq6kDf2WfAeirE1aMJWK7rbP7iTqZmLwkaqG9zgULlegXLjio7xD4Qh4YKNd6VZnEVLqlbijoOqX0Bt7fsn3NN35Way/4bQ1Nq8LduD8k3PBha4jrBXf6HWssZ/TK1Nto/K3DWNts9Y0vVRM6p758qiYmK9a4IlESmbXBXCxZFDlAa69P++o78h9Jy89Ca5CfCRnIjWaOhSwMWqqfs3iU2y9Ht48xVCcxpmEMWJC2yjsicPsFkPk0Yg1H0s7GvyAHdZqf8BlXdvyu2u2fENQ9jwFXV111yV9dStUfYGyOcwqL9WvoPjIF5vc6SjXYvE3U+HWZjxYJGqRTu4RbcRJsGGKMkt+ldgcsF77GoMddTDE6X9viB90/Ve8p4AQA4mJH3KDb7pC798fUsMAL+a+9++71lDqNgf1WKhFBq26kLU1hIK4StvGTDSqFJo/tDyYy4zIgGfApFTfzjcxXerYz8I23E6FdQuqjmLni02VeE4cm1XaMGaYKYwdWLzANGiQR/8JU4LxQFt5fEssMnxsIPqKHFRXeejiwMYI1zkNf5UwkgbEGHM5lGdOY81nxt1J9/3rrm0j52JzPhUtNiUiGGnxWDVU72w0fAaOHc1hqXMutiBNH4LTPtQk/NxWICWkdPbhJTYPWtKNPhq5puKe4KKGxeQdswCNIHwbjZjiy93I7QTfbAcojqyzjZvoQFxPXGDnU4MS12GeoiWqWj3mMCJxSHugiiip0JbQpDhymQsJbWbOaPNIFTJTQrOPRG2MlPlv35pTOqhPHPpA9kbTN7rnkJILp/0jp5zKgMoEEocyhDFyMh36lJ06MoTsRPxDN/wnIktw5z6z7vKGOWduIbY37gOlewtZPpg6zeWq7gkJ9RK9uvFN32jTXwU9lLPZpP4jAqlrSpeg7WzcaIBV3+iCF1+Ma6IF23v5O1S95W7YOvDQdODO3Hvdc6NvvvWLXvcw8O5JuJfJc3KlD/ptuNsdaH/D8ufr3kb4C5Y/T5knf7/y1y3XA4MQZ8K0Izn2wRWl2wgY/ElcEhF+syOnnOfoK3C/rbTC76zGFYkUhbmOmf7QpQtmzsQ1wKaeV37IQKN8Vs1x5btkneQfKmM/W1/n1JXVSTe0Dnh+Gn+baX/mgue8N5rkgdTnF08HWBQOERurWu/hM2F4ex5Le9n1WMyhegEUsKBV1SzSU1DWYh/8BhR1ECSFkA49M0/ImE+eSnBxl6c3sU7RxByZsUldL+zIsemgTrhKanz4VZX+yhNgi3io+uYjFepM5X4KT3IUhSeIYERdA6EpLiEXPyrWafQt8pLNdRZhPHlrUlwQQgc1b124z7nH47+kI7zLZ6IOpN/FoEdmfmCDztEC51KC5ShZY+yjTMW4MOvPZjuLGjJAaA+5NSFIKtRXtiP6GDdHcTFGxFrB6IeNMEapEj3acMEyjhyfIYg4hh3v8vspOgbqvZim2H+OhjdRKWXWE6RL44GZH4BZBqNNPAzD9GU5Aotv+SEXDUaUkR1KPrtZfIypwK5OmwieSHkJ5pEN2Yl05pcIfUIdgtwOrKLrThFcTvaUOSUYv5wVPsVR+DKH4lKTeQqG+EKwlsziexS/ARWjbTGUowzDCF3bpPIO7h7UJKF3imzB0NtiL32vOjIaAjk4indxmfPKp6BEL8/GR6nVTKXBSUXbcyidLHoO9Q8hyhWVuHoXgDHnnHLeR+LIeV+f8ym6lPBKOTOfBeIySDndSwlkuJRyhuaUEsg5ppQQ4CA55VyQjMj3kAE8xpRS5vQDaK4IHTHpkoe3aVx7R/KEj5PAN4jTHM02Uq5efZDj+m688hHoSvQRr8182Q60y6hdW+dQ1845pzRHyvFfqvqckWdI2bCcUI9IGV2ZYHLKOUMZEnhG1eWgOUu17yiGlBMHtrSAZss5Y74I0kqc+h6n504ceKeUGVHXnOaUc0VKCQ5A0TEz0MgvIaWkOj1Mhw+ucT8ZrgH2IRw+C8u2+n1WvvVi51Rc+xmb3k3ll+U5tE18VFwS5hOmifVglHug4gu6c0WrVTqDnyHGVs+NXEEH9vppz8nr+YJcySBl8jINasa9RVVeH7bMWwduYwe8DRpuY33Hamq19/RYzJ218/Byn9YftMpX+Zw094YH34HyjqjUsf83KCeeUazzGQMjBWqkfCh637iCesU+TxwDvXMD4hUO/y4oyPyNkNM9hHv3ckpJJI6cUPHujFcQloDG4asnNLJh1yclfXO60oPEmbwlZ1dAURyZM/YeiJGr6ZZkdXcf/Q7nu7na51Vb6RQ6r+TRlu3YXelAq1Xarh9565cKeZ8J410KE09AHxbB4wFlPnv0z2ODe3lMKSPas7au20TjrG8KtPpBThmmbzCvdbQ9qjeHdI7QqzRoD1qB9r4WZEYpt5ojNCYs+kLCQRqyTGiIYCgCRovaUfyt3T2o1IeIGDtej10+QsKupvB6CjRFMdorAyFHuMSEPB0lrPjI74HisNaZdQg3k0AZkvw5IChG7D04pyHeQ3gtN6iNNShqUIhJ5jqxsMhEVQVq2tVWdZbVsYo9DCnyslPT7vz0VssZgKgXaucovcSpFBXfGcJHVdWFsksQpnDaTfae1aorHgzPepCd23iuTG1MmMKJyTUg2kTYmIrfUL4FDOm8/wloc1pIgxu+77/yxTDnlQMs6k6Cr35lc8yjTEb5qFR9lUMnH0mYsDGbD20hyOxjNiPGyN0c7M1MpSDWKuvD7A22FvVLd3shUEWFpDnFzlUEiIC2niKV0evgQ7m3clGwEt1mZoQf/i3fHsXTOppe3iyEEEoCmQmwhgw1tsI9RA7UhYYGa8kREnHaUDLU69wto1afokbC1vGtNlTbeCAdWLjmD6pyPIwOlsplMLfnphiZprgAvYocddmFUqulIyc5df4b+8h0CSHozAAAEABJREFUIC5Fpnz8ruh6kitfaJmrakYO2WaulxTPXKm655P2nWttlVZSlY8YmW++yY0+TO3o99TzR/bI87b37vlJJH4hQ1d9wuH6JtcVrtCofEPTNdr0t4daWcPtqepYJVasT6PyYi6ruwpwiV1Fmi3H1oFTOnB7fdqNAG33WqO3t+gU31LGOql9/EM0bcfWgUe1A94I7r3QmHdTuUWQeX0Tr2n2qKET6Lx7v1NM6ApzhfN4J481Hk5uDUKvRnc51F4H2kqn5V6qZ66by6dlfhi8bmTnnrAe8anxMHTvivZAb27kPFxRuYtp2MOefknnk8UH3p7z1Sh8d+6TUhrLs5Z0BIzv1VFPnr0KmCBEYiw+yzxOk2KNc82yNSTiwwd2Ts2r7+iCz45XMDV0TnAKbUwa5xjihzBzj5Zh5M5jalwlJ8TSp9FrHnXelc02x0znMLFqTOdETbp1RuAFFjoje3FlDUbhV2bsXk8QLr3dObCH6leiRrV+Co3K25HIRNKSA6Zm10/oU1Aiyux5FilliH6BVI6eL5pudolObOyorsHWJVvuKSU8UQQHbXq0ZZhAhAQTPgiy7ClG5e+FTeEoisPc34aMPwKTOezSWK/GwFukNlnMDMpHYbPnMGf46YVPi5UNXiOpg0dZ4lUWaCIUQY51KmdeNYhlTISiuvzMVXByEgugPokFQ2MvxLMtNNjkQewVikvoYdmOkkQ/QBBz2INijnxD8TGmyFj11a63FITdaQ5suJOkGBAtx0hQ1KHDTGZ0zuqhGIwdoQ8Cah1G4Bm8tIFEjCYZARikCN9SBAryjXwYr3vyHPdwPWXphtvVAa4PrqKlmrSEKZjOYy53po3dOrDUAT/8eyQfB4Cx5B66rFOWdWpQLsijXTk7gULLjHhg6DNHuFOo+uAficnd5sS2F9FakCvTaAompmq5beQ6ajuSM8xOIpUWpROPEnKiM26j/8igvNw4K9OZnwPmbrBKeamfMSMfihR9U9eQ5seZa8/DN/n8DngujGpUfjsNdmHD1oGtA4sduBMPiMXKJ8r2J3T5w3pimgptv41OrQ+v5JfH27q72bnYvTHBECOm8dQiFT6YflN7it54Qb7LGazTClTvrYKyXpxB9uwq8PFL1tkwVrR4+R32T3nxizpgpTvvlHb+/TeIdEuPu1DjLW3dKWVxfZzitvncnQ7EHdPOa6MPoHzf4bdlSxnMDhB6HkzB7ibUIRSKvb0vD63y6rOTkDrCN/yqAl7dBAroi0cIsIXGMkjLo/gUG59gIcaEqlHYQ6N3czFkMlENzKG4YzbDxTG/u2w/cX/h5iTW9ouNQd918Ax0VIPiHOj1rKdtbp3IuBa5OUPLPTFaiv3ATEhYC2VlQ0WrGj5s0HBcnHJ85vu5LxZdIl9JEvlC9utX0ZWYnkeD6H6oCm8FdUrGVR6193DxU4/dBQBcxGmDcYCihWFEsEHpHulOHhHmAiCiu8idSi8NjcpPERYngixyAlx3MkIt180Kw9QeQ90u0XiyzhgLz1DUAG7DYFcxmCyHAq0/ioSXhgW+9Ibuy+OrDEERc6E6i7J7DCGQpqPEh3OoXA2oA+acQ188Sg59zA1FgYkkI+9yvbzA42Jcy+daka5M5MMhwpwKHybWMEa+OGG7weFNnvP0pkfkIdB00ilSyumBH9dQQM455TxFvwymXnygPJdNvVzi6gk+rjkuJDUFoWbimgv9Ay15W/zOdCAvVqpWaPReWELCIZcpSQpCM8pKOTujkuZCmVPOIcgC+ZRQAsZoUz9DesQOtr/bscI+ci66nKEg55zKf7vIh5WLfbrfwOFdhq8uOSXc095R9dqmyCn+Q8lIOSPlVGlepqnpix9iyrno0m09MoW1GqFIB0Y4JzYF0nbckg7ENwAmvxfwVeCWVLWVsXVg68DWgevsAA890sffS9DJWFROPB5qIT6p+TzPGU7cqt36SVXPXatLEWhJUP6wxaKEEKPwzr6LwXgHPuqicOqkaq5HBqXLsztNZ2MWS2b7IMopzvHVLKWc2uGajd/RZs8pZ6ElO23YOrB1YOtA92ThIYXk+8dzYAub/4TngcRQtQyXYz2NJZ5nJYLqAMGFoodB5Jm64+Hw3o1i97mp804fnMZgnLBLLoyLxRtFdbFqUBVIZe8IDMSThq5lS8FFX04KfFidbAPXkn0Va9ssbsw0j4Eb3og2MAiaxYHR86Qfyyy6NCWujT3mOvotM7W2ZeOCNvMZr7pR+QZ1osk7WvpQ7iZWDKbQmHeOcKFhg8bYD2VR+gKHzQQSoV7foHZDpYDHm4x1VF2VgvADsNpToL9+UpYPlvSVosGAwGDdiVgEzI6odKJBII82gd0UsgGFqpPFOdQnTcRFLc0ZeZejrFnk5vDgaKvDqoKPqew2WCZGLbBxhbIttgnP0KHlUAwweSGFTWcZUfUzlZY97PlUBSlYe1fnMTkS19gIDIXxRDKqiKkIZS9lbrYHRzNLLwF1Ui+dgr8HpoqHWMq59CCPvcgPfLflKrKMHefVFppeVRWqhOLDgm0f19cBr/DM9b6ExP2Qc2bxZajFmPLsvxQxKeXUHRMhpeqSVGfmnFLMUrnEIb8GzI/WsBF0aGnTrZfNHK5Ljg+r7twN45+jWZmOCEgdRXKeozoE0SbTqPwCZuYcay743SrVeVV67WXqb4Ddxq3qwPZt4Fadjq2YrQNbB66tA+1P86UFim17HvpZvdSfB6XbnZHKQcobk2AoS6n+1RuqmIoCFofyvqXyyrcXFFkuREqEZ95tRPkcGKy/FAQbE0JOfjdLqdDCp9Uj5+I3dchT8QFJ27JbB7YOPOAOtMcKZYyPL/hTR3t/f6r/nt+4vkwPPA8UdMDEZwaxt2i4K38Es7BWd3zyhaEUGnJhj88RRwS05IMx+fHIh9ejtaDRxZ3SM/S6QMrHM30b5VD2kxZjpMVdqfe4LTwf85SSU6GwKTMV7HSo+hHbYkdeRPKAERsN2vnGfa4f/QoHbco4apNVjygJFJ784dsmtAylQM+rqPLJ/xPQsZKBHcZiSCYfoHBLQQWHM0oGPBoYZlLFjHF/hCWmfdvFNH0yT5RZpEL+qtGv1/NtnaZrtOl7im2vPHR0ceeFzIgHnnr40neYcJrTUKa4XhOnINB8EI6MvpzGu17LNKUmW88dFq6F/ZgWFx4IjcLuDauYY8/p6hQuFdmsaQ4N6qSPMloP5vQCPWkpDoTGKTnBzxS6icZLJ4jrcaLZF1xQ7FuuReNS4lqS16Tm71HVhbSGFSlmfYM5cRoImOPE0EfaLbcH9QW6kKcx1yAdWkGbOG/ZXYQXnTgj/qB7ywxlLGfFwFi2zbXNUTpHKmet1RNUn7RyHLKthEzUscBEUz5TZ6qD4rEaml0qTNao/ByHbPoes+tzCXQtueaVTi+SQrqydnFVr22OciHtXBunX+MPUZ+5xV6+pUU+1tujOK3n1CJwitHzoViZ9BO9eS5XmzX5/bWKQfKKbxhPn3Y9KDHHsh6zlyzrd9hivPsTLVg6l9UJ9WAxj/YNWwdO7gAX0tLNHvFLtmM6A/Hx4pwj1sGOmXl9aO8x8zStqkblV1GdTBePD+U5qCvsq0k06DGH+gU0t97UdI32tqO8BR91Kg6Lriwaeihezj2iL+gdl32kxjIkLJSMLgS5+TFWcMGlW7xUHEvjRucwRp30XLQ4aY+WR518o/LH0Hwb1V9eNF7a0PSdPP+wbKagzb/RUB6for3GiOPuOw/9j2HnfZVceQ1g4SKl8lLXWtIJR/NrtA9BV1L2yo7H3klnsQfznpVp4mxa0Svncm+Tb/ZG1TVcYoctxY1S690hp9xWZ3PyczTzOiUwjNIeKpWlh9D7NL7R1bjrN9iIusq8mrlc3UZyzH6+4xhxy5iTd3q5upeW6XU+55UbJqs1ZU8nDhNhd9r1b6aeb7qbpfUv3nHRi1ZU9lfmkkxeFCnxRNh9r+r1aXY0W6MzM+K6BeNNjGMFaD8FC7Wu9t981X/nA1c+hKvluklXxNGl9BU6SnPy+0FDSjmVA8o2Cl/eF/Rb6kzN5QDdeZMVv51cM6OrozdVFV/Zi1uTpZ3fvfgB0erE6K3HFJpFydZsSLJdnD7ll2oNwhUBLCMCgqIqo5MMDqU6gMwc2UM9TvNbvBrwL5xRhdufSxtD78NwPGloIiwmhEuMWKLP0/g5pR2xO/U9XLuX5dUJeVFi5eyGaBr5gP0Q/RoTeZcv/Hu/Ga99fq1kcq2C+LwAa4z2uPQe3E1T9nzTFaplGWYWxW9xbnfrWXQxU6e0mk6csVa0jzxeeXKZmIKMfoq0p8kpoRMZmlNiXkJe0acTD/d1DhLr4Z9TOaSiSMwZe5CYMnNTyM8RZtJJl1GMXoNh53oMyuT1KmC5Cp0LSoRXYZHXZlO155h5jCs6Y9U0Kr+D90iT9NjljwyIlY7JkPf4zg225MFvspMwHJzm/VySlxIs+TXd6N/KkY7KVE5n4qgBEqTpULmAXKPPujVzSpf1Txw55eS4MNL6Qea9tOve+xbj9049fQ/9vvsValxhCWtL6Ltmq/pat5499vYX7jgHXZqMRj9+hisvAZ/ofqULF0tZZRc7hP9OTsotDj4HQgvX05wSmlwhnziUE7p9JI6c1kxY0vFjwKUH4jjMcAw6r/vksTj9RHYaoZTxaRgNe0ze04wKTXOMxh1Tvk8kVpuBWEbRwzDgnVMcnrpgYip6dUtIRoYLEw7MyUM6h/qkf0rMKZUprR8mqNa4bOOib+cOg3bWNM/ApM8cqHEsQ/eQZSokxcqnRhOgA8oG2N3AFjlqLX52EYldb8jeQD+LmfpjX4oJXbNJe2hcktVfDGZrkcFbc1Ms0PChB42WnuDo+YCEnhxBmww9ZbSYua96oV7aYD/l1c+xpp/7Jevew57XprhoB/zOZqz0TJx8Ds1/DiIxF+lajA+TdMC+Foc+5xKXc045T5EyDmVKQZR7JA+Km/fJ+w2/eObs3qQl0qeEPi0cO3VOJQSK89qcVm3NAs1z5JRzQWpHbgwU3prZETsod2uRdzNejJ2HXjtgishG9ZPXo/FSUfQxKwLGJDpsTOrDICPQ+fdI6ZMC+dH3p6Fol2YcI1lnY99N0jrynV6d+aWngDZXN3rXJ61aKh65Ka96GpD7jWoG6nqkqHVIritwgR9SUt+QUspZIS0eeC/q95U1Rw0IEhM7kQqCCsG3MBhjxDSkqo97F2fk6O8Q5jqhx44KGX/E3agy9iSILzb1DUXT5sg/8RstMLEK9NAwL/ZJD6su8sofArEnDXOc5LjqVPbqnnosubuWaDb5hqaTqutpz2NzGVXRh8SMjjlx5KA5OCZGRpOhjtzxRXZOaFMcmbkBdlwHfj50Uyddgjbh+RPyoF0+QZEXh/k0SAX1SUSvVs5hY2aNnLPmG4Ur7mGvb3q0snJUnJh3SLODBHFRQdMcuqqD5h1kkVKkTeWwHT2ardeVuBymHGFlDmliIR0AABAASURBVLabXLGHnwnKuvDUlVQUKWxMRRpNsZuYsPGgMU0R2a8qoXeJK3M4qRThgB7/UYRRXVRwMfTBEAM+aJ2wu/YU2ELfUVi7IUqRqetTSiGk3RHhMVUdBfWi+5jI1a3U0WaUzWlOMTlIK7kYzAlKjtjZJE/R4IC2fBTKI9RRdArFs+e0BVBq3YEcLgh8z7rT49gaKxt8MHCes4oaXizOKPAoHdvxpLfFOhyA/jMzKsZMeYYYC1uNWQDDPkSJpCn7zVwuAoXDB2BAATSe2IgbKTHwGRcxsVWdeoH4wAYljmvLLwIlY7KFkJmihY3iAdvlK1KZ7bOmJslXnSpgrqJlRma+wPDaWwqz00Jboz2PznOpijMeJCj6oFXjQxg5gzRB4sjA0aj8qRjINozOuwzqxGiCmcuo2uhNNlT0tk6+Z6tG9IEtYELxxMd4UU9d3LjKoul2tCagabEhaNVwqcCZDzIOkqAqOVUiR66gKDB2LIrdwIQrM6Mk39n2uagGfwb+5oSUdRWOJ5iljGh0jcJGDuWe38l0Mxb3hyYYnRaAP/UM6T4uA/XtgAJ/7Kwz8NQKTt/hfvEjBm+tBdiMGXX6FQtqtNitZQk4jGsFP8ayVqwzo+fkoobIyQqFuhMF6Q5UyL52HjtL0TmrM3IRXHue9YvBKLMvwdWW9FVHKIObO4EMoFlkeJDhC1dn5Kg1VzmnBNcjI+fsjFa6CGz6rUL7Aiw7zkk6/8glxOuRZZPIOSdGwCknDieUOe3+S5WXJo4MHFIhXy4ACozrC40UEvqg9SrQBRmSfFMkFdWa5ofPfe07cLWZG9wHcU/QE7TMZFFHkp0/uioXB2SMuAUjbWj2PUq8w70KeX0mcSrCcHiKeCd6nBaQc0YN0jIOZedRE+YcMxP7ZC4DZSZnamjrdHS0NZ9GsxamdLNHdv3smk7nwrjz4SqnRIUf/ZXa9wCByhAv7R1QqD8G3NhxTpySBag/jJRySotIHNUWNxR8R3PE4MJ+4jLuKWpulJjLpLFw63OemIzYhz8bmrlR+SlSqysVPaQbOeUM0g6p8tIeo4f+DekeLjklYpaROPbtWf+MaW20C2HNflCfyV5BnVPXnT7nnBLIif+kQp5zmgU8DszYmRN25WUkjgzqgI1z1SjqkDsKOw7cKq9XiqXusV5Dzjl0OaWU/S9XKi/CnuHQ58ThtA/cqi1V35xCl1NKe8ip2DI2kDL/pemhwwhMuQIyGepHBQJjFJcY7YARazbaCy6bNMxvNnUN1cbpDC7ix/Xs9Rwam06+h3rlnvZ8b5Nv6H3k52h+p1Gjm6f7ku91kz3SB23l8537nw9bZWMSDZSf5whd6VZKxAdSOYqNPIiNh02jj/6pHOW7BDOOzHyFYXb9USaP/Awlen12iWWgZaxHPoKW6Hfr+xmUVo3XjPwZwPWahyd5AVzPmQvxIkgRx2cZVH6OnDOqFSSu4wD95b7p52LB6CA80sNnmAbEbqhtojxg7ZwXaMuxaGt7aTSTVEDmY6LmZmQP8aVLGnAX7KpeS9zIaPXbJcIaukL5W7n6QnBHC+P1hBNDmZykQF3tVTYlepzQI1ReWRAJQckoDsahjUT4Y0UDEw6VQiYDG0PXMQx7VakOyeeiQIilrF+U/GrXwSnB2BprfYh7gxXDBVpXLbl3snkaON1JPhkDen7UuUYYZFJqLO5phAxSzjnlnFNK9bsjy9qPsZR06DBOuxTYKOLVJPIVsBt1wLyQ0sfEgcAIh6AsGj5OxYwtRp2aUpH1ujVS8Gl3WMtOijVDRF/Th5iQC0NOitDW0PTrNLNqTqn2DwY2d0CTRZ7o0KSUckqBtXV39nSpg00R3/YkRZyMuS62Uz2sIlFnzvUZMvarWLQVJI41XU7+l0wsUsaXQa4sry6Arg3LbghdjnmciB35nok8+gJ58y8Bc8LOkKQUcuKQgTDa8nOKKaUuUDb1hwG9vEtZtXuKqj+PuEy0wXRLCAdyzikqhyHSgk7Cv5Mwz6RqVzsHVzP+jIxT6oCsL5ZonTQlNYAhK5Gm8QhNp0JmjOY544Vc4cre9CNFz1BVSsTAE7nyCko7GhKiDj7vZXvq0urCjjDmjj2jYBR/MuHIrCbWLzwivvrIaSg5dBZkLiTMSFAi0cHEGFuBrudJm7wmc/K/cO0mnFnIdeFIy4wc6+sFjwYx5qCogjIxqEE/FpEreeB0Qq8MufAoq3bh7QKvhshfeb2yU5Oldc/qc+UpFU7HCv0CTNYNqRZda0/QNH2jqDDigyLiKkUTenTWB6FPaKq5yWjIUHqlDmFx4FFcwxoSMpR8kTj0h6dShzEA15iNr3xlyZvRZPpTkOQ0WmAg4TMHDmEb8Mbm7HkKKFcMUAG51nFickspYKb+6FE7d1B7hHqSTTn0zQ5tDmRBwgrDHKcGFjNSYaa9wxtj8t5MWU7gyJA7BxHiJA4GspDnJXzggzo1vtEUJWXe5YmEFJaxWKWCnHNYc2J7rD9EfiWBcmHEt8thIK4YlQUZ0BV9iZYvCE8+N3CAHUAdjZWSs2pJhUJZqJSCyf8ENF5xouJc4D+hIRg5R3H0gmnx8uQmFyd7z11/lYXGrLOqhlAq1HhkhooO+xqNaoX8Oko79+xd4LykPd+jii5Z9G4um0CdiM7hVXilHeSKvnRDvkC5oOQqPDPFl3MAT1YzNBjJiUHExgXEjEeZUZJIjwWQs8UFJSrzI7AX6rko67DUfFDPTmUNO6nntMyhfSh3A+zK+cWSuEEvBoPXMKR0aMnEoT0w9Q0V5smwxkjYrMtUbQq/tHgU+6JpF0U5nMpySho/hjTFOZRUk/PYkllNrusWmjE1JCwtbKdLk6PZm3KUvTZVUqZXsvsp1FlopC4MuCSW2iHtH0YUGLNsV2uuQ9DHDPpIjwJH917i9mfM+8qDmjzZasa3AbbYUHi5jcCAKmywQZvcaNP3VH4Eji1f01m7UG62OU2uZiw03yBYKiWmeT2nyMallWO8Ptfs6DNYG83W6OjXGtloMyg3qGv8jGb2qjkFzSlNaKqH+sqeTGqM663EVI/JiuoadvfISoI9dYtcowZoa1R+CssdqEgk6BSJo/OHzdVH2iOhV071aLw0Z+ZVpIRpgpTTCceQ4kW0F1qP1A6S+AV0Ds1twVgIv5Fi1HZIxiUGeXP4hdRxRb76mf2StHzfSMkyAymlnBLIAabkkZkEZDcMwEGyhIQtceRMpIBPoUOeUTXapA2pP1Q2ufHSeq78P5IaoV/YYKQQd7sETGXodwCcnjSHWzCndIKE1rqkI8oyo1+I+AV1kl9Cs0l76Kss7dF00iXou6Tf142e9KXxI1Un9sNCM/ohNR42xigTHwomvyOU5xXCkWG8aG5TvmTa2YpV7RyuV6zN+zDdt3Yb2Dc+cpoL93L8zkkG+YvgOrpNOXH7ruX29PtcOxPZh0BOzHkR6dCRNVpYo/IdeO74HCyfZfjo34C4P/JiDXOtcXPdRKYHGac8ZkspZySQFg9r1lCoz9aUd3dkf6+q3UN/jcRJMo8wZwMyo0l7lEU1i2aTFy0l7cQUGkoYLDGAgP7YGMKNOdI1b2V5admnUg8tvXycX23zaihr0O81czOV7wf4sgN1PWyEdmmAZFFH79T4cMgp50xPAL6njebbaItCLmWFQlamUcpVZK1ClIdUYgbOe9EWudjQ9Hp8h0FdB3RIDOKClyKOfC9XfcuhaH5l+aNouXaOOdZpcoYRkNDP+SZrF3N5Taf+onBzDbQe1h42lKwoYbwMIN2wPtGp3Fe49/rGS4X+UhBJM1EZpYAgOYsM35DCV21DhhGQOE/yAjk1Kg8UTwaODLchEusOCQVphooQVc0RBpwc2qQ1qImNapLPEZMRBeQKR13a22XEsfRW4TN0iszHE6i1ZvqdSV6gPmFP9cAwrtbziWjltH/knYp2pxGow8TESMlpBAwjnXi4svD9baO70NBQdf90l+ee0AkzowjBFFaTXFE1fykoSlxklBtQ1YHGcNYNElN/7/keu7iao3BlRi4jRNigTtGSqghepUmlgVEbUpsMEU2WKot5z3bpwqprAQZG7KMo5vPMf24+JBvaQ1/luCgUZgjbTHeS2AfCuyGI17rhffcKj3E8g55RUVoQFicDAwr7cIkwx4SdEezCFKaYNJa1ymrKZ6LPI9/DVMiZ/ga451OPsGfn00G+BMZewp8efLWea0s3vedEvsEeN146l9U10DK3ScHt/MAymr3lRsVoPlpDJHXlEc8eY+jIzFLMz1mTpUJ36RzoUWU35wMacTfUZkQQNijSdCzp8KDMYhnIPKBwDPBSMTANezJKxgBWxpCSz60e9r2X79Fpok3CSZBw2uD2Z2wRjHcbyg3mkZeOIKZfLESDdVSQX4E1NNMR1+Z2AVranqK1jU9XcPQV97yp5/Jct2Sf+1Q5XJ3oloSzZu99Rkn12kc47qvP0lxBDtvdI2pfKsK1GpbsRadH4a5x7uvt+XFJq1iHf3j2YfJjaM+0FL3uAG+eJRwICVP7EArhqicLOjtnjjtxDKMPeRQ6Bn1/uYSPus7lLHYlVvUSzK1eeufhRnp0G4q+dvLGnt8B77ElRCb7Hsz6dOgcHLUdclhfsrOY4BwQOu5pHrezaUG6ReNQRVNbLh+u1K5+CiUMvAjIAfk0faKlGz3Gc3HmqpO4XIOlUyhpzLHHzFeODJdRLUMtxksNP0OPJqD+q1jr6DqHHFYLoLjFuDX9vvN4CYbJuHNAUOb7IsQoSP9RqrgAPQWm2Je8aDJ0cVSfyQpNtxgwVVLnVHF9UquqUVfqeS5sVZOdhGJpih4tGfZ1kzU685q+c9nYrQPrHfACGhLPZFyugidNajdBuuhhIReNPT8ut3pddg7TqWs+yiciwsLX52iR5CJVxjAHqsuNPuE8k7a5rsjrlmK/W3Ppc6lZfgla1UtPxCmfMaQ8v5ctQiqW6kFP7n0L+lDOaSjr1GyKx74V9b76H4P+Dcd85/YW16h2eelF0Mf2/EVyHYtpJ0Mqjvk3u3WJJjeqTjS50SXd3KaPaPpD9IjfEfM889rO1/R9vD7T76fF2koIipNUFOvtmU+qifpLxZ33qCuWpbnzXjIv6PqkjZf2WAh7QCqrus6lx0f1BRY6v/fXuZML5J7s2d007HI1TaNa5OOPFuNFfEnRUhB2WOkx4DYOfUfhVjJsllFKG5kirszuqceK277a9KKzZPuMLqNbAupxjNf1qHnwDKUnt5C6I3QH5M40smNMa8Jo2Wf09adBLfLS68O8IOW2Ws83XaPNJs20qAF7/PALHT8AMwJjcTPxFwPG2QhfJkb54623qxSJdQtNRw776f8RTY/791kbg7rlfwF8MKkL9+idTUzZzYypsVIsoSk8bD8sCLnYmB2gxGBwVB/ZY6CSeO7pZxohr5I08bv0JHcYb8tUqo3ZYi2rCHDBTOovLu4Y82Qg4O6JDsTm0THCGxvsmSMio3W5P8zzAAAQAElEQVSGR14KuCyNIkhodqHcqHzBvqboH/DMjR+3OjTNkLMW8YBrvOrl3dISWCenzMyoBO52Da4zb4UGRXmpuF3FbtXc5g6Ml7jMGdA1xbNhf3c55eQok3xGFGqgOZWDeNmCnBBBoSlBE0cGS2NNv+T7UOjWNpyTfUspp7SAYkuPzJHtQV7frqaGda99izFp3sxQ7vuGpvPNif9yck6JOd32g1otMZ9R6zm+5t5wPR3oLrvpAnzHnSo2aevA1oGtA7e5A+fV1h5x299As75lZAEpYyIU1QOc463IgZPmu5m18kYb8Yw1t1uiZ6fXXmRZw3uh9ObaF7wlvd3K2DqwdeC6OjB9iviMOQfxut1XlBXEwpXZiqfZ1awiHmxYKzUHqRjBzWjR4b06eo8zqljNd3lDXwU8g01dPu2W4awOlM/OXYiyKBpPSuHGWZVAUQncLRuzlwPxLVBdA+UWHczi8G5xd9AgMYWnnNdpT71F44e+qgyCt3ox2jCQkXAYZ4zD/fL/ZsYnh33fA3Z/CL5HvhMHS5iYNSCx9omBi26kIUfNiYcyCupVh4KNIFQVVhZl1nACqqcxoCQhm3zNi1TU1fWEpFfmUpYs8ySp9QWoLii90AFeb0itOSQtIeMd/NK0d+LZf2QlhXTPziKHdayiD3kOrYvXeaPW09JaQyRgrdgklIEKR+YHMby515B4CCzZHkSd45rXxbBRRsp7/7FgBoyMDfLgB5eL143XehSjDKPc4PUlX65nOHziOsRvG1sHDnYgJ650Jma5cxBRPjdgIKkhKZcp0iEGTeGQODJshjJCB89IKaaUoKqDBt/0aTxy1ecMl0f1Q8uwzZRzXoBbVp+w7SM9Age7Tw0wx3eccWnoA9RpWuhzQocJkndIHY89507GOeci46aUgmZI6NOtPCiNMnPgWIE541dBwDH3zX4jHfCctIX8ItD48u1gJ23c1oGtA1sHHpYO+Kyrf/ssbqnZ9Ft0eOiVOfvZkNPt/Kzm/Mz/aE18ZvnHb6W+U5kDUwyj8Y4Rils7USmXoNu6PrhGj1vbjK2wrQNbB25zB3hWRXk+rILhEdt0VT5OWgCUEY/5Rltwl1+Vz3npFAap6SgsTzqKQm8OZN+HjmuoBsUhmN2krxJxy+tpvDlYDqVEqdYTMhtxfyFrFKeWZAJ8W6x5EB/pMfZipY+2TNgkfXsqH9dWMPNpjJoYJj0Pl5gmPjcp8O0vJb8HJg4o8ziabVTI0KfYg9TSASwWGGfIaOda9eJFpSUgr90Y+xkUv8KHhZZC67/qvY/DUPnmg4OjAt/hfgo/fO8NCA3+IiwvbRhwKqC0ykemKKLomEOFmaLLaIVrC43GogxxEhA2CsOiyy4GRR2jXl/WruqTiLElO5kVToq6DqdaBXuIMqQwjChMWsBcxk6PLwJtMwfQDoqOWR4fie2R4gXLjB4GJ/ZUDIgwMbCHdA41D/7kLdfGFfDUUAa5ZGIJ+V3ZhcPwoIY3/BJaPYu2eCw0j4eIsi9G6hHCVW3RxOZqVP6i4EKfhCIz4jKTNpu8aPIdp7e1/IeuxVyiS7f+MV3SIU4SCdIOcqpz6OQSXJGccyrHGF7EMmsURdrNS7rRetA4em3MQ9wBLwFxwhZzvRoLnQfkuWJdPsPVJLmuK3+dyBdNHoExXTTDFtd34IF9UJRzyNdbqilFxKwiGNTb2DqwdWDrwCPVgUf54Vc+EzzdO07pirDS2ouu1d7LWJ289ChWajgad+MOFnq9sGcFbq6s5ce/0l1B4vtyGo+LXkljgo3ZOnCwA9sVNm2Pzw81vsWuTxDe36vhTTYPE+2noflDeWlZ8tU58qgHLNLylVXUoWwCtNjRR55CYanLfEU2ogGDUboAtYizMWpHZuZww2LZCYsu1LOgwvHEcangE9e4625cj14zXmdupafyuxbKFZQ5vJ1GlB8pFcsZDT8nrkSvVC03jbJ8qcd9xvruGabZ5nrLDZvMCALaKMYiBc/kAJELau8MlU4w+7G32O4TNqT79wsdCCx6uPi9Fxpx9xM/ACOwgZ2DsoFCvuE+BVY+EnIKujiknR19yEOoophg0UvRkiE8mIomZuzaRjxEnyilv+yMPba9BrUTvU4eA52O3sCW/oU+JPSMKpsXafSBcZGC6o6Amox9DDY0hl4AEXmBOCphXbe8hJoVJ1JTazAnTtP/HX0XOTHwxtwudjEbtYbjpee0+CPR8cCU9YlJ5ibhosI151Tdo4tyLltPrqgPF0g3D5nLa5X1frfxDl2r+0Hqs3diOfHHy8i9S059WJhi6n02fuvAI9aB9uCRLuERa8ft2e7Sw2lJd3MV96vLN1y2Ai+7y+bY4rcObB3YOrB14CHowOwDwc8ZdxUUW1AVG26wAzS+vqTyVZRw8ULv0hmh1vH/J6E7EOqkG66nA/T3ehKfk/VGfduOCy3zfgFr+n3PczXrmbmPGefkK+7d2+hy0/NS+vQs5b189TdhA8+Uia26HCYEW8MIvFGRippg1BcBw26cuk7Zac0D2WUgvYI61wiqTkbDGvqz0XwLNc1a1J6ekFLbnuWWKvp9X2WJLW+jV5n7qnMdr9HrklMbCwdlmkRxkQz+UMmPlHG1YZcWEKYsKgu5mUFd/UJRAjrpIG3ASR2kjMnmisq5+JRZOW5hmU6lztzuPShr8GMeIncG/MCPvEVGRb8GoR6oD7nTmUNd/LiO/t59pgaNPT+VWSAKqwuzABzlMqNHdD2gUHyNn0BvHIdWNLKDCMlhEGczEs3MTAHecOcWpb3x2BsbuSc260XLaD5UCztRIF90mL/FwsPaAwjlI7tMqwdeFhIlBNURT0nIOigsgnzoiws8AfKuN8JcKvFzkVGvLvyNuyz8PxbowJpkPHu2REoq11AVdvWiCKMUhus230/JH35F8kBNsIO1VdwQuAgZe4up4xJNOeeUw+o8BSYsOUmXkDLm1ZGrOeOxD/MlPKR7SBwo96JQoNZoZGLaAy7p+o+2CjTOKzSKuf6Vb+MKu3OSogutG2tUJ23SPaQUqtQOHSvKOmlqT7tDtz0jSsbOac5hjLzQPjZOK76Njrbmd1OUGqI+6E0Otxd7lumhUrkWE6yTRVaaczBJUpBTxj8zZyiEOadig03whSTYtB0PQQd8sbOE2No2tQ5kmAbY+M4gXYJ+oeehNH6vCMVNTSwc316O0Zuq57rWsdM9XEdZKtZ4bTeMdipmy0aF2mb6Q2Lv3vOHYjbb1oGtA1sHtg48XB1o3y/ic6RurfHNVtW7r+w3+KHR3uG0GnYUC++Pdu9mDsm8dQrfRvWV77Gka3ZtNw136pnI8U2MSlDYeKE+cT6gZaSlAxM+KZBu/HD1+aLo/FthrAg5+Ebn/g+BzOnyPpqjntQr3qB9NGVP5Xtof3jhTt1doWVW3oETwjXnO4mdzrtLvZpGE14pjjxyiBk4GpUHJSqneV5M9VTz/FA4FfV55YvkeMYRVzIws5i6qLr6KQd4Jx0UPSExiAiqv2im5ncaNbKHWRuqPuqCZ4GSE0VduRFMjd2jeje47xF4jvrgkRwmA4xwtdGoKSCcphRj8QuP8C8ybqjkiap694UeRXDVDkHThhagUpC/WR449RkrxkLyyF2MuWz8xVY9Lcra5jgS2Z3sYOP8GdPyeO7rueW8ei2HRj+ha8VMRJt5BgjYGDnmUyY9RfhaGIi1oV6Y+2uFJxVC8dE3gKh/MSDwUDKvQBrVhLAtsjpC0NpBnQiVTjDIrpF4zsQaQU1jv/SZQt/BH9KJS/zm6u+uAzED8oB8H9wj3MwBDU3GJ3Q7meSUr74A2QHCRyV2gphRIjPDo4Fnxg0NPHPRh/LQlFMOMxsM6oSGUQ2p0Go3cSqHLonmF4kZG2NcVx4tg9idgHyZsZCL/ZpxtwQ+KIrsDBiodkNZoCmkzBZvOoFJkZ7K9SA/7vrAhR0R35DCUS6A00jlT0FkIg1JGSEVGkshQ8mDx9kjrr8WS1Jr2yWpknZsRT8yyfPdvq5TAaP6F8drnlmday3nnHLeAWG3bqfPufNJOz7njlffgP7eErSjz7mLq3xZWH1KOUunQOnQOEXKKQFCJCnnvAcUYUvXdYynNdcVpEKxUfmHH7SfdrvnnLLbRZFzTjkfB04Jr30Qm0DOWGdo+kZznvqoT2mmQ04zv5wzbhk1SDn4VHXpHvIMOWfMOfxyzsHn/HBTNpnY4T4ybVAb+08cWQkkUPjEkXPhY84p5ZxB4oAyp8yELsEEkVZA0nbc4Q7s/ZERJ5sN9RRxG5MO2B0V0iX4Babp9VMOeiPT+MF3wmr6ihXXO6e26xYtFXNe+eZhJQ2uHjxtlyqfAtz33JZ0e06bYuvA1oGtA1sHHvoO+HniD1V+35BvG5YfwYeGfLNdJ423J6wXr1ugy2tpOAVG6yddg/Yp4n0QDWk13BTtK1ztdxhi6t33+fKH177+RjTW11AXjL8b1ClLReOlDwfclbj+3biKcKWeyvfo7fIPD9xl2U3mtYJI0B0S94D3buKAZd4f5V7v9DmlzH+OFEeOOc0T+MgoljJXtxC0AUaIJ02tUGiJcwZlkALGWXuwTA5ln1XY2hifoejV4Sa5BrTMje6WsK8NO+2MM0yEOqqm4kLjh6bQ80odbWWDixAnwNBh1CubgbbUFGqMls5BqI4RjY9meSijKaDzESsQjL44wtyG4UXYcGo9zX9OjW86+RNxo27Wd3xBT5E45Nkug3LNFs+iK+e6zEU/n8cqfEYoiLnTghxuESMndk7WK7yI51SdKLVSGYUG38LNGfwsZ0nkFQ5CIA2UeBiuZ3jiyvdBeMaoH31S+YcMyP6Y29tRIRIEM/iDrwj+fhr40dcffgd18JP/CeikU4mDdUOlFtQJDh2EkuWFmw2NMTDFD4aBivkKxrR3ZyQ8JbDs8YykF3JlFdpFR2gQY8IraxcY2qDLaDTKEWrz0dT15VBWu0HBhi82hDg3UnTGSqRNH7xK0hh/Msi5i3UtItGZtyHSotPvVBhbN0dCRxQ2qgqzpEtp9UxbQ3rAR30IrNa4Vl4X0LFr3nv6nC8StZfmASnucu0PqGUPctmV07WiXqw0/i5dtDyKSjrHWN35oq0pc3qgt35uVfus7tH0G73aDowNv9q0B7L1Z7XxB9xvjSm+UJ9Zzc131wJbV9eoPg8L7LBwP1LgthNU1S3CpKKo8bziWkij50Wf5715bx3YOnCkA5Mb+ojvZn7EO3DzT+3J95UbW553Or7AibPtoiAKgYZum1oHbvfjY6m6XtfzbUfXR9vVE5SlpeL6VrzpzGzqyJJlv8f9jqS5PWY2FLvpaCsu9FXo+ao6jewF7ilKHtYvzM3MvlYWvqV2xaXlfYqOj1GcdjJcCUZ74tDfRYLC7FHyhA7ajck79U4/YUmnTFW8qkdgKBeohYvcGBj9nrDsRnuBp0/TNl2TV2kJcpnigswofJv3FM1wy+jKNXpWlebocVbw2c52hZjlRAAAEABJREFUdo7Tk1jn6d56ep5dz/vHK6yH9iXoE9deBDKZZMmx6s6v6oRA1mRlyo5qSjmdjhsobCVTeBb2nLmFQRklUoZ1QphQDMpBqAk+7vlhSPEDb5UHfuiNH32V4ZUH/2UwPwLfI7ZshOykgC8zIvvRKteADRV5mgKKgvl6R76Fr4PO33HpFD0ktPFcMVVCE4OJs0Dz0WNVRA6CZqD5DAwIDHmhYrShHwfGEuu6clK98cAmp+ZcWJ/ZjCfTZJhLvXb5HdQuo0+gfy/v8wPXwxDq8q9+5UWoHrppaWfqTv58vXMdcXd90cqi190dPkepzsegIz4MOS7yILd5uuqz0rZ+m/e81XakA2sncU1/JN1mXuvA1TT02OdIf48f872tz6x4h1nbeDVdq8k2cg0duKVnqL8RrmHXW8qtA1fUgVuU5rbfNK2+Rm9R67ZSbkkH+muj529JeVdVxuRjd2mfS7rLLG6+NZhXG3RSF/I2zu9AbeX5gVcQ4fkDrYRGzdzzyncT7kL01Sv30OabTXXyGx7qDvSnWR7E2Ye67/KuHg3v4I/yBOAZvwKsU9+rY+3yEXbSIMrgQC1vEqdOTJSbcE0d4EF5TZkPpnXZOQi4nvNu1rjqWGF5WMpoiWs6Lk/uAbSGQx7IsBYXho6/gcmrA1EaclDkpTHZ25LDqKNH5Co7RylPYp8XSC4vAfrdR94BgVH09+PH3vvp/v3/keb8PaLHQe6O76VR/QCY2i7/WVNlH0AR178k7eZ0sQ4M87ljGtVFR8+0CvXSBi8tefXnoUSVeT1yblcW6xHnWZZyLenOy3obvd1Vj9tY45XVFNes2dqO5cVcVncHwH7i8VVp/EgCv09RMmJHUAZsmWFuz6AkfwgSsYerrKw2Kueccr45zLfAyofXT3kessljB7hP/cWtR3x1Qz/6bMyD7IBnosE6Gr9H62WuXr8R6jvEs2A0bszWga0DWwe2Djz0Heg/45f4aMDep0doH/zU6qrUz7MHX9QVVLCluJoOeF0Is0mF/MMK9uc9HN/V3SPyyCtfFU7Ji892P15Vwx9YHs7idO2Fc7rnM4245VJffeF9jys3xy3fyFbere2AV9Kx4k7xOZZjsz9yHfB5LBY2fq1XlMkbXFseGqXw3jd171erKd3Y4fqCBaMe6DnjUL2Rr06SnHPsNJ+zQOfrWvF5w4/D/jA8gu9tgz/8hp4ff+XvQ8XI/480+xfA/iBYsFujLgEh16guPEujH5XB9Ap5gYGAyiEsjAP2izZnYZVrVbGFmt+ddr1R1AJlyAXkBecKWQ6YBMBVXUeKsipafpWgjNHmWRzMA4J3EXjcJj7aLgbSHBiuvZzXoFKF3B4OmIqvDg1qGt+ouh3U7iQ4epB6oLq146IX/q3d0CmFeca4tr1egdzuOjol/rb5eBIXwIM/7YHaw5UJ2wDQPHKD3T/4PR8r4pj9we/gdlWw9et2nI/5eZjLa1XiNwDN0vKUnj6Z1WnfsHVg68DWga0DD3kH4seiI3usnxlHvB6guX5q3fo6H2CLHsml63URe4efXB/Iob+l04XKmu8J2T0L/g6/UMqjQawRuZfo0eDN4Y50oJ1dy228NMW1pfZhQOwoxf9jRj8XF5G24zZ0oJ6qSSm+E54oThNa2DRlkXx3KcZMRc3r58qMhlMYYw7hlBybz9aBaQdu0xUVHwdMjHSpzwY2FfdlmcZvGOnMI2cqAcx7kSwReZthlGPNqu35qmqEtCkx5ZSDpgsfrBzrQKOiQgd/5EU/AB44DH78VecPwEIe8AOwj6gGXugR0KSg5ENFeTAsEDooniRFDd90QXGLRdE7ArihZjYqCAyakjgUSEGbfxHuytyqpwPsyf0LNkmPtFW9m8OOEhP6ymPFwoyMNngcws0JC6Ra9AH3wcAJHILiIX9fSiSuqCPPzo4NDYlGh9DgOPE5USYJqchQ/adnigJYyxrvW1f1wXuMgSEFfth6Xp9prkMS8YfM2sjf9uc6RjRoPg2Dtymuw9nwf6KaW/xAHCZ65dzQrxILm2AJxOlLIwmVmwP1nRrl7Hu+yrliP56/2Kc25Du1n/1ij+3gmH0/477mqjSXreWy8Ve1j0czjw+MfudzubfNeX3FXH9I9myLQz6b7aY6EGfCUzhD6GsRjQ868xs/d/ANO9TR88ob7mAHOIntdFu9vPTq0TI36gryQn7D1oGtA7e6A96qIorkwRHUac4rr2Hur3wTsJ61darNvQn+xpj+HVXjwlb5jTzADvQnQn4JlqdeehF4TTQY3/NzWZu624jL1nbZ+HlP+nyNb3Tu2+Rj9ub3sNG2b6lY2J+XuBhNU7/dc2x0WGYMEzPrJHVnW9N3LgfZhaUO+ofRoCVgvGw9pLjYGBe2sJpCnaji1ZA+YeOlPa5mpZalZY6Pw6asVFtlg8zlUN6JiXeJvlcU1NudRaTTB+E4Gy1gHSgZtA8dA4ZXmWW9Yi5K33HeFFz3fHh2xfmRdzWinJnu6Tluv1pClp/tUL3o1M1LuoTO1UukF+8IP9twrbpoM6+P8kSj4P9NjPT6YcfreZSNGxJGOi6OPOl8kxttjshuRYwqdOaq4O5msaJjjvudKbJ7j2NskRPap5wYThZcrXe2kqozeaDorGPgt7jye9z/oDz01H+vVEmSiIsp6sWGkyyOOIWsG8wQaDZoyPhJ9Q0/9I1HNplxssHD1NXgTh3uCF8DBSxLOJ8Eo4XO/PgOQWLArIy2yIo51O6bvdJcZjTIFBUz/VBX9m2ugrDho21E+BKuHrcScx8J77DNKDoGrRzSfRj9B70bD0UkPVr4sEtRkp45TC54IZivJCnhyjvU3Kynj3o0MeoUdaufAwMuVBixC9SELImFWVf2B6fcgLg4TDnmbx4qD6H5Qb1UzkUp18oSD8W0d5TrcKp2jalmXVqK33mXdXfyjmtx0iUkqs0V8oH4p1+Zpq8gcegjAWXvMsJayrkiQZiKRqnZoZ4LSGhxYAQ7CQi7E9YyFHBBgGurwJahukGNvBTICoIdgbIgxsnQq2FiWBdoU280mpamQFo+ZiEpfFEyCp+u/4hT6ILissuZAzDaVlZpGC673pXEW+0piU71OyXXlfnsEnkixdhY6y3Iocv4FuRcaAp94mgy7DausQP02XN0DjhHB91rtT5v5tCkTnrT8BITlM/SOUgOLu3z4ZhSkgbS7DBypqpiztpyysgCkpowyk0xo8WeR23iyCvQSZs0gF8MlXNoUFcdcw4BbaWSETDaV4CVuPXhH1prMGov/uQLgk/WmW/5uFYpzD6FWqF28KKVESgZ5aN2CK589gaPzNDtXIx7I77xI1Unzk26+W8deNQ64E0jxn1z4/T8aOv1o8MNMq6/BsvAtvQw1FSeOHD4MO+PXt/z+56b5iY6wEV38DRgjzKkc4ThwHQw8YG44yYrCa9uiaaTirBfydQWkTaYuPFrVJ/rgOuZVyrkH2XYgwqfSz6DgtoT9T2V79Hb5RvwMYcwH2IZnb0oYg634Oo0d6uy16UwZdDqfqtIrdUaJ7hkkX5VnYLvvjSOmczM8jSl+CCHlikGhvieP6PWGvpwOnEyx4muxe1CM9uZxLVV1Qe0Ur96oXhxXDzDWZE6A0YtlQ1wkThXBX9/IPE3B3PhR8MhRm9RfAgnlgGjNq4GGKkoXsXOHK+gpTcF37Hv1rKaKK6oFOfAPFf1ctlTcSqz1k6rUtDr6SL4oKdN0YOemqEAHxjcmB07bkzXqfS4erQFpNTDBeR97l5Cww0xgJArHWtQFhZL3KifMeZRFXT0GxlNJyNynOy975h5Jp2PNPsfOzBDiiPHzETTgqfAzBpo1kfWFJPMWWhRLMN1xfmCiWueCwyJM+Hs2TItRjRyAYNFCLvJf7jXIkZt+LX4QiMzrFSUGDmUsQ48dZgjRw/arKZi54oCgQFTUskoR45g1MQ+g4k15LAxiiijrkG51DHwO+XQ5brXXJYoIbGQASOPY00XaxVbqbXoccCiv1yABbWRjLGzZI285Mo5p5yzUkqVpAOHuQTJWAnHEKAnjZxyzniCMuCXB2WzBPXCxD4XqbGlAGe8aQYcvjARL9XrOIzTG8rO2pqhmeVTdC0pizhwQ4OixQWdL0rq0IcfPzAHXYg7RW+NYsGXYiYr40KNZZ3ERVjsFEP8Oby1p5IMUvIN99mHmOsnFSi4nhTgq3QIeJWhk3VKiWNhSkY4hSfOy41LLXIFj9Boqry0R2/v9T2vj7J0DdoXQTXGQBZHzhRWA3PQRbeJMtqBRsq2uzZ5nkrLVNI5hOqocwVeKA8PfUaQSD7WKhN5Q8kyWGreyNj4Sr2OBAGY8Y14Y0XRYqij6iQV1bBMMmoBsXV8DppdaUTX3qSPCJ1MKscuBVwYocV0JTNbibrmtCTPVJJTct0F5Jwx5VU7RkZO/odTSnCJmFUkPXO6qSO7HvXkDLeH06ogLOVc41M+LehGvKxFdIt5EXZiot6cc8q5YCrfS2h3qD45o52AqLyGnHLukOBB2o5dBzwn3nw7zWlcxOQV36o+Yo4U1fUyhFOccs4j5rly3tngMDuDnFL2v97e8ymlnPWAphR8ylIBk1LKOS8icWSAMYmcc2r/wVRdkIRpAoWcOJwCTHOnKueUUxkZUpCwFW4253DVDBBSCop7oSmlHP9JDyN5ZKfzEX+bGuYFAFoa9ULTYfBZSZwfo+VTcifDoSpGP1tF+4Bp/lIRa+iKAyTi9JcvIBuMvpBwP3Vqe9K/7anXsaSmDVsHtg4c7YB3n9AR6g01uZnU31ZQ71pp7mPN5gNitJtDrDpvhmvrABdatB7KZ2NZpvFLVA/1UrHGazuGWPiY00F7v7qOyg1Nll49ZrWP17IrzWyqrgWuI0zeqPyG5Q60HlUa50y+h5HKUhA+UJ9XkobQd37Y23Un1U26B0IiFAdtkBhzvpfDoZ+qMf60gSdlbz2ZJ3T0ld9DTbynJyp01Y54BaNLRvJOIvchCfNkEByydA06aJM2INvQeAbCB222q6Nm5lLhu3jJ2a6FIk3n8J2qTpba3zwnB8wcM/sXM/WimEObiYDhVPn3BNz+wKayEtlFTON778rrUNlIAM9fMsHGL2Zyhxqr/VJYCraCHp7inTyPoGTen+ITzNRqlNdIbLNM+KINXyZ0SLg4lxzxd10xkQwGK5YJX3yICTNTy1NY1jACO7GoFIi/6hGZU1wsnCMlURZz7ZTGc5iKFkJF8tgnMUWnfRFZO5M3Qyy46HW6klQ+Is5Fcm03eREYm7rDxUNHMVDnFBTO/ClF+5DS/Mj4FV0upM5cBpU7QAhhdA6cC85KLGkCGaEO2WvN7hd0YbDm2Z2SCEKbxurS4rHzKzmbXGjLaV75ZDZMwUONaRVTXgoZRp0XvlTIF9wvPuynyCRhoCQUT/kAE3lCr29hYo5amO6F1Cb9G18pqgglLZSZhDYw9PL4hSzfgM6BWAqqgjFjwepmiIbMdE3U1v4SqHAAABAASURBVFB01BJMoyGcNZnvrIAV59gX3Wl7s6IADQiKTUozgpMKdYM/hoZfSa4ubKEzMxr4pis0ZpbDZkbdegofHi3O1PgMyEaECC+trrqfDPMYJ12CiVr6WKOfog48dLgIyOUeSGMJE9CQkHEpg/z6FaHMExm7MYso7pPZ/6sQr5lzYRLutRRQ6GAuRamQDyiIEFKSnSNxqIOsDu1LiCcxUVETDnOKiYGhrpwrTYvU85nKMWlwUe1mzxxS+MSE4Gh6KXrOCzMGZgZMHQiMOMlSGahRslRRSJ1rEGqcmtCxoVKuqGQePboFc+o0NrQGZKiQBM10coqEJs0OPVRlpgbY6x8sNvs8T1Ee+tQdoyhzDF3cnLVd6kwhvXZc9UJXne9KGmBRDSZs/Jwu2EaXxugzh7a5TnlBr0po3jDrgI05FzzWyNI/sxqPOp5hTZ7TuI91uhJY94mJOteOXQluHlKRKFsq4NsDI+0fYYopEZPKYRjIaHJonPehBhc85HKweZTSRFbITqkeORUJGkxPVURNKhNHo7AxkBlJn6AoD1HMi6Mq10I19zYvFGX1oueVl1GuKD6m46tT8wkZQStkbwzxgVLUA06M8SIOXpNMGINBA2XAnDX6fQR/gRxnLbg5bx14WDoQN4yb6W4aXm6p2UGb2GkeHGcdC4h9LOh96K0Wq///zd55IDiu61gU8N//kqc954CkRMlyqNhV/aTmJYCLwKBglzXvz3DO+iNu+E75+TtQJ7GXnfVObcTwK4XOIfe69hE85wLfnIr5kba/ffb2R2qvuc5bwDiAWK51edF9xWvPwPcpzZqj0NCVM4b/vyRdv+tV7tH5uub0ae8hP0O/9pDqAnuqUyrUq23EK4V5SqH+bWApj8Z85HvvHBlylzoz/tKkPWMXHs7qHozFN6fPuu4FxC36pBhf5h1/+d7ZUduqA1Y50uV8fJQ06LvRB+7iyehE0VjaGuffF6vVNc9tV5+I9Tdv/nypwuQii69cbDcIrpv8nYRBI4Om8s1wzRsws3kKmNVmDp1WdOuwqtE1wlUu2spCaTjeElEE+9CWr2sGGb0ZR4xWqXYdXXSvEZ8PPjOXYZz7bHe9jU8UduklnQqcOWD8qduvBJiKnCQXJSkjI+q5Ee87KGWd9yWbRYEa/63S3C3cioGgpnr0w+pdxROF4Fj4RYGs5qpEGb3b29Ik+rsJu1v3oCEFdp+LjF4P156k8aLpWRNU76CU3hUrX0PonzA4ZYHEzAwaWpTM6S1rRtSrFyWTCqUID4dCdtEuGGwmji47gXUVr99CO9s1l6s681Bc64AmA+/+fwATSCGTb9BcpLVWG42qRDgFRUlKlGTWyJZIj2lVREX+Kx0rY8H0rNW1oWF7cmq1XS+76+6ZKI5tqDiyi+uyOOJnrqpbnhhzF2ATWpXoNs18/wvZP7xoLp1ApUFKx3krah6MaY1bUI0xKgZZY8yy8lzEHZT/turKkLcaz7XN2IQPG/Vu+1bHwXq4MWVFPSGYT+nI23bfcxt7xJi/x0GcIQd0o5hwKfdkOZ90fQAEjcvH68gUJNdE67XfjjGrOfOIm/3v1neFay27YkfcLmQxR6zyHpbgL1D2Y44h5NVL9jWrH8G4Ez95B/oJ3ExRTmzIFw2vghdD//Nh793j+xv38u5PQ5tzhBplitM2TvkZsPQen1H3rPHOHfjMk+uXF+uJd07nI2n+rTPne53N9qmfO3DuwCs7MN/A6uKVvN8QM6/lSJeb8RvW9C/P8T1P8VdzPM8RMW/fknrgm+N+lL6f696+N9lX4kbMkPdqyb8SY9wj9Bqeh3t4lP7jfH09N/N6xOsTN0mNcF+adtDf5lX4LX2ba4y49TxkNikMttjoc+LCz+QP0J3XLfwFqk+Oddz6uw+hD3HTVp4Cfjfe4CYcYo7DrHjkWojfybA/oTnSozL3/Pvv2I9q/BSf23f7u7Sz06N8FcZzXSj4jXKTVZynpys4ieQn++qJ/l7J8Gd7eQc8Z+DORe/LXWE5ohRRb/Xi4LDGEZbQ5lzqLPzPUNrsop48r+hx5zB3cb1rsSaJXqUKas/ovnF38a6nmBFShp3ELNUHtj5f5IrhVc/MyLyDS+MvyMvlEhdkZuMQERlRiHGM8Yb9TBoPfPAK1nqbgb9IpcAg1qHRGP4avvh2Phf3aAHe64Sq3QkFLqj24FLnadYEbHvUGdVhUb2YNNzmSQwUO4zH0pkPPI78e95ab1uTvRiTURfaQ97olV/bpAulCfuWw/6VQteargImEn/1dEvDQ2vFVD4LDnCvlr42YtNu+77UftW02FGtyNuUA2ZkzNIwbeUBxsC6Zl37J8Nrn/m5shkBr43rH2quyGt5kp6rgdcvkHfvyWcmcooOyh2zB4HhOb6L+EtHn75n6NNn4KfSpxfdF+wL2NOn/Qk7MK4K5RE+YYizxId2wLNSzxSqzDrmTSs/rLLQbx116HoaD137xLkD5w6cO3DuwLkDP38H5k+uWf/5Mz9n+J07cF4b7Vea79xzxxr7rjyCMZ+Ps+In7wB/M3j2rFoSe/z9Iff74arW36y8V5q17X//Ov/xFXga37DE5SdJ/gqu1Oo8+62IZ79pve/+stQ/FRQbE9rLGvDszh14+w5wVb096dMz5lmoizHIrEcsPx9v6WhHRqJkVq9W0BwII3Qj5couPSNzhS92V7QXvc1WvxArjB9SHQRIqnZghgdmDD3uHvOi9rr2jPY/E92eRivv/4rtwvFSmNkxmqML1LmZtto+zrbM6vtqzckNfPVY31V/7OWQjqsu1B+BGNqjiNV3L3DwyrfBK6HVf5TXIr6mH+Puq8vvud9tLysal/8kF9/vXuI0+7GineRBNQX9MjWDz42IjGjIaHZir8hM+C0gwmPshvoGubG+xVjm4tgDjLzw6B9tmcnSvxK3M8xcxnt57NsqJ9N24NHV8MjXss/+e3bAMzHwaERjjvzj/wo2cvlKeRR2cucOnDtw7sC5A//cDvjJ8Cp+8uJdw0+e3zm3798Br4kBR0f371DBD/5+55H9b4E9cO03eOsu7Ou8NX/EW2fop/zRO9D/RvC+8ayJZb74Fv3vK2+cQV+JaxCPsp/5H+WevnMH7u5Avwb1e43tUc9rne9EL9/FO4ucaT9xBzyn4tHcnvkf5X6ub56JunCEJvkJVyP8jGl6vxEmoS849A9EkS0oM+MC8pKRyetR9UJEZuP8L3sT3+Xyv7hc2gvfIRsvl+XLNEdEZERgdmST0STCFofH+M5ZTtcqNJQdxgzU/Q4/bKVcyf5iuPRrXAjTNaG93vP/iGQeYgqoX/talBFfj/z6Ib55BHaPjW//MxRsZ202RG0ydskWo1VmzVBOaCARZukfUl1YUq6h9VVLJ9CvfeuRfYz2X34zPkXaGtCZy6bpc5wZcEsu/NEozqfxm2p3DKNntLBbpvG/tZ/XM/Tfupbn83aFRiHrxkdq1gNLRXRO9RNRw31ivbVU8nAfkM2AaIgoNZ4crniPJylf5nYec/G9PftO/bfuwEfPqvl7sBdc+vQ/uP03puaZmVeqfYh+vso3dKWggDwiXnqIxfuOPtSbk9+b9+aBzoRfvwPntfLrT+G5gHMH3rEDyyfYO3LPlP/EDmz+9vzaFf+GzyF/89nugveQkN3KZrVe7+u/7bTo1pu/R/Oc/c/dAc/Yz53dJ86sblpXy++gPCuuoP4nYWdZv3c6JnEVr/4DwHR+wCx+0BTeOpW+gQjOPo+3UtYiZepBWdmv0bze6jpzrBmfMNwo9wmlzhI/bAd4Hvl/zL/BD5tiPU/HtV3X+X6CXqBwrIU2K/w0laBR9FPL0n0pq6IUQbQe9YHiMDIzMnP3crdxmfLo/eXxBVmAz8wIWiE4ht7XkosDX7W+Htac2tUNTkJoi1nHrtgdRx0eTpD40dt3OF8A81JOQ/hyrtxwBrfHFgy2/rLVKWCj2tNG9jaG/C3x3FpqvCP3efW/ELEsyLE1Glyee1znQYpNlqtzgUKDaTnNTQ85cozbAF/ZyDp/k5SXc6w3g1lUrlMZsDa8dQe1mEyzdByLikLKzdDmy984JI9AYf+z9vWa3xbGYtRf1JaFPJ7z83U9j7g3wvsz71X8JL4/LD+p2mEZt38PA+WUPwXLfBble2fmNTLwvSP/10bjBNPaqhelmaO/R8+8X0BG/MvSM/xy8Bn4G3dgvkYezb/HjStiSL+3HuqPar3oc0hR4csgZd3tlvi7EU8cP8LtKl7B10x2jLxUf3Hvl/jfrvzX1vvbz9c5/7+8A94w9/CXp3YOf+7Au3dgXNOjgPbQP1lS2s/dqjrpxWEX/9c7fmnyNxh+c6nfaZD+DtQAg4/GTzfGaTNhCcRtc1Hi1rNl7sXc47fZ/45VVwLLGRL1h7e/PVPHf4Sv3D6vzhn+neR4csq/DfdlzGHWB/ej5X4TX1jACyEvLZknm0+9esbxhKuc+RHXptaiCKTB0CrwK7sPLLDNdu0302TuNNYxsb4pnMwb1YQNSe0bbhOwMdbQVdsEfKXBkMtWom8X/pUD/7Dayyb8rXm5+Y49pPoWTrF+1lTZusqSXvwaxUYUF4NQZjQu+nE7pv6GrP9CmHe7yCAveRlsfsOFoEtE80VG5kAEGmgy+pFd+ixRJ7xipLWV4ubVB1NcuWvPUV4pdcW+kjYQ2LE9eGhd//yJS/vy5g0KCNnYBPGkozWfN8OVmEWiD1tuA303+a2OYxhbuXMcOoPpUtRCWiyR1KKHp0evION/Mpgns2UdNHXAAg6nrouoamNJlUt08w12KyumOlKRxrpnM9YM9p+A4SOD6Wy54XssK7Pn/umSOn+u8acwcY7nGoBZBbiSM9f1cqGzFHqjrsiBPyxlxpUL+wpnUwp185r8Ff2404dk0pOKddtm//G5ajm1c2zqPoZNXc/bxk+etgEDZcNvGpXlOzauX2jM+3kz/fWyunG9m7AmeDguxfUfAVc1fdwEcYOI8MMkDHgzTCA/4n3pEW/OCw+GrTmrfyMyGbjGU76OTGJF5dphK15ERdNVCeSyaeRrDrvp9LSo4EBoRKBERNdLqidahofhoukJr/YMXJibkL29cZ7GX9uBZOR7wPWLm6uap7+3Z5+6flE6l+v65ThevObjZx6sZXwML3KZ6VjxQnyq4h4uI8zz+NRR/nIx19Wn4FpFmYMfssizO3fg3IFzB84dOHfgc3ZgfN4MadWhl+Tzp6SObwED9nH8zYAfCfgxZfytr6P5q69ObsYgleTh4icCyqCj0Pgagy4vCHOcRyC55rCVS7LKp8K5ULAa0yv5d7v9FaAt/u6s3jT62Mgh5+QjbvZ/kf5pO+j8fSn2DLWOTxu1qn20+xuzqWeAe8ZfZpkZmQ2vr6WSIzJCKJTx4lHxL8YehvXh9bkWHk6og+TZpgrQ4HvrdnFDJ9lnzYfBEPdr6HSGjnwA5sAD2YAFaxS5NuZrTAm7zpnqM1lZNB2NUCta+ChKAAAQAElEQVT0chD6tYZU36IXRFQMOfpLwFXDaFXLqjHomrH0BC36BxTKzNeIuhjj+XfxB6qfqS/vACeiYocsg46zQRv3fKn1DIlAhIdSSCgrBkdm0xRbJKEZhCDpE0ytxWZ7sYsvM4nTRkbAZyFjOrhQtAmN9F+GfTRbPeqAjvRfBv21A73s8FagC/gt6nr0hrkGMXS0xh3YUEyHvjdifWZcvIEL8BKlU3ToyrrxZo5YRiS0qvQxKwpdCYivsNFhE01a9UsuSkUUu8RIUUMB9AmSqW/fgOvntTZRJtjmv+yfMx/rQ5cnqOYPXfKmo1bzUUudPPcLldTGaWMsqbBQ9CTSl8uxGjRh9RX29ux7rLepGEONqqXegbONh41uE4QRvEz1jlKrw6cUqCYX1Ff4X/6yWAjj9oD+FS25sYFPBTVkZkaAzEQcA0dkPN5Od79t235v9DSu9a1O0/WthT1n8jCbJr8hfqHh/g04/dJZrA/KDXR+MmqsJzUr5s410P4vjZJr4A7M06t8MyIy065kZn6fjG8cq6+LhUbmW8cNDnLsl9x4Ux2CaWlSycyM+pfBkU2nj+IjMiJQQUZGRGYCpVBvwKKhRwNGEBp1oGTKl/Wg40aoh4fyQdjp+js74I8Ny8iJNoD6y5srGUtQF8M+kot/d6nKi6OcX8HVOXYFOxT/tStwxBqBPVUfKO4f65a1sVaXNmyl9on/zA6cCz134NyBcwe+bwf4zPFvzTHg+MyZOX3yQv0rsf+7nunxV4C/CTTNsdXG7y7qC1BoxK+/JxivtfLUwmi/DzUP5iZn2C3XmCNQhwDn+9mgLMvrs1BI/Ah8xxXwBQtlD525sLrXtlD/CoxxvKgcZ4/PHdPRXkUfmf3o2rcLZ1qDModZL+7bOgbn5PAzxG7EZUY7fjVb5rAz/Bf08cqREbdjxrsPnzvtyUTPxHymsayq155OqPKQZaOj0lBoeD+hUciJFCiHyQBMqOsY89iYq89Ywm6afKEyV3f/u7OG0o+nCfpqdkJHlzUgdjXqSe/Aw9YGcBBHFHopzBWuNYjesC1rXJOEDaWHfFgwBpdLiLnW3p59p/5ZO8Dm70rt9z3rzNBnRKZdcGTUv0tEFpKXshGZEdUh1TMTswHHomdm+D/ZHIEvODICCq7LshMORLTaQ2bAd0QE5oTssRnWo49L2MMj/S2/8REl6WiRERtoJUzGerTPNvaL5k3TnkHcGWW3uPaeTP1KNpIb2Dix/v8AhsTlbVQYehnXdoMhMOmNRRhTWGxIWnEvdnN46Wv3pEIFPol5q/uD8TWl6lqhoSKXLcKjPk6WJ2HWtf8QcL36X9EKT+ZzLDl/HsdyAmlrDIYzejOuzJEk0lmcygwoRoBRUUNi2YZm+hEoyHaQQ2Dzo5uoA9S4zVFxzTWCy/q13Xxjf8oi2Bbv3LfXqkT29+2ZvybDJc5w4trKL8abznOfU3vQR/2/QlDnVojz+Ad3oC4OOtrN6o64+kjXscIvDze5J/GP7oDnfV7a3p59v0zvz763zLqejW9J+Kmx71j7Zy1lvoJm/bPq/+Q6/8z185M3+ZzbuQM/cgfOSZ078Hd2wM/Z+uzZfe7Lf9eM/Fnl2Vg1vR646CrFodDqb9OSdMXfq4r/nusV/oPprwzx82K+84r4hNVzjpYZzzqlFx79K9pX13/7nH/GjH7GLN6+ex/PcOXinZW4fkdm/Q5dDzp+YS2+usG0sEYR0MylH/xCfKHywlj+wu56CvupkO8jXDTXvf0jkIDWo1TbWkUddC2q9bebdZBwRJFOO/K8zLmyGSPxiBu+U37eDtQ+Lx111RWLzMgUkEvL0qqvLnpMNnnpMnd81Ule7maL6zZG5CUQGaSir/7IiJwQHNqIgC6UjiGPiJIotKZHUjcjs0sGydSO4tAiIxpQcIUIDkz6CKUvdZlmDF/du94A3Kjq0d8fxrB9MuFvPu54/bwr3P5PQI/gWUa/JUkurWRpeH5Rc9fePV0XfQy2ij12Qy1uDBJBawr9tq0ec9t5kWs1PEEr3Gd5UIHICm2SnrGJWTgYit7kM4GFqzoQyIUjn7Sl1it6VahAxqeW9gabmuu8HMRxzToCab2MmsBkHFoLx9y0cgymxw/zrfLHx7u+FWrvmXLlVTdla8+ocyoxxTxR23k1aM1Ta+Aa0FVo+i1fzh/bfegR8mNX9cMm5ieaCHf7e1DDPdyGdqW2B9DQHyb8Zaf79pen8E8Nn1yNDSg/aGX5NXPxhuj4ohG+Zt5n1U/dAf/IaM+8Ty37crH1Sdu+L7yc+M7A9VrvIyveWetMO3fg3IFzB/6tHfAJeQRXKa/8DjjWwCeOd5Z6vgMHn4l+Oks3NKv17duD/PPCvy/CdQl/0xKlf8syvPYdaEj198MqDfmz/rx5/5LOzHMHNjvQ7k17sXFtDX5PXiPQaPVT6IjC355qjShzG+CjYAnxOViR1ill7fR9HG0oyzfMFdexWtRsN93o7fSt0nz7fv19d+/5Pvv+7L5vDudIn7gDaS06Whx8+vgzVNDRYntcpaG6JMASCPisl6z+17yZiX2Jy0V0vbimZ14iB5aXseSrV87ww1VeREZEZj5EcGQSEx3qwroZwZCRyAtdZqIL+EVPjYYYB2vtNyveQUb9V2HF/4nlPwTlweT9Ktq9751+DfXSyv8nLjBLq2Adnbl2+ZtFRkawqfHug+1iI9iWerDvpRvaShPXFPqWQI8+NQjztzmSMCXoPJGKKe25ytiPctqgrcxBHNnNd9DrO8Rc8yBvQzGmNVilq9u43mJQ5i3h/1gsO8gGuO1i2Ui4tyy0wntXwuRS7IQEZ6qrPhOO0KLW3hgtpfMrOMlSKEbT9CaSUjaQJaEf9W+2u2Pz/KBF9EeJ+l0Eh07E2d66A2wwKfZu4XeBIV9qdZlynQ7JXfJS3m8IyszIbPgN8/2+ObonjJYdiH+6eQ2wwP/Kclnq2e7sAI+6/pHtdw9wJ+4raMdu3w++b1zHrNFQ6hlfq/+K1Z01zx04d+Dcgd+0A8n3wzgEbLz/oG6AfK0CX09iRsSLiXEe93aAj7t7rv8U/6bFumn1JaG+MbRvCt1+U51vDm53Cz1tHRqjbioYJBbK2c4d+Ed2oO5V1oL0FkV73Aiqu9p4IhH8KSKjxq8+TeB53MyYI9pvoy1ZvR4amh+GBRxpSHXRZwDNktoaUBx7oOZg6G8A62D3mXIpv2HG5xyXHUi+qYmITCSIRG8dfRkRaLE78EQQT1PEelwXu3yXDF/0Zl4ieXmbmZG5Qp/Qp2wwp4O8C/EX5BKjfdFPTXmBnbnWzXygG1vgBTRxF/RC1x0n5bAzHWOuFZERgasQHhLIdmfTcz9jRsiX/qfuDzxN+l/6yl+DozokDe6Kb/NfAEOTRF9O5C9v7kltzHetg/1l63jQ+pgag0KW2k6JqjEVpAFGRNt8CFrj6GmYVbCp1CmFjlaOChhakSvTzSuDiu5Yhi+OmJLD2WVx+Gpee9ljXhbkMwUmyfxfTjoD2w6wZ+xf01u/Mxv5ck+9EVuFmq2qJjhRyzUyQp9LK0xRO7NqlnuM0BjDZJTl/pFd8ihJZvYKCDvbB3bglT3+9JiH861n4c2D8GHK6fwHdsCrrC1DbUZj/9l+fOsc8p9d6LmwhzswfyjXF7iH0V/jnOfwNSNsqvpdxG8mG/I0zh04d+DcgXMHPn8H/FrlX1clP7/8WfHJDvytz/Un0/qZ7vZlxO8ITWOWff+0BcyPbO32oqcdTTC9B3XwnT+V/y2cq/2nd2DcscoXFsqNTOPPAPp+f/vzD9YLyaSNYBIcUYzE9lvSsD4qGcASzlF1D+bRxtZh4C/HP7KMX34W3j39zPWTJfm8aS2rXmqgJbCVrC6ap+v1X7z6/y9jsZvf0unLVIGRmZGZ4QvXzKZnDnu8bB1y+HlRW/nIBBf8Aj1zxDyXvlzOnOMikrqZcFUvITKgQNY8cXXZ7WgSER76fbI02HszzCCqngPc8SX/SPAeBzvUMX0e4Lti+xxy/KqfzVe6quWJbeoHeqdn+pDTAJ9R3tKfgGV21FKfAVVt5lbdTRRtMStfKY1Ehaeh0Jpiz3nAtl3rJLnn1sJCpTeIGhvO8M4RpFa5RGPaAwpXjrJFHPf4q1zvyNzEdfp14UUkHmS0JVV/J+qR707KQ/pOvSfzZDN7VfKfxvbQTxT7IZ/Znzh0lWLVyNajPGn7OK6kurbkxaP0sbK9JGefeh0x+P5D7VtX7Z4L9vdbx+3jffeYDPu01aX8NOr9AX6X2Wcf7oPXfz83MT5ItY8Q61G1iFGK1XOsvRLTMinalKf9UvP1lKc1PzfgN1Y72szruDJeW9D1Tpj8AZbzeCftrfTBEHwH6VU+e7Be9nOFK9hVlJqxc2seLu1JjnkLjF2Mn6owSRcq/sIUfVzOwzKb2Xy7/pfW8faJnhnnDjzYAa/jR3iQeuz61GLHQ5zsD9+B9z5dR94s1QeeLdu4z4ixhtexckBbzPbQ/zXJPi5LRe/fwtr/G4g4/E45wpX+DVOIqNjiIh7oiU/cj4m/fbgNNYekH0Dte6P2dljnKOut/FRjmefEHaj8KhNsetw7LCP0l3RKQuINeGuK8Xu8YbhvCnWGHx2qdjXqBUZdQ9oDcXAMn1J3l0yF9uhUGnwDcwY564N7j9x/x35PjZ+R8+Is+il4MfomrO7BG/YLiQ/Ot82sF6mLpuvN8cX9Otb4HHo+4Jrjb/hOWYy8WR/ce6SfdeYt9d5zI1Sy8xVW+5moab5jakteLa+6VmVxRH+GDd816iUn/iYz/EcXy7nMaGZwXAENKiSVA0EB/0veCzIzo17IRgZqeCgXRErFsCMymo7kZW2rA5sdgRLr0WIjmsRHC47MrqhHRmbysjciIyIzS4/NoSfwiUQK9GgyNkdf/AHX3v39ae8F//DEuTYdgmaeHJIfti+b/EODwPqwwqmKsKXdAIthjsNa5BQew7/h4iPHmEGGw1eljKAVWhd1NI7eBiSXHI0FR7OTE0tQV+SEJhvqG3X2SU3GCxYTIdOAgcucFZ4sSNoUw4nRMr5J3K0YlIz5qHIVy9v9Osme6B2cFzFGC8crkNsqTT1x5RvyKGbDWREwnaqiFE73FRC7hmkIGManqkoHgnFXTvsOyHUuxjY5tF571JnijLiF9ckhjrsGo1WzL3Ad+cwXOI8bMTq6UC0s9qIUXd34YNHwQy9rfK2oS9oUER76WE/N50BWCB2rwNtWWArc3PTP9lbX+wxmGDPJeSHSL2FZGdFDV3Yo8LTmqpu2oYvKZa/KxEoUgWqL6iQ6FHtu2OWL1w/jH+Go0lH8TdxB0AHVp60nuv5GycPxA9kR7xg1Kyf+0uG1+wivTetda3BYynu7LMC2pR03bPHo2sk+aWPyd2QqDrH3JHkjMEvJYhJ9D6g7viv8jMAWcsr7iH5waXXtjcJJmqJ8C5yh8eYWNLZwTkncEaAra+4qPiP2MjgyZjdn+wAAEABJREFUMmyFiC7g6oMCWUyXXczUW/SW7t7PiDqSQol2M0fJ4dOPjqhe13JtQZY9JIa1MJdY9RsQtwTsdGc5fFcT9SsXSAxI+gmovA+jh7fmB5EMkoO8I/VvQJw2gpZUiEJ1bsoRoh2OW8B0xqVnxCIjAnOC1uASXmgrX0ASS3FEz82NxBtvO+psLCn9a8ViP1e2+XN8fZ/kGda4KS5ltAe0Rf9cZxJ6ZFhc//JSVnXN1/pWvulmD8g3fU03SlSR3mkLo5p0ckKmwVB9+3o1N51Af0WrmF7I4FThbU1X0yIyohBvPuYqb01+kjtP9q2liR9r2ktc/2Zzv34NOAWeGMTz9uQ6eV5gG/HyuNs0b5C029Gnue6A+yOOtynXwBc0o4/wKDX5bPQWeBRz6/P6EnpWaZ09ohY2zyruHKOO7qEPOXPqL8L0+u5GfOn1hO8d3L3G59fe5QrCtVgnDg4XLn2QK/0qqrydMGlIdD+//FxErVZ2aXQ1LgzxpRKIiqO3MqrrRLiavhfygEZa3D/aLiz+EX9PGnjoG3V0GvSZaDWvbXXj558m5ep6GOPfjnuFEgj2ZtEwR45yD9zW3kDuFi0ze2RG1HWDjKx/EOGRdAlj449FLJvzEeogmSL3L1pUjHZwIKMlxvbQIbbsrWVMRmbiaihVCyVTLiL5F3eOHnLozUO2kWN1Sk/VHi3q1X4eSb0hmXeBSdLiFle4a9Se1g2BHhH+fRAeSbcH1Npa/Gp3jRwaRvM3HXNqe26c3jWEiGp0K/myViOTWrI6rqGSdmLYrWR7ljT9y3qGpTFwNYbBojWrFLjeyuQ5x3lRFf3m7gGvibauyqYSOaoC9fsbJ+TeoDWnB/57eRu+irR1Vs/+NWoT1Yy9o8W2/WoRz/rlPqnAUU8piqRjTa0FN1aMA6pMZePIYfD6Ld25qyP11zjYgd1iR6+366Q3bXDKZIyEBj5g0AJmwU1O7A72ZMMsCRt2bzDaPMri3vNvs6+bmiPX4rU/tTdXzD2gdm3kKr33lPVsJK7VivZIDA/q1d4H46P3cSonojhzyqZIZsKBISOwo46kz7SPyMzIiECA5EVrIiPygoxoOmO12ldsAR+BHj0+mx7Z7UtkwkWG69oCSl4/7ovykoEATbpovydHRqxSXfTxyxd1jLlpQCvehiszZG/9/YWlYpgO2UWreY2L9kAjI5SisnpO9ENTlGkQqyxRWcVWN8cMfZbLPVPRzzoyWYwLaWNFMOwCLPSMDI7uWHQoW6NhbcDgxkUoa60M4IbtMXxDzv7BhQfTbOIPtDe4L2ORzp3akHzOGLTFlZe3+swtLJ/YxskoxdCHpLZ1qW+NGX+u/8dYfXxizG74E38Y79pz1I9wNaby2hjP+j/U+2NOYRvtbPe4El9Ryj0cd88xeSjWtK+02oSQib0EMsLQkVdfhhNx7bDY0G9kxU/sYo8z5WiMRTu6lr2mMvhXSkbsZGZG/cu4Oer0Mx7TtDW/w+3RPG1Cex+2e+waN6AirpaJ4gqbcdQTULRRgDlZ8wjrJExY87QaBtesbd83gRAapbo99qjtVPUBZ26LU2todEZq2kmAlElI9AAZGdFlxvoPcrJWXi3eeCTxeVAt4IKxY3fkZGds/5WrFlsa3c5PvUy4PYyU29Uj8jFTOdFjlN+L+IsHl/fmVhk2F+TxrDwvYngzIjMXxHS0Wtt7yMFyipnVjMSkOA1l1xJvFpel2QfaCm7zrZ34xtzwoNoviOnIhVULrC1ic9xOMJO8I1SevohM5RsQaRJ9vg1JmhnLeNhyM/DbDhHbgzJbYrLSAilhl1iJATZblMV/pI+qYH8HTjIjQhmlRHSZSOlMtELzxHTkpKsSRlZ04C2iy9ge2aNCadyQ6tnupLEdQ0YdOGmGN2DYQLMraNNl4gSZSUjiyyaz1NJz14exILLF3MoM3dVldJGREcfAQVt9GLTVjjjWCUo8jtWAhZI5S3LzAOaFh04kAioKEUPEq8d4Nvk88rPds8STSvFCCSLrRFZX8SyhZCsATyvdefYH01DLZTSKYyMIpWbnFBVLXvkkBJPWbpH0GOYTRj5NGwPBsvCrN8Psxo0a1whzdeus73MOKiTMLd0/yyRaZOu1cdLU5ETUWeik+rIpqzfkBuINByXailgnaZjM8BWdSBoph23MdjOvMT/lYdZEGnMHS+0p/FerrNM1/SZEONvg8CJ4BsKeNuu9jsyMzDciMlpLxAF29WJ3ZJLTsXP9G2ayDFEi2SOUqbF0rASBTyni4JAHNAJjj1bn3jUTdRhzD/t6lWBXf+yiDIk6t5oO3ag7+1Z9zCvCuCA+OEpHtmZM0x73JFeosj3v+Zjg82J9vtbD9qAIGREOakK0eERr8mgVg6whehxmteEr4z0dRf1ccH7KAmOUhFQiaGjyAKNGUnXGfg4Gv5M0UNAAnI2/hnNccK3U4po2ehw0U49BheGvFAzGaJvcdGYY2tKGwO5KEQGp37l9Lmro6qw/xi8JwbCq90FMzZ2IitVGn1uyaw2D1QrYiOBaKQuJEREZAVJMnHZgKwdmWz0y+oFCbM0HtXhleVFopS4dBK3FoZAbBQLKTMwD6CYulQMYUFhROdGPDP5lhL5DREbmMXDE0yOfRrwYsC+EzbzaHNBjxigpF+VpXbRDGtCaXb1nZUBCXTmAXc9H5HIX4NNE6LKewFwbfn0SySQWZJQVHJkZNLTXGiV3ge0+5GZZ+Ha5z5HqYgn5AoX61ezWOTkXmN143a+jArCJKBP5uBkLyGvPHFa+6J2vc9SqwBCAbnHE17ak/D3gelebJs4623PNVcmLqagmMTTCiEEZezQ2odkVOCVuVVcg0ySx1AneK4QSh7zXbCGwaNCbVj74+gSnxBjfIGgFmTgwtjERmUUGfXiwEkU0OiOxctMHFgx/OGYEekP1DBF3Dyt3kGjoEUyvsVsXMcnM5CVexnv/8Z6S3DjGeHhEHPs5H4Ys6Nc9U4pCMKvsucjgqL0mTtkpotqq5aLOM+/PiCG8mnGZGZeBuIR6pp4gX6BThr7ZKhFhiGqG/4I8uIgoPleJWtyoqxQtLvENmDP0WcqLxv3vknEpBBJQqO0Tk6T54jUjYsUVXTQu+qHfa9f/44XChu/GTrSc8J0zNZGxHs5htaL2YxO0D5iDvVSdTEOQlyCidcGRYG1XVIFop3Prln4BjEoR2hpbdewa7MvJJivL7rp2OEFseREcdbEhb5sjzdhHDF/jmR1ra33tCzeFHplAL0mEPh9+5YPXFqsfD3zZDtFzlhi48hEmJ1o9WfGHDMANdOUL/FVpPSWea8f6kvaPUZ3tXmM7/uhRVx6hapO3kcHL5WjR8CgabAOTr3nf64ZfOTBihz3k4I/kGsPMGLvZ6gKCBufcKh19TPJILnGkET+iUZdodcGzX9FQF1l1zX7YE0c7DGFA78cCAYbNgGoTW2ZDwk6/ZSpryuv2jTBTcpbq92Cs0D/Lva59BFcmP8naVO0B/R1jmDK3/mEp69avmN5B0kL+BnFwLMEHvgOqwqvwrVOfmD1luxZQuk4UHldR0J6AK8JORJQaB4duceB6SLWc3jOBZITvQDDOivj2o93qnITd/dNvlMP5+EwRh84b0to3ZBFJf4SaCr7WRkSzmg9uKYveXYqtFZvd1XcIah0+awj2/2qNyyE8/OxcEa/VjojMjAyP1qu9DFJoL4dvAl9KNOgRNhVZR94AgiD4jGCpvYt+QEbWv6BfEW8+kox7qNJcHMNP6E3Td0N2YviUA7qSwoUMtLh7bB7ZRhGv2INLrShlYYlTAbQKcCPFbtSiKqB3xNMWI41PzB00YWlqt5AJcpWJDI/DmyLCOWR41Aqi6VFSfQONiMhMgAxkRPVqK+TEymy1WA5KoecGmdpQ72iuotJUwOvPtsqqbh6dEsXVXyKlNcZnR5lcp7am954HcUUt3VSxOOJmiU7KQjpnqLKbXJ/gw3dtCcTgK10POsySw7BXzs514jCxWtzQJQhVAKMRU0sCc7KX9ULS8MaCeMvhUM79TXg+wH5Os/0oe4470h/l/gDf+6bgvfZrEHWdxZsPL7Q3J90keE3ckK8QI1F5hFdq9JhMC3TjHxPr0m7XuPhuXZtdaHEG7bEJOzAeXSPN5zN/xvZibDHF7YfWrhEXpay167krQRm5jkpTnwIO1Qqsh/uVCjchV5gB1HutV1ke85u4tsGN8rndtJv+hWFuchpBZrXqai2Np4daJqUOtW1+BupQtlStTYzEDJxjvfO5lXuOZJfzzkCx+cpQWzWPWzq58bXHlRnWCFf6gcFBPW1OHJi6xjpvMRj0+tKsjU79BFHXSkreQrpQXfMbDzIybIHelIiAamAmfJelh6OfeM86TLtEBt+SiI0YatRhQCm3HePqHZgDMmVlknKpUsiybvtyfqBzPY/Sn/m3uYl5BGjmb19iCaG6eu2oOig9KsyubYd8PDie+Y9THVroVW6hFdHGj3cdzmqg3cT0XusAbalZ5mJ9neJcalwUWg3UJH1rxa0d5GqQiu1kAdrsudUJIAwepZ9TfuRG097SWF/c2rn82kFcF+DZwUbR0GsDkKx6HluGgJlC5+nSHOitVXpTH/QkVaDSsGv4OXNbX98jkFd1Yskfu7bWu4bHyquBRuNCJxuFlmgNgdYQ7ahneaILxLNmmDDO/VU/Qo1j0OejDXdlhD0CTlzZ8j1id+gP4pFcE6NmcKgj8NnHIimK3uLVxTgf5ixAuRCZgoeWL1b/d+kvgeVAcOAqLdUL125nl5Boxo2xHK/A3iducSEgjRvAlhOZeDICscUleJmavOzN+N//mBvzS3AReSE2JwR69OPaZBeJVfOpPZQUkKPtzEHvpXVmruyeO3TlhXHci4Y544v0Pocvqv7Wss5GvAVjjJ7TxfgA4FFHgCSimjpsfwCNjdYULQ8WgygVTgk5ZWsOfSfx4yW98eoD4wcu6xV8kUv8nz9/4s+fa/gS+A+2cRswsry4moN9PYqT2/tY6xXOObQcNOMArgeN+Zf3SA6uAt7QvZL3LGb4lWIdfrZmfY34uObN+fEq76zw7kWZODDG1h76A0kYrQfcW/09vqd9QFTl6j5QZEq11B7DLT/0khC0Uu34LOLmQVs3BON9zbpvwWaUTxh/U+803rwDXgtbJD+OZNVZes+TKPYLuql2G5Mx5I6A624z/q7zH3Qs61127csX6Uji2UDGHKHylnmXFcY1jX7ng6l2hy7fmzoHA6PekG+q8W3B6+yYMqMOW7lHtH30+5CuuHdYSdzzfy/fvtN9ZMyx2CFHrb09+M+Ro/qQm6q77T2M2STcGu/Jua1yMucO/K0d8Ap+BX9rft857jnW8x3wWjFKuQd8PVP3vDa++l1Aucfw7/lX7TlffeDV/H1cLaKRlipt4sr+F7tlsX1x2gONerwLxra4r+udwYyvG2lb2TG3zN56/+qf196PdWzv6+ztfdaYsVLs/ZwVsGwAABAASURBVM3WI5r1O3vnfw9ftyJH/Izqc52hK1ccnmndnzH8P1jjY1vzseyv206vgkfw58SfOvejXXGuItrfzOHRbLVncCeexbgj+zhfvMk/zJ2noT5jJMoN/Zuka3kPnk/v3mLu8duKbU8HZ46I5byWxW8izj36MV6uXiBLN3roShzt5WrGBT04oI2K1kUdiSEQkYlWiMiIQnh0A1c0SAR6LrjgqBe5F1/sJmMqd8jVziT3Ypzg5S86bupF4aKdTQ8P1q9o117tSDPtMQlVW7DuKc7dd2tjF6hUVotbTHKGfin/6MZEWnybz/AhM7L6KBk//hizPZquS3zPAlpe+1msbVdj5lqDH55mt4jGtb4x9tpibHmrz9tdnQsqgmIlJ7ZHL8ysEN7LmNUg10Zqtvp4aasujBHqG0CO2Cb76PDGWbGN33kMNWNRf2b78bNyV2sXuXVX+dFpW7VqqMxgFFv5qtNZytTJbeE5HkwLdK5eFSusa4xyRotsWZ/f5+4R0OxkoIHwoY0dgxgSDldkQtiegMAgJKpTmWCJmA5dmiWr05ogN6OKTv5/UHWPvgP7rXPMqP0dGx7/sYN102oL/mMrf7Zcr42BZ7H/gt+1/gvrONfwzh3oz4EcD4P6wJ5qLTaf2os++T9VZYyl3tC/fND2haW+oCyDl/UNI68Dntq5A+cOnDvwE3aALwWZGTEQ6LE7Hvl2oXvTamLPP7VrTKJKvqtCBOn/3TY+U/+7O/Celftbhz+s1fcBfvsq20Loip+No/tEbuBnz/6c3bkDb94Bb9QOxUv5073s/T2ZL6VXEIP5hB0ojm7Y3yEZrtrRWP0PnfL/6I7Pd59OP3qO5+Qe70Cdw34WEZkZmQ3bxAwcE1CDo+iMCzkiE/3SEPiCowQdLeQyMzIFZs7ISHLpYwBveGSmIjLzAJcDjjhrjfhZH9wkLZ50A9GVVCEuBP618RCpXx9g/K+BEN63qazuGvVSWH2G/pG36NfSzFe5zA8FiXrQoYww1E0b9TfkDzYyMzLBZo6srrUNe88g1O96BTttpZvY9qsYTWh2lE8KGuXUEdWy+vV8mINfQrV5X+spXinVvZzC3JjilEOZHTc5mZdrq/9i2P9qeIAk+QIxY3QzcbUBMEoffm30ysFBwxqZp3xlB9yz2jT2ciPLuK1g2C3bGZxeeWWhc9KoItMB17XOEwlH35tesuCcV0PjSMBBGCQNfROEWxs/Gk4U8+DQvqLVXde7Eg6iwjOBB0MIIdVkxv5fEJsJ+yKMp3BEZMQOqd3rxJCRER1qsTkSzwCOBP9oYzu+bWVHY8kNBLse4+DyXJ9dXK9c2NrD/S9IL6tkzQLxLyzpU9bg9bAvVHu0J/8pmxVmhGsXaHEe/+Ud4AHYl+9zr6zqJFF4HtbHueYng+r1NaGktRlr0bW/EjVQdW15jP2Vw521zx04d+DcgZ+3AxnppOgSLbuuGJBboELc8D2SLbT6R2F3fFmjJN6BaF9YYM72yg7Up1t1r0T/mzFvXlX/HlDb1vXxQ5qceHPNb0rIzINbpHG4ui+/aTbnMOcOfNcO8LtNfYvn7qQ9HJV7evydUxJ7xE/qoA5ljbYPdlxgzTGV75CPxmtTZFKHq/hhpA8op8R025pql+vvQ+kTP3cHlk8UFE9jRtZkq4fIzMjswJPAphTqghDiIvIScfnf+K9us14KR0YdisyMzAlBQiT+jMxbQNpARtiICY5MDKRcqGsuEkfZEck/m1AfKJv4spO4DnmBKzIzMtqRaNnUg/6Kd6IJpEUmfWvdeUUKRDV1QEy7WdA7v/mfgPZ2ajwBPBnoy1y6KrBYv0Bxwhl5OFNW19qhd5CEsGfuTIdE3xsfQt3k+1/ztzxYYxAkN6o/6Suq+xDlNkzdehSywRupQOLUt4CKi25y2cY20MssWGMNbqBk86ssaFSfKmWIXXwHOuEPmylVjCh1a6FSuDW44S765c7El4N/feC6WrU91uXNHvdVW7kHV1Ttf/F0dVoM7lj9EDoFcSMJtqkPuIrBr5wBxYRrhFL1QXxpq/u/uheGMW4HTTOTJ8lzBFHHGI6M3QFBK/fO07jhVI4ANm42B/0vyGTVX4ndHmHmDphTa1frRJzqf24Hcrom/xuLT5Y5gHq2/9QOJNe7zUXzUaOYsH0i6hdTwOtq3gudK856i79lGv+W/n4N1yf61xyL1ncglRPnDpw7cO7Af3QH7j6vd/vxahxpFeqPWOjva1Xhfaln1rkDH9iB+TvErH+g5F9P/dCt+Gj2P3ODHs34nb7vex595pZ+36zfua3vTmvf5d+c/gXf+cdMlN+FZ+v+zGvo2Vjv8Xtdin1uzZuONv2hto/6bXat5rdN+qX5tnNoLx6kdHf6AwQfRploGVqF6AdUZGbDJePS9cgIkYlSrbrIzEJzxuZILfwRWf+CIxN9oLMwaAGaNnoIWrcybo+JUy30jiEiMzu2qTlMFVH2uEaQxV2jRHXXirDzvwoW6g2rL/p/Sexr8eb77L4m89lF31rPBfuYvZeH3/YAvo3FzQOGvj4QqKcEMAu/ecmKg8agvTdW/MFWDvAKjGoMQT+4e/LPnylu1s1dbSZEHH0bCl3/jOGTQx9zeJNseaTYMBiM1R42XO7N3sfoUL0nBuPF1nIYtOIrlT0r4wu7+XIuvQaOduPF3z9qOnbuBahd0q4zpNLQePsO6K4R2TQUGrq+A+DcLJiQfjpK2/i+36iz8/3DvjDifmbD7s/iFyqsISN3ZU7t3IEfsgM/4TGwbMWzO2UJ/DzlR63/85b1n630I8/ns+v6mf/x2eTTv3+mt7hHW+BIokW+tR+VlcL8JmsO+y8busH7xyOZ1kZA+WghSpzt3IFzB37+Dhz9HfrzZ33O8NyBf3kHHn0AD9+Q//I+PFqb65/xKPbn+1zJz5/lW2eY9Zs6ff0mWLK+ZKpRq3Tk0/Zy4GGlPGR35BhiyJ373zBZXGvrXxDYqzFWeSwNnT3Nbv3M39XnUHVxN/jrHe1vqQ+O85fX8MHZfyj9pfvqQyPMyW70jNm31b93XvPYY2TnOfNRz8G4c4ws3UMfv38PO+oJGqEoji4zIzMb18SiXy5ZL3+VFUJHSCw/YGDQYkH5ExuoD8hkBCZIgB5RtRsXjcsmGRZfNEQ2mYE2oW8PdKw1sGjBURwysNVVBaaUamFvSxbX6y82SvEH0mefPmWB7u0vgKsC1WmOLaiDZStLBWQsC0rM3jJy0brCeZrzFvZlZclGGdVHsn/0iT+8FBPqDQxbQSTVAo6lLG9RK9KubJQhUauV3bsS1kRh2BqoxoSDqvhOlrB+PaAJLn+X5jRfTzkSxpJUsdZHt6i28H/C+Xr1BfEfsnXuAf3mZo0aheldo/Z1ekH9h/FwOJvbys53sFXG7mr4BO09mD+5lYqkEW+u8wBFlPfLOh9UwgG8zoS6GLz6V8IV11LprhPYDIZlz6qnq7balSeHQmPDMEpB2tQHhs0ZXAOpNY3Xxsa75OAnjxCmAqmC/Z1ted7UM8azM8OZZHnU/jayT2B/3civUCOQ7TSugFlsdVHrUd1Dj5zyrTAvM4P2rYjz+NgOXHOXv7d37ocmF13d/wR54SFea44JnMseVQBfyc/urHsExnEeoQ/9S9sYA1ljOhi64sTP3IFXZzVuhy7rllB/Nf/T4ubradY/bYClUH2ijzXyee5n/uJcFOZQHxQL8Q6FQWpDTUVH1Nj1/Gk2o8DSMxY9+juaiWKkzvrgTnnuwLkDv3YHMo9v6uNn169d5jnxcwf+oR3wnj2CS5RXnlh2oP62YF/aV6OF/okKs6y/vJTOb8ihz7bc78O8AnTPiedHycph+JHMXgRMPDgqqftnvVN70Uru2cMxDB0wQb0kw/jVe7El/wGwLP56oKehcA5s/lXRCYTfCRDt98q+5sX27x24ikEnyCYzgZr4KkZ26EoGLX7o3UbQGIVWBfF/rWSOjFiNsZY5TfriU9mvY47Dt2+4mb77qsdFKX8RXpiq90eFfcXyes36LzXbZnLCIBfdkbH7udH6XvQng6IjM4PWwGSce5aMSP/hzAi04MiSuWixsTMzMkF0qCcxIji6zExesGZFxe7IzLhcLpF5IQZEREZ0XJuEICwKEZH1DwlxWaANIqgDjMFHQ4vCJeQbEuYykEFORiYgxj3hRKJdEYDzp0dEhg0kQF9y0CvuWnzUca1+dIkyEH7OaBPiNSou2uBChVwQaB3GRjQb/RLvOZIk0S9S6tRDIFBoihog6DMNDI4uEQsFS2LFKzXfDkcky7kggjFtwaGngM8Hn2No46KhtVbjox5KAqsNv0HqRdKpz48/hipWWT6UxV8E10NF0L3ceoWqRZJ1VoE2N2L1GwvaaKtf6jPgPjTUYG0ACrd9dlT4anTNW31ZxJmrrlqO6oopbe1WjpVxCumLsmOcqUBj1syv0rzRqjYDqouyv7hjOBbsIOwBQnsP6Bajoww69QFM914hqpK+IlUG9K6l1m1ufvO2IF4XdRQDsN/YMjK3iGzDK3Bh5KDQv7mxKcmQC7Axqw0umGRmIgCe7EBE0xPZMeLuyLjDZ5L/FIxoTBD7zWDks713B/xSIN6bP/ISxQebQH17qwKk7SXUl7b9eNpfOiDFHQPU/YyECe6ZhjiP37wDnFPP6B4uSW6W6t8DRwbMLbzX9/joJKruK0Uy+Ih4JfBOjAPNrmErAa28SQ8cC9EM+g+1Vig+VONMPnfg3IEftwOZyXOp4cdN7pzQuQPnDtzZgYSfgXm23Q64P1DjuxHqb2k1c+atFL9l3s/n6WqEkU1mtH9+P+9aMUY8B5v0PKgijPTrfxlzp6Pb2WXIgWErRbl3fHG/tWMtY63+RumvmE22BU1uXM1TnD9yAvWKRC9J1zhiUQZdv3Xjq9ZJ3GXW+E1jDBQcZEOXUgQa9uL+Er2qM9AYey+ZCOMS0JRV195h5A66ZfWe9TdteH+h7AvwnphRK8E3uLI/oRv1xk9si03tVWdgGtTTZs7ToDcG8FU6MnODyFZEgYsXn7FAO3EnQZkZvmBERCZMRrcz2r9odkTgLtTL2Ej+RfifEmdEFJcRmVlAizr6vsDGJTIq7oJFHGZ4JJ0vY5sM6IxMgZ4ZF/QGXhzzEvniS+RLVi1UZERGILNAeMkLyiUjLnSFsomJqPgMDu4JXlipuJQgpCGy/4tFUgY96kh7OlqYc8EufZEZC8ceLHpEGHehVw6UTZzX2eBKh7vE0TGijnzFGVBK61womg8IxNKcfDN28Y2snjmU/Fi3r3J/vO045Dn3J9BdJxKl1ogcdpNWpRaPTx+4upvsHATNIABHQxnRqoaXbT0/WETpsJVLV2ldll9fy64elynAWRotqjSRTVbgYul/K9YKTTvqrel4SJpawxyrQ+ApUd0csNOHH8nppd/4Z3vWN0GfYDD0UmXWF/LLFc/tg0Fq8XY9jotCbcHO9lIoHym4uHbW8wGFwVj6jEvfAAAQAElEQVSlIA1GlGk3J6h3PyE/t/2dk7buR+0bphJhm6c06/qOYMzAkf/k/ms7MK4G5Wes3YtTvLfWZ83jrePfG/ce/9b6z+LHOEM+iz/9P30H/otncr7zZ/1rztVuBP8yGQMt+i5m+N8hrTTjHSXOlH9nB/6RlcxX9D2dpdb9pB/9bOcO/KodOK/bX3W63jzZo29aR9ybC/+DCb9vX8aMh/wHTwpLaqtrPeZhe+xtP7gdJi6kT8KBhUTx4/1RdX2C0HohoRSDU/9PoDaPjt8s6duS0ZvyrDeDX0yn+El9ltz95Hftq4WzfeWaWuZBwrtnR+5S51sVBv7Ci9jSYixp1gf3lfKV8UbMkF85H2uPd3v78WZ76MkLyfnVQFpghyOuQhZHWqVQfO+ySx3OKTNjvExNb0wRoRtk4I6MiMwkjpe+CS5Ce0VmRv3LiMwEQbxI9EQfiEXPHFwSEwUftL6Ajn4ksiHxi4iMcVwXvXJ4oA+fMvEyRBRIubCpFTeka73i6C2RwvtfKZp+DfO0eQF8JWwAlWL2DfJNW/skebW2Wm7NH289n2DbgfZIbHrLUV9ZNAhfynoOfIum7mYLXCTtes0OY6lAaPXtDFBIdxmL3v1loxNAz3DVEzpLyi2jothGPDoqecSgUO4NOgnkk0mvLlAZfbkw6jJYeTWx5nStSDthjWeY4hijrCF7anFd/2zBUEvJWV/Iv63U4r0G2v56UjvViDL6JNWF521I9Y6F6nYr0HNLrOMYO6PcP6Rbz9OqBReq1kDUkbBxg+hHZkZ8ATKpG7n8C468g6io4LgXMfGoSTzBZ/tP7UD+p1b7cxY79n3InzOzcyb/2g6MT1vW5eU2A+rDjXrLf1WgTsFpRKzPblb/7Jqv1ft7I782vzPq3IHHO3BewY/355H39P26HeBHsXXO57W/7sVv1viS8Zun/+1z/33X/Zix3yvVxbdv25cO6IrEPIj2wOC1h/4Jst86n1b10wp9wtp+RQk3TDjZvZQ78XU74H4LR1AK9b8J5zDwhnmY8obw7w91gq/C2Y3YptfP3KqFa6Tf4/qzqyi6Zl7Dl6aBkXQZHNUhe/PlJa5Ya5KDLzOLS17qJnbYAVosesVkvbTNRPK22P/56BUZSf4FHhGExIW3pJjoxGeQG+gAMjObjsTsOj5sWuANj6ZH2Zmp0hAcw1RerpGAQFu4F+5V6ut7hgpPwy7feEeDbXzEn2i4Iq/UuSIbV3s3xV/wxoJyBIcJiLn1UUvM/KTrG5jof1Sd90hduFRfjK26TCz72qy39FYS42XeeFlcL22pu5EEao/6mKYB5oSDvlyN12po85Mt99POOWyDRi7Si5B5NT926UMOFpvWrI/2Ge3myAhavOX4x2Nri6t7x0Irr7p3JP+sFK+Pdm3kEBGSHcVmxMwNPTNRvwaXO7UZ8M5cIpovIjLiEVJnEvIOmEpmnMe5A+cOnDtw7sAP3QGe7et3Nz+rQX3/+pz5Uu2m0BF3E3QS5w6cO/ANO7C/G7Uf4RumdA5x7sBn70B9po3r2uKzrv1OnGnnDvy6HfDaZ9L13Q/5i1qf+S+a8atTnVc29CHnGkfc7D/1X7MDy2cSM571+r0b7mxfuAPeR4Ih6jnYdczW9nZjv62vOTnaX56HU/gwXIN4SyHi+x7wE3fU78nYtCg72qGt5kvM9uIyonEZmeAClIWIyIgB1UXHICSE/xPOmclLW15tIjN1RtBHqSiZiZ7ENJmp7n8FPND4qsXb30xs57LDRV5czI9I5ILEzoy8IOUTKbSHjGAeIKJJfJdMXjAntnt4RcYK/O6VL4gvPHMILV/tHXYsL3592XslEZlAXn9h2E1SksB6aCkjqthslx51ZPUPuqcBD3Lf6+rT7qJV4WUnbz1jmnrj7fHRmpskWoXdkzr1mVogebXbC1T7Npge4Eab2BKq119xuGlw9gK1t7Ko7+Rmfdi+eLWGIVUPZdiLj3HNFZYtP4r2H3yixVJBElDGIXoUBHEYT1urbTy1djn6Gqt/D0t3TqE5wflM5kY1fCC83gSK3CbwNL5+B9z0Z/j6WTwZwQtErGFaYoDLx7YG3NHGA/ezpMPUHOiWmpCYNZ+9jGLtE+0xgiNBEPlWZOXEeZw7cO7AuQPnDvyoHfADd0xo1gf3cWlVYaUh1c+PhdqFszt34AfuwOZOvTO/ETPknbCTPnfgx+xAv1ZzTKjbwyx5xJXj7M4duLsDv8exu77H74vLPfFzV+LMB5ylulKoC/Xfi3kFQ1ce4feu8pz5vAOeW22lUD/xd3Zg7L9y4O/MpEYdz+Yy7JyT8rfDdbwK17rG+jHlf3nqb9x6lKLeNdZ+RftpYdGvkZkT8F+0kbxnyuCgoxGDTisdGSgXY8WogS6Pi4gMaJClR6wyM8Pchmg6XJKfmUEDTV4waFGxKJnkzrjMdvQ8cwG+jIDr4C1sCkhKQFbDzz64XvkLOvuzxBk/OHlf9Ari2776gvcavoMr25fABbnh+xOUIWZp10WrRItNTKlMpuTSkXPDLc4vVBiXN4X0baqM5EvHgrxw/hWAk6YKzctOXoNeBUwjqHGsW4+ExU9U6fUStRlUtml0KBwblKpEqRx065XO2CVJR2118Tum/B/I0stPAXw2Ai1RqnEthr7i9XYMG1m1OO8sm9wWaxRas6lWMcRWTQJLwhtjLNOI8FwL+MbhJSfqaHOEGa6SVYcYeXUGJLssZCWWNHtYxhUgGu+ggAa1ac2/oW6Mg7QWY/IRmvfsj3aA/eJ04kFZztwdvQUS29vdE9H9f0H8tSn9tYH/wib/vCHPGf2mHfB/O+zufL/6RnpU/5Hv7oR/vcNV7+Gi5JTvRv8YGXWGfHe9O4nWPYLh8srn2EcOW7nHqCY/9CPZN+DIteGM2xCL0W6V+/4l8EA5ypITB+Ende7AuQNfvgPefUcYA+sb+inPHfiiHVgus/EZpjwC41esPvT60UD5UVRRiihnQJ3tL+7AOM9vnYJ54q15/0q81/CrazF2YJ8jP3N7e/bd6jdnoKfLi9uMdzK9WC//ziKflna3kNN8O8aqlOJu+Xc5nI+Jyhn18xsOOcQwVW+wmdVI2Efd4/dxv912neLldYzdG3KfeI/fx/3XbfdJuA9Dqou9LXeA5byN+CHn2CNu9j/TzR8wdta1gfOYsbn7jCfmE9s81NA/sfxNKV/aNvJa3+DGmMrG3+uv9xxRheIDxzK4YwxYT10JiMnMuABaDaksJdZDbg+9jcu48Hb0ckFCXDoym52JvGRkzoitvfFHREYIRfSD9GhIZIYva/2vfEMVKBuHC1vfwPDVS7YYBy/5bl70ujcTeGHccq7BEkfiIzkl1wsdbeKZEH1rQx8StkKRDuYiS/3Ers3CF4kWRTJgvTScpTclti8dBVEyHVgUoXXbmQ7gkyW3aa0fNZRGruNhGWsx8lAJwUChyRhQKLu5nHhxBBOzqJhtvD8V1/TKI2qV8Pj/ENTmQTmcV22Bj0K2Kky02aDM4gnf2L4EFo0ngxpV29Itcqvhh2hNfYBYsqtvTnp9JbrS9dViXsVtJVT4o2aLGxfYkOW1u4OWVX11PWzWO7URw68UOOf1NMr+AFDGkvK0VRzx2xUXW7mzFsTR9qGrTcaNH25uVW8KKpXCyhkWNfYI+sSR74irC40xzFE3RnkXxjqZeeKlQ9JKnU9/EY+79GmZxtgd45gl54WHV+UyN5+tbwHVd60qwR3JcBXxZYdDTsXLtPvbmOZ0qt+xA5zweuAeyBoevq7EI1kBH+iOaspZUnkEfW/Fi/Huw91Q56JzSPX/AHjO3V3l5Hu0K8OnLPS80ntxdT8KCp17KEwAtB6WXKV7BFzcPbJ7lCKIzjsIDn2Bv5D2dHHvwEeL8Xky5BLeN2Gxj5SMPKJ3nJWOYNgRL6fvZ2GsdMifNbtzNucOfP0OPLszn/m/fobnCP+VHeA5vFxu6HeXPfuGrhy4m9gdDjLQqVP8nR3whyBG9mwgnrRxfl+VlqOyYyDqe16XUvX7gCGz40v1GuyLu77AeRR/MJjt0g/iit93xskphfrAtb4rejZkZpl4BoYvUQSivEoxuKYnPrVj5KD9bjshc3gySs0omZFx79DzXkQNEvGe/Hj5uE6RjhQ13ujjM495qKluG7UR40/VCp0cZRsCt4mB0ydQ686apfo9UKqv9V7E4Ef1Ya/S35VXS81fBo1HIuoZIF2AcIZdFKUNiC5TV/3GWNajzsjhV78HY4Zv6MoTr++A+0d0PeO6julLLUU7XxPP+Wz8z+i9zutCL4U5lXS+A3C96VqRLS2jyYgbGdPh44rQmxg5w4ZU32Pv0z7CJm8ESKLX+LOU74Du2j0x9qJLEmiHwY1f+6YZmqxdxCTVxeCbHhwJgkjh3MMOkhYeykx7rRW+1Ja9Cxy0Vo78egHsi1yhDTIvkZlblL/zpe/8xhcf5M0YcY2L5XAvMbxvFkRkrMeil2K8GH518QcCaYxY7q/GXfA+aQT2iPag1b4ykQaUYG3hxrabmeBlIDKmp3hmEof/M9vVYo6jZAaMJyX8AumHzIwWtfZkmnQAYqoWlZQDvl1XZyNbXVOpMv6LWX2i/N2HbqOiU0JQkx4vtrmAgFYPfc6XF6TgIb6ykFjG9XF9CeyL2z+cb+uUXv4aiHgkNShlAYwmZoqKi3vV1Yi1Fl5rD1SR6loVI0VRTzrjBJWtyvywxhj3cnN1cCmVQQr5rUoRU+esmhONQOfNQAQ3+7FOIXK2MXKkW/RRieFHsqqHPU4aUbt6kDRJx+x+GJszOAJR0Pb3YX55LQ1cn0J+RUVULf3CvbtycRW85iqYub3QrGYNMXTlXfQJ3fiLd8Cs54jXwKswobKS/ANYJ+wOMMLJPG7OSxx7n7LWb0FotLgDp9biPr+3djJwZkaATGQ0ZGZkfh0YMCIy4gZxHj9uBzxPDyY1/sJ8EHLf9aj2M98j//0Ro6654DD/CLgq5p5P/38L7kQ9/n3mTSierVAK1Po7T32P8tlNMGYxrbsYUWcgHhxJxABqRD2vIiKjDkWh+IzEkUfQT0YmXnABcQeZaWQMf/p/TwmXmVA7REbIR/JPtUss6GiAS30TIrf/MiJacBwdu227CVluz6qDe5KVqw39t1stkUlkZiTS683vA6onzh34b+xA3ZHTUrX3mNyneu7Al++AT2PgZVhPZvQb6ST2vNyAvqHvZRWeSG0xUaf69Tvglvv7ByPV5642+tzqNwH4rSSavMY90/tPDBQlko/4tceDTV+1lN8BFsNcvqcxlj/s1iodEbv0IeXE3pYb0IdedZDVOle1imDjou7Q4GihWXZqCxXkaJoFv3sJonMgI6BAHgKyB0RERh1doGeYi9JbRtggMzMybwFJTL4dEaS+I2+eQ2RkCmsdYe/TFsYqbxEPjuw+z9Eeusrv6Z2Bw1jEplUICUodQ856ccQUN6TGA/SwBxGry2fAanEZ1r3MPd6lSBD4kAAAEABJREFUPmMGxiWLG5ezm2KbWTwsofRwFYv0t0Whjafi6B60Slr9m4Xpw7XZ2M5Bt7a3G3v2Ywfm/dnrw0a674IzyhXSk+G79mXiYWHHv0Z7pxXI4LhGV6KOmnNAXYNHRCHkhoFeakSjI7ZSf0RkJkCG8gGGX7mHNWZOG8QOmVP9QF/g+Dsktoh+XJE7tP2RxDc10oLSkYlGizq6wg8Q3lYZGYE/MxEdobxEJjJEcCSwKRvSF7CR/IuCfUag09PCQwky6bTLi45Niz3GtUdE+fzdRzQ7Q32PdB4UyszI7Lh0iX2ZkJdWI3P1Z6LLd2BSJzjGng4J5f3Bw81n5ZjrKvV3uLnGdnMV1hIyq7xoPocJDa3vGRlBizoWxYhifB43ZdMvgRv2zUYfpkTvanNqk+otaBu/bD4SlA6CrP0xp6Mo9FUST5C9RUpi14YTVDZSn5zjalp+2KsPtpyVpdFcVY9ofAytUj46PMRC0hePuuFIoQZeFBp6hSFXjoQit/6iiDuS5sorAROpdVFIS+BdrNItTpxtUnuMbEdbQOe7MblUB6us2pDqDT5qvG6UOLxTEDGuvhZU64rd0V2MvXNo6lQeYuesBcqBanSHeZDloqPVwI+kAfpJm1vtd/Gl4cKg3e6NTMNSyjhBltwGGuWz67VV5ReQyHqljRBurnKgjdgiXtHnPPX7OYzNPKyM2IbpWtCuh6hr4LluRHAk8UeI4u23iBeOfCHmXshRbtZcbvuAb4jPPdJy1anUKCreZqLpGZmfj1Y7qH0LmDiPv7UDycBHgOZLXMSRTy4+eFjjCJY94uX0fQSPajzzPfJ/ZE4/O9dV7+HzWk5ZGEvwYb7DEtdjykZXDmAuV5n6Q4wkZJKVFZylzX3RdDzK4gi4wnjlgPYRgsigyPAFh3pERuxRcRGN1h8cSFoUGceH/hmPYqcK3qJHMMRTobwB49z13QR/NcFkaOsozIy22h/TzuxzB37XDpwX/+86X//abDcPYxa3t6GWduSTE0vQE8XrXTwJO91ftAPjr3TOAa39Ib4O5W9DzSpnU+u7ief4VfQ0SxxCssf8E2Jaj1u0rGnwQ+pQF+pCXagfQZ/QN6T6ivptGHMMzVfSKHROXmBWUxcaShFhL+LJYUxGZgZdRGSoBkcmemTYeheffVC9yr9HOpfKo6M9qHO98Zn7EYxztK/hPPybSrnHHHvVMEAp0ItDVwonPUv/TsD9cqNkPQ6U4iiRnw8XWn19Xiy0PymuBppPHGOrOPbcyscG1Lx1LEozNIXW22DWHlaQG3LS6wQNW/+J+zsw75O6GNFDV4o9P+y/LOsCH/O7cutcgy6Wa3Tyq84gqEJnTl1eZA6rSfunIMC0GdbaDFREbCjSFjumo+pM9qyao+0lr76HvlbUPZmAw1gEbdWCB02zRq/MyAQVqWzArC1OlIykpxlXiMjMCREYIPrBXNAyjYnmyogAUIgMVCQUhPpFiYJofLRD25ekF3wXjMyMzAkXdHCRu6ArwSUvS5z6BY5WL5JxxUDjW15kG7N6N70U1wLqwch7zUBfQEDF7Tjo2jzj9Av1hUcpLuKC+qBZeO9+zCXhAvH1rTalLXWsr2ZHp6s+NNSZCYJAGQTBavdBDAVoFeknlR9gBWvhsF7lo0PRsNBphq+wAsHmSuqnOmqLV8ewdcjLKoGVW5KVKqZ70fHjozxRtK4oCnSOW9Bt7Aw5YL0SjNAkjHEa1JDuQqagTRR6m0PTMW06zQdMknRi6G2i0XAo9FAmmNigtfAajSauK/fEgwtv45pqPiz1Qty9/H+Dnzdg1lmd5+4FeP6J/vltc4G8b7qWeCveN9KZde7A39oBr/C/NfZXj+va9hhj7nnt4Tvl0Q68skPGiMrffcQsfDk/p7OmqC8TjrdD+d491INsx3lT3ZEw5Eje24N/g2SaVtljVJBX5+81xYlzB/61Hfhl6xl35L1p638F9/JP/tyBJzvg5VW/UPHh8SS0uV+Na9HP+5oAYUhLD8Cc7SfsgCfkJ8zjp8+B67e+fI55aqvPcugzrz7DmIE9P9vHep2tkb6XpJQf+dFm6Y/W+Gv5N5OXmLGfmb4998ie42f9Uc5z302lF0/mTd7zoX5pxKsrfTXu3jaYP+Ne3D/CH15nY/19jcaIbt4Xu7z7gbeel+rfph0zzuPYs3nnsTzTH8W3Ouv0nse2jKk3ZY/J/WbVWiT5n9btAc03vh6gscHgh5yc9XIRfsjuul03Md33ihj5yawyIwoRkfUvDo9MvEBnJrqxGYEKMi7qdM2OwIxM+65HYItEJvG3yGy+zNXnC95LtzMnPqPqZGbJSO2IkuHhnoihIzF9H4ZGw/BaI297/eGq1v2lj05O/VbyAlhyYARpq4tZ174P1hQuJL7hcFZiswm8kFptvLSylYCGaf9sgiOmydb3nBpDfWYf6OWqjtOm9FQ2yWQstPBljM4QdF/eIniPRl5x1/B/3tlpaAqc1GjVhr3lZK9TTNONEVWLjtZjjGdUCLUWrQa3tGY33yDltmj+LTfNdCSuchfa8le32gipa80bYUDniW/ZAc/BKwO9GvdKra+MSS+m5QGWDNWQg8enfgh9ID6MCOvHZxxpEToaReMh4jzOHTh34NyBcwd+5g74KTrgDGdd+5PBZ8Z4+etI47Oj9E8e6ix37sC5Ax/ZgbfelW+N/8jcfmruOa9/Zgf4rPpn1nIu5NyBpzvg81s8DfzZAS/ct+M76M9eyJjdK+dkxCiFucoZcid+5w54HvvM6+XX0JEvXO9E/arWljT3UX8qtl5+hVpMR9l0tJazKC0oUwJd4V6K/nYCNkxKu4jIzPBQiIjs/9QaIGzhkXZfCq+D6zLe5w11jfb/U2snwwNu2Z/Hui96fQejbDD/AJZZaI0ZOOqcIG/GlWtY95rcHl/nSAfIzlV02WhKhRK4kYogMTMVQDkQ2GLY96QxYvgjImmFjMyGSLmMTHHpEv0CikOqX1rcZXDZ7LzkmqOvx2XCl8+4juBI4B4qBabnJdCbZO/gtu/CGud53ILAavhrb5HDrjFmO4Kplbd3w6k569q/B+vMV+1zZ9/qtpezTV9Pwn6k4R+8tqdyxfDck47Du1jc1/7y98qpnMHoBFTlISsaviKVELSWpa2GJGmtT8CbGsnUpwpZ6ghb2s0YPqWYfe/T/XK4VHI8bq6XK/3wwHZmnOSyQo3X8I6UfeFPKLEv+TNtrhsvG+EEsz1xQzEjIyIzG3yAzxj8p0nH+gSE86WO8gXE7sjMCJCZiIzzOHfg3IFzB84d+M4d8JNYzGPu7dn3uXqNxKO/5OeWPqudO3DuwId3YL4z1R/hw4OdBc4d+As7MF3Tyw9ag+vT4TOqa6+JM+rcgV+9A7vr/1evZf31cKyq5K+6p53xqydhjh36kK/WOON+7g54LoUzVA5o/3vwNs2kB5lDBr8ZbjGIjPYviM3gQDY9IzEDO7M01IyUm6BLTujMLC0ykSIyuohSNAAsti3jK46lqqf70wewqLhX+JHvOGeZb7lv85/560X0ndz9E53t51S0iuqmaRXo5Ao6ABTxAbLAz+3RXqrKAd5aZkYUn9oZ+i+ZcblskYkPyGc2HVF1M7GjI4N6GZnk5yWMF0m9vFw6j7/swBbYqQTwF3Lzgl5cRukXZAJ5kfgjAtGgElF6cGgSHkGnHnV4fu6hAqZuxE1UvaMb9uy/BlMahNIgpRi68hehpt5eoamKZfYYtGgvPNF4WYrB9brXyYCqfTMGc8RJN1ONcfC3epTBITu0pkPSiIS2B0sOEei4ayjHwIsJ3xj00fAYK6AUC4g1gwHQWk+0UWBtjZtsC1TGyr1Pa6M78jGsOmL2uvZbUP83ETWM65mrxnrHvKXgl8S2edk/hl4n0NbSeu12LdQyq1vjyrt2Ojq8DofDSu3UdmcZxRLSpB4MPKvduGbrG2h8t+q66foLYp6X6zpMcYCC3WHEp5GjULtc7EVjk4toj+gP48wkaItMbJDxOf+COp+CDI7qkO9rH8t+35hn1rkD5w6cO3DuwLwDfiYOzPzn6o6wrzi4Iff+/7Z9fkL+t8//T1n9K3enMeKnzPmcx7kDH92B83r+6A7+F/N/35q9zmf8nhW89A3JoD1+zxKnmY5zNFGH6hynfhj0TjLrF6R3Jp9pn7YD+/OqLT5tgJ9RKNs0uujXntYWw6oADFoEv5vGfGAXv3DsV/0ffUlcCb+qRBgkoh1ZRPQ+6kj6Gc0pg+NeW9x9nHtxO35Jg/fthFNu3P06zU8CbdYxj1sFWe8W5eJX/HpR8AbpXB3M/JozpYe0TPNLEjUcQ0K18VSIMWGB3Izm5/Q2sgZs6qYf/EaSi+1cELHU6IkbmwDtzCRuINBfgfHGzTLjMtWyECbCGBF39NlnTEfAg2hFIIOD9bFv7Y2LOlRGuN64c1QU72DWHJmBIBd4nqh7e46CY43lBTD20nQMY9YH90ukU2eD1tlKaLFl8L6QWtG2yIgVxLF5rcdvDunlVwew/V1Wsc2rimbrIaqtEsT1+occgtBRKOEIisbRY9BQaITgJ/Y6g4raOFug1QkmsihIItZGavGVs9L7sNmz0ym+Y45NZzB5uIgnq6v7Wti07nyTqDQ62ro+DFqvo7ZHd32CqPuLvb9biqHXvWe779iWqJ3Dr95QzJJUFv6S84BwBJGCx8GaVj0dTZ4I4nQLNwsTkkIodV3omLByxlijAkltOhYOGjnGCixqdv/ED5+yYODO33hya8YGDDjSjMF/gtxfn3v7E4Y4S/zIHTgnde7AuQPnDjzdgeUjwY+gp9FPApZiT+J+uvvpOj5js37iJswLv6f/xHmfczp34NyBcwf+hR0Yny1D/gtrOtdw7sC/uQPzt6R7K/wLd/K9qXwJn/Vz/JeUPig6Rkt8AvENrUbiRJbs4816p/6aYGr8NsnwKgLV5hwHtAfkSt/EdqOL9vtvRW3OcMsliKbXXzX5WbONL1FGKd/Stfk8GqpPtOaFTgKNBPTBLRJ6tBY0rJIrdZQrZ9iQ6PwObI6YNkhHB6LalDPNxTzhf41aktghUWlTHuqjl2rr+ASS2ey93mzHmFHhdHIIWotDedranK79GroexlfdY9eSZ8wzHBav/cRjMuK43Rn8OBi2xY+SSoGDdmXO15IoyEBgV8C1dNUNrtGPpnjvDb+OoSubndQRgQS5RfAClqbYgKiylTMy+EdCRqDNyIAuIoODjhYFHCWlUWgB1XFtEl9dZ9wHvFxBvcIAGgoNhURaDBBUep22kUekrcWQg3O7R3JGAHKMs47YvQAm4KtbjZ5tEe8Yq5Zix0JcQAkWXBT1lIjWNAigsb88iruNQWqz6+UTAU36glboG7KSSNH+0/P0O0STpOPHxTxUWi19A8QSZKXyYy4NfnCVZw2gjqgw9YKW8eWwmvUh5RZozyCufDOHTktwr1G5uUh3ZW1I2YaaM3VrXsTQCMO3cE2firQS9ALQILcAABAASURBVISQrp+UstGVO7TcNQY3jZFowzfLRtvvMaLkh/66XPbJ9IId+QoW0/aANXTdGTcQ86SR1UOrGNFKRG9lrV2L7eM4bvv/B20VQZKxApXNotdYobblCaHJW0FgVlOX52S1lGKZwhi/2wrnUrEaT/A4boxKlE+xGhm9aipFGW/vxolE0shvPUp7Hq2mVAMcLVpAfNnhGHssg+0d3e6ipjb0YWhXvsob4IeUNUyp/C/uMr9rpC9eyFm+74Dns6P+d/rRlV5UhR726YJxqv6RnAf7St2xra8c0D7x63fAj509WFR9RCEft5H4OOqf8HrZ+5ldG+O6P2lVfE5kVvFPKvieMvP4s/6eWmfOuQPfuQNer+I7xzzHOnfg3IFzB84d+N074OfGwGsrMfq1yH8pKvkLdEL/u7cY9U/8Ony7a9kpJOPQ80MdPePWV/Hu/XTBWNZkJAXrj0JMx/BN1NeqzImfKPkrZFEYr/2ueA04rPpNswWxT3A06ULxEJNUNaf5qycPqaPQ9Pod1NQaHUV66BXX5hH1H4O1dwrXN+rm9sGr+q0edQ6WfUehLdysS2qHB0q9kETK7zHo4o1nXWPsynN9cOp7VLg+tiSXOFkIeVRzWr0y6JpvHQ+qN2s4H81Fjrpd6mv1rpS4NpOx5FqO3IBu9SEnvQVTQx8YLtQqpzzCHLfxX6uW92UBn2svnbnX2ibpfEXzh++7Fzh+Te8ahtwHbuMGMKfWk/cDLBFmLUYpMskqfIF4WWTEBe+l21l6YG0RHPpqzU0h5hrrn/dXImJdY0TTI5DXaCmJTMZTRukZEZdroG9xiSCvI6L8sTkSDjAB+sikzwjail43Dg7jgsgm1TogKIUn+kERTlidX2Q7WbrklQ2klZJk1txLZq21/ovkaMd6uq5EBP5AJggOOK8hxmlxw8Y1cdaX+Va4Ke8Z8NqTrixMHQHDAxWjOGRADh0PZvUseci27RU62CWHmLs6eSQR0WrOcdTBS8M7eDisHsuDHru3FlczR+2SQDSaY4CKtdYfqiiLa3rzkdu5yt3oGOTIJyXvAdfDxmgMZS3GappKAXbKxWI8+oXDLH05FxA0p1SVjLV+Bdk1omoTULL8gydm2FLGXL3UrziUBfUjVNCR483c2Mu2EOqORTmhAlOXprLzfQbCaEaRV1qTlqJMN3DYOuGQ+hen/EA5FsOsQ2aJQKER1/pWc+jSbW5o1TyfXSGUOCfzCAbrV4qhK29ggKBuzRp9bLhPMczW9Dft9T65QgAPH3rSEswtV78xOwTe+KIj79SVz0xGvgN9e/To2PMv2iNvyEzG/kK49Mx1DO0Tv3cHkql7q6Z/eEau/8rGCWP/dUhKPwLuT29jPAurKwf29uBP+Vd24J2DehaP8Lzc/Fk1688zf1/EF62Pjaf9jO3gORY+w75oqXEe5w58eAe8W/YYReWHfspzB84dOHfg3IFzB17ZAT87xP1YvWIT8c9/V3LFE/yOKPieKBulR1llx9cc/s1t5WQkx1SmhHahjE/tWv1WUj0916D0Rv+9nnnQwl8w/akRhd8saZC0Pi802vJ7Lr+3j7ge0IQxalUIpWw6WotXga/WdYUojnEJdC6O1Wj7V9GLLGLOa+TY8/QkYPCzWmzA2572/5c0YpEjTh96AFok3R4BJ6y/+CKgnIuyIaajpxATBXeh8iOwr7yYA+FxtetQBybDKBzPXBIqr3T2s14iVgzxGxkV1/z6GrLneA5WX3DoR+C3b5i5Va/5YCqN69utuoH+e5jH94VgS6Rojb+TmPfqyJui5BT2l4DB2neghnHxloOi7ntDRuaKCPSI6tu4ydgDMekzF0EJfPrRIyIjGlBooT8zK6bsiGjyihRRvjZm813wXKLxiWwwFmDQ4kJHIzI6Ejkgl3GBuSxjz77AM5AtDuYSQS8SLhZdLSO63eQFghbtukVwMsrmeaJckT0P6Vy4Uf9H8qX0ZBwRPSawRS4vvtc5RR3t2mQfsLKAfg3yrz03vvdwEu8fkZmzYfTcPzxK1ZvBvqJ025dU7wcva+v/ImfUv8YfPhQe1WMythUusOZyhWvz4nzTmk6/zJeA0uU2Y1Q0+UjLEUSoUWjUxlApFAtHgyYHpdVqmR/tW/2PVjG/Kqm8BsJZDTuA0jOGVrK6/RU1MnSKnkiVob1X7kcadbZ8H1PxEphvxdFx3jiB/ZxqOwKSudvjwE182Ur8zYFia9woU/GNVu0gxpwehAUPQaM4Ogn4Bi8NAw8Dv+go+p6CnIpRCvOGVN+ASHxQx82n2bHnS9jM5EGZX1J7FJ2ru7yB4X9FzjVeiT9jzh342h24c0Vye/+Vcb920Kn6WLdSTK5T/X070K/X95/JXuD3rfwDM/7Za/7Aws7Ucwd+2Q745Jrxy6Z/TvfcgXMHzh04d+AH7ICfI2+Yhl8DB96Q9utDXTOLcLcEP9XxGxJE72OR8YkHI41xu1yL41uNL9H8zaoK97HnEWe9Yn5Ed+U9YoPn5+GUrnjBZh31GyUkDe+bW0tr/evJ1+DnyEJsJmOF5iu++4wddqqkcbfI7lMOSM2RxVOQNrmuPWSW6OxN4hmoBA04W2ZCCa0B8krtMsug056w8LgOm7E6hlRfMaf78rc8FVod5pCotkrYckXpE7gWG13qBguvMhDsQWyO8RLYekfYBO+MET9o7aHPcuZnfY0Z85vl6p21kd8kvf9HLqYZpF7SbgsiYyy+dG5AZUp6beTiDl46gKh7NTh8ziznDdtGuJkrqDG/BFVfXp5mxNCTjKRAQwZphQh1EBGNQ0fJvCMDPjgySkMEoaEMDqVAjcZnyUsgJQX7lsjsXCYaqLleLnHhJfCKxAbEymVm7A+ZBgov+3sl41qh7qF+9/dSzHs76tEeZHdvFwaqDjgBuSPwHGm0waWhtIaFQm+rF50oMryiYrn2VoahCD3vteDUXwK5uzgK0EYN/aLZDI0Pu48Mi22Px8G7KAabRnBZZKAOP2NqLR7tCoZFpxGpXmLb4aTB9QS01vZ2Y7+yr3l8dFivzo7kshVtzl2zvmjktpfvULBjW/+LVsslWEWg3mvlpqP1c+pZfBEkVaRygoVmnouKJsMsiNNfqK4R9gTBGCeMVU4gqCwlINhGWrHoypGHtHFSDVU9BH4K0MhFr3uyS+O1cXIqmn9wCy/R8XCcHvOpIqk2wedpAySNyy8yE7Q41NKHhI0cHcrgX5VTalQhaihL0NHCWlFKxJCawTEkarURu+fL+Vs7FzPwiWtwrwY+sewnlmLRtDrnn1j1LPUVO+CJsu6Q6r8Fznngt8z5N83z2z/VftPmfMFcp/3me8hbB6iUqcRb88/4H7sD/6GJ+Tz/Dy33Ly81X/mSln2SQ3ZzK3DSttzWSsbaI+DCI+2+Hn5vjhrTAQfiPNwBtoOmdh9tA2/98OaK4Vz1VRu+U5478Hd24DuuxTaG/VsR3Ee1L8o9yvF1nXP9uupn5S/bgY985z866TtumEO+ZR0ZeRMuU/D6nrzZY5WimwitLSBpGXQrYnfgXhh0GuEJAigbMCIzJRdkjH9Q2QCFQiM2ExKiRHBorgJtbbqSWJklXmOH4Uv4GZiVLRdLUEb7pzdioqMd2cQrfb9+zPBl5ZrSHStxqJl36FhI6+wxnHv+NXsd88qL1ngZwZGR9LQrqIa96BIaA9oTCB3pQ0rFMCJKK46OFuPwHGkriyujtMqx09fojMxPwMUavoxVfhyRzFcgRsvMyMygq5e8WWNmXHwJXEhcFwBHXCZ2iKhDLdEE4rh5OvR0eVF/D8zndQ6p9Bj1o0lZvOfpr5Ggee+DX5uA9sLHIDxlrzraTTOeSApSA4V2E/M24pXot45iPGA9LJO5HoyBWx+rwF/9NshcmC7QCKseaW7pi1LW6Nace37GI6j28jhklPqQrNKMw4xZalnvq9ev3qwLOwNRSJQMj9arfTXYOYZoPYtq1zJrbHsJ3/VlzdgEYbL+F3WqEM8wDjCh8fYd1KNqjzVe6IPCgbsUVCQ+FUgaNoYKqAxMyApqtj2AX9aG17WUrf4EpB5GmK9DvyideShFcZMt913g+VlXVY4eIhNroPMx7CPZH9KZU95b9BfyI6i9Q/QxlCKTGDBilZHxq49aTi3isxdyW6+N9bO26yfO6Wft0Dmbj+/A9l7IzKB9vOxZ4dyBL9uB9bvK0RD1nQLH+O6BurbVyVegYQy3dWdu1kfMKc8dOHfgd+7AF806W92M9V9j1n7x8OFauvIAlKARkRG4N4ji7CLUZxgb1cU3HMyBURxuAPNsyw70/VnsncKmVQRy57k1jQGZZLR2G3My5w78MzuQPMYGonQ6lTchg4N7RrlH1cN9tnMHPrIDmcmlJCLoYz0mK1c2enzAZWZkvo7IqQ5qJsQA9rOW+wIPEozNpO8YoTBUyQj4QAQyMxEN479IzGx25oEMODH5Ll03X11kErdDYEc6PB1KmaoR0fREZkRkaEdGhEpHJkQHGq6MDA47kEkHUwI60OMNR8t+luDflAPPYof/Uby+EfdcOscR1XTy+f19+8J6RLwgx3/tu4RalZq+y1BdeBX5qF1N+sLY7IzlkCqTrvQueQfaXoxCJm8uMzMulwwEUGZEawiVjCw/MsUlMpUZ5rXrbftS9zL8Kd+QuebkpelDrjVabL2sTca5NDuT+MqBC/SMzYE7oCMThw15AdnzSy87KyZTeSEnYzmKw6Y1LiNRkl6g8lsHjfNM72sdzk77rYNK5X5H104mlchVbwV7dcdpwDs3omazpe8Yq1Wd4vcZkC1gKIxTBHZvLhSKduvrIbeiom9pZrjxWBtuBGoOMBj0Jhq7tWLpaBD2AvVOS/nqHscZNk2nzPvdo1rdV4uhQjfR1gZHw7bvIF7N81US76stuUCX2EQTJbqCbkvjEm0C1zzEQZtj9u532G1NB9fgVIstaKcezvi3oJ27Vn/Ok9dWikVnjE1bHK2GsW0y2N2nGBj+2Vbf1NRgUYe8vh2WOHK8DjYgdv4hdtFHrH7w7c3rxOtqDIyd2l5YBRzZoAh8eQdBfCZeoP4yghwQ5GWi7+CY4ZF0e0CNpmvooTGwkL9XYUtCRLio+JTDSkm9gU8p+mVF8ssqn4XPHRg7kJmRmcM85bkDP3wH/Nbhd5wmN5OFWr5nbBzN0EfI+CrUyKlvfmtP5KmeO3DuwLkD93bAj86BfczglfqGVN8hIzuj3EJLZxKzRxQX33gkYw2g/ob2TXN0V+Ij36Xu5Fbdb1rDOcy5A39jB+5c+uG1/xYEhYw/WkPx+I98J3fuwPMd8AoSIxK9Gt2gYtYXspT7nnI/7MzNtN+GJeMNoNIy6BqiH1ALN3Rd6sqBvT3ziy+rlJ3TycxQF0k3EB4ZkZnhPzoMW9pNGLayITMjswElMqIQHhrKA6yuW01GxKiEQcOyh22iKeoi3nfcpvpX51xrb8++SV8KGb+HcXuu277V3YO/etv/BLAxwbp1Svk9AAAQAElEQVQb4o3HMqXK21pVtHg7xxnQFtv4HAmJTyAGNdRMHYCmT6Fc/F1pfEbmhEvTL3C+sE1f0KLnBX5AW2D7Enf2XeBbHvHJi92LEvCSNtULl1j1jEvqF/ApMgKOLiLQJ2Rig8yMTHDJNV9bBLxAj/nI1Uj8oT/hBlBtngElpx+xWHHBmppZw1QXwx5ycEMOXnnEyT/GOh3jqLElJDv8UQZgLe+PUAyvH23UhX5X2vXNCym4Y9skKtFmv+G+UFvqV10YHHJk9dbm1Y3Hwv+rCbFEseaNju2JhENjMJTevHm72oXjgj4f5zSjBy1i9s26AdrKZUD3ohG9h6hxMJvqbvTwmimOR22NKY0u4/bfswpmhHkZm6OZqQcMVw6lSybetT7xxbqntIzW34v5mTzXxX5i++1oZ7BHrWtsmv0Renjl6tceUn3G4JVC35CzLifkXoGxb0M73yPHMdSVHTd70/mvEn28Lu6O4mf43jlyhhz+o9jh+82yPw5/8xK+ee5cGXV5I+tpOEunoq08wiPfUfzrXKvc+m3WEbeNOK1zB9yB+UqZdX1/Fweft05oM0lvSoFjeVh3uz5P4X9UG3M7mtTwDXkUs+feErvPfWaP2kOu8Y0ZJ2LI1X+rvRIzZxkvZu7U/9s74FX3Eby6e/N1N+v38o15K0att+YZP3K/Sn7FGKOmco+xjj0/bP3qyh3u0LuoO+aHku/UPOnHO+D9+zji2DvylDPmaPnZfot+rW/1a8Z1UR9fJSNOeZ1qXJf8zdeQiV4DjrSXA4+Sv4U7B9nvgFfKEfZxe9scOeUMuVuMiMXjpSIg9CEetldiHhY4cvbxj1z3OWcy4zhylN7KYR3nfBZ7O8ot81lj/bQ6npn9nF7l9nmPbfdUjKihz/I6PVuj9KO5xIuHuZn0ghy0pWaq5Upmt3Oh0Kolnh2olxWXzYeNuWnlmfjEKxA3bc9nZtWlC9GsLD0eHEQQ3nrD1JQDy5/Og0BuY5L8KMSbD3KvsfzPIQdHgrXhXI2NZtyADt/XDHvI9ju03mB+1hLx8DD3OOBBrq495iK8yxmm9d+CyrN2Kfe6ewHwDkZaE1f2ITZY9+ga7bgGl1JTly8oV2xQRZCdL5PuQkJm8pIzyQWXBkSz8WXC7RHx2M8L3fWFcM+PIAcEdnBkoAHlMxB5YQ7W9OWzMjNhsxVACw84xX24B8NL7lAfSF4AGzhg5KzP9p4fviH1D115H15361TNG7fJnCPPZTACSaIRwI9sKh3lVu8nnwwaLByRpStfA+HUIZu+6dVTS9lgPyKYTo9UU9WzvECGWF+qVgRdWxeKhQotRwYfBn3xpEs2wK92M1zT1tn4NdmIW272q7v7NWcHcK2VYhfrQ1BTRDsMM7zQKHpm7ottgTXaEjuIvSRtTz2yna9w7JKPgo989ekxFqOc4GSFxTdwp45RQzxbwzTErmyZ1c0xRVRlOh0IWjujo4d4cxu1lMICQ6oPbDmv4wU1N+bAPsm1XSHPPdgDWr9xQr2oEVfGqFUGIYxN7XZNdm4R+Gr8hbivjDEOpFQ9V70WQNlVd9S/lnsUb/5hbeUj3zby/RZTXO5F9UeV9BcIcm5vRWxWHl98OLs3DGH4+xC1rDk37h/ts7YFZyqPY7OKvuLL46An7JKlMiH7uE7tFllVM7OiEmtGwCYI/DcIPNcRga494b6nxTa//S3C8cI4fcoZg1MewVh55RH03UdwZCFrBmtfZOcCuYWEsXH3SDwCQVs1jLnddcxBO92ct6JKmISCcMv3CBe1AIu4ePF4FOo4cxkf4bNtrjEiavx4eLR8LsYeVfld91GtrZnUSpUZELTGLEoz7Z3DEfRRzhatiyhpjR2c2ZUHbcngY0s/E+PTrPeN048Wfi1Sb1ijVtuoFZS8ada4IT+daDNqM7H4avsZ7syHT7tFtJjlnKmAikW2eGPUlMJMbWTFKEE1/LS9WvbDriW174XqoiU0zZME3EixnFxj4BFZXNAnk6NSS4zDAx8NV+ujiyE1hbZLvFKV4Ppqc0WZgblpj3ybwNP4gTvg2fuMab1ah2u1X1v3RzXmvvehZ7lXHkYdO33QPp3bcerrrGvbw2w55T088iezPgI/m5Qn6Btic5gjkXZ/AY47wyloR9SpiKbHdDQ+QnmD4CCFFgLrxTaih3yeZuSMNw74fIBXI5zEEss9qD1QPJwPdcAnRLR5rlzUcS16k6ZBTrnttGfIdUh3tYlrE9v+yt+F14WquWApBR9g3W+MCObUZCxHs/kqU8wYV1tdlKPmbSwoEtkcvdc+QH3wwd+Rfkc4Qi/6AcGY85zfVcmZuYsNlrPqXEpbvMItMWMvFmJV9rVWDxo3p1svsDiX9lGyuO4PjrL1wGFGlIStAZBx79C3IsN/Qf8MGVFRsRwyw1BP/QkDaCghs8D9lRfxucemWm0Fo+YdhHzai8RSxu5I7AFUWzfHVVMfmy5KX0dSLRc9sBrCYzjUdxhz3tGYnFDyasxJ9isWv40YRWHWi7jTUeyO5xHdqtO3xupReoKXfVcR8DQCpqlKYBI4/rYoP9HV4OvLs8bQSfFZ1eIwSrnWvqrqu7sSHYAWlVBKPD6WmCtxAuFACJ+5i3uy27mLGsLemLdgn9PspB5ILZFlB0eCwBLqWXrcHFlMhvMrYOcG2XzFocdARGbT0cIj7SL5FweQz9URQUxO0F4R/cguV5HkYE1jJ+ZoQx9Sfta176HiOJ3t213UOEmf3MRNRh1JP8CVSsQVQPZrQE2+SformHzZo2UXpEH3YJQ+5REe+Vp8NtGmNYdzD90deuTck5uit0HpOhN+AwZnwHRc9qTuF+2hI/nCYmYkPNlTI3eySrV25ZQVoQ24PJoeHGVnZAJN5CUjaMfAT1t9GLTIzLgAGnpE5dOtdkbTkQEw6NVAj49Ab+wFTWRqywP1GRFEgQwO138N3AX3yRPa9hA3zbABzPvt2lyXJkZv6qxriyMOvooghzvu6UuA852MKd5aYDz0UYm152ONi0XNBz8q+XDVG9J1AswtxB8uiSKQ6CTJm08GmfcaOYtr6LNUH2iBN1Yfy/H+TDoTIWGs11PWZmK+vibtWU8JOvL1kdgbvk5Y3/Vcr3/wEUt/2KhxnbCPGTOSn3XtVp8xyS/b88vDMECqL9CbbUGqgimZJrrZ/PABaGVTnWGqh27S+EcwiiRCqgr3wbUwOP1XvK2tWg3IKI3XwjcmKInecne8PsESFTfoPFk3riLKYXcLx3Peyi3IJLxxq16xzrPDVeB9sVGwIofEWB6yEwe9NmbAWI4zX0fX5boz7/Ng3bma613mgoPZcAbv91wI0YCIWK5QT9EMHWXT+UDVjukYnFLoIrTC9lLfV8BxHtWd/bM+cpLZ7hFwz5ARkZnvRrzhYJhlnIjtmNoxHXix8hNAiRdam1sLzMzIvEVk8x/2k4/UyMzXELmWQ82yE24CahYPfdAy/WhPPLfIbFzGwT98Se6BJ17lghpHaPkRTb61H3nKNyKJzwgGPkBC5wEfgYM2fMp7iAjWnIk/dgdUZsb4t/PeNzOWnHyjRnhktiyr7IErxjHrg9tLYzKpByhMa3rmVkZk7I9rfXZ0ttx2Ig6i4+Zo6deKTfqC46Ib3OxFg82I4UcNQAuogl1mMRFxIPHlxGfmYdgSEhx+hoqDTya81a707sUCY1ncvU+y+rxlaL5qxQzKRI0dX3HULLeF+xxrPuUxphQ6dVZAjJ/TaMXJotDQ8MmLFsP31YlzP0ZtdTIwiUahkYIeaOYUcFN5bfjKUIpge5ok2QbBRnoe8WBEO+CasvaVJp9EZkTlRD/4zl5+xmceFm7zlQQ2eIQuZ0wgqUU0FQuF9XSuBWKQV765kxuAJ4r+bL9jB+azpf4RPFox1+ih+x5vsL53gHsh4/3/HPlrkA/KPvLNacZtkaw1WHNERhwgc8unMfWgjn4UA6vMzn29SEfMCKc3gNVtHJEhL7dHZkbEAQbfXWXG48MYEdQbMqbDUqFDwDdbBY1WPsyIjB4S33+M+zYiIxasSiyH/uIXhlzJCap8ALQIvi+4LrmB5ru2MjqNHJ8BSD45YPQ3GG8uJDmDwyKWvhqfWl0GMeIaHvJi1Fjr6I36EzqW41q5i1nKtXrzV3RqI5z1I/Rgy82A1kS8szEmBdyKgTbP43Jud+bYhTXG3PlzmqpVpj77cQ5pzNCV2oIpEE8WscMulSH0CdRq6qLiDCp2dMyN+dFHIEUmFshssrjgwM4cXET2f0NTRh1JfwTo3pLcsFZkBDLj2b/gMCaIjDpIi0LAZ9ivwJGrhRbsVwciwVc1ho5DMGAb136LjOxeJequcaZhOIuLu+vc76au4yUm+H/23kWxcV3HtgWy+/7/F5/SHQMkJUqWHDtJpbKqzHASwMSDD8myy+69GoJx0iOgdohq2cYSNZS9DX0eP3kOdxUiYtio3ps3txb8WW/pU/JZ0IFjFVw/Rnq5hsRo83JCKK7DpWIh+kgsLm5/FOLtxpUXSl9xNUAoC0ToLEDg8rjRph7hTkRUU0u4hmCzXSvv1ZA4Cg7obLatlzlDDlCqq5IRmx3VCIl89i8rtYYkt/0QhUZxRhjHQDYELTsQKz+4ITn88ikLBCfMwNusM9f9ec2KyER2xEUjonkSATL4M0cJah4k3hoTJdFyJwOmw89eQePIjUF7qO/uk8ol21ogBTPMZ4C3112C5cbO7p5VeD/WoRILaewKFDqsfXG4RtWJmsucI4Lm64QbkT6/FqhLN56QNV99BhmYBPa1ek8XpPDc78egvZ3M2hDhD7oZEe1zx6+S6m8RXZcTS6yxLcGA2LcFcwCVtdf1IF4pc0RGRuCkIzLe3g7AQccX8Rb4MN4KEZkZGaOhYTdfxpBQFYM31MNWxlCUEVLmZCZreKv8TNmoz11qA2HTUB6QVMrMCBHRBGaIuN+85t4zb1HRZoigKQXq2rF5MazmqsCXjhz+ktjF3w5essYSo2G8EnJRZz3LsOG4ro7cjy4ZFSd9u9EJcCMQFbNJfvjFV7YSVIWq7XAG6lfXp3KURw4/ndI6VrT1YaLQ2xIwq9ce0UaeEtMaC3uP8i8yHQuswFwGmrL0H+EWJnFv74EDYi3TuZgHIHFRs/Qxx1F2P3R0tcJXHQVfGymnrgHWOLkOBGVwqghVge4+EGtfbf2jGNl9ljWulIpBQ9JRzrqehlb7vr6bh9uWCxI7RItAXPR5lhbbZiQchb4nJQTu6pNe6jgDDHqFPD6MDKUwc0j1GYNn/c55deZzyqf0bb7zMt2vcD1H1PpGpkHoZ9dLztiSxFQ3vmGjtcv5xwbXcoXjoq7i5CsWpd4rkLv7d7JXfyV871BzT1Mebdcs91mEheJemw6kYrXvxX+x7zgd9nHP4brkkXmCWFui3cJ6Qd6zSHLEVV5GEHEP9yLismWaF+/UvvVXQkSJ7OOwmoxqyZj4j4CmywbeKzR/nLQ84Z6iLPAkpD8kQwAAEABJREFUDB9zeGxHBDvJzMjMiBiIO82YO+53Xdtz1CkHaup3c28DxmqUwoiSDoAuBZIpMsIJAwkcw6ZyAqlyo1Saxj0Qp9sdHnHL8z7K+47/q2Hf8I1XNhi9ofk2e9aGb8jZ9zW6lY+wcud832UfMg2D7zvB33bavMV2Tkbf+pmzEYzWUJRXpaOJ7j0a2PbNW3NJ7dYn4YXyn5ubHtwPDXHSjB/00MnvU3VRAWxtm204kPTmd9QAS83ZVrnAC8T97gT3I17eH3kCD13dT6583JujzNEe/BdIS/tQfAb9fm+zW6BpXzta9wzvzWLOdYzeq62G+xpO9RjNLHRF+dG/szvvYT6XEX2NTcciTn0gehv2mYyqQWJEafFEs94xvFXa2KRqYiYSseu5s77DmF67Tj6Bd4G+AGNmQCe2QL3t+IocEmOtO3GdRlTXI8qYhjbNwmktE7tgay4MIrCVA0FTR9BHDd+PXYpvZCX1ga2bAyoBWY4hy2DQPgLaovdw8v52QlnoAxjr+UBqrbm9V5ttJeXGNOtsXGPZyNBLYld+ybPMiauEbq8XJbmeUQhaArtSqA9o5xS56UakwwX0DURV2F6/jU/YI3oknti1ESfZ9FhjMq5b3WrX7k95nFecFtFxA4g6hGxrr2uTp+m6/BTbPud7tbUM1aNsMFu0gtGFzIyYmvxk3qjTPB5eoQe9l9rDbsQH87adotFv6kKM1aL2bqDgzBD7lwgEr8fiVM3QKEQ/u2iJiNFd/sDgVqljNVDKrgHjke4OXMyGLVsual0bt9lyzyGpNdDrcD9mwmXsmmYSPcjMZiXEDSR2fCMchWUyMzLBiFMvBDyICL0ZgYy1DXsvk5hsMYgsKwMRNrShltSOrqmnenbGNYQNAtFGFHrd+u0SYEXEnbFi8Se1s2SgiZxk16mZEcHUwc02AZX703EDwd6f8qiVF8nfFtFqaBtwAnN1PwCyT6LO2bms+y/b0BmS2idVpepzUKoNEDxs5RGG5S9G4qht/hUIijooatBjay23fCsptxqleH3MU0pkYtkFBKJK7CQGvfEolYKUKAGRmUGPtAYDvenaHYjqLS7xi+hy6LH+8JuZYWsjmtsZwOSoHP2IVtJ7plL6hfMMKd59zwl+AH4uoUWvS8VEd7FoH+/UuEk+KcqLqVikhyBK5YTkb4CzOCXwBOuRjV4/ml5KKpevSUZSyRyc81EYk1WjYKM82d3zgKnqStF1JqA7veQKVjKtB4ughR+Dl1/8uDsDjkDyWWPFbLG/8FXOKjdf48mpfTVJOqWI+QUwlh3WKVDopOCu9aJCoKKMHMuqw9524iSZhTAMOkrNbSFN/X8Czn2Fy/WYcOn8fY7baWdm1s/WcOWX/51wLdZX3oEvjzMcU4w5cg/Z8xqa/uFSd+b7HTXvTOfL56775fzbTsA77Azss/4PjZB3+kXmnYzHXGd13+N8DzDm/gy+Vvdo/6mZ+1kv7w8/AS9pX+K4B4bs9DcIF3FA/wDuZ5X2cN37tRrfl+eihTezFPnGnEH3z8dY+dVKz/xyV/FfzW9zbZW9AEJmSPWvwFxPXVhXOTBs5Qt/7wmc3Xu/a7fj3lI+OIfL+w48uJw/F+aZfQSseJwfauy+gbFeXLY0Ni/d9x0fzbtf9eU9OwHenxs9LvSQsuheixnS74K8ilHOKPLJwfwphS9dXI6fOZRi8q7qnj/UWKOasovdGSNPKVr8a/wvnMC4kMozzHvQ3+xNa/Zx1C+O/JX9bmx9y32V/Sf5vvK67bvuM31dUjnKav82KHU3jKwit/AyPzd8abHPLeUPZY+zXR/fX7kOi4tjzQO3N9s12XPHAndsXgfmDgT2PjojIQYCf+lKgU/uDBn8GTNAbILR1QeCmMGvsm1tNVXW+Mj6i5GnTCIGUM97hn/DlygCUX29rn1ufULnkOqfwagz5qof2daCbWJjNjTO994WNuxgL0Eb9pBQ43sA1d8E12fpIWddTsg9j2kfHlLhqoqxAy3GW2F/VsPfpP6C4fMi0emwLe66BiEVmJGZgVUSK1DivFlTj3JDQiXDhjyU2GJdj/dKkrPrEHTycgVKYIEoxK7xzsHnuXaLqO+cGM6JWDt2RtVJx1SvIVrD35Td+MEfgLcaLG02Sm9TOeJlE/7Y11DuNsB3BWEs4qaTX1yTLarpdTBFYHfp4e9B8jpP84wRz51eBfE3OZVoXNEObe6m4XqwG3831AmBZ8Yvn7VVZcvZz2lMgzvDR/Q69hrND6utX3kJ6rDALafZzk8KotfB2GL44XlnV4Et1jmBXVCBovSeM7jim4GT3VoGu/GN2o3kM0kLJK75SIL5km79Xqiqaqs8A/IN3y1PYkCHOnHHXvsunwOgG34b13be+MoqwvCKL6V5HXeme5JcgZdeBYoro7R7g1GWehr3in6zj8elj84In/Rx24b/q6QzXEyl65NwlZ8s8Y+ley0GfsLWM1/X8Cdch9caXifwOoGfdAL9M87lkvg0Qq/PPm3YRW7Za9DOvxq6NYZUf+G/eAKvNb9O4LefQGbWPx0QN3Ph2biMSP7sNwhagoueJuSlszsMmNHp3yjanuc51X/jhD+6dEY7j/NFZtGOoox1KKaGlQrNgY19aa8T+LtOYNzjJXkBKQP5EdzLzUgOTiBe/XUCxxPw1gD0ON4qCSEQkakGMqopBnDaGyIjM4Mh0j/0TLSOQN5DRm89rmx05QrtAcPRFQNrHMSsY4a28ojM7lGCsrpUTzIxIxMto0t/UsKIDGjI6ujYEeE4A0ISAWsCoIdNmZmqhcwMevQBaU+HhlBPxmx2F2EjETMCKZqAQclMqI5Ahi0dAjN234X7QyeMP/Ihdn39zxav/+bkH449fq2jLdaYXYlbw2WI8lCv8p6RJt7Gt/Xf8m2vnUcY53L3WOo/VbwuxSl2WLCOgBoJYz+euzQYFOq+46C340Ohr37SV/1MSbJaDFpTQpHZbMQhTT6IUXZERtwgaPAWQERJlJ00RC6aO9TTsRFoGTSGTAZtJD0KkdEkMZEOwDNFVM/GJgaB2awokYoaolpPq9/rvAbaHb5aK+YjQ32RQiHlKK7uj3LjhyDrqivXm4scbWNVB+QGqh6OIVvu8D4qncHY3wP3VTOUglbrPZ+rh3D8BrEbCSy0XQJVOL4lfuFvezd+qciKxSQAFcUYstG63Q2JjlFjkz1mCOIoQ0nmKF2JwozyFK5IWNTGoxQ3pHFbfSIhjCSoQvRRjo7Psfw9AiEL3WJHUsmTwXjyWbC9pRV3EvtJirLMwerGfG02qpbnIUk2+3K8AKUuPOTZ8RoDtJh06pD0sSzPWbBoKBz0loNCL37sBWms9ODLhmBGKYCG3WpM0x7UFuL4AZBC31VkadhHFuo3dh6XETxIC3HSDNAfpRDweZm9Vibal4Ml/gU9czub37edvCnNtDfcnyAyb9f2J9bxmvPvPgFvs4Go51K82usEfu4J8CGBzmeUw6cTPjbQ6/OPEuU0YOSW/2SX5YevGspSasB69dcJvE7gv3MC37nS9nmtjX3ebiTvq6LYjG7lXvImXIzyBEFr/lIY5p5lkBYDRfz24U/N+9s39qEJ+mnUNbgtgNcObn0wXLjVpQ6qkFI3ePXXCfy1J+B9Duo10KX6s/A1c5UTOv7aA3xt7LMnkNwgIur+UwMZkfzZxdAz0Y54O3DdfjPu7eCTi7DkJWJqqd5zAnkJ40DFI5/pmUnZbCnoTWljsXIdmVmxmco39ADqt8BhJ4Be8VNMncv2/w81y578xMfUNFObIaP/ZaBFOCSD0MhsWnSZiT2h+GG/keHcyoypLYaFFKERDmV0FZ0e4x+b9WMwBD2CgV6y+ZfYJOq7fcS/G3gSYO4JDVVrQl51f/zVp9wj3FKh7SOmNs+nPjD+089BHhyT0zESO+O2ETPI8euztqFgPf6h72RGZkZUz1DVyMyISP4Y0TPRC9pC+y0yJ3gv7GJGnLFZ/xnnN/wzMpuPMTIZJ0RkzC21J38mDAiQmaGMQ8vIsAf+DP6UHd3RRITeqNaPs32vwe86fPHh+FbOjwwWBBahVquAra5oxPmoXxjbvsHBonsz+SOUsmVKMgOrpkOr48FAI53REDUk9FZutY3Z8OvXEr9+/Sos9Z8/Xsi5glPiq/pIJlhmHHltQJaLLG3Tzf8VC/NbQ15JuRDapbhustVRq4ayKAaqwDG2JNL0CtTmuRxJJ6jlOnebw9yG4sgmSBfhxmLhdjqs4ksfHJLA3iui6QTRm86op5fGutOpR78TcOYygxkUJ+6cOKImq6suVHTzTFRpBs/I0EfhgRm77p0as17rKY7BwAnN5zhwu7LhKUku3Sm5aHbYKqtscG6orRAJ7qmS0JVlE0hGG3cJLVWqhzORkQhcxT8hK8skcrZOPTjXgSCEkckYt5A/pSUTfyUo9+p/9gTa5cx6s3T8s6v5786e/92l/9Mr57Mj+/fqDWD+Bd3d/AXbeG3h8gT8RCAOAVKiPr0cfKtZAUSsxKrsPM3A1z6ToLz66wReJ/A6gfMTuHrTkR8YmcOepT5t5V0kn1dvAzITcgD12/qYU/nVk46aQz5Z/8eFv7ePC39d2x+3mS9a0PpG+wX1zt6rB+c8A18w1avEl5/Axd3//Dy+Xo44fWo+X/p+xpft4P40p94/Offpgn4s+d5Jlb8Gt4BCV9uhuBoazf2W3GMIx0L0MWgJMCMqoKxNl4tDk+uoaPQhR6T2FYzJ1Kt2goMvcx+7t/b5zZdspQM3GnYUoloyiogxplpiM1eiN2DH1rLUPjZRTBhPnjKQGRmjDW1IeUIUoLMQpXWZmZEJiBg9UQoO9S9E3y8g7cWpLKEqtAYoFfXj70pE+OPp/n8yu8TWFvzdWrq8FAY8C4u1nFpH38+s8wU7QS1mrwdrk4+LtuDHtYDqQ1GeIYiXV0a1Oj8HDk5R5DoYKxrhubq+87gWsx+JpAezUp4RTVsjbBpDNj0zI3NDRNeR6gOZ8GHLCPQZmRn11yUB9IxqCHrgihow6Kg1RkST5S89TlviSzyZGXSADJAR2kFDZZz6OEplx+4H4IycohMrJ/tjqj/ieNFKOulURnOgxTD6Q88KbRP88PYZ8MPrWnOr86v/GOvaHkX7X+b+4gdk6vBD8vhBd+S3H9BcN/6ac9Nb7uCVbW9EmKbBy5MTMU8LqSioF7AIYSStKf4fSGjfu1rN1+KNFZZjwpq76W1NpeNQrvvqNpOSap0BTHyNV38CljAXyczvJxI3gprK6CIHeZDuWezoSmE28sbeoFzFLuzMGHFkE//gSNK9SArRiTDuAC8MVDtaFUH0WNtq9r00lyz1NOSRE9Ms+RkUbDFOpYZUDOCHqdFBmkKoas6F+uW913adTKbVplATzXpk/IkxN/fldyzyj0z6HRt7zfE6gdcJvE4g+Mwa1f71R92/vv+6CX7b4OmK3zbBq/DrBH7fCfz3Pz7/vrN5Vf6hJzA/b3WVuSgAABAASURBVGf9hy73tawPnIAPpjM8U4rvIyxRKegRwVcIfpUCg41vtiGnjnOyXuo4gY+/3j6eOeb+r8qx8yHnfZxx+s/4M87YM2T/90+eOf8gN15XQ/7BpTB1LtnPKXYy46RNS9Y/YGI6mJIO1zi6tf0BroBB5+tVJvLBdCwDV3F8B+oPOxXLQK/ZlZWiMqFisTMdIjLzAntfzC0xAKnkNj2w0YbYJMt3nfqEYeKNoSEjM0MdERlbUxccQpH6VeSEulBvcyzkL4QDzmX49nIhBmaJJomrXM4zaNZC0Bf8CzJKNr7ZTCAZrck1WGeLm7mmV16fL2s+eLp8y4tprqAt2Ahy7EfkEt3fpDUexTxn0EYeanXtUg5D45kYvu13YQ1H4KQb6z5LsvhbaV5UftD0I9auXeDCZ2bQI1fvXineA5HGoKudwDmX4td6KEnlhEVFi8jMyGhtyGYdRuMIQIRoXoimXIxtfp1GZia5B+jswN0075kttXE1Zo3rQIJMBn8ZgRlZf+hx3vJArz8AJ4n25i8rmp0RKgpkFuJ+Y/Hjx7U5kI9ffBDDyU1iL98w2fTImSUJ3sNbKHH+kLr78dYfcuvH2F+xHOXyq36s/QV/RJvnVyzEiEBGjP+peluYaw7mVC7KC/yqNRBV/l815yJHzeb7RRn9SjHqRz8KfXCtQ6LUrqdhpmbdEG3ga2MHtzOAn0W02qwThcwiS5YG7z5rzV03DpXUpe0Lg45NGqsfunkb8OFY8NuxEFrMYu8+1OIZqHfrN09Yt62DDHIJNkUXKnmda+TCXboYXv4x5FA+KilZ9Z+RY66rHAvqU96A5INPs20VDcVzERwC2ZzDSBmSMBxYvWPTuzEL2WuUh+F0Lviag/W4jscxLhHrpoa1LdFYiFaURap7Eysxv7l73yR3VDLvV4FS1X1oU7r0Z4Z767ipQ3DN0x2YNeWZNCTLq/YnkJeTZl77RpL3T7uPvKcK3I7KEfGSrxN4ncDfdALjqeDnHt8yhj32WPwwvlX6ftXxTYtY9860Tjnwrdv+2yfjbNsW19Nu5mt8ncCPPQHuVb74/LHLey3sdQLvngD38O7fJtokrc9j9Ff/D56AF/AEUOf/lvPfc1cY29eP7j8I/VCI2jpFu61rq8+3DriGzT8aW/g/OnIUHMi8eV9ronGeXdPkOhSN/EnjN69lPoRZdxnd9nDX9+LO6S4c7SIfGEZetiek9QfMdk7lb0Zan+9pSqJ7nzi1ryvMXTdm/feJQTvv80ZmRmZeJuopMGRkvIGMQEZp6Uh+RqAFLQOzAav1RGTUH86SWuoCr11eOaCNe5g7WT+wZVDFQwD8ZuCLr/hoDXcpyhtAvFF8xVtGdrwh33KzBz+kvre3iLe3vAV5b+Jt8pUdkeYkErzxPE0knbNcAHzEKhNdkMIeo3h188TYZxrnoAQVjE0vtQYMut6qo25+nZc3m2spachCCsA2pu617m8/WDYfFMELsO+l9SmiA/S9USj5neiIWsOBj7IXSvRcqrj3hEn0AkOyCARsi2120wOf70f6Va/Asup/aHyUxs8c01Yf9ea5hu6cTf9F7DWy9qd/IeUETk4FnDVm2QvrBF3X1/jo+49qru8IHUnUuN8CpWwcucLaGPSVq7gwHGTUX2JHRGa2ewlJx45C0LQRvZMQHTpKdejuSZSbgR5Cl5GiCMiMhM7IzHgDaJERIIFyj3bfwCWIaDGVh86zHrpxEZv03l+wRQTnvgfzZmQmbFTLTGxUJSIy7CBB3DYK81GL+5ORydqDHrJHQnVfJxSbWwuQu47cDvoLg8c53SxEQOAzBl5xCRyu6QhrNA5txFiLBTfe+jrwMxuboGvLF4G9l0auudYSaz1iSyeqlWn5cHjWTnV4R+J2rDa88eSXS9ltX0AJOQOzd/JYi70TF6IK4mvSvdSsmpWsQi1F2XgnncTeJYkzBrW0vk4DtJW6B+SEdkkDzB15pUsyJwIThchSIKpjjHhszwJR9+3QOdzKWyUBbZ8o73bqvxtzL8D8PbRYkNs+xahmnDCIXa/LL52g8iH1r9AeMECsNgZnxQhDFRTGnooBayek5tKx+fEYMoBZe8Ae8Y9Ic1pdNZI1gNdDVFntgpYxyj8AbqDMjMyvRQT1xJN14yL+lI+MAJkZme8j0uj4I43lRWaewgVl3vrkb+CtMlBOjVJew28+gaR+gSNfP3h2DvHN/TXdv3AC3m/uc8jS+/2n/kcwFjPkNy/iD037zbv8ruk8zRnMy/3F+OqvE/hhJzDfp0MfS9Qe+ku+TuC/cALes2B93qKHYO0rh/7q/8ET4AJ6Kc/Av/vbhogp/XHp9w9+q9Dyz8a5ln5tJUA1X2D9e53913Hf7DwjM29ZKOmM8RdoDfFPtmTXAnHT5YWOIdWB546ID55e8iNA2JBJjRmBHV/d1vWeF/b7wnoNvhNndjIIxId65shOdppTjaYmbHRkRKw/psBlJmMUitcG6m+wItMYQVw24IrMBBH8kILMyIgN+iKajYMebxE3IKy4zJxil1U3JzN7zMRnxBvONndEvmVDZryhv729RSLFG/IK+bbFGXuDHPVa/TftfIu3N/iMWudbREnMUBez3n7ojdWnf0ZG7HxZ9lKcOlOWbo52q8dZ8JB+Ezywil+i1lEcfPtdhDrFIyPwLx3qQjtoC6AncoJzC7Zbec7tOsSoP6T3+9CVxg5p/BsVErw5DVCKRDfuBrWHIAO4rIimR+zkVmPPW/dtygva2BpHRg2ccPbj3O5FHPkz2302BNepnXPZlG/XovHJROPH9602JL3VDdYU4Vm/ceiZWTai5Fs2f2IJ9y33RkBGwG54gxC44FkTNh19xCTzdLy9RWbG+Au1ZIR7o8gN8L3pW2VuteDT/Ag40GVmRr4lHDJFRLOZe8QrM2iJFiAr/i2xk9ccCNigwaCNMdqPu1zUOl/vG84+I4hZAHIBEaW/RcQA6nVPXQ4z5GZQ+NY8kHPATm9vE/UrEynthx+5hsajl49bZicHr3wfVavPzflUsWVp/2vcBeJpcNikOVbp0hlYYq/d1oTBrOqIFt1GYw9YCxlaoBq98VTq8WVTxQ5bkcfBSyanFBVXtWC7pFyVOpPGN76tvenkMqm6fq17IHPvdt49864113gkvfbaA33YrROwaOkd4PR77ZWXIK7luZrnwHHRyaEAZXbnrQHdjlLlCDOLYyC51ok0gYr75RIy+PIdbLkC+bqEBTARWCoFzDEvctSULRBasvvKv3LN88joVOZWGRJaCceG2qvOMll5SQJf/ekTqNfE01l/SYL3zV+ylf/MNv6pMz/b7Bn3n7l6/8mFzs+4Vd/t5MFrcp68q/SwsdZy7oGHsz8U6JTiQ8mvpNcJvE7gLzkBnwIz/pJtvbbxD52A9++8XezxNqqcXZ/WR8EhP13wiwt8/7q+f8bPH9n6vQKl1At8j1CSDSlxvfrdE+Cgdn5ed/XV8Y6cDP2T+Ver/Wxqy13n/npuy5X8XMplNLX6Mnbfd17Gf4WD7+PYs9OKY8Xiajh6PmtbVBzrDA65HgL6COOI+A0lxKCU0Iod5MRMaouZe09/NN441yXaDz3JOgcCHUSUjGpL+GMZQ1n1HWppC6NAfGF3XaNcqtSg0tDMpZYzdD2bvmjib7KMh4eWU/vtOZu+9JpLPwIk92Qz1COy58jVenj4l4T3hzJ5VPpCLUTlK2csUb+ulQ89gljlUrKtZwlrzbq2kBPqYujKgmsqRE3j7bsigjkazI2btuBfYBuqHuvcJK5um7/xS8+b/eoDzW/8WZ78NaJqe84tptsL0n1Ga/qbhoM1Ok9DY9XN19pitZaqr7ZhQT1H1agC+oPcOG0V0j3tnpd5BwbeIGJQYasSDNUdMrL4DF/vZUCYo46qCJt6kxn6M7NysCIjbtG22Pmlyy0uaOYhqvsjcCl/auB+4DrzZrIg6iZAQtL9bQwGn4sbBAwRMoX2I1Gp7w5MQYxjg5XNX+7+CMwPxPWfciaaNSwreinXYzklUK0Y3JiObR86sEo4CAIox3b2tQkrrklUFMOJQsMmqeaQLOaZwaRHMGq2WOdbGamx9kH+B2Qt+2ydnOcZPXMtl5HO1rkIeB/U67oZe5K40ic+J2lLqwp1HxXXp0bc9LVeVyqzikgA+pzUruuBZC2VoiT46IWiUxmHcQLiSzolmdVdWq7NMSwljI4fAB+jXwAe6CHiuVp5Eb/nf8AxvZbwb55Asu0ZmL62EX9pd3cz/p5tuqt1N15TDeUMuZ+C3YJdlIQY+pByRxx92h+BdUferA/uN8pvnu437uTTpb+uwMmhcv+fsF835avS6wQ+fALcnB/OfSW+TuBfO4GPPMnNOeIrzs2a1lHOkPtaLOMxcZRM48yIv6CzE76kaN8doLMjTMZXf+4E2tm9m/NOmLeaeLfOjwzom6sNdP3pdZonnk68SDjW0p5xkfZVdJ0F384ht1nnV9tXTTTXcabZVodjDWqF0uHKUA4UwYKVMzd0ZUR9LRejNS6qZuNK9Ze6ZjYXJL30Uwlp3T0yMrP9sPPW5Bt2vjU9Ez+/1GQiM4iNaqghHEqqFMr9m4d2HjUvAz1qahSWGem5qEegg2it+aJx+u8gJl/QKhdpxxXagaJ0PtQoOyIGFzR57UBZpd8ya+PvN0LUr69hc28b6gdEaUFOi18ot8isGHGGzFgDSjFn6blL1Jxr8LAP0rWe4leMtSjb/OQeY70WcOf+X9taiLHO14IlVl3lo3APW+x+3fCeVwnjBAa9ri1y7kM3peAAaazqiq7IcyBERKhfI5s/kEf0pEx8B4R2BCLr9R5BTARjVMMdGkpRetAyIjMLQUNlfKRv52N0OkzgsTJZP0BtbxsuxIVjlUBCdRXt2PUcuWds85mDT4VL/Rj8K379Ev+vpNwvfdzIiMvC5bPUZcS5YyHxBobKI/X1X/+w7E4yoP1dcM42F0tryr80btt/bteVV8NzeRXNfVny+aEya9oaeoFZ79SpqOxTz4vkMUqPT8KHuCU8z9IxHpXz3OYc7eKKtPoLrxP4vhPwCXOG71vBd87kTr9zvj8zl7scXxYqy2Ypq+TZ9fMfN66WRfM5zvEcI2Z4tcWwz6T+I4yTU77wd5yA13Ng25GM1pDqL/yIE3gt4nUCrxN4ncATJ+BTXDyRsgs1V+zIJ4ye6+ep06zuP/U9Rh4raA9YofTD/H7m0/efhhurDaxKWa/hkRP4/Jl5S4nwy4mBR6b+YzHu+YDawOCuFjb8ymMMnDXE8d8hxRlPzNEn/S6u8q74dws+HOAMBiv9vtrvh8c3iHL6Pg8q9R+ztlpwdVZKWSWY40rXN6PH7M68++G8PbWUQj06ry3K1gGvLjIz/OE2E5kRpfMrSw5dWchovozxn5fN/oPvsHcyjY/60eit9AznE9mGgF4Rv7tlnwCZmeHaM6PPn0iB/aYUQ0fmEdnj95LUzhu/92U2e4vB5pzLRuKj09f7AAAQAElEQVQmNzgvcstO7I6gZQQ9RpwyaPVDMg7tpnufBHFLYf1xlJgALU5/RNkRikINPab09T5dourUfdn11YfrpvcY4/NXxIrOr7n44j7y4M+eqzyi1tj9n9Pjos3r34eMs28yYj3niOBIGcjlPBq/RJPJ9b5FZq7+TPRxP3Cz1H2rlH8Yb9SjTnZp/gzqvIFMY/bY+J57jIlotd+y7yWabVxk2DKV2S2Zj+Pt4dSlRw7ZzSvRwhyFUbwdtHcFbik5oK2FWjeYNnoJBjqJ5BFTP4AWgV0xNeCno1a+cTuUgwC7+jmoSHnG+vF34UffBfsXUC5RP/4yd72xUX+ZYUntLp0Jsy0HhbSiJMyjKLbBWApiIOgacNiOxhVjAdB0qqhjIAzpeYhXPz0BjspDaziNeJa04rNoc5xlDc+ZT675GbvRBQRdo8DADdHuG/jqcMpkEIhX/9oT8Fg/g1oNBeilfmT4TO5H5nvlvE7gdQLHE/BZewI+oB4j/7N2f9C4y6s93PNd5fx+flpV7WHYyjO4osGrvwdj78W857+X+/L9yBOo17Wftvq15b7q2o9c7mtRrxP4N0/gtevXCTx5AjzL383oz/8W55N/RmP5wmEoH5RzzVm3nLbyc7ipwt7lhJX90XdA+4V/7QTGndD3vd73B7677wlurchkFPcCf4zvao8zrz4wFq6tfpQT53d1oJgu1dszY+Q1pnHq8mLoSryD4ntjrBqVe7TYbTSJz6+KjUS7Ifp3zFTr61QIgtc+spRUZQ1tXAOGQkDlIgka7CrLt1p3FG4jVkSAhRBrP9o6BqecoU8MbugRVd4FNiVs3raTKdXiIOml72Q3Wh5G6zECi4d7Q8nMyMz2g88beoc/AGfXSwY+4jKREVjRWipqQFEOYP7mzlLWdZTO1LN0+rLZBz0y8waREdAMEYEeGPSIwLBjZKIEDaGa/HKlNCR8Lsnj1kaNkiqAHsaKKKPcfYjelih/WQujQNitr9xh8ne+l47oShfRmvETquZke79V4JHr9mk8PnlRP+xiV51J+mOxnDEd7UfVhWUuzLiscntNLcV/zqbE2ud6g5RTP0q5A1w3VF0fdQ6WHrMdRRh0C+OSgJIZaqEeh1ac/rvIys2cJHVyByz9kZHZUf5kjM5FoNijGi5CI5QRMfRSOhdDRqgyQMTnGi+jJwqMa/VICrHjgT6kafXWUL5l+mH116QvvOkYQDSJ9aNrmfDcyM3+VTHFGFM8t6txB8BSaOtbvjU66j/x/KvW0H7sbXqLZRbnMOYM/GjccnocNhrr+wVYTK0NxhodxovFWDliXCFRCHMQdnwUoeP5ZT2hXxjwCJ6Jnesd84atFCN26EMO/kwaI4ZPXUTd0O12bna7bk1vfFSb9SJOBk6r2MXzQ7OKQN3KSogie9XVLnIdepmyDdF+Bk663EnQxUUmjOoaE2Aazz0y9lULqQFm3EPkOAdMj6xMooZExePYIC+axSRD+aCcZ970z9f94HL+kTSvoDjdbr+t9fkPeeXfhqu9u98Zf9u+v2M/nu0R9+Y19p7/x/rW14k7OMJVyymfR2Va/1k8P9VvyfA1NArXXoZxJd3nlU/eImfA914qIVO3yGTO6lpoivEfDmvMxK/cUGbfrA//lTT2iKvYz/H+X+paQXnE1fvteiQmssxH8wy/hlXFVYQ+MfuP9uz7br0OYp10vtcb2fx+mim7lr5aRe2H2Ucun7cc2zVRE2YMqf7C33kCdbP8ga39qXn/wFZfU/65E6jbzOfYGeZl6Z/tZ/Sa5JmEfeypdbaewQ1p4qxrn+EQU8uFK3mMhy9KKco4DINXCtynteC/svc5+oxRX8bEq/29JzCutPIM885n/5HX1j9L9H4/oW29vtHezO/RXNsB678D5K9WMXzKI0aO/NCP8twn63d04/PgrMvxFR6CKJWONWa2K4TPmnJ8xqzvDpFl+kOQyhEusXNdyDAfvephlmx1nVfgpTwO3SYyT3HY9uZRu8b+dqA+NWok2TkGrMtkVWj8+6QM4stXBkllawxdqR3ro2ue01px0xZil2KN3WIap0O+zdu59d7RKydmXXtDy2/+oStFq9t8q47Dl0lm1o/BmRmZICIyIlCjtf0crr0hosnlIK/4JZz7PGfpNSpk/MaKEU1fkF4HpDUa4qZtax4uE/Zwb8PbdP0wGHSUhbVEoc2zxF5iuhZFh3tqqrFqyhmDi6q7n2eBu4VztrpLtKacAcs9ssXog2Nt1h+QEdpK625ozO04ah098oB5txrYzDns/Xom350cc0deSWM/iuOSV9u1rMaF0mOce42A63ZypRoCLa5bj28B5Jei7Ch/16ez8xwaKmEajJ3Mh9V8OLIFLm1fty+k5n53vD/fnR+AlypdYw3tGOrBXQdU7puhQuuNorl8uJupFC2VKsRoNxA72b4JEEGo1RpaHGyPC97o5MIouMAO9BXFGd9q6zL+FDhbOPH+yKsB6C6Fkm0NKBYzegOuVrP9OKseux/l4Fmb/NJ5/YLZYnBLTUb56uXZ5ugawXhrwiYZ73diK0D5LEw0RzlwsOtFM3xK/WLoSiEn1BvqodJUxmtfi9O/8EJYbmIhdt0IjotLVRpH1mTjdqGr0SMqpAaJGUZyfbwqFMRqzsXrCphs5WZ9+BeK3of3yHmE83lvCPUZa4ZrA7Nv010a6y2/q0N3PdhVE71YaCjSqKpOWnfp3gOHsYY0tBzofZx1QCNb5HHc1zl6M9pzL7sjw79u3BUZEfcChl8pgomUBfUJzafHik22UfsLYLGP4GzqUWf42IfrjxiOB6Vh8Xuat8RH4GqOeUfObRoj/8InTuDO9b/9oWSb555vi/oPaet7nHfVLYrhrNz3Dfo2Kwb9GUl4VD2UYx7Ul/Zj/dn+0okeKTZNzrH6co5MtYj5s0CMtrs+jdzimn3v/WdEXEsXdO39HZ62Wys79xmGT3kfay3KNH3hHG9zmm/wWkfoG5z6EfqO3GzrB4scslah1P5u1CK2SV2GGIz31GoTi86Il885jNXhSh6HzvvaPboa1yodfS/7bzyBfjN829a+e75v29hroh9xAjy7fDbWWtBLXg36xfDP+uDuyd9xL481KAfGGrSH/lk5aikHqLmeHXp1faUwDH1IqE90qwhLDKk+cMYN36k0YcAAdeWKG6I87TsGPoHxD331Iww6ctpBObruD2NL9F7KaB8jE1og/qVeW55PdNYPB3Fznx78q0mNqrsSUb8OxdZ0i415X6Oql9+b5v3gqwjutyoyis2yHCZCVtxB6lpjytgGQ698W9S5Rq4OhdOqC3XBhjHLO0lVOWR19QmViE2v/JIVuA4jZCPQjBsOpbizr3KPNCRfFPZoCxVR08vrqGuuS0jMUr3gYK5Ap6tVjVIYnHjwmHN3jgF5dadSHygukr/YoYw2RDUeDkZlZjNrjMjMQlRDR2Yho/1FZKLNCGwQtARRetYYvWll6Y4ZpEd2+w0tMxmjoXTt5IfhgGt6jdls/9e1bxFxhv/xepb/H/4bUPuG28Ut8b+MsH6LW0rXFqRHMGRmtDZks45jRkIdAUWXRVSEN9P4d3zx7MFnS+kErRLFqRFhYpPcMJ1UyAdN30CrH7iMBRHoQVPP0hOrIVcbatUT4wzQFVOSdRujPqAttJUNWTnu+RZx1zf24vkckUHra1C/AT5zbuaswCX8Xwvrd46PwfkvEDUJzojMjPanHictiyOMuGiAKltZTOcjyoKepFZUy2x6ZkZmRyS+ZMySgbZH3GlnOYZPPPNEQb5Bb2ko9FJr6EZG+0NsdEYzkXHTJBN/4hlAvdN9Luzcfvhq4HIvuACd52obYXDY/TJEFIO/cT68W6Rj882jGfVM141CJxcWu3SGhR/V2hoWyolflCCASGcR+o9SrkEPIEXb/7WtUG8YviarLANT93kQ1SkAX2ofZIoyGLC6tUjVxllzIZf+g+9SceyhJBlKwOaMqnxYZqA6HaU4/QWiIIquwWtbyhhMOoN+eeWzGHnKAWt03QeH5ro2+SIYhq4UUPbK0RbBjbqsaPtrdtDGA6nKl83wUF8qqo2lHgYPb4LfyhHs5XAuVMUOFpBXjnXW9TIJlL7LkCEDn9fP6688wz2f8Yv3ELVbRUbtFczhojxXMcftdFdNLlxprqvrt7YFqUvXJxbiG/ihuuZutdaxYs07B+nMtkbv9POMmeVa0blRwudnqM9udKkCAZkZmRkMwRiZeQpIelYcSqDt9MyMzA2REYEdSEV8YfP4PgLXslsGa1vroJe/S9c8MPNHvWKqqImlfOng+j5S0Dxhbt1J3FTtnhysno7aREZ0mcleRLzaUyfAscUB47TrsYlvlk/V/lHB7uoKLlSf8gD23z4cH/jZNGa2H9QvZqxsfaKMbxi+bK5eyCO5wYnPrSU3YKIIxNRNWPBGIaotMRnhe1ddn9tkfD+5sw/eJV2hSz/CzwVytb+KG/EL219I47PmxPtZqmJ5Zq765C/fapN+7Jak8kY7+xF65ZRHzPysH+O+065N1YRqQmPhc5R6vcdwJup1Pp0fx9D48pg2oWXqUWv3Hxr5ci3QbNGs1/i3ncB8j6t/F8Y5Ot/QX/J1Al9xAjyv6rZC8lxsFYd+IivWqOEb+izVj1gTj45P2q7jrMSRP9pnOY9wxzrDVg5YZ9a1vxZW9z1LOaD91CwmksC7GFeekc8RjE13xA/FxxJYlPHvMiVpxSvPMGJufRS19q3jXab9U6/dR02PaDJLqov4J5rn6EZnedS1ZxCfHYjbPmL1DB1Zn3Ei0j8OmI6RDfFg4/7hhuGjEvcSKVTlLsB8Sjd3IU/Jd1Z+nzyDOfS0e+9kBvwkn05qnj5zr0EqNY5+WHZxp5PTYrY1HT+vtyNeOOFYEdUaV+oYFqrNNbF1cUW2XLhhD5/yPZDGZeI0msJEZDjXbEOVY+LGXMpy74YKhEHyPWMIDxucxxPaezuXZhjbkJEJoB1XZETy17qagEsQAZ2RCSIio7XMDPoN3iAz9XWEMgIKoEcgB7BxZCrhostU3wBtB9mBL0FE2c4p/ked/+UbP9BmvOF5I+Z/AuV/Hf+H/L+3t/j/gPIG1Pi/HnPjW3MyjFlrOgd5b4J5McOWmUFHzUJmYnc0hjEiI96Ftdc4FHrLQXkDQaO8I6DD0cOgZMgIxqBlSWOzrOh2djnsIZOzDHz6B7pNkbeIQERGREmUIf233qY3f9AGt8mM27+oea1/hqw6GZlHROWl/siTv4C7wrL6XPsOvuYyWlN+IdZSKGwnMrOBC5vcc5nZ5p1GmcwaI8/+MhpLTGYGPY4tE76TmU3PRO4QlQt1Io0dfnUx7IMMfUC5gpigUTwzI0Rk/QV6JjoIGlpERhQYisamdy5OW8UdPJkZmQ0HV3ivHblu83DnJqgHuHKBHkCVKrQBBicdhRQUu28IRUhRD5sOg5M8Rzx0fNgo5Wsx7Uus5mGE3L2hEq8dvrHjvLa5+gAAEABJREFUC+yCum8cJZnhKJmh4kZ8l0TiaSPKrssOGM5qYpRVcR2FWgvrrvn94EFkBcqhV3Ln0YvBr6w6zFrzdE5eQLde73JGNHPbx7CPcsQqn4W1zFEOzLa6GD6lthi6UsgJ9IyoDzXsMaYGDd+InHzG6nt/ry2CY+Uo+1y9Trs2nWtT3I7+kiFr2AG9DBPoQDhJwQRAgNdpBosgojPcD13buK61ahfeXtdaDf3ekQeNY010ytFR4BfnQ5af5TlHiRaBShyjfTEOZb8CCGMJ626tKqctIFpZYox+F8adoQrdz/b653p37GNTk4dbCPUZZ1z3V17Xh5ATo1ZmRvuLScaPaR7nuphsl2O17yiEsp84RdgMUP4uWP8JtH1yh5LT9LZX9TMcl23MkXvZ1yfgeV3Bm0bfWfb8CD3zfy/3VbP13free0R/dhlxBldwxj/CjVzlt4DXltf2Bk6uT/kFuFfq6NMWTltynH8/d/mCzg5F7UFHGSr/TfjZ5+xJ17a17P69tjuaFrDbtJSQVFa8xiUqCu+QqHWw2upHHHntjsXYrqtWnVL+8ODCBjxpdZfUZS2Z9x2ozqAZVyLG864sDnT8eOz2Kp58paiYGvZWUa/hLzwBLv4f2dWfmvePbPY16beewPzsQvdWO0OtCX+IMhiGPiTUZbeoTqVQ/yo4/wzraiu/GtTlfaHeqKs0dsk+6Otqe1c5+FffI8p1bnk8RkGpspH2Wde+Qr0LGixGkLqo61zK8KxyfL+wEieKMbc4CXyC4p/uRLcND71J6H+tt2Ng1/0ald112Nu+8BFmgQZ1jyKxdv1Yo+weseqr0h33hbPM2H3h5JdOD2PMY7WhzxLeWlBo693bdO/0a5BCvJFqVzj3F+u8pZjLPKU7CLkDjJdSCmbfnQvfOZddMdEeNZYSxK6Xb80Nmk4gV4Cyd4q09jiC83WJoLNWRudSI1QLoNHlW5IGNL2ufpk1wCBrPiooYSpPHZfmapfhsHAvDtn0qivVMdulLxEZDUFLKyTK2ptRowNIYhJ/rjK6poxDS+wNWZFjxIUdICNqzDHmZpdWtlrsGjR2G1HoWRXeGGdkZv2Aw+9mUYjYJPr/wMYv/FAcp7Bm/XCcceunhnVmvHVOyRIiMwvQ1TGxS90GSHokzC2y8RlNRiAXgIQLmv8WrnxtATe6pqgEyTKaoroDRtXxJkdvUbGm1p4iytbdkKutkkFjoGvugKf6ma9xWfEGJUNbSxRXdsSJ3s+CNdc57GRUa7nG7WExffVg8GGwA6ndrnUQuMkFJ8B/O+dC2fcQxAjjlBu6I+421nLmb+vLyAQE5IqEi8iIguPQd7LyZCKi65mJ2oBCz/KhHGRE4NoDgvw4IPOcNy4jI0CNNWApo7VMDHqzIoZZVA1yCX8LPBGRsTV1sTGz5v0+2+/qCxEC8UBvD/rxJuJz3ge8tth0SuGkS3F7m8fbyUo44wH4iKp4IpFYg7Ncq3IYiTSGUs4/gwJk3XZCSYInzxhmwZZtKFo3YDJ81Usd8eaIZhNYSTBd7vjKtDZxdC8+IoZUP4c5Rxgpp3wWI08Jru8hCuNn3PqwlWLzDO22nHFiRKgLbM8J8VQnp7KRI6/sYVxKVzaDQBN7Ha4aBL3scnDFYLHn+wmGG4ERnujSvc5HmCOnvAGVy4ekEqNlmnY2Oo+8Urg6MlQnNLbxsz6FfEB13pv1s3f5D5R7pTx6At6qj8b+oDjvvEdxXLZ5R+5l/6wT8Bod8bNW+JWrcae39c7Z27hTpr+urXHEafwHSWuPVPUjZt/Qn5XWrJy+p9LfGZ4IrUrGi/a+FhH1blkuBlcwgPlMb0UvMqx54fqt9CPzGnMGFyavvMLZpmdOXYz8WR/cLM/8Z9yc8z369UmceFhysch1dejFrYSKjBi68oV/7wS4OeK78e+d8mvHP+0ExrOPdXn7r+/FE4/rfq/E+yFf7h3rG9IJZl37qzDqKsWzdeecrh+P7GjPU+gTcGYL1A9dKfNe+K+cwLjSrlf9DPqOmOPOfDNn7Gz/Sd21HDHWc+S1h+8j8l5+8zm278QYNXjF8TUZ/2zBUDkCv98BjtX4HVvTicdnePlR9FF1qtUiIVonZsQqK5YQpbk9aDCEOAds5UkbqQTOrQBGFRgMhdp3+CKQdDLLsnDpjWPcJWPj7Y+onrAX+kRjl/qkRdFm9rH58S0SDgPaUTkjJqrpL+V0MHb7QSzWfPltbmuICAP87r6A0SR0S4hj22jzG5yv1W62OaNO6QzmbViYKWLEmM/veJRYbtBybnkufovt16DFUTMi1HGWVBdByxwaBn02XQPURWd+PV3sqsCNXKUw1PmbZDRBuFY2WjHdbnEUIazppdRgXIWVtURb71LWPIz/QRql63dUfYNTfw6t/jpvM2O1nytG9NJzF/Tb7h5lx9p30vPC2WLMn4Fj12ffe7qJI2bWB6eUfw+3ccluvU5NMmJkdtl9Vm17UrPGARwCKSHaBd38aQpQfgYRyV8b1WaUI46NCBaUmUdHs1nzeV5z347WEbeemXnqB+D2+B+HNZd5Xx9vMGaP6E0fmhJUZ+AG9T3hDFWDENdUfojSyWkvdJynOoHFKx+FlVvVkVpzOsUoIVFOSHVRPm2ULnywolYkbPVRXek5DTjjWqYiX8OjJ+AZj7NW1oF/8jC9PjX/WR24cd1WWcEM+hQngKqlKc9Q+xgO6gz1TDpv8caJXeVdpQr70uGq/BV/MbmPrIGLEGgjEH+kO3eHD+vfjXrq9/kOeg7bNQz9Rv6RQ3pN+i+fQLJ5gZi7jwIxc/99fexIeYS7k1P+N3Fc/dE+7qr8XvsZx6B3bFMNSZ9lGY5x0+TBzrk+B+foWtFEYPthut4b0W+koTM/bOWEqjFs44f+kj/hBL5+DV7jI7ZZ9GzWS3udwOsEXifwOoH/zgmMJ/iQrnzWtcUZJ/8H4Oef+vzysbl3O6la1BkSde1n3Op8Ka8TeP8E6haqz+dRH9m1B+LHNl8hZ3DB9/gz/+CQpNbXc7x2m/Sb3g2bxjeOxJLBV5jq3eh5I1f/ihGyEkMZDupAtRGFWo5i1BtyxxG3VdCzx/DVxd27yJyIubi0iQK9C7RjP3q0xVXc8CkFcf57bb7htKG3sy6jhvr/e6pGTN2yPU9R+1MpWHuDlH5zrpFRPurnCQKSrlhBWOkOlWsA5E7vNqJ6DzGl7N82MFGt4y2jSWbKKJ2xpLx60NSfRs9DVKf8Wtdag8xM+AyGqIYaHYrSy7FsKjZpZfujoXFlo9CLb8NCJICko+eOhmi2yinIXXn1hfgFZlnldi8uxd/Y9drZ+5LIFqey9+147uX6sXOWpqyvzrNcuQr6xHCnRlv8oXaLL9d6IbDQM5WGN5mc3ECx+uUyIiap/i7IzUzCMjK/APV6sE6VpOYsGw8TEegiIxDB1IX12smv1yi+vD31A/CXz35ZkJvAXuCtihufkWOAYDRNrQ6p+3iHxIStzmDQKe75ThPeIanHGt4JOneTR3b3qXXAs5naklIU1SNf4uMn4Ak/ns1dVwk1PJ72gyLZAav5r63fp162B2Gy/EOXGmhBh4DfaTLxeEhnJtN/B4J5bhEZMYPlxEDoi1d7ncD3noBPGlGzeg8eUY6/bVh3vN+YH7b3zH/f4npe7Hbdm/4Z5SCv5DtDhTFkOgSPMSRjTC3zlpvcd9SxqjshN9eMnJpOOeFOiZfr3zmB+nzl/fHvbPm/sNPXGl8n8DqB1wl88AR4n+/fM/ndyx6W1K/8E3DuI1yHnPIxjOj5/43ByvUS2gNFvd7n6hj+3cG74fnd121Tn9kjMrFmxP32sRl7zQ8nmyh6nRtx5Rv8Uc4Fhm/m9vr7EXP8M9HGDljDT6/a6o+hRZNXCpK0eYwY19enpp4K5Lts9E9/iW0tEb2pz5DGZgnOrtUAV8/zWerRVnaQ560Z7EGJGTalgNYcomTF4VRKKDMzMk/Ary3Qkf44dIVkigmJPvCGkpnUjkL0lsjMjPkPqn7vq21r/A5kRGZ2dD2y/jPUmfC1X6R6RuTOzsjc4N4aiMugRgJlVNxbRtmkYKNDZCZ6w1sojW14wzdjzP2W+h2UHRFBeMCGMkYrwntEQGLTI/1LbLqi0EOg7vTbIHPvJKwu4wqU8CuKAV5YLaYI1Aqa5N0bgGKE7l8rRUyDMWKi3lWP8doXcN21xuHfit9sBVdy9tW9UFlEDDsz440LnJmRbxGZGW/IR0Ao8bG7xwbXZOL/CN7IO8I6cK5VZAS9EKMVcXsmw/1V8u3ThVyjRbrkMa9Vl7SUB4eePkXLTPDNA9CpDY9Cb/c/Cr30mn9hXH5hKzvMIoi+5yH8X05egWAyWRZTMh66tTfKECGjFCYrRdViPqUozgCwm58ChlUMQaXDPdtJfTbl74r3lVs78tVUCgPXrMb22POMhJbnrHdFOYZFkp0g6RlFO1zA2AsX097xMlflKcFNJFy7R1ijusFDqguS8HqHFRhkfzS8bCL2j8QI7EyuJT1KqsQ3toys2RxFYOdvBcUjasiIJ6TR8WqvE/hDJ8Bjpx41sxxLkRv63yPd1RF/x+7mXX1kRyP/+dzbp1jWMzCiHv+R8XhzFURXivoViBl3bv3jZNjKI0aNI/+y6wj/2mPwE5Wb8/rzEU71hdcJvE7gh5zAaxl/1wnUmzZbGhL1t/T2PN9KH+3N8zOe+n196+eUeX2P61YRZqzydx+1k/1GtK9B2m6G3uRXTWpt8VX1fnId9ylco1KoP4aK7ofv95yPZW2vMPOfhZ8/61OaifOEq70qsxd98MrPwey2CzVAZ4KtrzYKvWI9J/QSSIP3Z8auOm/8iFNqVzybJ2od5Roa2+LQTbKWsgWQsymNJoBerFJSSWSpDHSsiugDtbtWDgNK2ZHDeFDWpMQqBzB3XV6iy3oudl16gv9rz2bqB8QObvtfABPhc7Cw1L82VWFLV87Qdw/G3vOf+cxZcRLgv4PHYo7uNW9ZtS9XnNP5VzkUZmoqk6O4TkSURDnKGNzI63KNG/YqMzJFICMiY9+4nsXJCwzCAxH7xvq4NyukO7wPjFV2ijTjhhXYCZTxZLPOV8LprTek+gx4z4I9jtf9JvEVrzzCGkfuGfuJ/KTuIyDMbqjyCu3a4X0vkJDRDTXPi6q8RkbmA7BwxQXxB4T5cBFoEUFcZMQOcWhPHOch86555wfgZD15N3k4fYNyfUrvJ/X2w1SLqOd/UxmnNwestRNk/i24XSnYeHQmaDp1yCkGv7IAt/nbj8CDV26+lv+I7V7MZepaLlMgyWeUd3qx+uUJGrXNV/81cdqDVx+oesSVrwpauUHa0kWXMoa2llFjSGuMiE9Jb9Aq0O8HBL0Y19uUtoamvz+6o5arBujvZ42IOXjW8bswRHD3RrX2GF+jVDzIkgR0WRTDOLtZet6rTUqdK7FD6pMe9izLR6zyFCSe8uYMnxIce1/6RpOzGWo9ogv3IdvOvTJeFlsAABAASURBVGmPjnWsNTya8UBc1auhgpvWxiJ+8vAfWeZPPsKPrq2OvobnKvgyeC/juafYe9Ve/s+egNdM+Dgv+WRB/xcOH8l7cpp/IvwDL7k6F/NEGV8wJDeDQDxY7Zk7oMfmKN3tevNUnzFifpasf+/9qSV5POPClP6nFvI75x03x5C/c65X7dcJvE7gdQL/8AnU+8h41iqPOJzNZ03L1/v9KOQCZgz+PVmF3gv6Uf6x4iF/1OIeXEz7GsTrxTcdTdRXMlgl9YutHP/qq7gaGl0forRFo9p4tGXlZsjNGL6ZUx+8UlvMuvbfgdpVP3S/7xoXovh5i8YMwM+xI+cRyRUlu6444VjUtBYar+zDrMO3k+TubDLftaccZmFixikPqxalpNamq7EmutoOI05ZwFuSYLqlmFXS6TAh6SiDRnaii+bDoOPEbGtsBZruWenDSe8cGhPRSaSP+BZHDP42GoJmDBzWnW5Qw/ZNrfZImfXBRf8Xhr6BODT5PeUzbUCPuvIcLX/EDDnHrl+Lz+Qd/azGnfDVNeepz1iDLpTMjMy88G50ZlZc5q3cojYtNzWGPqT3w6Yb2M5S7Qr7+FhrevvMvqZb7xYsPWxDug5tsd1bQe2lEDTrCWOVLQ6HrzGEtkAlJ1YYH9UWxgFUF6zYYfbvHA8ZrstA5S2WvqYho9tN1jqXeKAZNKOlOF/TPjLO9fZ6O9M9V2ut85Pv86l23K7llulZXZjY1W8XWdfhs9Puqszb6ffne/XTgDlPe8LFD8DZFp9GOoiAUw54uebKTeexj6PpQRtvJK63dF0Y9IpTShF6p1OVIPOXX+gCmwLtPYibxh9Xj6j45Vf8+rVh0WbSY+x79kLOQq6oeV1trUEF6GcdbUGsURuMugtrWLALxBFRIwMpFmoghGLOUAIfOq7Gk6WOSxt19ZcCf+wVx0B3qqP72vYpOkBUcvXtIrFHX9cgwSS1P0hWCoPCOLo+10kYFD47cGHG6y/oXXkMu0nFMdBHnaaSjZ8e3BqUa4+XpnN+5BtXNkE1R7+Wy1F6nQbKN2ojKbAIaozrqlywC30e59JefcUvrO0CrNjYM1jrjJfTt5DrWRSY57y3yHESZTG4RjnU87Qdm176aEPctrylZLyFlJVnzISE1F8YQVnKp4ZPJbsYCqzLUJFDKoI124OWQ0H/TE+S76GmuRdw6oOkx1PJsW+1YYuIvetbrZq+hqjtMJTl8AAMid54qaLt73hfQwM4q7e4Ul/DHzgBr5AYU5fOhawfdJ+Qc37VGMRLPnwCHDevuB7OIWp3612xxpL3bvA7AfWd3BRjbTFRL7WfwJ87lz83c9/6N4t/bb/ffLyv6V4n8DqB1wnUCYxn7ZBFMhxtqB/Tf/Laov4zoa5wIGjqfq1QEnvtX/AZbq31iOJ8/EOMXl9vPCrHdxrGqw+c2XLCmCHV98urhUApER7ODnIDxkzYHSJ82UowUpT14fbAyf8NaAdbJzYupN89iWEP6QkMFMf+h93k+Jf6fRnxi0wxZdX3eb8oC/Avw66VtTiSetfu6kcE6a6wSo98zsHvD1cOe9UrxqQD4NM4ZHXcJY9D8QytV1nnL5C/gDVFnbjNbtpMFQNhfuljOObKE6dYb2FtUavQowEMEMVjI305DBi5ofmbrd60R0brBf9iHRI1dg1HSmYwMkQgo7VmRvDd16qGrVnQuLIQoYx4gxxAjVNERNZfhD+63ENGELkhaJk5ceoNbd63WOUb+oTMjLfJPtX/97/3Y85q5FtkZtgyMxIlGQXCDrREoF/h4D/WitjlMuvOzoggJfzW3//1dtkR2GJBLipIRdcJMj5oLTdilRHx1pGRkx6tzfdwBhFgyAjsZYL2wMw/rlOMvsRpY956Ez91Bnmg1hvvtCpETJNJZg6LqS3xYfQ6iOrWLeVi0J81PyMXJbPJUJKDxRiaAEseRAathlDPNpSu+i4i1pDYtezWkN28FBkuJyIjziAdNpUkIjEEgq6WxSZWlBajcS1UFT7TBW9owaP0Bl4vY9MKfHGaJ+C5gZvVZs6SNG0EufbIzIjWFVGNVdQCyrgd9j6CCfENpb2HqLlmeAh620czN52dWecetuB98lXOVfw9/lirYmttboq9MLVc/TDHZnbx/qC449g38VCktNymU4uaeFUKHnspDMZsvl6g4nHSYcqa5T5+swi/7UyWmZHZQQRaCAZ7ZGYwNMRozNgWVwQ7Yl/MBa0yzkKnFB7pWmvpw1FOhqplFRzoarDEo6Fs9cqAp0qpsx+u0gfX7eLQK/5R2YKpxLoZXdMDIJg+xbNSrNvRWrdsY+75iGA7fVQ7oC2bNez3KdHWAX9IuW9m1F/dA/vIwWeiTQgzska1HaIaTtnKCbT4c401OLkriq5HZKgyxtyO9ux7Rs93gjM+8cfCM8l/F7eLIIWZI0pm0GpA/qHO9PQ2uQoLy0zWd4ONC3zA3hIdeVFMQnWAl5ovjcLgXvIPnkAyN+BzC0p7Vnn1nkUlv4YPnQDHv8s72jsnhv7kAg1AfWm3vgVLjnkgho366v0EPBPRzW8QYzal+IYpv20K93PEt03+muh1Aq8TeJ3AP3oC47nr9tWHHLr2T4Lr6uAzyk9a2ViLqxt6ybHOIYuM+qeTn+XijzYX9Tj8d1z7UoRvOUijr6vXJxqhRzRrHetw5AfwFIe08KprixGnHLZSyA10e80fvFLf74WzCP+BW/ID05kn1hoc5rDbv9BGUdkGR+OF+j2M7HN5L3P1karOalxbR5vb+wHf4LyWl6DMSfe7xxO6U9RGc6w4FGZkBkbmRGne0nFiua4GjE5VnHrBoftKZaCPmPoRS7sI4tYOSa/ackN3bm1Qt6E8+r6zXuo5yq8pqwKrXkC39zrWrDXBrc8NSezbblKHtZiTq0aYHKJ601tNdHqFle964KshnBlKxmhKlszwD1WZSIPQ0aIaNj2CITMRICL4sSSy/oIxyn7rP4KWj1jtN7w3wJfyFc+PtMiKPcg82GtMZM2X5UfvP8iWPfQ3eP3dnn/s/d/bW/yPH3qPMOZ/b2+h/BDY15sIdqccGDZSf2bzM0Ym4w4RMIXab2nJfgMgtYkvX3KybxmY4T1RMgP9ADjCyI+GiDC2uIjIiMZnlI5YpTHGiqYnsSKQscZlRNNR6GG8MGfDEvo2O6rGU3aMnIXcA/TdQa1Hfwa5j2Pk+RpO8j+FJeo36lEj3m3ZzoyRqx0bIjKTgV4yy87MsLURDTuDP+S4Zx6RmS0nM+Nth8COgAL5AIJmXBB7gqBRjI4/I+gOiSIi2DHO9F4Hm08tTlvCHgHF41S2NAb1Pd5g73bDowbDVkVjxfZmB8XFpq/vOzD7rtMnOA/8lsfbTOm/yBn6I3KLP/3RtWo+UufrYsY6hlz3xwmor7j5Qdg1EMS5sGzOgeumIsXhcy+geXAtzjoQU4fXqhAGcwfkV+Bb9Vvl/Orexj3D3MwIQX+wRItsW2GPmIycEudDBc9BXx1YsZBIwtqIQi+98ghuOVgf1rf77tFa8/3waM4a5+rZxGpP68bVDsJtn4A02Da2QHX2DvttvW6qGr5tyk9P1F5wVeY7V+5cAzX5a/jcCXiYcwVvf+0h1V/4cScwX56hD/n+Yl8RP+oEuHDryxD9K9Y26g35FTVfNb7qBOarMutfVf9V53UCrxN4ncDrBP6NEzi8h3zRZ4hvPbvxf8H4rZO+Mxnn6Je7RnnCYuizVP8vga9H+nLZYNf8fqhZjoJvQ5oYEe9IgwcMVVeKro8DlCrAjwMu2wFO8d4XNxXzhYOH4tQl+/c/6EUxjRJxt1cMOZ6lGPYsdXOyug9gTpxn32FdcRYYtdVXrGen9xq3dX+xtBbPakq/jcHzzjo9pOs8y+5rrMs1UYMl0AmEYC5G9Jaju+CAb57H/Q9bfYMVqEivtDIxWteq+gyVUgS1yxhSUh3Z5kDpvdF9fXDawrkKDkU055oPR5ZkB8LYgvp7YAOHWF9iA9fZk8dgTSSdb9KjEA+1jEwQIiKzy0Cqg+gtDzL0HZCRMf+olAlzghGTee3PxBdBxQlyQDITf4c/6mZi8yNvJvLL8BaZyQKyZCYyQEplZGbtN3PSo+mMantkRGYCZQPjZsfki7kteKIQa2vcapYycwuMQOzuscFF1cuITfIs147RNI6gltQIGZJtDfWDclvX+wWMnTEyZm7Wh/8gDemUe/osLMURKu5jmvc20FVEXZOgNQvlrH/g0JPKeVbry7lkJoumQ+ltudoZmQkvIhyHucqIxkd0aVSctuFJIpOII97gnu5eIzEn+uD3TaV4Hv6+4Qx/+TCk9Q8JxUumRRaP5ZvGjKqJc+ZKp8iv/p/jtf7vgj/e3cOy/Kr/tO/CenZgL7V2Nlk8cmf7I7Agr3gkHZXdqZhvDrJMdc6hnZbGho0ubXP8Z7Rp3aj0tk0UTgMdpfbSpQfSVZycGSN2nXPJbo+zg0NtFci1ZotF034X1uuxVLEcYutn+XhHHJl9jWhnse9wzE612061sa2Szjdj5I244but9JsYnzYfKm2iCB5b8bNaW9a2Ju0PwrRRaNblZns8+OswZoeBL7xO4HUCrxN4nUA7gdf4157A+PyivN2krDjzDF45cBv3MGOJh4Nfga8TeJ3A6wReJ/DPnMDr/eFLLrXHKPxyg69I+ncofKsBeWW3if3Gg7hmtJEEuqWwKcB41ivm2n2W8g43ih2laYNjrU4stUPbx55q3Mic5dBH/N6e8phL3/gOzIPVHnnK2S695+grnNhVpwVXyDxIC3Y6013Xs4dW1SNC3dUXMJha1x0QSRChXG/0GqeZcdBhKf5k98xMUe5AtZqJeWthBoHi8Dl7m5ORmMbDlm5gY1rNxlcdwk3XO2z1HYgZtjGthiSsopV3tLDlGnZz6yK+eSiDjh+2dJK7pCAxeNuo2ZzNbw7QT4AeeAWB9Matig6gjfjm3r5KS75WA8nkIJu1jXz5ltlZZcaNL+AHMhP1FpD0jR8/9J7JzNz9eJq55WWe6NFaZvNpZW669meR2eplNhkZgRqIyMwNoa5P2eAeM5uOiMyhH2XQckXmrENHsxNZwK/EjIaMjAjo2DeiJjJz2E1iVg5Wl8ds7XRomNRG/JTxO15Hbv55ZGQEB53xzh8x8eFG7Qxm6KBWZkbmY4gMWiJuEZ0NG/XiDJF4OxRYMXOrHjQC6EXVkJHZgDOSIbNGNeymJ1oIfUI93mncFjyS6zl8lB/6AXitdDYvMzDf6vHNSKNJPULmK8DbDPO5Huu/j9s5W3qrc5a/1ubH2l/i//GD7wx/hIZf+CHY//8OiwV9l2ObdNIdmbd45ElvEfs1GGaKaG/CjrJXaFWuvD+Wd9mA3XNqjqyUTasJSAg7QSW6VAeEOnYg7vUW/N5BnlbYz3oack2SXHu5jrjrcdneV0fU2ehUUQ5oF9wqk9+t/nucPpt8WInnZsgWjrBGM37IyIJYFo9cR9aEoJfJpvwhAAAQAElEQVSdHxjDeh0R+wrR+cyMiNz9YcSrvU7gdQKvE3idwOsE/okT8GPM+HyDTt+2jUGvTzx+4tkcanpgyaX3GPkN8pv10l4n8DqB1wm8TuArT6A9hT9QsT+cu/hAgVfKf/oEuPDtuxPvoEdxf8dW4RPBSVDz7B1yrEBRnx6Gvo96z2IbhFQRvhNkdlS58Z0OTjok464TJGucierKGcMnt/OzXu2BY13jhf6dbxg6mH+YD0vzHg2mPt1l7KBhGfe2wXPz/O+jTV3ZTT0d8TPxVvt+zRFnKXXlDpTjuA8UJF2eqVw8qF5D1Sm/A6lduHestbOyipdYdWPBXLfNUxGqhUokSNb5RNUvjoqTbLGM1O3JhGrIUQHVfFF+bDwVI6e5AoWM8jEL0sgOfaDIKlQRDJKI39wz+T4NOE1Ow/6HyozMCW9Df4tc9cG9L9/SmIiMKMSdNmJIiYGATAfzIDOxOmJIfb8BmXlZNTOZXkSX6g0wxZWM7D9qc35rTovLbDKIQY0GOZgcyOLDlhHrNXhL+Ia3RK7/S2ditO+g4mf/G/nYkeRGKApNi2q6S/knh6zz8AyehYn54Jk9GjeXGznhRKIWGKH6KDIzMu/jrd8jmWdxTJcdQauYoOYRBsFFBFoNhMZojasxWkB8QfPZeou3L6h8W4J5fPgPB+8xQ+2yAng3GBIatd4LDlKTwOqz35oFyCZvQvDsOS1jma1609tKnecUkPXmRvAmf/HeNYMa+p1RaY4zoCsIbsIRDreRHc3aamuz0hK9rjkAtrpl/ib0rfa9ldV0VHqdUw0a68Y9Gw2lIKXOqHE1Vjw+jU+hCjEBRZzjgO7lMjMXvvlaqpN12UfuVQDlcF1FNd4YtRUoxSFJ/v5ez64aPjY3qfSP5f72rOPKsOn1oH5WTmutN4ApX3Vyx1w/NTJe7XUCrxN4ncDrBF4n8A+cwPxhZtbdOjbdz4iK9kFN/gi89B3b7S52rpfxnzuB14JfJ/A6gR92AvVs9R+kH1wX/6r+YOYr7a84AW4gum/vD+Pj+24zjdtV2cBdiEu91cZoylPjln9Ma/Vrg93lDIIvlooZunKGzmEbO/Say0HCoA7NGeZ01ybIY0VtOaU318hrFuPkw+Kjl1lo8FV3ltC9IBqV8DGi3/bi8d963mfW79wscoAlXaHy/Uq3EWvtWxdMm2wdVYpVcVYMO5NvVtNGxKjfbI7TA9Mgr0Wi0KWEEZhE4a26zWo8HGbF1YBBVxWo5DH2PAS2HvOARHMz2vUprY7f6KLUG19j5ZWjzLoPSpMTZZBNHUz3jGjkbx2Tb85ynSETnS6hGnqx1fdIPbiRiYiI8kc+/EdghAOJmeS9g9AfGdGRiQ4yszHKCXGnZealN7P5kqpnuEpMHGkO+cooPSKwGUpkdk9GdGKIG0lAccqG6K2S0btUDKvqZ4w/FPvwIu14U7lHGplyDhmZQDOUGYG9IaaW4d9E/Ftqul2HjyGTvDvIxM8JRyEeb+TRYwWZGR/4o0AmeRNi1Ska+E7RfI4NxqklwwGY9AjqMkTyVxI7M1FBfE3zuerT2UfyGfgB2MnO4AIGr/4MmJa+ZQwD6SrK4bJ4A+BtQO0KvnmQRYbjCahnrnGx4Me+0n2jqRmJmfWrePlRm8qkYvVc869gXoFVj77ms9/yUUc512CCEV5y9jV9RFS1ivnjQy3leJ9on6ysYk94KF0ieDE0Gbsmx+l7egBNQg1JV6t4z8lzLcjqVBY4P86d7LKekRZv8dTAsOwAJtNpqZ0Bn/OegEQ7oPqZn5WeVfzT3L3/nv/F1X94yXfzOcqHC313oGt7AmOfQ14tt/xz3avAI2/Okfshtnt6Fp9euhNSxP+XXDOg7r/Kep5xL3zyBPpZemteoWbocaV/cvBaf7LEh9I/tQUPh1mtcQT0Y93Ey0gnWHi3HQHqt2he+Zhi4ze05aTm4IY8CZkp35TEyj2Yt8b/V5S7F/bxTXA8c6VNx3FTZZmu/4JXIKrPehF9uOK7eyfG7JN88IV7Ows16LvyTxsnBW4nuqhqrtA9pPoLP+sExgVVfjV+1k7/jdW8dvkjT4B/135qXb40739C/1T58+T5ua0+wwxt5RFX/FWc8eLo/4zd69W5vVenx07v7u2oBz/yD/ZDtUfuXpo6UB5Ln6EtpIWQ4Ee7Z1HJ0zDyJwqV4nSUtbuc9k1Po5qtbqBQn3CgKv7AGV28yhHENh9K+ZpsHMT0GpITsP2qtVjtDY1bR/MvYIzfm/ENFCfOSJxcq4WtAseXVBwJHnTjtcur3TIZCd7ZRnQMvpVosTVCnEhZqtGHNiTUO52piDD+BFJ4P9LHuXMQpFtoBmyZDLUAJPsaOU3KkXrsFd9IT8uzbZg5dNLLT11mg7BDKkAWj3LsbfKDt+XVWPOXVpk9vOsbX8RuGD7lwAjQHvos5YXckOriaF9x8jNG3pDRXxsxNXzzxvppbBT+KXqnEkTfUe38zXkEEfXbTkTc1ombZqyBygIR5pWu0tcOvfbMjMxbGJB5y2emrsoJ1RNkSsaNu5jmClsPW+OKY5BP2CYhLrtnqFMp1MXQlULuAifuy9dDPz/94qLiCe0kApdiBtSf6y7kdvYclO4TjPfDGznydtICEsrn0M645ahfYbym9A99L53/e7Ge4RdN61lbSvlubY/M4CPkxZG/sXtQTYZ+kPwAfJNxS5DXyFVpJqOMQOUlNTQtoS2a7nuMb15+eFDWhS2SmAtZcfgqZ8iaSQ956L5RNuuB0RrkVCR6X9lgNonPOcP/tDNsDDt+YZHdbWNOQeGVJ6PylfJIKrSx1ym/24ElhE4E9qhRZ1U+SL1NoI3+7q00Ai9kz68ndddvIo88tvFrHLYP+7KbHtgborX6Ym+8xI2TVjZOayGvgZ3XGSnxLB2cBXQzOrfAEbWNFeA5TsCL9eRIVWq1achWn/BL/VhRbgX5rPSsEwJNzRrP49q8576NnaOGPhUd1KOS1Ludy0XnKsUNOIob7ipWPmxjXbMOl1RqCLS423LyDl15huj37fDN9lSGrbAI+sbtDGhsej1Xsaoeg+XfQxhHzlXHvbrUn4GJ9+LbfcPC2aHdWHNE6bo0fges/RFwYK7tEtSs6zDLw/pxHRhMLxSC8nGKoBnzUZD+fHeX11kupbyGnQHnGoP+E/p69q73bEHyLlocLkRRZzmDm3MNnjFiJnnprjoEDtlVxGUfoUdpQuOWw27iXduAejdsBfYJEbrjsplz6dSxOHSoA7rPgU5OYulzLXACUYHqe9R6T30956F1WZN4X8iI9pxS6Tzq0PwYIYwZHG66FqDrg7jbL++Fu1nDmZGZwXAD2PhM87PBKT5T9OFcD2+C6nptW5Htsymn7EJXv8FC3tj2+abczSy1IhiW4KQWHICOQkehU6A68cRAz12/mLmwVtiM71jXJj8yhpQ7wrzBzfrgzqRx4sw3c4/EzPHfq3sqV3AlV75HePNPUdfn1PNF5NXqLK9P+dV4p657/ma8s6KvPoAvq5fra/r5kvl8ysMZmRmZB0RGwDEEGshTxHst3wv4Qv90Y5zfktPzu8cax0N5PJy7xFkO1rZK9N7x3qR01y0/8kdAyVGhDAZtxOizrGswE5PO2dInYq9uvk07j9C/IbnSFZeONah0aGdkZrcRd5aPd+1miJUo5b1kMzLWPz4oJTB1yNIdiCpxlMYLnTVdooFVxxxdzms2wc8HqxteW/hdV79h6rrXQD4h5WoSopKVH0d9Jm0F2d1ch+KdR6Pj00ar9XTJbsnTiFWGjXAXO/trT6OGMWKKG3VHzpDWMbTySyGJXmuvJAz5qq2+ob8y8Tau2epQPVfuHtq85NArpYZunMzZ4nt9w4xXFmogBGmuMLTAKrQHzCv+aqDGGqM+4tTvwTj89Eo/StyePYJ1Mh79Y31n0oLFn+d5zRJ/rjVRsOsaD2mNDk5kK6Rffkh1MMc0nRT4bfGzHeH8V/PhjJHHylYd5aa7lxary+hztDVNvnXz5jXUefcQddE8faw9oxtTe0O3l62yR1vb4Jb+2txkrbvX9DycT8ibOz+GraLvCPkBczY9aj5rPIxozXg15V0QtFsPhvHQN10+k4AbTyMy9z6tZAeF7svEOoEV8ETgm1FmlCfamQZW0LgGGU1HRjW4Lksw6LoL76Ee4FykhEU7Fbahr7IHrrZBwGs3c+qjFu7qxqg0uaCegEQ6vjCdgZhaZ5P6zN+DMO7n5lP/GNoZL8x7huuaTE3OHX9s7WqNW8S5Zt655wPsErXe6M3aR3TXHWHGHfeHXVlrS/KPgOq+RAqZQL9F0LxtvKYFnlM+o3bPbLiyvYAfBEfJTPc7PwAnEdcYRdoHN5brwsiwN44IuHoTUK3FlhcNQrU0daKIpQpss+sNydO4QkWSN9Vo+TjoVinbugPwax9cl1aqg9WmZuWOYLkO4xZ//F3tX0TJKpx1j/IQW6zy16+oHwaR9f8buOYid5ILcc6vHGhuq4xYKmMaOsM8I4RXr91paD4EZxjwCEgN8koQr0SsXRt35NkfjkxupWjeKBknLeEa2FJtQbkQj2PtC9oKFHodS5OOBNztxnBuU1ZNxo/3TTb/o3pdm16rrgH6L4FR1xhpxbEk9Ya2hjXGuANcg/XXe1L/KIS858Pduq+dph3GtgrneBYs41BrM9sVzMi8xhYd78bdPPxi3xIzIxnpXaBV18zMyMxgoO91iDhFBHQ6FMzHirPmKRbPoah7VZvdTnWMxTFkPPGXxF4g5Kl31snCzZhn3ogLOtbWNrJbujmCW9s+35KkmYD4ZK/6H6xhbrKzK1yVNX71caZxg4BKhohA3AKSfstH3OUiok2VyHPERTNvuDJvc/VlJuIIqOrywbzxo9p6F7m8IyLjuCVtcbUJv58qRIb9BhFFxdRu65E7+Zsql+RmMMRVwxuZeQ6ScHVfIJ9ABPHUjYiM2AOi1YU/0yNi+AP/EfraC9+rAXiuDfsmXCLmthzLrfYadZLTfAviHnBXN0blIKl7YAyqZ1V9jizNCJ/QHbW3iMwsoNVzrYbui2rJOID6UCeebqjiCPmPwUrjitzKR2q2U2i578U7mzBu+8drhNyAldbPIpyzpysnFj4nNwnLmS5iinEtnjdeRRhbCg76bN7qRFPKcQ/mGDX0a0at2BKuOmhDolbA0iOwjx3/AresEeaCBbI4dNV3Ydw9WGD41X8Oaqsuh7NoZwsz6VgcLuPEncVdcXVfkHsjnfO3gfVe1h4+5VdiTGjNoU/SM8DU+51gyv9m5+WSmZH5JCIjzImMzHPEB1tmXmaWx+ECmRlnf6Pg8BE0qN8nuQF9LvPCnuaA9KE6MMwewe1bmrKAZY0RVq9vOYmq0atXMORBGn/zzCC/deKrxm4GXPKI6vqmOeASnPXGM7Z+FgKHcz38oc+SkNWvviGLz40oe5jyCZMQA6gX3Ygg2h67xt7t4EhHBbfM6C3hMrOsRC+lu9pRfgAAEABJREFUZKImWpasY8bCoMsh6F6u8qkIuGajuIYJk4qz9bq+Td3SCLSUPtTOcx0hixuy522CaHx1v1TW5tm0KcZYHNtuMOj1nUPlG8t3eyOupBwgrs2j0uBXLaJZ3HPGr+gstnuoXPRie7mVkwcVZwB6Ww6B6holo67I+FxmvjkNbd1Nb2fHighpOiNVppF6xhrTEL0xJ5H1Gbo212xjzaZgiyO/KcGajNnLeY2Vs8Ybu2Hhe7hC+Te+rWlv1xqI20siCYNep1n97GMBcaeNe8Gtqh9BdbKZoOocpJPK+5n3BsQOPzGeRy2Q74ADLMS7tsUYUJI4ZfHobW6m77p8cZbuXLMl8FpHHrnyps+cOhwZjEaRB7f09cjUtYerNSOLs6bArteLOlhAFYJvcdyHQz/IyjOYycc5j5DdXBVDkM4uVFt9iJoTWaQy6h60hnWNGzJsPb78zRE+AkutIZqNPviS3Q6audZtiH28cRGBeAwE0im1EL8EygGYdNdAQAj1gTi0zIw3vnIXgR5Tc54CfKba5ixLTkXgyuwK+rFn4qPLZyZTHRFwUS0ZCWGMKJ1rUDJsS+O4fuNch68kAz3ML5BSNjJQVq70DG1dAzCRGAIR+ge0Pe9hlyyyr6kntXXFLrdi8Zdk7UHDDGObDPQZiT0hZ98H9V4jfkOjNOv1HBaqL+gRtVccZ9JznOE5aA+pfgVj6nnAfVHPxRNpzMif9cE1yRrjvcYG4uuQVet6zsR1c15wc6/3myXaozZo6N5S8sp7mI/qGDf79np/zpNwpfEIYSHvdNdpiEWaHJdBq4Mg+sEh08HKWj4jet0ALMx+H+SPeCTZfQ74nig3Y6s9s03X17RtrIK99mB3cfiGrew7noRrqSoMVlAgyfPNEo1YYwAcXsqgs/7yw2kRBONIBAR0M2qEKO+QRa5D3YBYs8T8QJ8rqB9KSIn1BaEhIjKRIpAz/Ia+7Ng1dzKIhbwCcUuBM+hOz2GHzk8RMEs3kVijr+dLAT3Pw6s34BToFKm6XA+sGhnsBYfGE08so9Q5WJdrVQh1bo4WW7nFvD/4FDmCKtb8CN6fsEUcrjRXLp5GzG1a7KgdVXGMsW/cN3uiWeY27XwcfqWoKGuJMvpwvAZndues8yz6LKfCWjqUVwjORl8cG2s65Xtc+aaz9p7jdvFWbRHkN0NFNPorRuf+DeAk4hJBu95F+6gRd7M/sOK6l8yLL2+Zra5iRtQexhg/snkdzuBi5ZWPYGlHMIVKHLA/nCk2OKnsiEODzwhTAxnvNEPuY6HMs4ieo7xF3Gsupl7MQY1bxFnzWVC864yWV3WCtjyP+b2I7PYsKeXOwDzmVQS6Utt1gM7IFo52kbthRAy5OWVEW1eG13rGFnlfS90OV9D/JNq6LHie2PznPtnb14XsBSzWsZ+xk3Ufzbp1ZlvdU1QOENNVRb23QFUphuK0BQZdzSJNOg5ySLlT8ElrF9N2sQSSrlh6nrdSV8+FgcKkNcIiw5j1wT0rv6LGs3M+Eb8+B05y8Hk8H8VJxW+irlbs9PqUX4kHa3Ke9dr4bvmVW/3JtcZLbciTtWZmZD4PS2We5ZUn8KAkuOi6ZoywwQ37N8urO3V3S/Y1DE5zmd9kLLJCxQgx69q3GBHKM4wMnvL794fhmOVihZk41z3i4ArFu61F3oSte9d/APfETXzNNeL0qivFrGvv0byM9NlzvtMtKJlTBLLAmsuuxNJia4k6gFo5XfZ4raBGA5Z8gTwlVHX1AQi/J0HwmPMKDkfT2+hlHdqmN4Z4rqn/OhugEOXgAxx8pzHEyVtZOaBdtahByFYTjR0x0vUhtAcwW9dXwGQpjFWy1YztS96Iri/rqcbUrFs5xS2MHdbGcr29MFb31YLV9Sg3tPMep7eXRosWQ7mpTlnMWb4hy18e0pwDHV9bL7a6MUOqH6FPHPmdTd3LzjwVexmAw5hA0p1rAJOFM+rvKF+nEKe9Qhkq9iBNkFfegFjW6jW9+0MHMV4Z11bnjT3OVFtfq+QETZPTGjmNbYxcaZJdaZ91IVwromIgqw4LVEoPWWl9wI2mF+HaCtHvX/mBoA39SkbPi3ea+YR0Ueexrh1+dBfHPmo/g0NKD67OHm6rsbCGRQYs6BHjMW2eCAZ6jJY1R0jH3HYxOLSfQg9WkL515juuyZgZbX+sH3LEBivEjM2OKAMi4/Yv4IOWie9BEE5aKgpqmQmniUTUcyoj6IWgERJlQNKj1r800Wx0FUDHiAqP3kb+WtsgSWWPURzMqmGO/HtwTSPGWtpNXo19A7hH3iq5hi1/xCy1FkKjlk3ghyQFSI1zOIeIC39UO8/V9X6uUWew5swf7dk368ZdYcTpH/rj8mNZj9c38moO+TNEvf97a+y8y8bHFzdK9yd2uxsvbwwW9NAPwB9enyvZJft2I6EE+BlZ7OOjD/WK5s2h3iwPcvh3ssfMnPoMa2qvNVmVK21HWN5mwmvtgYs5GPEydh2tdWw6pXpWM5gOu/QWNsZGcTiD+LGSO2hd26yv5EExRkgrfUxzLJoX8BQatpGDo3N25LTrRQ3dnL5np+fLQN1tDqsy15iHyVZfcfjlSidu1auIxC36HnCo1b5QMMmhTunvDsYegk6oQ8SnTa/gQ0WeWEvW02pfNSdz1if6j6t/al2+sbh5558hJ/SfQd8L0wl4eJP5Ur//BJ54TJws7pr6XXWvZ/wKz1i18lkw/wfu5/ZuTO6Xd9dvUeUV9A8YM/RbWd6+v9J3ITJH7AL+E0bbgVdkj7F4/UP/MvlO0X7kJ9MdE4/2Scop1Wfwi+ZT/32Sj1t8btpilvoskTU2dkEIxK6fcQSs60iMR/och77Lx15Xov5IvVfMf/cELu6p/+6GXiv/l0+gbmefW+K7D6ImZ1LlGXD9tv7V+53rzfrv2YAziK36sJQDmzfO3qM88phb9qicydJvmaJ3w0257h38kJ3+BtFmbGtvuh8kms30G4Wx72sM9NCHhHq/j9qHyFYDJ/3gcmmdWvp16KaiJardoH1XtcAPoNIb/6u+eyp9972TsQTB6WuTt++5Si93s/XfwDxBnJ/PdpC39JeBSaZaroUpapmrLP9ye27FOywOdzD8yiNIY4M1LyoHyjzGaNzDMUZ7gOWr9g1QnkISM6CqL9N86kUyLGDrmzVrQ1cu9aOFGd5OQp2VNMHIFa+R4aQvN9xW48Z1Q9yPnWurD1AGdcvFgNr3M25EDJ8S0JtHZYITAHpzPzHWj39cIXMLDMUp4atDZGZkXmM/pWtrTGbPCSSw34DQzGRsPbPpjreQichsMmiZ6ALdrpqZFZMQmYkeHegRkTE31yvklvJt/kWycRtZ3Bjav4ajxUSs92nQTBGovVtvQEpdecTGs/yj8ynb+Wdsrxnn+B14f3l+/3s3qpa11Jm6Xtc/4md9cL9bznOqn+F6DWfRX8MlJ5RM/CxI+TPdhTLz+n6Efuwf/AF4oY5AnPTZs5tcB+9gino/a8NJhWuq5dZ4GlSedY72NjUCZ5/6DN+stZV7+JKgAjXlKwZTfQe5u2hrsYwVh2wpVj2ief6Z8bj92e6HIOXZdRO1MShQnG8dKhy9bq2vkFWI8kPWHJOtOnylj8HJh95XCGX6HqybMF8nhVUn5xCPq0joLs3FotcSZlnBjw2+6T0Dq/Zni+oJ9DYkD037SdANtcUmPoH45/vrHP75W+B1AP/cCWSO173yCax5/9iRvbb7d58An23ou48584b97MSHIiijEGsfn5GUg5xj4GdzhLzk6wReJ/A6gdcJ/NETeD2a/+jx/xOTZ/r5mk8PfjFTO253XRuLwNmlYueQeA89oYvrDzHUMQbwqQTDaTFKY0BdP+e4Vu21GH47nFkNEh3Gd9WU2ZTWtnZDMQwUs+vEqo5t/tBrnXJFnAxrrkEHDLMKDuMjcp635de6ZnrSR0Q7o2ZtuoFyQ6rPGLzygLFXpOeoF1VxgVbXGLX6PrnOgtVAFO8wcXhuaxHbcvde6RFsmYIECl2NBKMAHaO605WJYpzQIadeeysDFkIVjXpq08lrUgMHIwYdpYdikNsNQz6P9jKuOumXjok6IeEEIkQmVkaUzoDp2IBBx5eRmSVRwpaZqA2RMO+A8BBElswkAWQkVAcitXOjNM+QadCIy9DMVDZENl9mRuZ9EFkxDHELqYzRMnKoq8xM2Cw70UK7QzIT9gTDpxzIzKaWqCHaGKvctO4pkZFd6h9lYm3lXK1ZabHNP+tzzEufTsCjAu2soq4LZqxN47NYi72UrzoBn9ln+NgPwDy760F+tToe7NPbAO9NWuIq4Wv5Wl6t4bbu6tM/w1BtZMVMErW6fFNWrUyHYshns5o7NB9vdfo5uBLIEaQ9Y/A/X9bO+jJnvVN3xHo3mAa0rzAdVVUkvKTDfFNrfy1YUU1Ww8Ol5+hVL8VhDy3vGaUYOncL88lsqL3CrjG6sJtw3MN7Cvfd3h7kzz2xM4kHmckbwAFyGfGGFJkZmY8h0qVmEF6IyPjXWzuLjMwJkf/6sbz2/zqB/+QJZGZkvg83l2lcEP8EIiLj1V4n8PecgJ9q6vOQH2gGdttbQtM4ob5CQkggTVc9AteRetmvE3idwOsEXifwyROoZ+vVg/e92uRV/ntxL//fdwJ14f0OZsNxk/WdiPcIGL7MjMxbDP+QmS1m2ErLDNT3LKyB2fkKqo0odEiDnwEpViDZDrQa5jKNqWCmR+Jc90hWdRZIL3+TfDpCMQ4NnpFU7RXWMbmkAzNNOTC7jqvVGTkS6JTdxT1k3E1yHWO9n5HWEa0GS2Vp2Iw33fUAt3QLHdYgV/UGd/ibiRqxXgMm2+vO02LQaslMV+c+2CFJRdXbhPbAmjsIJWGts95eubRfjPgZmceR7CqLjqRXNCx+KzSGFGxihhdCy4gRC0UMDIr7LL5MalQnQx81MBl1diBasspz4FUckXaGoK0ioSf017vfS4p8w9e5zK7LiWHP0tLaVlWCt3zju877SGIaMoIcBkTTM7N0xk1GWZdj0DJHDIaR2h2uKTN13CCz8Y6FYSMzMzIPiM1GjczNzmx6ZNBrQKLDBy0TDmlXy8zIfB8RxES0scdrBXpkRAwZZYSmg1LErmUkduPVItQHsLqtT8SrXZ0Ax0MPYYhnOIyh6/ssRk3neBQ/Ns4H3Tcu7tnpPvYD8OWGeMDjq0UwNAvCjr0+4OtNgLcHON8onoE1SENQ3TrfhdoDMzOf6gzY2kxJHEoB2d7kiutMiRrYg46mGztQUwyakB/VXZeYd4btmsWgoaZlY1Xnmo0AvM1iNBF/uU4kEZwVDuLopbd7hhODplT1xlU0pb5AVm3qINd5mcl5EMzB/CpA7ohfftj6Nf7TOr/iF0WOOOYMe44bnJLNM1vrrAyzLY7S6KynmaW3qAfHB5/ahu0qSswYzjNu+B6Ulngw9N8Kex3Mv3W9X7u9OYH1v6564/lbiPEiVz6J8Wn8NxyFK8v9tbcAABAASURBVPlI2Y/mfWSuV87fdwJ8rNl93np2h35W4tNRS7NY0z4wvu7kDxza70551X+dwOsE/tYTGP+4/Vv399pXncB3vrO+P9f4kICkjw8f7XNELfdyMMaULcdPHjDcx4zkMdLrSxq4JnsMXvOsUWr50Sq+x6CXH2lufS9kEmjh5SBYSa5dB7LyjFMvDsawrkPTIbCti2AKYmSbUdnNB2+oDL6Nk+/oebip05Y0dKzO9VgcpzV2/C9yzjBqDB92//7tV30HJw9HrTZv0/fzbTF7fh/LAujGCg8AsE9IOrHq/Uycq8y7A/n0CinpMECFvmb927qce4BYY8DmbxwUa2o1Fs8jzOm+aY3GEUUs68egdx3WcGLR6M3f1qLZbEYoAisOlb7WcN7ll8F4iWmO1Ta31k3Ou510ityE5fFXoyTkCKgWNhyNSMjMxEi1howm1zEiiIEOEU82czKzchFNUkNdIzOx6Ip3kGkAsXZ0OlqGMnOW6nsQSFwGQ0MEKnbctowMe/SWid11RWazM5F2ZCYKzsyMzA0YdrBxmXudtOpZIwMKHYWOQo8dMChRTlTkWeeGKWcNU4C2kBpS/WP4fIWPzfvZrI+tO7kOydRZMjNXPWBC+6MIa8V/ttVzjOfbKnlY+XzjYVcaD1VU7kliPqOP+nONeR71EXNPPvcDsOtmG5dXB/9YkAswdEy+5rDxwS28KSw7m6wP2d+UxyZqiwfpnuWbRGMPpaM26fq87kqhLtCphVbjNlzxW8Tv01z0bXXZ2hYX1dU1G00Fzj3UtURXbvsmhnI1GgtmnXA6DMUZm34c9R3gD6SL9w+x6oLS9SPrcoj9uN0+LF3lu0dx468PPOyGdbguP4Aqb+Lwy82+WdcnVo5ztJOmWMFMnIK7Fyv9KcXHcIGS/v8QGBhF9Q39KPPDD3Ey81jtZb9O4HUCrxPYTmD+8ZfHE8++zfdTNR9r+cRzMftGlGfo7t8unPszk8z5s/6Zmq/c1wn82RPwThZ/dhWv2V8n8DoBT+CF1wn8kBPwA+n4nDd/UP3S5R3ee+Y5PzHPqFqSmiU/Ue8qda476yN+x7GOwX+VbPXbeFvTCUXztKhhL3VlGxel+73XHtHb+FYG6Rc2YCkPY+nw/MtlHfkuq9zzQCgh9DWqvNKQ9NKYHj8qZUvHgazO11P6AJl+l9SAj+Cm47vQSTaQTMVt3C/W/F6NMz/VqHlb7yx2z119Hyc/MOoOu0m/g1v8IXig1t58y6qbK6d8DJ4RkQhGrgEK21PH4FzrWrDb065fB6Ek0UuRQUdgLsZ0ufi9omC9Yx6lMfcwYqLyqFvdoigKwUKdakxsvVXXV/M2hiwUk4CGAlQ+UqqBc6i87UyDIFgrFrQrdryoypiLDF0pKuB8sIY4936anUur+xvXI0WNXeMqCQaZmTxDGvRnNv39McjrqCMhI4OW8BlRdRARgbUHvqBlZmR2xP/P3nkgtq7rWhTI/Kf8o78WSEqULLkkOe0+63ATwEZhUbFiv9LlsLuEjszNR9pNy9z8mehEpEBHrK2ZelbqvvJCKBfj/VrldaNEGXTqC+tD5Uq0H3DoVzFyb+QSYa34YwcTuBi75nXibvf+llRxmPUbgBJctYq15hdhvriq/zfzx31b58pe8NiryxS1rrbXJU9NijjGjE85KloP0R6nZayj31We/gF4rYkyT2DVHX0eirhh1gllos5ujeeD+JMPh0/k8gJqweStdaj74/oL86m5M4daG3vQ1GX7IRKuGo7jPL0iGofGfhFimY6lS33qV9A/sI+pAuMkPJKMb3wJJkyltad6td414WSnms0kC4We3NmJLs8LSFsvEWUjjWTQ4j2vd1DnfuQhtT+p+TngeZNHel0Vhg9Z5wrf05JaNS9zCzVRtmmp81v1qXeUS49d1vyl53ySd4al88subqk6n8Ut1EKhMQf2TLtR5LBnOGx6TtFOGudhapnemaC1+qBCLbmGDWKSlbYG7JU0O+XsXsOom9QQCAudIIvLbLKMf7hzFQVObX3IKv/h9fyLU699Z+J1HiaJ+m5/eAe4HXimtSfY/J2a/Do1T9xq/GbFiQCnsEfWIyxrOrnqif0IhFS88gzmn/GD0/8sKsfgUq67hyHuwQGeuId510O+Pe8d+It34H1l/8Un5z219w68d+B/YQf+yjWOz4YhvzlJ3qv2Fea6Ta+euCF999rn7K2K69TQ/TtIatirTl31b2GqcVPfwvhXHl3q3kuwsTNc72xf6UFRvzq49aeegl+MZrRDmRRXNiaIcYIipkMbtC9m4NHJ8y8XNWV9SdM5AqrVdzlwC9/3bH6jWxYujYbK6J1uobmOGevcPJfOWVTdHrMoqyglzccuruvdFXhpfr/0GXxBRQl0Y/m+aRHqzLl07Rnl6/HqfE+2GAs+iRtY4ONpMMGzWOoHdWOVfGdGnLU3OBd44j71Icd89tI4xrEWcbdzw188MaxjqbimO76mct1DXM1G0bmDWyyvHNBuqNqolc8pWJiz+kKNxbFnwH2ewNhP4/AxQlS+NvXUGzDwGztAYLkql3jtRjAhbOPKJm+T7q/7Qwy8c6w8NgN27Ssey/kQibAHdcEiYbw/W25wPcd6eC0XCCupV2VEkJiZsDmYH5GjWk6V1T8YawYmEbFDcOQMDNouJjOxgfIOHCtzi/v4yPjQNhuJiMwMunNE4MIf7cjIsMXJkYkPPjMj8xa41pbZ/ARGIQLRuMyMCBHPHRVaXY/Pnp3YAjG1Kj/Z99T0GjOAMiNPKT8QFcMFVtfok9J61j3Lqfu23WN17XNv/C7p51a7j/brKN551JxbV/d0U0khXn8haktYInyA5kueAzFQcY3/ztqcg6VGjWbz9ID8m/V6TjpH9sPn3g7wrufe/PWzsW7uhp7X9hgvdqvLc5bPoEVwbTn2J7qQ+yzuM7TFcjanzvmew4DPNU7v2eXdknFymvCjNKZdNJo3INLFABd+4yb/imvxW/69TX3Zx7itPpuNfjWHc945mYREtIZOMD2mCkAb1V3+0K+kayifqTOqjp3kLNW/gl7HSR3QPK3nBB+Ks7pyNWlqxagU7+zxkaVZGoqyQFxJkh5JQmiHKGt1fFLr04u/ZI/rPhJtr4NaTN3LosO6MPCU3jjtA1y5AS2OPBRCpPZgVsUrW+mdX4NUBRFUJbiuiyF7Dp5qLUhyg/lYa/NDr4x6qpdGl5EJYsMH+hHlNe4EhPc6EbhfQnBYOzIiM2P8i3HAhSwyM2Mc/7JcV3E8Qdj6xL+8vn997u6/+NfX8a/Ov37w9QQM9IVwe5Q2/MMu8jd2Y1pKn7vp86njI6O09vxUB0zUvy8eIjiMRVCGOrEi+iHf1Z2QL/CMzMzIfAKR1BCI0RhfVVao38Mcoz7Q9oXMXg/t3d478I/twLiah/zHpv+e7nsH3jvw3oH3Dvz6HVjfc/ys+OnhqFkvvdZFX9/bmp7ajJ+6L1A+Yuq9DOm7qKHFowxZfmzbyml8B4w30ueazmHYQ9dO1pNJ3zFyh8QTG2CtfwR0FrJ+LGnv5UHlGYkvChnRfCj1RbkbER4LfIOWKL8TNob4/RcwRgwsKA32I66+xzFX9O9zEM1dGS0atbUy7YTUwpxixfYlUXAsrQ4Co7lKb99FDSeWbkycDr6iUTW11tEb3YBBzabf9NSgWvdThxGgsNFRat1IiS5U72CMQD4DD6skBawn1gLEGLnafC+48CV5of/PIBs/Y40lV54p37TBl2Rcc2ad1Bq2yZodNjvRY40fGHnKgZZnypbTfP6AxHSqDnIEdmmM7KitlBNUq9ZCt7raNcNOGVTly8ajYRBQFRWDbRvjFW9HnuMK99lYIa2UF1TuqXoGimpdv4+45WP8iKBedMzHnknuAv/WzswIkJHx3WOrkPERsVZMtIEPxlpB1Kqv/EdkfsTHCVY+En8EkYXMjMw9rJtpnBj1RkzUgdUkcZlYZ4iNj4+mf3xQ74DM5rNgZtMzM+bYzI3P3OvBkbnnMp+wa34RmSM2AsM2QV/R4UHo5ItLPThGbGSEenAoC+qAbXFrngc3hJ8FZ2jXfsSZ71dzwVFjcJv5MTXAdPGMhrOrPi+E96kxbFF84BMjd0jorVlCbMzXNZ8lZDuPfwWe45orm+bzbUb55F3XBdy6G9fYg0Ou48w1tXfwx12KrZz5F/C8Msz3mpOvCirAgRmP1rdhngx6xfaOcNZCL/8ErNguzudzXon/an2n7jjMal1ZceyChHrz9b5Edbpfxy51Z7xe61EGk3eEhtqhWhW0SyYbDmc77+qgsfhxqBPc/Jxus7FxaiCIoUnfQ1Ulbkq1MtgabkoYCTDoJ1viRVC65k0VJ0s2gqoqAr9N9QZMtLguSaQKuYeeDWhMxTX/PpYR8Mm1WGyakYi1VchqfUPxqU96F2i/tyUflb93xD88mhcJU8gJqHW6S767ezvw0Ne392HcO+Dv2oH1e67DtI7n82gfwp8z6+YblYZ8LnVEWUJdKYaufB1LfwoupO7hC317OOz5jSOFZtw9jHhjhk4azboIm+qA9hMYa38i9AshL07mCyP8uZSxtnvyF87uwYlzVr9w9Hfp9w68d+C9A+8d+Bt3YP1seH8KPD4962b10KPd6W8Ja4pe5LunZc7v+lS9DzJED+Bbi/beOPP6gN8Sl18ftmJAs6PGUJ99Q39BWucSvb7+mpL2DN60y9fH23SDOlmJQw8ylsLt+mX8ZgbUFzJLyAzAlu13SqLxULQWSYQ/VjqeBPyIwQMLaV2BVd8HqQ8QTwQ9rRQ7oN94MMZVCiiGIKYpJM6tjVrj4DdeDNvIYcvdgBw5Y05hAWMegkDXcIs29847huOJ0s/qGnvCt5XS6wfmH8FglHav1MBF3OI5xBfHL+Phlg4K0Rzvs8uu+0N1j/GHVOMJcDBmzdjlK3PQbg46+RXRJBHF46DB9bzBr3XJkcNd8fJicINvdht/6MNn/BXWWMZhFusY8g1Q+JpOffW6CdX1vY5KJy25SxHfakm2iF6r6VGHPxqWctElOcZk9ysHpEqnqxg6WhRwQu90qJCL0RuIPriS1UUdmRmZt4iMyMyGiJJx58jM1Zu56Sv5y5WMvBnDa2PgxrkRlWhcp8ruegl8B+5gVtT3O8b5fpGXK9THcGU5/hUq4FvdumcMof4dfGsiP5HMGnwEvQKffQ6tnMGDl8ZTrx6USIrO/tLPOOLLp7zzGdJi/Pw4YP4MscYFfuQH4Fo4nfuG6A2Lxtq6vQnmshloI+wZaT3jSPvx5ukZ9R3jFXCWTW1zYoG0pttbaPPK/JtwUa5lyL4mzfbhPfr98rxIB3Pc45Eh/wgOZ8yo1ezVakrNDxVZsciKUzaa/vnW1tZmWSUgaKcFXOcORDmHymMSJe12MKICaxDz61oipsZBahNBBXsA1+LQX2x+fouYPlJ9WGtvPEwZyIpLegCX+YysapH5TOw+JjLiDJnZ6GzuODlwFTsaXx3jAAAQAElEQVSkhvoMuR8DhZlW1MTiiwfn0kxKKd74wR1wa0WVfG9wbcOv6NxjMWqrv4KR9zX51SwuCFrdu8rt6Rp1T5f9aBXb2FUCs35M1RDY1dRfhOFBR1OsqHp0NUecyiNwh5zyHkjf3BqAFmHnXw5HRJSrPqhO9yd++DjZf+dWo+hTUQr1fxmvrOGV2Ad74n4OPAgtt7Gl/B3d2IlZDv1nZ/hrqv7sHN/V3jvw3oH3DvzEDvi8m2FNbaW40vW98ft24Kc/kD2vM1wJtu+C6ztf5xQriFn1E8VpHlFhI08JjFnHwTZGTsgrQb3fIn0h3XQIjTNUIMVOffLAmIL6BqoWq9zefTf/nnPOA34py/c7/YucEq6hMOfv9commExKV09GsZNNDhStFKWo74r48VFppt8TCRIrrkn7ioazqRONYFhS9/Nu0TiZhbrQUhJMAXKrL2aLohgN2+ifBIPdaY403DU+xCz1aStvQGxbk54yUCapyooOKyWFPWDfl4I64It7/xcJF+QtPvltGNQX9Z+xdOn/ZOcnkyu7OOqMmo6rT3kAdJ8nYtdqwjDWUVcye1VYm7mLHTWHbLxBDWTF5sPq8VSiGWPGEfK3qFTHKpCOPGZe2d6DYvNfa97qerPuXrVAS7tCaiUqQI1MFFoIOk1E3B4Z+kRERkyQy8zIbEAJtMikf4TYxwTxVRuZOftgy1ZGGJc5+3+dHulwGZm3iMORmcXY32D4kJm5q4dBXjbgC1WsKAWjuE1qhgfUCFmlvEb3KYp6d+8dONsBHlc83XgivdZbqj0f1TZQbjPUbghIOR+KB1ivMGZDXJsVz0z1e7As9Sr/jvyxH4AZrxpz2sky/pWOydO+NNuv5n1psL8i6cUVT+FexF9ZQuVNdb5S41s53kj3CvjpMmONrZlz19rUZ8BV3c6VDsdNP/q1zDeUmpadH4YFimHTSmkfolittQj1FRmZL+Djhdhd3Y/740RGtV1ORmbC5ypRaFkcSpPxg4elgw4k+MHK71I/sANfeUyc5ciJH5jSf7LEvDelZ1+m8klUnmnGK38DfFzshnFsMHjlYzDzkbPKrKdBUtx8jdK7nZnx8QTyIyMTKCd8DF3fJSIiI54BJSpuhJtTOp2+Pdp64/LAf+l71UEt5nCbJQ/652OsAXKr8Y8px7lr38PPLm8eycqzPev6/mY41+fnx8VFCy7wEk8lOsLAUwnvoPcOvHfgvQP/5g6MB+P645/L6M8/fTefwfrf+Hd3wHPL7Ndzi17nWDmjx5VPXehXgvV6Oei7+OEbeUoBrxDMo/5/GdFR+ahO3p2jkJnR/gVH0zKRF/iQr4ygBymSWg0JmxH0EUFsaNA1QV9cDib8bmYDZrU2d0MJDFHzz3jhsMYFpKuSSvu+qM1BsnHD1jt0vXsYK6McmO1J1615g+GYpforsKjxynswRtyL2fsquro9/7xl8hWscusrhu/vPvnB9pMffVfJD7mfhf+Lz8+Bz9KXim16xZRNjHJR/l8s5BpXcOjjfXTXroQHnTP3alHOMG3Y6ifQfULvqRGknLGP+ikr68ajGjdiJtYZiMnU5/eNQj2350H5GpfZZURkon8AZUFuxgc1JhgrKnbOe6x/kDOQeRvPqBEx8R9tHf5PNGdO/FH/uOM7xn7R/pjzPhjvCPxX8/zQ15FJ7gpWmyAiMpN9zvhAZiZ2REacIAN30BcqIuN9vHfgt+2AT7wabFXKeq2r3PapbmKZKk9g4TPpCh9P5P/CkFeW0aZRGS6IDz234z78UDvDeVYbgZ768SpIGzk1R+bXbMdvTNnEWbpYaPV7IPzfbCyK5jL7/F1sVycB22JUrjDFq46zpy6GfZR1CuwMmuC8noWTc1rj3LVyMhuaRt9ahaCusoaGcH6lzx18mUqh0aVzdHypH4MffgO7opCtBZ+U4YGpwESrlqU/7P3EfS7yNiqjcdTIzMgciMAAwZHgts3s0JXiNvp7TNWs7nt13tm/fgf67XR3oPE/N2zsjLtJb+duB9xD9y5evS+IN3dX7DcYmRm0BsZL4PNWrtQnusrhCy+/6AmM438DePD6LFe1iSv7niS4YpHHZpqc/ksQYNwjEFZTqc5gP7VK6jmDZ/gClafvLO8rnLWO+EqdfynH9T4539rvJ2OfDHth9Ccr/towq1/PuXmqr85o0TYuuehzM9WehMUGnkx5h7134L0D7x3453bA51yfNO85PDK7MfGd8d1pVd/KP7YD43wqhdOfpfoAPq8FxNb0bdbzGnl+CFc99EpUijJi/P+ANhkxrkHffYPO9CExVW8QBs2A0IyzhJiOCoroopRVj3E4V6HdpDFCppIxHKrsy67lNrc6IK/dV+i8m7fvkJo+80PXM/T2nZWMWRtGfRljR4T6DnwBNWKKxy7JPIY0d+jXso1421Odmgs/djYM+yipzECE1pIWlB2YD+7qlUQzlNoA5tykjT7W0ZYX6mfA5yR24xtX/CeuMfdPfuBdAJL11Y/BxDXZuEW+/7grv/CD7/pjb/1Q/BmrTf2F/IWcpeQSs1zXjA8HJovsOpGsHtu+CTQbntVGMV66gM2YpdqVb3DIul/LYfcEyFmjrvQ14NtKctMVvOkyyqILj1RJtAk5OCXIzAiQwb8uAylgENXHrsefmZUXQwY2yMzIzPJlbjITPTIys/miS+zMpgcyMxEZEdn/qUVg2CIT/oA4OTKJC6DsMCxzz2Ve2OQaP5B5HhfwxmQm4haZcrjOmi79yIz2L5Ar8GV42D+AbnOVA6a+8dwO1K1K5/1/BZ4TPEmoZw+Im59Nr+oU4hHGmCoP8PPu/bjtkkmuoCNeHJmyNHaKRzOpz+hsApG9ZcvTMld5Dr2Ac1CDnQet7MMfgBmXxcdLiCeOdlGwKCba9OcuHDel4j+Jf4Re2xxReXIXeZ/l40NX+UVUjcplbewDs6RH95yg4bJ3OiXxPCEJ+WsbC1vnpi7aquxdf+07MUNHZf1YbEb56qXGfT8BV7ExJFCOHGyb0FJeYfiVhTEeCWU/JZmteU3Yj6k0KaOfZVuzkRpaSqZNzNqgGLaR6qvjoAzfkAf318xsf0NR0/c3YZ20A0OiXjQSd5O/sqOeF/HV4/FEvlr5ft7Zck4y1ukRv+oncW/qz+wAp2UduH5Y5CTN3Or8h5VH66l1/+L1zXOYx5N/FU7VHKWY62k/Bys8g+eqvR7l2GYphfoRV/wx7s/Y3Cp/ZuD6XHlx6PoAm/dz1l+s9cfC5znP+i+ekCcazCOWDndvZGPEvZjv+Kp2n0PpJ8UGP2SF9JzS6cpH51uY72So/QpDu7luDsnkV6s4NXIUhVkvYupmH/ouH7vPoL38TWlv9as78BfnXVxTv2vGDv+78LvW9B7nN+yAzymG8dpZn1fYp7qxM4z7r8H1vbqmY87RPqtXG37mOP1buqItK8gqG3nz2XLp1zHDZG2lQK+iSM27uBfTfP4HIwfaHOWFhYcM1nqux+GwllRNUWV3fRbxuKtkxztipMoP/Tty1BnyrNbkW98bjNv4epdxnXzf5DtN20d6bL8jE1i4iOzcZ323Rg1sHOxvr1m2utjirbHCscBsD72yrNH92kcwKhS9cYJY5we5m8eouTDX5idnjT3TrTDB2gU4JK3KmFllqlsYs4HVshX0BC5fwNjTY+5n1eI7TL5f/gTrj7fFOx6+0pVicF03hz345Edha7mIxSWJyjP+AVgrEbu+6vR89QEoKxdci/ya68BWIWj4CFxb3Tr4V+JSqUJ7b0uGO/HB/tK2jv3iKDd5EDQuqlhRSpweY6WmnAY8SX43/8lhfkPY2JF7Q52v9pw9rzNilWeorGemUoH/a13bGB4BdadrnaKTxlXgN7epPW8o0utWzd+i+/Rj3N68XiLpaXGDLKqH7oTzvwGLqOpu0gPc5LJ2Wo0xZDOwrFUGT290GiOhw7XxUO60D5dxhcqrin2g0mExp1HaaNBzyzKuAuUNGFL9OZjhwtomoTGnezqf9LQWh0Jr+lkOTtq1/yznyFGANtdge5gjJG3wrpWV0G728Yoz5YdwNoSl5ZWnYA3Nby+MUs6QY70uyvgOFk4jDhuFAHRjOtgVtIueFyJzhnfWa+8PmRRvk7BnmMrr45Z+iH/IkUsZytoTjY2xVSm7DdYi9DYQRIOlGeF7vffFjOLpZm7Wj0+ZVqr1pN1tc52kUJ5EJ7x02oHELmREPfuQ9atxvHjUYpnnq/JyGCdy7tQjnLBSqN9EsyB94tQ/JRhzi4w8xGjKbciKSRzPwGDjCN81phr64vLoWV0cwypfUv8Z8GVmZDZEZMwHNKbcAOZf2LjCuMf6/cb8tBH/RKu5sr3KM7iIM17uyudpHH5jfhLWFdYcUv0n4Q+/4tma4/FyGs/eyncR7k27rqMft6sYscpnYKG08EA2JrBLja8dY57WOILSof/Iz/Zx1CufdQInTVFptadoM4e5tsHvpVZEZpOxOxqXqRwgYKjIckF5Jw8dupi160QX0NnGS9R/rh2vvaP9swvynhJWdaQB7b8G03l0fs5rSPVLTHnGjBzlgNeVvoG6xg55oS3qE2VEWuFMH9yrcq73au47/ms74Ek9g9XklT+JX1Hzyfk5tHgy/EfCHE/8SLFXijyOHdPKHNrjnO9FZIyhkkIZt/+gb1gIWupqQE0Y2w1aBH1G+eIbhx/29bzzuSSsNaT6/zIu9qH2zH3RfwCnZDsn+ox7BJOMGTJO/+Qe3lkOPeqYx1uYxgIL6jsKJOe54rGVgoCLduv1uhYjQX2gOFMAjbGLQSZQT7qGhBmAvLUompm4El/UXrjlM2I+shsGdPU7Yvy4vNVoe3d8hxh+hxfaQ6pfY67XdPtWv2lD51RRRk6odola34W1AK2C34l1BTex/qjID4rFYw7JpUCYRBME07A1qWncDOjVP+vGDFt9BgmxMH5Qb0NwPhmnuL5KdPOCQzmw5Yz4L0gXSn1r8e0d1qMa/hg7QAa5Yz7Py09WQg1Gq3F3NeBXG50Y61bc0JHuDGHQz86BWiRY6wzWE1Rba5bdc9TbsH1/NFCLn3W5Gaz02By/5TVPs2VqdBUqWqT5X+tv77Bb5rxi1tPk3PcUm9EqIEvxGbVDROMjTmXU0umnRi1LyKCGeSWjHeqiWfQaE7ISMhRxODIzMvcwJDMVKzL39urYKZ6vAyrtwHFm2yrh7/ot3mOMm6GLOj6HZ3roujP8F/T3ERwJKLdOS3NG+SX6dFT/18FW1BZ4x64bx7OChwcm3oPe7nF4N/rgM0f/s3DgiqWW4/8+OPIvANvilrAcW4GndcwgpPgmWTEJ9HCNqT2sqTW7+TgVcLVXc7z6k/i4vIMobKNOG0XjDryJZhhq7i1YAE3/10Bya2xOmxrmuc7g6+bMOgOf5fifujrjn+Ks3+vWydIucJqVNUMCSlpR/Q+AuTi/I6TlTvcLZ824SwShXIIoFc+aZolThsWZRRxW1OXe9E9+Bjx1zwAAEABJREFU1K34kX9HjlpzvFyB8vJVHl2pYOCtSQCGaCmv6lRyDNLId/5Rki58uS1fFSdwbiS0aEkNoHpAu2cyMjtCGZGpBJGxHpZwrJVoc3EOaBMbQTrIFXE4EjvTPqL1yiw9I5D2MR01OPazktAvNevPiVlzcao5013PhO1Ai+h6cJSNtK36hd9rx5iBQGmhqRp2my2XMY6mJSEiulR/DtEKk5gbIutf4MtEv4GhGREZmSD2CI7MtD9Fpj5cvR3MYuUGgvrxlx3HK2X8wDGmefQP/lXpTn0VjuW8zlA+uwuYc+G6pH9qzfMA1hTjEjjO62jPub9C91wc6/rHQnsGMlO/CCKIFl6/gaIU5pU0RqOwGFLQJDwy8yl8VFwcYpsNGREZHoSFiJjtjMxzGIcLkTfIuP8vOPIAzMoKewpnZmRmROTNv/BY7BqyiepLN+8GUXWCIzMjc0aUTY+kT5GREStUSAkRHCXpMhOuIzICOxCBVATHkKj/QHNjz/Drpj7fn44cf+GGOS/hLpQcc0Rqz3D+2mssyq29e/vy4x10jprWIC02maW250hwWBEkKpnt2aL+COSs8We6+YNXf+PX7kCdwIshhk/5kxjDWXPov1OO6+t3yt+5vhfG8nMCmJGZkflzsOYNsjEMEwwGIkJuQiYGbeZTIw1NtAYUWtPXntxMLICTpk5egnj18Po45gxuyKP/L7J/6VTG+pVHOLCc8gj5AX3qykfgBBLSehSaukDlPNNTatj1EQNlG9yQ82eVnJBrr7wUMakKqAMDmrM8dl5eUaNmzHqsR6JtMGazIvZ6HuyIQWROPnTfp2fEnSPxkRIDmDTWU2tDvdtG3Imk8FZT/1wI+7BXY7hBk86PnBEl43iQv6N4J/E7HVGF9AvPmLJ/f7j6d8nhdz8z9JbdFHprAPM7yr/qrT6B1fSVcugGr5xh2Gwfdf3rsvxdlHHnGBZQIWcdoW5Cx7wGCvEdYqzAtw5ipW1PF2IWCwl/jBbockv5XP8MauG3yhmW1UfcOuY2XpvsyCTGi2CKa374/n1os42XE+oD2s/CnNvYZaxRt/Ng/swWjR5fMI+Ag0CQT1Mv0Dl9MdIDrlA51riFsc2tT4uMItCpDwvRdPrXW92cc1qGVCTcAOpoqSOblV0v2ain+8pxoC8gMyNA5l5CRkTWP7qI6pqdiRyAx4pQDi75+WbosT8yc090K3PPZzY7MyPziIC7g3h0cLIvQ4ZPeYs85GkzvTaf0NoHNF9G5gGRu0CthJthgM/uVHljvTe9ZY/bcXumWnjFXTirzoXPx8lCwBFV79AdY75rH8rfmE6Zh2JboMYO9RRbc5yLsSU7q15gkUYPfJ6st7gRxzgVqwT6RNXCJr3mhDoymoSgofcJIFodepJa/l7/CG6GM2RmvcTUSJakckZcREeFNX8Sk2XDnjZK4a++SSbn5j0HUqz6ZM5x0c+NwdyerD/XW8fazY/5UotGqJuv3UEcI7m7D0HoL27M7d4ILkB/yTFrCTC4/kLRKtmPOHRixv6wetrmw7DIKcjEvcVqN0C7a7ia3XqKwDb9R/pp3gzFoFZVaIHhZ1SbqHWWwmwIUUV7qnHnEJfcQ7Ei1sNijr0S50pKV6ey1pEZ0HGuy+qN4BGwQ+h6BrVg5/oVxO5wuBpX1gmtRkT55CfIDUx0qYMfssiLzpjoYyVSbHbUkfQCQYR9RE0xIuS/C4tYI+4cYzxjZ2QZEfrPEBzGCNR/rnll1aSTHgzbHzsGAh7vzzUHeRX3Rh/zUx7gGkxVnkInOcfpSP8SMJZ1Ha8k9piX9ncx6j5bh+H3oYcC5bcDtDXWe4EnaLdNEpgKYKyAOW36dtDgQrNupkaDqtgX0RfR+KbHxdG8rb8IuaQzsvlYTz2KsbJzbWyI3hJZoNNX6NzIxXzYSI8+RDx9mNShWPPLiNWM6dCVeFKOzvmq/hvwhPzemXqPjhHH6EMOXnnGyf9ujPk6H3XlcQ6D08+lcHOZ+obWYtTMbrI4rhkZsV075ZHqmO1Z7+5TYZw4dU7kMzFT+Fv9gR3wpJ/B0vLKn8avqntnnjXkn7q+GLfGvzO/3+76tRPKzMg8IDICji7QQN4gzo6MiqNTifWAXzn11RHQg1ACWjx9cL4qVjmhamiX83+3u7sPY3+UR8xbpm+2n9BJqaGnUL+c1iwe/9C1xbCVvts2zsANg1Nu/yEnMiRuPkHhD60u6QM3zOaz0B45rtCM0pI+DAbqGRGPkZcxUYdrLOXQXfGHsFPzmItdJwG5xquLlSgl7Q90cbs9JqDXQyPDvr2jYPQ2c03nC0R86HznZDkFBDScCvC7JwSXQecUwFh9ShLK33SiUQhBac04NeUVZr/6Jag9xivpD7AD+qbE41hMkmUys4pDYsmdwpgZxq72/ANv08PvKlc/tSf9OI/ZdrrNZhZTWg1HZxk8NJzYKKbs4JnWu5FYdT1MDJS1ngMVCax5MSZW6+EcXzvQlUK9YFTny0bfS+bDPAhD6e1od3onrLMSjmjSmEnTtRrWwG8qyXOi4ayQHgJ2ruJ2zK8zatW5XzFmTUlZCh2PxljBdPQV6AYPTUyCKEQdWf3cZSb+PYY/s/Hamak4gbyo2Z/45e+BFK/rM+Da70YRp50z0JEx/gXaHloZccMfueA4ctrQ7+YOcDq9Y9u5KWOn7p8P+hvq2cN9fybXHB4k1j6ihj3kEird0H3N+Lneudbc7pRkdUzlOGPtlmSNFVIkDFuz6jN/5eDNbhQaSvGM4o+8ApbwJfikKpR/xCmNBUshwhxRtv4XwA/ANc3L7tfcHE41WCRgZPaMpbygu8Cv5N3L+U7NntsWxGqwGerQ4F9bJfkjB/WvbGN+nE9UWm1B705mXBG4iWcvbi5s9u2Um2JJtgFqVbMb4BqiBuEoDA/9Xb3PlDJo1LYkg1O8tbJRcUFzy/Jiua7BLB34bd5Lj2DcT8Lx1npjsitxqxjf8ETwbXpjLl8omvu6Tz7A89p9x1NZ3xm3CrQBhqoUxbId6kLbdxplQ2OrJ65x7/4X78Ba/rds+RcHuZc2fMoj1sXdUcw5c1/xZ7GPuKpVF3Z7pHKD3k2p+LsRP+d0WgNrVYkynp9JpVRXidVpnqGcbEKK/rzpAtcS6gKjmroog27WMa9b6lrsvoAlKr1nNn3pVux84UFAwgrNgRwKUl2gEhk3iGeO/UPzJGPMcchDyJgAn6v9ajwE/CvmWN+QY97az2LkPCetOkdqz5h9V7rxs09brNx6flbmZxTrzrioupsLMdr1LoZ+3ow495xeX87B8CHVT2FdoXNI9Tf+rh0YJ1L50/jTK/W6+13402t9j/9rd8DryBGUQv1/Ca55hmvXVh4h3+Ej5ei+a28Jm3abcONzuAobypBF3u1GrSFvP/fmWl03uCP7O50/KouWb9zAGL7Z+xh98NZSPQX+Uz5ijH075sgZMm6Ox+/h5jaMWOU25ijZY8pUV1ECmpZoS5yI+l5oibYfRgx9wRCIarMOgUnjDfizDN9vUPjuqX8/Rd3GHWz42idk85M1dCQFaC0HT+nKymkKqiM341hD+wiK0My5QB+XwhQ9xOCzHgVYq/MiqnMI6Qu0WJ1o1H2lkWFxRmQ0Eg9zgq85dam+gq/qHdM8qhhBfrPs99A119buaBdKN45izrnQnf/AOgtG799LOscxP+eOh9aYNtp13bRuC6IfcaiMQxGUIwf1H2uZGZnXuFpuDseqDOLvlrfPuyfnyzppd4K5VioAebh+iiZTKVBjSPUzPPKf5by5xzswngyepfbs4E7nOeCzY4a+S3B+qw55xsx5Qz/OpOL9vy4A9eMmuSP2J2XVZozlqzjOy7XOHAtz72ZAGQXYS4zyzTnoNS+ka531M1vuq3j4AzDz+4XNpb9Ynk2pDOVPoorSfaUmaV7Yikuw1K+Wvqz5Vzn6Auuy/nUTY5S1uA8JDTnRbid7PT8D689oVR2jQd8Yu86vxC9D+5jj/ePuCHn1cZlbWl7FbCFf05hcfikzg9SIjH4kagZdtCNLNSYTXXx8RGbTUWgZdC+DEhFBbkTvlc2OcRzMEZhDGXFv+ffuQN6fmv+NsiPuZ7y9P7kDPkfFczW/FzUuhVnWcwCi5Fn57iv/qmdoN2TLUoDGxeQfep5ww9dkcGQ+jiPktBbpKz/rqQHMCw1wpevHrSCjtYpt6mlvfPtk9EwOGKqufAXmnOGVGv9KrOt8Za6vxj9Rm5NnVfFE9Bqyi6fG6vjdCmPv5nJnfELxZr+2h4S6bFY+4jL47XjvwHsH3jvwj+/AeN65DHXlAHaiD6C+2z+yA5wzWvQPvxiH73Zi2PU/AViBjRk+qQauAVzqo5YxM3DjIs4gITFjcEPOPnRrUSCOKB5SeYkIIk7Qx7rKC47NR7CtI6ioL/qhLsokRqndwLohpDfILVTBUd+VqS8aK4xdjRuF2PWLJnRq+J3U8Z3bL4SPHKFQC2MvJemobjZ2c5Y9eGXVcbzhVxfak/SH7CPMLxh3wBhV/8FVX6U6IybTm5bQVN6DMVZFUtj5Pw9yervKsbJzVx7hrIpjXGWLo6AnVKA+bq1Ku/fQ/Q9YCPcbnM6Loo5FNBGOvAEXRvcyL7W2wS269UThIxAXEejHccpHmLKhDDorIOa2rvXEN8d9S/96cnIH2KygLrSVmRnqIunKTKiCXQT0JTIzaDeIJEUEB1J7BwzzAvkIWTHBkQV7qcyMzA04T1tmrnxm0+13wCgXXWbu6mZudiSlTpA6MuxP0Tz2iX+P4GAIe9BbI7rxFr91B3ge8GBoQ6o37fl+egxM6t38ev4Q8Ww8oV9ujlGg88fWHT6X+LyDpXz+F/8Wtqjh0URcmzHKK8x+n7dU5tneegaioXMurvKf5T8c6OfBTv580b+24v/Wan/mNHiBfr3StOOT+vV6dzKpT+PmuxODyxjEvp2S+5CXrCT68EGYmZGZOpBRiNNjxCQxGUGLVw/HAZkZmefw/78nE58/zr4EcswD1hCZG4caDEr7iI+PBB/os/8JPW6PLCojkW2MiEytCJQORNwemcS1dut8M398B7z9Bi4nw/kz5srvD8LlI67ku7vZAfdvINinob8iqyi5JX9RV+XpMquLzIzkWVJI9Iz4KJlR3MdBJjZoz5+m50e0OvA0dOyIyGhHZkZmxxobcI9gzqOYvT/W4zY3IquVQA0OBVOT2gMHrTjCQqXiJOP62P8nxKe4+gJjsr+l9quqPpG7/mBe3xrutyS7jjGQ+j2MOKVxym/C/ROPyowY5G5kbFN3nMRvxNXYmenlu5tJltV6nYQU87XuauSvVXtnvXfgvQPvHfjzOzA/14auBPV5jlw/g5ltf5yivdtfvgPZP/RKMtcEUgpl+zxcVBsIKI6uve9GoLYOXwBayJWM7ZALSJoi7ORWRETpEU0SWPYqs97JPyBnZGa0uSDzAh/wZyDed/hM/GcwZ+WD8WM3t8jNDg9sfzqL2A4AABAASURBVLArYScn0ClleAM2rXS/1FWvW8jYTSnrvFs6reQL4Mppend0IdfVVSyM28C3x10PZIPzifVY0AZQGWe8228/8jbeXk55BSutA7loUcHlQUP6TJnBmM7JVRLwYqPeixlb+KPcM/+Ypb4BKw59SDmhrQRDLVndRKKurfvcuyNqr9bAO8qooXTOSH5EcJ9bEnZTznvPz+oxVkgoz6DvB+EQ3yiXXoQ5FZj0xJdJP7DaH5E8aBrwxwNU/pxz0D8Odq/9wYMiS6d+1XhGRhBaXeYz8RkfH46PJP4DZPY8+Rm5xWX2mCsZ+A/AtEWQcw5ckXY3yITH13rcZTeZmZGZkUdEnPPHOOx4H39kB755+/6SOfs71Aqeo6vOc7F+3F0+4/MBRs4vmeCDoo49QtRfxcdI/jk5n2b1MzDaSqOw2b6UPAOi+byqniI/16oi81C+ijGLq7zh/9el63t2DWxlnaerC9I6V75nea8XY7lvLdeEk5xRni921PE1qbJLZ0kYqDXWkFD7dnBo7gO+bmWltr7UF7qvZfUB+OA0X8hk5ukHrj6RdK+ClNaoHSO5MfTZqAxkRuYtgiPzls+Ew0cSDV27IyJjOxIrm6kfTSthUQ8tD/bb/Jd34N49es/3L6/5V8y99spb40VU3k9M6GEhJxbTHZ1NTzgQHkha8UdZpDEd+otTOYBHSIvqfBIo9ywIj0yyHqIPwx/o/k82NQS5M5ZoX9Qs4aeYMX5ppY4jdggOauk3zryG2MIo00MMK0QdOHafjkvl6Eq7GctsHHWdHWOgqnuM0zZO+a+DdbhJ93C5B99bOyM/XdlYR/M/HFPAGBzqb2mXg7h33bmq3D+dKvH9uY4KQ1bZd/fegfcOvHfgP7YD4xk35Nny7vnO4n8BV184bHX/ghltk3la+82zXj8gtwk2inmUgiyXcuE9TkS0j1N1gc2bg+EDgVIxyNKDY9Yxb1r3G/8sTLmMvRlgIyqvTLUDmHj2oqghKjSyhHbTFuwlhl1cddE4dFrU+zX7E83AtpGnAL5XG1Pufg0v8NVUgN9BNRgJQT1tv/8a0BYjQrmHFc1VAscaoB4MTb9VAL76bq182Eo5pUCvuSNJZChy1Y8wFlhL1HyxSWhpQx952urKjoUv4DcwF/zLAzgOM2IM+wHMtQ3uIHvdNj//Z7b3cNxgPuH/5HPHysGrM8NY0OliB9ajDwHPRBhae+ljzjIqn7GHJGkZ+o200B0wVDgGNZQlWoeHPHXgXNaJYd/o1Bjcgm5msylz0aomgSXPYvCd0TX8cBgjsC/r4Hum5f5GjDIzYpURqBA0FI2fQ0QrSe16bkxSz5G7sqtIjCPLTMwWrxaNg8jMyNwQHJkZkA0RqNhxdsiDisePGgdoHrmyCb/X0qAM+rxBjCNRHLuEBspV63FX7jf/e3fA23WHYfzQNH6ijM+wtQ7zG7ay4EPI59wTsE7lTLH1rNXxTTA1Z7KDJR1P+R289gOwM6lpnA/J2mvNShXlOXyMD7SPEEs/g6rL8M/EvhIz6iq/AldzL8+5MO2fa7vn4c741hh358nJ9KI7xTSqe3Eacy//C75Pc7geH41177zc87kOl1X1HQcYL3+EcQU28NYHibP1KF9s81me9bNyj/z7nLPoM26fdWl9+cM4IzMvy+4cbuYBlSm3CzwY+mfgrrzqMJ5qGflU3Dvov7ADf/Jc/8mxf9u54378Jeukro/seR2OI+R81NSXGBhD+jbS/tPuI3kvW27j1hw+hyhx0ZZ6Vpi3xl9E7umW53weIxhjiWcO5zHi1IWfadsYcafWGGPIeHhUfU5CW/tC7TjBEvNhjudm5XSLlWhKq9n0/63+ZDN+YAPc90dlfs3Ij0b9eb/vaFb11m3vd1rPYuzUkM/mveN+aAfeZd478N6BP7YD41NgyD82kRrYWRR4mNezHNneacr9P9WNT6Qht8W7Q5tVfvapZH8/G+9Tcpu+z2sVTjiTmrPe71Qb1WJbPfUF/4J7AHW0Qa0ShTm2c4nOPMd7aqsXVUv9FVjjMp7xNt+ov0lzg8O1CVSac4uay/DHzWEM8D/MWD70Wo8GOuNWrhK095POY9ceHGXljxh/LBw6Ut8xXhve9a1jYTuD0/rGA+8p/TWnbi/8CLlMetWrWn3soRNj7s5PSNs7FP0jVglVsfLfQJvbJ0Mza+poY1CaAbotd4593nnMVveR3+8phXEu0f1WL3xaZxsvdvuq7+cQrpsJULHtA7pNNA4aQ/0Gzmv4ep2qpz6DGKvUGtXd7i4V8kpoBSYa+dbqRE93Bt2NQ0vAdH9pwU0XXznyq4lfGex35bCVDpV2fxhtDq3/w1P52eG5Vuu+Pch2/fYTcDUiOWvcS3or6G6+ipYZdbU/yo1+GNfVnXiwujW27tO+vrFXtW7vY/gd92zRtfrPKM5hVHIKNWeImXfO+qAfN9Z1DHo695iIvZsH9qP2avyo98IPwG2LXKeDHdGeyvsl14tGS8CNT50PPDeWawGOaciBY71Lu1KYyycfmj8J5uC8qIygx76cw6mP5cCPD3pWuy2ROc/NLzefhXnG3tzBOgrjdh2yyK91zJ/F047rZ22HirU+unWPOK+uXTTuMz45P0c0n/U/GecRjNuDJBtovJuMttqlQw7ptJkmTFvDK7q5K6bEeofXZs3RUetiFMetHP0T9DNJGhHss/aKSrjusk5+91MzS81is/SIukZCK6P0hIvtwIxYO5UNxifOzGwxQ8JFP/BEFI+mjIsDHxEXznt0VvktIlFnYEbWP7UjUqLvjefniOiZxh2Bi5YgnjiIS8IE4t3+8R0Y18zFMryOykVcyd/dMa5zGPjdw//4eKyHx+TuYbzeSvq+OaC1hGWUYtNzvccTUiBWbtZ9d7kFETy7B49FWyrfH40HPyTO4HGoiDHWvPDKsd5PgFF8mXOceyCs5nIb4zoazmLkdrgtEK51BcGGBB0tVhn9qAtafbHDvUTNn2Ba41DWeupEIZrv0A++6Hf32g5wCjwdryX9XdH7898tL54+TRlRJveb0vevdj9iwbEN9WjCeqGtVV/IeYe+d+C9A1/fgXfmewfak9tnNn9UY5R2si3w64cb+knE30H9wNx6icz2mWSvWmCRSjYKzUCBetMav+VmfGD4TrvlBm9iE/CXz30WfIoa39DigsOwAd/1Bgbn/BxrQ4Zc4ZCf2B81ToT6Hku0/+UafegVp/yMDMAcc+XkL8A7QauLv+e0OWNHUEtsenAc6677gm9rS1f5Loj5eP2qVSzzUvq3wcozD/XgRzh9JjtOD2UeSxhfgCxJjjErsCuXGr73NHxG8B3dCnwx8pFhjhyo+SkH8C/owfwX4j7RZyzYYq3hOHBlkxPoWVgiyM9CtLVElJQPYgKfc1yo8QjGRX0n59qY9ZqDTi3n5HeSl3UcCzQ/OdRaJjiX2VaXE6QhyEFZwKdYx/+MeVwCa91NqrZ9YIoaYd2fRDAX5xSspcBwg1sYdBn+Loe9SafF2siX4/STbpHYH1CUIBgaxdgVJJWOtAnCFYVKIkcpL8mIFKJJdKwcdHKl2FDXdsatTpTMpA/S8gYQ8ei4zWpMPJMcXz+S1A3JaCK6RGddGbHZ7lf86iMZL25QTNonvlsEhyzipOFhLUFmPHnUdeW1cwcj5quSC75mw0cBz9vYwWs1PH5o/LWeNTWo67xVC8U/1+VVmNdHR6uNwTi1zkl6v63+q1qdp4K3b03RnILPQOr5PGvPHqJoFWSH7zimduXiU/rs/DJ4vn0e4Jo+qS2sX9PBXmXXa1nqJ3CO5afb5U2xZ3Ou8aaY79mfsYz9pWaNd1jr5x3b9xmm/2yrZRJ8lJxzKTxo9N1AePEJSFwQdcK1PAVQqLLB5J/diIrteeb+HJgTxWjO8iWMOc2SKdKshrhpyePtCfQHYSaxp4iA7tjHFBk/cbCG1tY9KYUOmt7z6N4BXxCEjpOhPcfSnG636gFaEXMaHCdiIVnbgRmxk1YF+OTRfqa1KVStrL53jtPVEtrAeRVqEibXDFsIfWP2U65QfGfNMev8RvIvCsGRQgeyNRha0+0x8GdmZGYEza5U9FmGB1wTWaGZyIzIzB0+sEUcjsweB5/Z9VnO//8Sp3oGA9Gy4BhHUC48ku4IqLutxWfVzjzIwDZ75rUnZBJTmMi3+p/agdMXuz+0wvxD4/7SYXn4ua4jxpiDH/ar0nxuZRsoKzKTL7CyZAbHNAes8AuS9jSOeqGPu8dCfAuwlrlK85ve/L5UFXA2Cc/F1b6UQueBX194UIqQqllx2LPUN9uP9DUe5QOw9DhCvtDHIiwKSzQZwX5FzHmRe3v23egRhleNMQ7pxSmLQzmupepEELeEuv6M4z/8ODPhRUR89BjUd/vuDizBbjbEv3g4f5HBOuhiPrC5ZmQI4b2zv5dpSD4E+VSNHeJ9vHfgvQPvHXjvwO/cAcaqxzZ/b/Mgx2pNbmBjmuY72tD+PumsndWQ6q8j+WxK0gp81tFgJKgLWTayvegu+Bo+DAHuUbl9P8WW932t8rC3d1zyxvssEldUDMlHaQ3fe5XWOiIz6x3uI5rMROZHfBTUQUR8DGSENQiLzIyVD/jC0jkkczO2AZvgjw/kjicvI1rMJmutxCk/kKQSw7rZm6YH44OIyAjQfE3Xjjq0SyHP/W2QWewK7U0Ee1zPyvLQlY6v8oNTN+lwzs97wHE2fWE+wVDLBmKNa/iEF4xM/YUviKOwtPpwIQ45CxwZsAv5XSuu1aocbGXFopesjC1H/wp8/i2k7fzVj9AnjvyZbdw5+hflfFkefa3B/M7gnJlWrfHMf8ZZauZZbeUrrTdjxMnN41QNiaZU/oj9nvT8BOc2OJiR9Qua2krA2NIIxsbGNXTPdunVYVWgYehwux7fwo/8iFaEOgsxtoGy8Q5bSZiilqpSMYM0doZ8t5OrPZN+xhmHH7qyMvfxg2/OwMw4OxJP8Ul/gGYMf2xHwolAXiPuHjm8te6cKqFnRGZGRgD7WA8eXav+SxSHY+y4QUTyrxq+TKwbEHPDGRd14IpM7Sz7ma62x0CVAWxVxLda1ajuooy+HwOFvIEKjIdZ94R2KRuneQ0SaWd+nz8D3nRL/W7DXccYg18lBfA87KsOUzuTPi0KNZ/qMJGMZ/zAOib8T+mf1Dridj1MnDhmxFTwqgvos3YTZ+zT4PPoItYfcWvdfFYtFxgxn5wz12X8p7G9ptwz8F3mbG0vcm7F8VyygVbRVbCTaHDCR7DrxyKndlVmoc/GPxtnSWOP83rKdlkUqFV22fJwYLMQlH+5sTLXMeCjYOizlAeut62fs4V/6F/ZX2u1nWu1rOEQWKjVYyIdh0C04lFLjrG/JKlMEaZAVepbs+xSRufeVAgdHOZIUzYS/hvNj8CMrAr2oownuySXz9Kno28CSc4bciJwZmZk5kR2FU72GZiRSSQtdsjIBBFhzBmyk8pXYao5yjfeO/AS9ynFAAAQAElEQVQ37IAv716T4m+Yz988h7FHTWYkkx1ALVu5YYFbVtO91hg5TS4VU19M8CBX+iwvn88iQZI2QhfxpfVu6fJKLEGJS/hyds9/9I0vscZ8xnxrYsz/TO5i/HzrqC9Xek6LGWtYuqLc0GKaPes9OMactjkMz15WnGU6rT1DWrvJoWm98b++A7urYWdc7AzXupdavRdehLzp9w68d+C9A+8d+Ht3oJ7hTo/nef1tjuSvdRmwetH/5uY8vzm/+syrbis0XmyLuTfG0t7R2LsK7e9+7X2tMVf9YcSrsFZqwT3B3O09NpkDgKAFRhyPjIjE0RBhnGjvvgs/0kZHdjnsIRu/5cjLdfDSPXy+x4qow0lHZHioL6VrC9lbLFALcQvyrMmLzVfXredg/EjJefD9ZHddl5+8LmuOXV/jtMltm079spG7Rg1jyoeO9AvnVuMzor5QvvqievCzVJ/BaljHmP8s1QfaeMTWeEjnMaH8Y57wZXc5aiw1ztnYMzfrrNeaYKHWMuVXffjdVnVjIVZVMcMcZq4o2GkrjR8wf6B8FKFFDYdSPoPRFQPypW/T7jmw97gqTAyyzcc0NVBjILtPsywUx5tBCNPFy1i4LVi2/BFE4TNETdmwt6Z5VAFiqL2pGnA082aMGFwvt+RufDbpMjavKxxdOY3nc0VTeYbrqt3Tt2Q80q2duJKicoluG1Jd6FP+CSRz+/q4+bXUvk9fS76TRd26Dr0BztBTnfUR5TrLueDme0+9bqgeq73U84rZwC0/AX5IbHV8Rv5MXefMlnGjU8+bVqNA9xNzfrKGP4S2tTGPJ3N+aTyfc5+13+w1up+5O/Q5Ou8rOL9Pc3us9oA5Q38ked2pS/MHOk6qJ3kFJaHYchgUzNG0mHddGHWRYBRHwGNJRYJo1KXEUznPxdVcqPel1tdgrnOzlrojl92M/0zvheViXNsMOU8M26Eoc+6M3fZm9pzrjlO16GgVZA2ugtLtWgwsbR5UvuwDb87TMHcOZhI31Ow/6BVb3cHxgumHyQhf9VlZ9ZuoQawy+UA+QwvIwN0Q949MYxsykzSg/BFEZB7rwUXSJb1AjUDfoJHxxePLiU+Mx1riCk+k/66QzGSaDREZt4ecuPXMTJ7mzhHf0t/J7x3oO5Bd7sU5SwwOLnEU2qoEV2tzZCKxYj2GvcnMjMxcI0J1Bp7MjEwQGb0pOhIJ9IPgwKo+8AwUl8Fh9xpGdFAv70C/MCacyxGhJyNK2h+R5bEfnsyMgN0QUWZElCs8jEEqOhRRXecxhglz0258Rdid4Sad6lEYfbyP/84OTO9bXg21sFUpa+t4n1sNdQFhifkdE2prOjfrrb134L0D7x3439mBs+dff266CeWebLkBfTP8LkDb70nOMTJflBSlvZj0d4X7kSV8UUk7kffnON6xKqx3XZCIVi3DOBEJTStBt3EY5czWZyDzBPLizAeX3ae8gUT0Ax0ts8lYR0KDo0UmPkBD73xk/cOi5YoWk5F5Dn8wxhWJknwLuiKNj4iMdnTZBVy7qrQHIIO00Fa/ASn6GjCmgMZB7On+tRWk9xHwu6x6H4EimqYCUz7unJIb533Vi+gkXjHim2wxI2f288U09WCqGef4yoEzW26GsYxEDfqqpzp0xoW7+eLbL7U7gh85ghiySpDhkibA4J/HvNXJvolxO9o8jCei1b+J22KME5XJsObsgWfiyWxu6LWVHxrJUG3MckKU7B1OGn6qoIxxXTgM4oWe0uZThoFtEoyDoKcWvTqwaiPgbhoBE1ex2MojoGmyiHvNkh1zdOmdX9OHrVzJn1PSuzeDPhsy6shmrb1k0uXKTFrioOXsy4jMLNAFWgT9GfRl0s8gFiZC2XlUWko1BAdmNDY8NIU6dImzLrNFZWZkzgjsWA88cY415O9QTq6Pce1/a4JVl45mHcWGumK5uWQQBKjN4GauW8vIaxxymXi7d8mY9frxUM7n9CMQ5/N0l09OcUiesT6D60dDOWt/BzWOdRm3dCQrR2UL0FHWNd0bZ45zjjv7UOeOz3V9Mk5J4u5J56Vf+WXUHrL+O3KMcTUvx/40n/mqv4Kq/eR6jeXVh6v1VzSvfk7806VZLFcIdwCJd3Rdxr2yKU/HPj3Z20BmfUv+x5n7a8bLyTrde/bllD+J3841SVxP5slpYfbrBcvhIHg0YGxNewD35nhBo3SLXpVm/pHeD+lpYMz6YJZKOm0EnD2AyMRDC1nlCTIzaJERGyAyMzJBRJPqHR9IkYn/Dp6JybxfIxP/B1Be4qPN0bhXQU2SaedjxFcP65KbJ4AKBow/fzi7/Sz6tFdSeyDiNj7mA3dmRuYt5rC3/t6B13dgZGQELfo1VjKKiDpQM+kwRp/4M+mFvBJAR2bnZ3n2DMEfGZGZDdFk+5+s4/ljzvAp8RMdodQ+Bd7co4VnEP4yWkK0IxEXGLUDP01xA7JjxJWM5F+AIdU3BEfFZcQqI0oPjswsPROpHcqM6HaTqSiuFHzx4CBjDTV8RkTGfOgLO7D3zFFv/V/fgTq3dY5LO1nO+QtdvWP6sqhbnGS+qfcOvHfgvQP/Ezvg3+VjobO+cvwZjt7+zlZRgzMWoEHa8zDVngCDg57mI/cGlUkIcg5ZvwOAv2yOc+n8yx18bkX4uZX0WapUYgVKJlpCFzIyAtgj8WHQmh3YGYnDlpEpeFctqT5j5onPCBJoGem77YyEyxb/gT6QKX+EcUcQE6DiHSbjeGRmZG5wjKwxrQX/IT7iA9newTM+1vgI1A7iIiIjCvaZWXpGHGQ2u/xND44UciAqIiLUdYQdoJUah8OLVwo5/ht5JbGlTSvZbfVHGJd3e19p0Y3j/kORn7HdRS12328Dk1q3l7LlxLok51wIjp4ybNcwo3J7DNHUnOelt9l+EV3gS2+/+BZt3sSQ3+ZhhRk68M/UTsdf9pBl9M5xu4po9c/icH61vViuhdPT2pCr0sxv96zZGvfK3vOZ+1fg+5Pwlq0Ler5Y0TMzMhtQaE3P3EscERlxi4zMPSAqLiNC2BESt0i4E3yccCTnB/WUEyIjotsx6xgpug8RmTAgODKT/tjkAD76CLsjwkNS+WfRnhdewF7ngJv6Hjd8T8t6MTlZI+OUC+noPOR4KKFhzzpM56mhcQpJ/LbKR5FCP87TZ+Tn/33GQ6zP1P+Lz88OflCtfH8otAYxC/hceepqfxGLdZnzJ2jzdulLaN/F1Xh9jm3Oz8/t/3q9RWmNB/i/2h/ru0/K1+GYj/DqOtoeLlxO17DmLo5zsDwBHiNcZH9Jq2ududyTuOt+U77x9+4A9/7l5LxQL50Hh9dCo7z41Tbm1pK5BhWunf+Shw/l6+nygUwrP5LWVHJofI7nKSrIrgVFKKMf6qKbR5FJzTswPvN+TObkj0nf8YEHzNysR0QmufFVxC85sqra76FVrj/cOY+c9uwPT+c9/HsHnt4Br1uDs3cl1bmeS/ROnkcDVkZmQ0SGRyITBToaEgniFlC0DLpCxWtIia4rjkiJJK0jSM7IiBNkNj7xvYIgb43Ps8obF/0gLMLuBJSbXBnNRkZERpwijodJRpbUaWaXqoAGkUZF66KOrH7qHqpmHLEl6YnvDRDv4x/ZgXG9cdJpT016fbvsShdP5b6D3jvw3oH3Dvx3d2D8Be1TURxWKjX+8B/SEHga3wJWq+9vtEVjWq99BksUrDlQxH+880NLsMyc3lkSuzW1jPqYs0vZ6iL5VxZ8lhKN0ViRcNkcFdf0hLV1R1PpM4J+AgRpkZmREQU7zBhQUY8RMMuIyMwJ2jNmX9MJJoCWESHoSiCjDixaULcBsmwlSucVsZmhPaMIUqoRV7ayiN6RIJXBv4QDNJTbJu8PpcOjvepe9MN4UnobtNCW7HdqQm71bQo09y6hjUIppt93mMXbCXz7ZoAMUiFQaw1Izd1NLSfKwRjUdG5HfPoFdf/R4egbNtlUsZhArYbeGhZKDY76UnM/GtoYryQ75j6eJa7E8CoHmhOL1sZTGdCLTlO7xsOAy9SaX3WHkK+XPBT6xaYX27NwKsYqT5HesaeArIyK8P4+A0HlP5PH+B4TEx9xkp0R0BHVDaPJzIzMxJVR/9AzPiITqyM4sCKRtkTDFYhQiuDITHvQWqZ208/68lZ35t1zhmVs//ber1gnF+eDMpVR3RZ4dtlv3ue1rY4DAAj67ekz2YMfst3zrR/cmeRXPoJ4LjGt8Qw8Sn9EnTntKyz++Om8fNZOMH741D95Di/4P4n9KuY5jXU8kmtOzZMfXJnHp2Aui5xgTsZ9qr8A8xdrAeVDOKaxJTkHfdzlSen8fiL2WOdoO8YZJ/8qPpIL7QzQ32sWvVvBy/9uwIVz5Cn/JjjdMR/0Wr82+lUz5hGucv9Hee7Fr638wam4V9RTdM//+31PLOZi0jzW+MC67R+t4aLco7Sv+R+8lPAJ+bW6f13Wc7v6XNRft7hfP6HfuTFfHOte2vApj7javKsvEa7ir54UiwNeJf0Knon89JCtHoX7fJvdjPr/xWpq70fckJ0eYk4e3JUkNvsfOoEMj6lsYp8B+vbRRaCPuyOMlavyxDwrDa1YC7yCaf6vpH0tdgw25P0qtabTkLN8uT1u8/WfFuSzsZ0iI8R5VIsZ/W39q6xb3twNGd7f99AqENeUp/s8RGrPOLgvTXMunb/K4YnoqBP0xDhjnkOep9z33uQ4hxvyjLCu0Dek+hvvHfhdO+B197vwu9b0Hue5HfBBJYw+SrmvwuvJXOWA9u/AWMfZWPrE7Dvas08dv0uoDxR0qZdQyScZ8gIXZdVmjHcGvLymEaDyCBaoeR4DzRcbX++MZe75ougsNYAZTMIW7Vi6vjSzxhx6px4I313OQsaYQ1aMRinPdC3YXoyMTb+dp74ruNDaq7MAiksjLpu5698YPbiLnrM4ROmNX9CX4rRn4Fh5ddFqL6onWCp+dox6Xl/qq88vzBYsgSifuvx6fiVwrg0b//ZlMlWx/TJ/cDCYxFFDTvsGPeeGN4cv8s0T+he/eB/xyE8wuAWdFGbXxlP3GyzzIEsYswc0eTTmqb6hco5dL30TfCjgGMYoZ1Cdxqx6vD7jBrTbEMZU6HAh8ZBHz9L0qx0m2P2DrXpyHRQ5Fp3skaVs9Ue+zFdQ1xGJyiNYBJ59GzF7drP0D2vW5ZKr/SVktAxu0syMzBlx98i73i84KcjwgahkpXYRZUArS+QNnfCjlV7dYJq8uVqMAUm1gWDQzGwJr/YOcIa1jnUHIIf6cDwDib9oXNpc1vvr1esWcp/h3AYz652rUU747n5JMJs2PPVoa+6sr+QXFOsUWHxJamxyqf8WrXuAm9tsthfmdYv2HF0qT33AGurKAj96ftYz+JM6X8FCHqhZnUkeR4e11LgsxB9qP0uSpyx81pzXGDjSo2GOu69/sq5RwzGuMGKWKX7lGPu36I4N2Ejati6MqHnhcx6uQTlwtMlkm7ar5rjzRY/KewAAEABJREFUs/3B+ZrtvU6ZLzXHJlFxhmBDcTO0Uz2LuMe1TPu/Fe3lbZvdeA4qs78hD7lFXWuPY+sRd1Ogsa2/cT4g7p0BfZWucoCnVqr8lx1zMugMlYM/Zkhqz1LdAsoDpGfM7pk/6J6aI+bUmhKEMxnAhNZS+3Xw2mk35zZG47AdXjATrN6rbRntTmPBxp2Bu9GMFqe2wfCyHHCgiD/QrZNhLTXnSa6+r83L9Ftk7ad9UraBnmHpy2enjjuC/SkdqR7HQ+cM/cYqj2CMQd2k4JBzC4ZUX9H9+q5AyGkzXkdmsoSGiIxxQKNqXwH3RcupzkVIVEhGPJTRDkMrlq70RmPFihiHAUfgk1qDNWbgrzZzz+ok5q4wxGic3+YbRJfwdR67eRT1jJIkLpECsTUIXFHDBgd26V2WD/qyEWeMuIyZHISvVukmHlD8GnWrrP457yYsWcbA5sxNLW2zF+KLik0JjgXcaVuBm6CkkECUz3thQEJdeYvKiuZXFxEZ26FvRnkMOOBgVo0jtz35q8pJl+QlfENmll39Qu8WDRC1NrnVSDRAbohAL0BXa7a95pDqhRui2PPOWEBjhD6JMpZwaN+5yiT7KKGi+ZdACQ/t+rW1bjR4pJ99x31rnsbOujUaYGnHMW/tpYYevLnqyj3O2S3mkb9H1qYkYzZE14IjwbHJCbYB13IApk3agJJR2zeeRZVbvraL64712Ca6D4NmdBwP68lZT11o72Cy2Uqhc0h1oe3L6NCHLB4DqVtgMV0IFMcN9mogS48njiRGIO626xhnIK7S9f1KXI37c/y3Z89UXq1Byp12fTbuJH3F5YXW4Qq+UuJhjoUf4WGRrwawk459mo7P5xG+5H76PQhGarDPzDgembfcMeYr9jNVk9nNGOMMDjctB72XMz3rtf/V9fihb9IvjXjY+fQE8DSDFcLvZkpKCoyFmaiSUKK6hSoDEuiKI1baa//ofGRXjhXEHKw9Y/jOOHzQfvLMgGWpOFiUPauRAlqAhnHeVh+bz7tS7EAK88aDMpoJDY1fxo4imy5fsIuFxCOgaOOS9f3FUAG91mm6fYSxq59yGRnz0SwcRe7lXN84v4MqSawSsW8OZn1kIkWUHH3sjsRK/Rn0E7SPiGgx8DEdZdodQbRUhTIfzDhC/xUqNjgqIDFFlIyb47hvQdzGuY9xdlSIdcUcsKz57d1nwbkUN2oljNdr2UuUT7uA3aTKHhU/X1tcp9wEhC+HGktA0pAjhjzvH8jyrc8R/fqQckdUPD7H2fs+cYlpDH+AoBYOmqMBcwfHyK2RUwoSP1FlbR38mnOrO48bN4Q85ZgqFVGavddx0qiJH6Xm2eQnovHmYZRPXZTNj94lWWfs0MaIUXNbCDVo8FQu1lpijcWnLncPVKl8lsm5jkLMB3XadTWTk84Edn7s8ioPGHFev2IXV0a0vx0iah4Vb43oB7rcjO55Wph7Hpw15rmvsYn4SQQjZqb9XcQrR74SfCeW837H66XlJXMX+3wmNj4P946DxdOI83wgN1PfDSCYL43Luek1QWeHueraE7i7qEuAiS/geD8xaDWKVfVmTHVlL+sbPcUe48h1ngV9DFL64OFozUJpc2s1d3EtYt/zrGnxRPbczwPH06u2D/fXZI3IfC6XyNgVg2QQGuN0HR7DXgEowvqLKNnjSGrrcJzOEYR2v+95FDbxFK1ur9TjV+4X2C6LSTMX2qgP0WYwcfg+C5/8IA74DFnEiMW3zOdSvjgqPSE/aiJf7Kh/vqfUc9JMAT89gUuBBSA/+yRxutJCP+VkXjUjWq0WgU2tVrfxf1JnEcEzvhA8A4eudL5D7nTijL2HlpehvA9j9jDJHOUpnMw9sL/zOZr12mvP4wHuQ8VFUhmMD4NZ4uHskVnRezkcxGyNOptR8Y5h6EQ3FZKrgZjWN7L3+Mw7BRk9aiccOVlLrqzahsRXLjaaFmVmxJCNk4iXj6RIZgYiPDIzaCtWLuBFRuinj4iM0nkDW0CsR20C1l620yOHi6aWaY3EoqkrOlpxjC+2zKTEBQL+BGEO4yFUDzAH5xdbkpeZ1DxAPuBWOXQIN0mgBrkiu64ckJox8+rlM7+UrSvfqL/R9fJcJr6KwVDeIuPuP8bMJCKDuIaoI8sutXeEda0J7SvETXZsR0Zk5iVwRERGPEDiz0zCGhLbBhGZWGcI+DNkcOSZp7igVmSFxKsy08Q5Lev8eUtmtCMpumFwTY4+h3Ihz/xcHhWtnMFwjSep3fc8h2ddL3bFKbUfwDDhY1R5xJrORPzsaM/gle0Kzq6VwKx9UjIZaxZP57Zq82cE1oJXBDLqaL4I4+p/5iQ8lggd4YGOyMygoWkL1EPTn2lcHjzNlL1GRvsXSKEVdWT1dktQXmUPF79nmrUlNvumb/WqprE3gKAFMKZADUwptNZWe2n2Wb/LNeEQpD+o2mRwWAxcrY2IrRHnBQUsLSgVDUtYs7gYx4JyC6+RiiWYFqJ1hJ+0EVsxFXxbkzsm6kYOD/x33pXWa50wo8VaVqMGKqV3es8x2Ar05i1l342YIfUOXRk348X+cJ47aETLamrsjsEh3QbXqyxw7pTFmYThm5m2wESYGK1+RJNQMY4WxJZDrjrOVYd3HECximtjzDHo+gsV0rsmWgVjMjIz6CICGR5Kof4Ixt2D+cOvzviKsRb1Mwz/r5ZnY/8I5w7/SKEXizwYl3OdmZH5Il6ZBefMWQycpQ7fr5ZRz4xkCj8NSt5pNVp1BH1ZvpLLIDROrI3EQOYOwZG55zK/a1M0rIGkFmockZm3nEHQCpGto1drCI6mZeAIj1RJNZ94Xj1N96kio5RR1ntXwHI9jufkyneuKpROFrJs1OC6aTqDoVhrhiFHEEb5Pt7R+chm7ApBUgGVar4ziLJkG2otgR9+a9pgzdeDXXHkwTM5Uhu3roUwGcSuGd5izGoup8JueAYaWUH4LCBQm6MU1G1cDMg1CD1ivSwoSovdAaHfvPV9hgDoKFRnPYCemfBJRKwyOHJnEQvXagYebFrVjwhKFCLRI2JvL9HilPgiovwRQfiE7LpyQ4zgfj5qDmxoq7mvEf3AHVsFNGokvobEFyvCI+2OWCBA+ZDT+M4BZ2v4k2rZrECN9ZAUnUjOu6boFOHWHpa6aLZrVBvxmUl8rAgPajqfRBeI8n+4CRorqGvsQPDtqrrrUk5o12+7Bmedm4A21Rm5XS5Vs/1Yu+bhW/ji2TkujLFoH9B8bT6LsXxxHR2LOQcwCVL6PKhVtrLWCl/6JFEdlyQiMFY/5qExFOWIbsqqz/NY6xCzMN/XYG3XOu2T/40t1usX9p9K6w6pvsK8JT5rzGU3t5UzT/ScT+TAgn4PFOxLc4+2janritzyd1ruCoZ4+YnS7S4wYtopmcY9jLdLv/C5tprj8D+ULPdeDINerTG5yxL/My0zI/MWIzdRMvyH8qAl/sJJvcyMzAy6CRHD1hXz4XYDriRYew2kewIzNzxu1kxNul7B2PEsjulXeS3OKZ1B75zJJKuN68lrYka7Pshiusd6Laf5znRSzmgSGJJi8zjsYvFrRzKt8rndmQYRx5zVph6JI34nMdZxqEYVIokfPJz3e8Wg6xcV9KBzXp88W2ac1pk3/FWdOTifuxj74Py7zoaxyGpUOG9swd5B7p5olnFHNM/Wl5/OEjeoeTEXHLU/L0rSWQ478GTeOB9fGeuTMW7ABOZaN/6TnPpu9Opcb9t2T2M3GZhtI+iga66sG6OhBOTM/Wk+MRuPxgLoLQLUHOBvQk3rphsPaKWoADbdF8FHMNb/9KXyVTBEpSjPUM4H3b3dPUutU3TmmLm7RZ2pwcoO/vgMP4AKUYcl6vIoq3eQXlPFo3d2FVZbjYMyXliMOYPhxdN5DgecUmYqCFHuEd0TXzmyJZWoCS6xuxbK0WJaL5HERCGmwx+BC3DLCbyboMOY+mK7xpMJalEzfu7IzPvFdJ9AKuzOEK7qftkveR3rQaJbZZgI1lYy7GdcFcmKvPbGejpqnL5M9ejHrHfqoUgiNqhB0GYtmZmA/n0tGepZTKFM1Rati5vDkuVTOUKH3E1WJ8pn9xUE1bMjbo6EmeFlrA190+QHdM76sJUz+uUyU6Vf8eU86Z6Nd04n6StVz2esVq/1mK1p+gFSCPYsdoe1EzZX1oTVqEeYPiGrFKTYpMAhB6YSS9rpF+oDVaUZXVVwq1fd0vE2e9lz8h2Bp8UmWoSdz3Pzag4JNSOCEOvtYWzlcbGcvj9QI/qheo2k/h6mpd0zWANVBEldoAXFo47i6GjFKcvxYkdeW29UmfDonHvSzfJBr3LmW9wCNYBaD9DJZl/nVw71M5BJW9Zx5jEvda7tGo7MfUw+VYe01pxQ0076hNuQVC5woWWqBUxDPHn4JecIVR9rkEs7MCQqbWlQuJ9Y/HVkX6dAWpRRLBatVLq1FvuFeb+RR9tKEd3mB0vDxIdCYyroxTRVTk0pypXsD0iN6lTArGN+qZ3XWIf+Us1/JclV/m78or3hPnq5stfyjGOB2fdlnaJXW4zrl7Qx3sPi59f+w7QvB2zjZW76l8s9lZjRhkISb38EdNxwGcXFOIaNxDHY2OmxHZ6CzfIRB0NrHIp1MNr7F7bPvLLpaCujMtvotqLtwMIkRJVY8ArEvWaIuBdz9DlXsfKr0iv1e6TFyM1owTJq7Ysx9oWcfXzjjCngb59TI7NYumE32T5f3NQBQtgX+4HhadK8hQhBxBLoB8AVGeOQaLCG7JDqFQtBG2rJ8vVOn6pyYD1vOobhurF9v0Ls2prXWe2uduEcuzoJ40RwQyhF2AHaUKPeZWtDlyge3Xk0RGTmhojIiEJ4DKMkHbHRkeG/qD4jkHvcEAaxHwqhPzMjE0T25FQrVJfBsYDAXILQKCoCuQRXFxit24gtJogTWTLqWErPrlvDvSiTTl1s/ALbgShfnU8M1mOckD+DPq957wtRuvn8aDDs4qZaw/a+GvlyM8pnHfOGVAeX88BnPf0sCosZkEsPzXq6bu3iiMBBKL4bHZpGij2gEaZt/jzXlkpFfi259a1J4Y+5QYHFvRnwh9nP/wt9i/miYno97YppP/SaS3Aol8GXXOJzjpXrdcaX+Yv2xGvrUy7kxgn0MVjfpm0tFUu95pv4M46tqz2qjtiyl/U69VodqJDy925BfgPWpcLzzbGMVp4C8myNgyPXMR/BdbaYZB8EiZROhED0PUebeH1HEFGNR9/p933lpKMMfStbCt3GLU4Jpvt1CJguONVDg+xNxmvkFtRpThSCS7+WY/uGJLLmM+xnpUljLkyYxsAm6xDqXOde72K9jvUJ/TPkLlA71mPHmPekZfQzKRtmn9sTNVrCPl7Oes4DD0tZCr1c1R/8UtZTp4LIHkehyqMIqsP9BWBGTIaeeba+z5ZLhonal8BHHGa12ifschVDh0GjDvqDZpyLpyrx+77GN4D6D8qcu8m14rlzz451OO+ZAowAABAASURBVJcz6DdDeQNmzqcIaYzGXOmbDn+MxcGynNg1vvXfAHaSr4BpMM1XMu7FWu2e/2/yOdcB56WufAYjVnmGZ2r8yZjjR90j27kao/w1sPoRv2akVtWxmvaneq+bZ8ae4/7ErO+PeXcF3031LzcGsMwObMnOPomJnovrtzbn9SsG/FV1f8Vc/7maXE8/Mef5HM36M7WfmYIxM56p+0zMq3MdNf3DaOglnVwpEdYUMR+Tv9ESQmtIdTGyj7y+PYxst3sybk7OOXfWp5BJtUbLbn1AlIZUv4dMI5OQc0zDfFnNKbP0dUllNe/KNfOqr4zqriIe8Q4k7seNL42OUbVdR3K1j3V9pdYp/wjGiUdxs9/4CbPLH3WfxVTiaXU31oOsOfYi1FMqLtxfoqueYz/KfibmUY2o0YgaEnVunouyL/zlm7s5Dn2Xj/1ovLnUW3/vwI/vgNcgRb13fhKUfLe/ZQc8sWMu6mK2h/6M9HoBc4ln0n5JjJMYcAB0prY+UqWegTkVR/6QxWmLIu93x7CjbbacUBezjr2+q/AlXvuiDnLXDgn1zdnGOeWBLQ3GBjYObUvDGO1ATjmqM0bG4PhWcb/tvGBtvhE9yWmom/d4EpNqSbiwdkMjMjM+OjKNEBGk2OLq6FFRQRrmdpmJQpucESNw+JBZXExHZ3JQLkxodznO50St64FbUw86ZjX9uz2ibNkl6SqqdcY2be73MTvPtYswnH3uipozVF2bzRv8MoHJ+zEBftlclyRd6cg4wjg5JCWeavs1MQFyF35o9UfOzy4XuG0stArb5qV/BhHbvJ2PoIYxOGg91x+VGGMR/sgq1Hcwlq/gjR2wlrpyoGzihr1KOH3WFtbWVnZ8EjuwoC8V57gN+orXN1A1mv/GN2JOpFvxDEjl/Fmf3WS/2TSa9i2IwEc4hZ2L9vcQNz+Kek9cITj21xHE2pw8huK7qPVRC+n6xh51UwdwkFifJGXZHRHtYDdJ3/dupvsoahwiWmtxTSe/asqh9ybV1VVY5zUwKosbOWuhR8rZ4I9y8DOUSwaspRtdwDEXFjzmssri8DEmDQvdWgJilz/ZBpaPuGOz9sqtOW1O2z04jUMwYZZ8CaS1dTkRDMdlFGrQw2kboHwZx3qt6p/t2SRW5pIKTGbdRJbbdEjCmH1v5eh6F/oFoVXHkHswSL/yiNpXClmvdAJfkuY+meP0qzZKjXeQmExPj9oeDFH7o2xwJ6EIb/Zr+m/9AXi/lFctVlgpSlEGnfpPgpLv9iM74AXJ5UitF84PoXVJI7mnyLVh0FZbXfoSW8Ba6zJ2c1y/NERk3vNGhO4TPEqLX3o4IQdosnq7M7gAJqsr0Evaibg9pDMzMvPWeWAyH8dEtJjMJuPswJUVl3hPYG7RdKU/lpkthr4qU3jfyg+lRNw0eHNv+EHonKAa5Iimj8A/K2suD6aQmUy74V4oYbjzDnC93t4Z/4M7kNH+IXar9xrrnnKpl2JURugPZCE4JIBUKAsRzUZiB8jM8B8dJA1bPRMWwNC6nqrVRWZGBoeyEJGZYMhZDw7tCTLGK59BtiBSUPYtg384aCEi8a9AoYWOkrMvIvlnK42YTJgBHKiRObiKiozoyCbL/xGZ2NllRGTEJfQQjsgWk6XSRYQOERzw0dFFBL7M1Yr5yEzcuVKY2JoZ/guI1ATKzJQK+sGcyubH9W7/qR1ob4711sjrZrP+Uwt8L+a9A+8deO/AszvQ/oh/GD0/KdUF32LRSpvytSeg0viagN6xOuoJDNUSUWg8kImr1uj/cu97yGF92e0huxmEltpk86qLiIwh1cMDIjPVonp0JSIy0UR5WwcTUV3UkRoZ9iBBRJgDMrFvoLvxxqFFhH0DKmZukNBUgsyMzIyIDEUmMsCQEVh7BEcmMXhaH5s2+IQ7RRI7fOjES2Rw0KUGapTMJuLi8LrFRVRFoz7VRrxyl+D90YlJ7UwXNWZ1nRiCu0paDGpIOOuJusO064YjAHKbBw74ZqPTRjx0qask1R/pDKEEzwLcGLNOyK7VF+PESLY45ww+P/n9eQGfQLlQT1Sk3dOouj26hoKocQcHSWvLQMHNWG3u9KUr9+jJZFlLn3lNWgQNgkYg86a3GbtZMgeQQPZKGq+hHHBCrYb9LcpPnSFH3m3kNcPsSXcmDdZwHmdwqDWecO1vg4Eoxe5a+T70Op7yFjAUoj1V626cTqq4F4LKzPKstX1lAwnpOnkYBFsEOGHEkS6bqNG2MOoQ3+yujKBKwt9tY4rq9qvCtQ0456Gfybk2s2LJzIMJnMVecjXZfR6FGJqKVUu16fKtTuOavs99yDHeWYxrWXliGIHhrP2J/HlQlMa6GHiMi8qwjFnK6511zFL+NXAvOY8sjMba0MfcIGoPhr1KF9ExOAJpLb/yqIt13dfWGmH0AfqAtfswL4k1j7UwKYpXsVM5YpWvwtrzChilxpD7Cj5eWuUvDH68EQ7OElnxtsdHu/bCPfoyHOWNH9gBTxJlFC+B27c1zi1KXRfWUQeeWD1Q583rozyrQhZ6cceO19h6uc/ITJxZMvNW4iwfXRTieJATtwi4+MHDvXypHGtxCpkZATIu/iVufGEMeoCkE3E8KgbPQR7DtDNTEZm5AoW22ZnqARd1ZGpfY/wngn9CZm7j1ASwIzJiRXBoK5D6J8DguN+MGQhyZ/1+5m/0Oq+OcIK7oW+InffMoFSc4Sz2zb134LgD7drhuqOFiGNERGaCD5AYNmRk+6cPLTiykJGZQUfLFSi0zc5s+gc/XIrMrP8GQmbj8wMZGdU699FlZu5jsTMzMgfaXDObHZHVYrIzE/M+CAgiChbIzNgdmJkZHx+MB5RtLdjwmUNmZN6i1vOx5z+IOwP0rkaNVWMyPs7MUccx7+BjxO3lB/kiUz6CPqL6RDTQR2ZGfoC8RXBkNj6iycxNBvqK8MgI2x0Mf7yP/9YO8KpY71jV/beW9l7NewfeO/DegVd3gEciX6y0rKbbi8ZVz/Oy/lbvsv2dXp6tw8cf462W6YCG3f6iVy/0uMaSDkkjVaZpsP/ZxmtHWxvvJasuo73Cd6mMzNQzSc3GlVZq4o8O9GhHZoZkZpMYmMk7bJTMzJJ0NHTfr0Tx2/gf2EdkEn+Fj4wPkGLERERG7KCBO8ahnpmR+QSoHUkmsZuEwE6JLtVvEZGZdiAiVFtHjxEc+NUE1mXTLy4DXnCMK9/7rKVxP3CvaG/gduJOqXbwrTk4jW82PYWp1JTyWQNzbtQqk9ixHn/clRu2+jVIpHarvOmjrHnO6S78b8LOINl4c18HK+75zqblb1qzn+xJoxHcepS/qtWs6Nwrluyj+Qtwvzh7FLCOC1SegSjqO2BphKKfnHu9z+P5GkyxjXmVgvenWo01xhlFvSHEsLtfcaB2u9L2YkR0OdeBKnMtpCJ04KEFz6UIFGkm5/mxLmevzon290C1XvdYJzjkEF9vNW/HaCW6ud8nx8dda8JTUu6reOK/Pc/m0Rjpq2N8J8+1fjGf1Jq38nfDa+Ea7RzfnF8Idpk5M1t0+l2znoRSGNjiCWaPtC/htULYqb985cRNRWpZ/1msc0JpVVjfhQ5dYyjP4JhM56YAUyrarvQayLlSZRAvyg9S/5HWF7rO1tVrKH8K1nvjJ3agzogX46vFTKwrnMTSJ7lXsS4aebTmXJVm7no+J2l+XBZdn52lXXfGn3lXXmXgLPAnuVpbdbuqMzNPRb0Wq3LErsLBOGyMqUZkZmQ2HO3MPa9/IIfyFWnyKSBpTCiiZMRTMqLCgmNNQ2H60ZBNBnKO6TriudaKtdhZb8xf1uduPlpZ62/9zvk23jvwzR3Iu/l6Z+yDvZXCTuxdje6c7rMqcoYoMzKqIZTCvEZGlE2XmfYgorqMCDkQHsoZUQEhFZGRKdASRPIvOJCJeKJVmB2gVDRkpLl0tMjMAwJbyA+pPiGaHuYG+g3IK27IERPrUQz50aHQqbyLHjTyM0uLtU54pF20vtSmE6uVWJn0E+Rn4MI0JkI9I2JGQGrHs8dLwc8Wfce9vAPzS8/LydcJt2XfJ/x6t96e9w68d+C/uQOHJ+HBvLfmFrr1agN8E+Zf+3zZBeP3BWIuBt3MVWnmk/14Wg/ZBjskf630ociF+cXa63xPymamrykgy9t61abhjuRfFOgzOOxEU41BqwjZAbkoNtaj+RK2IwMdUISGngCbftVwZGaEHDKRoRSRsR6lZmSeIJKwDFxBPyFCLjiUmXiPCLhCVD8sZRgbiUNEqO4hn1ATRk5wZOCLaF08fZDGdT6Fj2ujJB1Nr3EF74UTGOaXxA2UhBhhWN5SXOaSWDhaHN+f+uPpbA+d6GrdJotpmE9O56zRCsPxg4n6ynVb7og1ppVrpam+Ner1MbY5fMZnzfUzFmov6gM91roNxHRuq7nXjJMhrI/vZGQ6MEPnkJ1+KCp+lHQd6HIPE38uwOvkmWrMzu0l1Al+BaT2Cmr34Fbqd5SSQ9H4RXDMAc7C3VHcs5/E7WBzdbzd5BGCEfXY6NRODwOOjmiHdGkohpV+6DL8F/SxP37D/jvgdp9xtXEytF8G1xjZlHPSgDp1b84Sb51j3ISXehMzx9/Rx1hX86yh6GooOuMtt407nF+Xox7lKfKzzXX9bMXnqo1xlUd4rtzHfuIo6MpnQNGMucmVrw1DebE5gmMqj1hL6ViNF5QX5uSarKw8gz5R6+dCG9K5C22laNNtvTmv4s4PwF8v+sJe9Pm+PlYb4/W8PuBb/Md3IMf6VmUQX5VPFvKSHPjqUIc8y/EcKHZ9YHRi2OWEq4dDJTRm7ouubmav9S20qka9WUzbsPlxXb2VxCtHRma+ktBjDzlO7EkcMnu93yDaA2w/0JfWvi/xtv47O/DHrs1ftYXek7vaGTnZsz7RN2q7TfbRm3UzyE3+IEbOkPKr7v05lZLfoYzczd/8PXqBXCKBviYX1YJryaROBjEikfdBAI2YyIgOSqAmVnYZdWDBRWRmfIQI5IB2Q0bgbfiICMJDLm6OMXflBv8/7Vq8XFRus5seTxzGb3VirdG3ruyYDuOHOeuD+4ocdYa8qvHIf5X3V/GcqtN1wP9V84yIR/M5XcejpAu/t/6tq42w9U27jXsz7x1478B7B37RDvRn8/z0UR+fkW3UHtQM/ipEOX+o4ZhaT+uC75e69kxuL9MzmkXezm7s8/0xWfsErr8t8qw0CTQ9491iv1fBe0UPiNujakMPibpvJ6k3sScxVeSU38hWJ5lfRZ90PTab6/jONtart+k9vgv5K1jr3Ecybfja0INosrimMveucIKcAxcVqQt8bDChD1hqBL4Eymgp5DdlgWgtm7js9WdmZO5R77dkZSHj9l/AvQCm1K6pZcqb9VYrOJhKxezXsjSTNSb3DGHYcCgJ/ML8LsgjgUhyKn+W0nx/A1/fFfUfUq1XP6wOHrmVId44OHOMFSN+0/nxdY1D7/8ftstO9lqIXU0UAAAQAElEQVRbcaba50f9qoVchDHIMN+6Yqf3WvBBnPPZSbkTsANtTOpTAb0Yuj4PeAz68qLC0183/K2RQ9RhTOfUHPqin++4OVzzDXlFMN5Wc6madW0c4xeIGZhb07FZr2jHTJb8dLrXfAt2xr8GNYala6CuKH4n5rHRnVNmRmbGB8hseuaFjAg8tyA+QGbzGrVHs+I/dhyvuZ9e3qg/5E/Xf6benxz7mfl9J2Y8Ta9qvLL2qxrFXxSSnlGxF51xF67fTzOZy73DdzUhXVe4yvnwQ+gcpjANKvqwP4f+W9QnrHl8YuGlED22/P2xjLsCZWgjv9Wip+753M59lHi3H9mBZIMpxP5zmjc94Av4fnVzqOMYcHxOwqogaDnNJ7G/0taaJFeNRlTlsjuvfgNib7gej4gqEicHFzZ3A3vbNtlr3yjl8rn0/5Qkbk7AUogqxXDhMaR6gTIVZ90JpNoIMYAIBAbcErzW1/tssx2roQaSfBU3kxoFMvauxLEh496/wCuMQVJI7RkQHUG2scpbRDuyidOe8WLgNGBP1vnbU7GWH3WGPMS9zf+tHajrwvtR/MNLr3X0TpFc8Vnrsc9mec2jRSFuDt0i8GdmBLIh6pCa2cTfoNsNXGCaPn8Z1R5wCw7Ac9EnXGKNmJLFQ/JU1C+Kl5rBJFpu1FjGiIqvb4kYo9cgtMeM2DzYg7+VwVH5GdFkdhmx/4ILf0RkRLS4LiOiuIiS5nxA0Fa76Qv2DOP39ppb6wuWutgVau0UUiKoFaeoGhHr3LUT25LKD7KG/ID/6LacgHquObV7kZPfuldoJbLNYrexGfGMHX/nwez/zon9tll5ASw8EhrGsO5Lpv1glEdb7o1fsAPvku8d+J/fAZ82A75CqNem+MhC8bPS15RmTj1kswgyEVF/g8DzoGuMOhpPvfr8Lv+IU3as8d2uOHKH1C/KJka9gbLdLt8hx/ntoJ/52PYgCl+r+aRugZscJsPf0K0OOqUMu4GEPkLcX033vZVztxpw75oxZzC/QLR+RG8OskSN0RmFHzkZiZq9R60Ci8opWo3N77tXJZOn3mrG+q5VHJUavxC6YEU0GznyWLS1M4LcpYAakdUUUWeZIP+DjlW3fNRD4qwY1Q25ch8MmIldiMhUj4iMmAE9mzWPD+a4BykEfkTg3yPJ/tghpphEF3AZRIkFOWHpnPvBuIThlwuOZdUZPgqwtRcl6WjmuFfJD5x1DfJNS1a94BqwxoK7Qb5i8Jf0B1CBnZX3SU6D/hw19Xc9K/6TmoK6ZXdZuvxn1YmeE+TzJVMs+JeV4xsh9BvbmAnmRd1fn4y5jVO1pjjtwF5RYxLPGINb4JZhK8Gahx74hWu8wuyPyunz4vxpt/qM61x6vTiTtSaXxH1PrPNYRhy2c9YW5isL+BZyF+Qn8hM5eHWh7wbWJn5hziJKZ2z4ZQCueOTKTb5Wkxz8n1/EQt5cmx2Iq2O75ueIjMT8FaAsLVv9jKjx6TITvQE2IjLih5GZkTmDEbKBPiKy/ilFZiLuIYKEPSJWKjjIXu2m2+P4DW2+BtSPQ8p9B94zwholuT+5clEXLvEBnkGH6/GT6/2Te0QsyMX7awBb/oibuBF/Jamz1Lif8UnMT6DmQF3ntlBT/ETdUWNxX6g77N8lHXepvVrq3JXNXJSfSn3g8wQt7/Mmz9wjqlavd6xVdahvjnED2gt7csRnPw+f+F4Gc3g2p8Yn/svSNYFPsIBPag191JQbesUYd4KP9iDng48b7ahTt9/ft36LV/ytq9M6UBGtjhdCL3cj7vkMbljHrLk2jhFQGKS4R5LQd/vBHfCD5wwOMXj1n0Xy8dcw1c2IzAz/ocU4mj0spDEDmPdaZkaIaMekBp7IzBX+8SIyG9cypr7zmc2fOckpbFa9mr2slds95L2yhzErqkAGE4vbg0q0NbbrVKvbyDGkNNRHvpwY9pXMTIa9BSSt8yRndn0ncUTaRWaC2CFys3lo8UdaHJDd7jIjPjKeBkPGJSLj0WFEEicCGS8dSXSSdYR00r3b/+wOcON5BYh/fQ9cg/jgSv9gMdll0wMLZEMcDu9NqSRKqG/IUu2NazKJjAbIjCjdZxvfT4XHxkX5sh6MTa847Ba7NH9/KM55cTj0heMVQnUF3640nQWnoDhhjSOxvjQruc/bx8T6TLvheeC1/2+1HhPIU+Rag5SuZ2TETrf+5teX3a8+wN7UWibbdUVUvYxYJWFxD+6/8cY0mfHBJD4waPFBJWV2qT0QLxxJLFP0dOwhP7DE3ndmRzATkcjXYWb86eOwLi75Pz2jl8fPnjFkN78k+i3etoG92f7mGOUcRQz7Ld878N6BX7sD7+rHHVifQPXA4kG1BqDT2gNsJXmd8a88HLbKgcJdKh10S+k6374RIEuQDV6uGPQhdR1RviKbZi/mfPUCccNXNrVLwjshZ81EqvVOzx5VAEopUFvrhjUt1sjWF4faQ2pMuQM0m49Y2rrvx3r41jZqrkRT6p0D1RoClfeGAAtQRh36dsAY70AVWGMvxC7hO2Pg5zVJUcBREhpJDMQHaHbwHrWAKN/MZwRc1NHexchl0i0GnXG3H1mjYvUJx5dQjjqrRDHmGsl8knRAgQ9ejhu0A98ehETtR0ZYMyNKqjdk6F91Kn8ckGnMwAfxA1utjIAPMo9gL7gwMqL5UGjxsUR8hGj7q57YBTqG7PFLk/haW0q4515rSe2S7HdxSG2RfEktSofn9BzeU6lFvnmi7hlyjBepD8gn/BHGiDQGlGQcOXNKwg9Z70eTfc5/MseGYEx+PYkV2iAnhPX4sjrgRPOxRfIgO8J5TXHO5QrWOfMFteSbfO5HB2MH/HK90OtYa+EHhAHjSi//qD/kErsv6itmIQWwrmWAfdj0g48YEmjw5FMwZizOBX6hxuVY5W/5y0/pnK66yKvj4sfmyvSM/Tgo3ZvjiG7eiJ+ewc0AnXAOopmO2rTeS3wRx/u9VaSY7Xju+k5zZoMLpPBj55exHNt6o/ZPSOsJaylvsd07Nz7uhWWA+a3+wR0lMfM9oX6FUeuT+6jGIHdw35LOaar1OenfqvsP1/lkj9cfNN2fI/raPuvZ5vXwySPvk0vmFlWLessK7obKQ/Y6y5COM/RfLe+M5ZzXOR3m8dntIRfXVbXa2t2TTzmg1K4Y7DPpO4r38R3wZLnjvedirqt71lfyJeXr83hpmHfwF3bAD7uBL6Q/Srn0O+alc3NMYZO6+e9oX40374g7wzzh8oFl2LgPlHKgf9Dr/RIsNdUoE1spqqaLKeX17hup62A/UWMt9pLy7MjPxjm4uzqAberxzU4b13+uudaLRS13fBcpb/o/ugNZfzi6uOk+0fS+EOoTsusl8ZfsHG+GQ0OOekpMnnPrFyWYTY91dP5q6rrxC/oScnSXbTd2RU05OGnUKQdd841xra1+D8bcg/UdoL5wwriRjJoEZMlAa/BlcHDjC7RhtxpLNEk8jlVf9xA+InCtCA5tBG0pnK3N9bS4EUOorcxs9dATrsE+it/nxtcP6lvr6wXemX9qB+pq4PyV/OFJfP9vlx+e0Lvcv7kDXpwD/+YKbmc91nMlbzPezE/twHjelaTjc/huaUJoFTJkGQ+7KZqHYVnI67SKmNzYxNPD0c/XCszDz9yHMdSsmN6VWR2llaL7unAKXS2hfYQOf2xS7jHqDbn3ztaoOXNP65afUYkSpaydY7BQ7FsfZG/DN2Rs705QvpO1GvJL+awrgkMpUNem3fIa1eymb32rtdl3NArQpoB9rr565+wRw/6AzMzIHIhA48dY+pUbOr4EEcScI/pB2BTjXEQUFxybX36BWfAtyEA21Ds1gbTigkO97fUcqz6BL3Xr7xbum1Ppva5PeYT8EcbALSD4MjhKMt6VrHi+VC7Z4lpu02v+5rKeqmXcAX4zVT5SNtfOCL65D2OsPQBBVeMQa9MGjGmcOSvYq8Uv9QVrW46Qvwfj9ffaS9Vj9mfSGPlVskeVT7zcEXPdo+/MtraYfJ872/EcS9ngF/2L4wjnsgOxN/kt72afdnlnMdSa5rU8oW/nknO3XQSc1V9nMy0ujf1cIX7BVPZjtP1gaSfr1OcclGQR8TN9q8nSWHTVnuXuvC/cagvh/yDWdXBNqot5naXjK/nC+qY6nw9yZ/+s3+z5gzpn8eP+/um6Z2P9Lu6znkWcC/f4DE/t0yfX7C1qDVP9q31becZXv4eq6ZyIXXXtZ/FCXpvH58N70T08Yrl5RrPHxS3s1bLWbGM0W325WIfvJz6x3njvwBd3oL3OfjH516Udp6UtLkc8OPnD4Tz0EHce9E329uVIho95bnBLN0utcdzoZQxeKYr8fverl2x99xuZSceM7ZM/mYQIdFG6MTPKFxwJbMqfAvUshYh5zFnX9zTOzssZNwre842Yf0COPbyY6vvH34uN6fR/5Croq3lGtBWP28zn3D5rqdtRblxa9d+GgGh28498uQZ6GmG9YRgUyb9OKeRAZkaAzERk1KGOojUD6tDw0kgMQZrigAz/ERAexvw/e+eB4KiuRNGq3v+Wf/PPKUkgMDh0mDehNbqqHCTA9tgvoIiQ+SjCjHeQ5+kJi61kdn7QLSYyogFmC4iNzYnXdX8tItGdIBiZGUy4gG5x4UiXDU10BQRlJjFxishNHwxc4xLYA/9H0EXXH/xGJ7D8Rr38tPLPnYC33w36C8Wsr9eWP/l03JN4tIfyceePHH/stycwn9vgpUJvqZD/RdhdT2ufwV7Uz/TIK4vhJz9DvUDXCdzJHEZoTihP5KLfuVjjCOstPOKLDBgUdpp1lJO8Y89Ddi5Xwvaj7Jwk6ceIZBEQZnF96WRooX12Q2ZG5gaEEKgkhchSxaZDETHJd/hg4L7FIkfEkKNsGZnPIPB7HcEg/U0s6nU2e+tBZbI0HYxTxaDwzBD+HaZdm+26qK9Y/QVf1LYvefCZeX4yMt5veoR8Yfgc6PjCt3yM1S4FZKaSWc7wTgj68tcN75lHVRN1o52R3AAFk4RV1Z5gFFdQie2yUmNnr+TTYp4JRJCDtcct9QU8X6r7w8AJ/CJ9udBrE2f2M52+YhlfvJP3vfPL6Kco/RS1z8EPqu6A2sNBR14OiNn1pz7dRq33A0Y/6gf/t1NuDM6LlbNY98qNxyl9/TrX8P60wk5HVWS60UJfOCm/iHUfxO14HpGSzX5ja7XLjo3izL1u2D5Dvbe+CqMP8w1eWvKDe18/Ub7sV14cZXUfwZxH/qvAFbl7Xawz+pWfMfSX9Mkzu4qfa53xV3Gb3te7W7zzuiYW6C04ken6LSf8+4nuzO+X6Q7Pn/1dwZ6a7Z0fbW8x7JyCWW/uDWP1ETOvPINAJlnunNXPD8C8gP7Mv+wE/FTNlrJ/7IaFS4iAjMkn78yMTIGyqDwoMVmj2+HLvsmZWTaWmEcqYGv6ktR8I/hQwUvFNxb4vtQcT4Z/gjVqeHThkogTVKGJSdV40Yn5qgAAEABJREFUFJkZTDBowF8jMuI54EjizIzMDP9p4xmZTR9PDa/T7Kgs1EnPoO0PR/rxF0DdiT/2HqH+Av+2mjPzrAL6Tx0E++XR2raMHH7B1zXaCnyCSaEdmzpIDCofgZEZKDMTcoG3t0jg852ZMWjm5I89c5Lv8lG1zPP2luf5jMeW4E1+RVRs5rO1Jr+3wZvjiGHb00j9MjJF1MhMeo6wd9jV9oYw/hN9jc9ua3ToBs1seTI3e2bjMyf6Jh8910wHr32PSG2PkLWPzIxM8BaNyp+BPt7O9AddZEThT33vjZ/x+gmM9+jXI38i/u4T8M642uHRVrKvH1cBf4zenTzCH7OZ37RRzrfuFejaIfz6eQh+1X8RYz1R723mn0GNtTb8zdRX5URXf3Uzup/2GaqrPsygsPtpnr1mk+7ZNq/v4ebaM/891easfEQJP5NIMzMyByIQnB1DP6jmwTeqY2bj6zPg2xuqJmcmn6kaMq90gb/QLn0CkbEO8r69ZX3+HBRV7JHIFyA2c9gCvxlDf6A9xnrZ+aLyBXNsMW9v7UxijIxgBmVjpTA7OQLbsoK/GccKn4H+zPHVLdyCzQnli1y+0VWYgB6vNf6Gb67mapyrMdIraB/YfNjGJsjpUhRm9LajZaRlqqNnpbv9qseMYZ10tbWhXyn5/PL7nR8Q/DG28D++TD+DP9Cu+F+8vx9BHPb/Df2C/RL4YluoW71AW4P+cL7HQo8L9ga8S8a7aJM5HGY7PzRsu/EodQRM/IeMVQVorhxo8eqvgYXZcuzjRvzfRD0uD0X6KzFqnp2lfZT+g8dPWIXXZURYaU+8QL1/Vr0+CKhta41F/WXTml+WrCei5c7RtgJgliA9BzvHwKx9mqB4FmbprqjGcUbGXaISjDpQAr9spYE6y07lZ/jcWv79quZFXOUw5p79ga1q62OeCepF1dB+gOdYNhh7fxa8gpq2VyL4ZJpX9ciJc4tBQRsrX3ocUXP/dEYH2NVJGZizXU9ch/wJav4tZ8u8rualOYhut6C/8qXx8kEeU5nQFqMSBW4llx4dKjbBxMBE03kEbTPeyvriYoIRQk7r3mDYG9WrcftVPVuV3GRQuaHVVG4ZjnLT/qw/J9BOIPl47Sw01cyWJmvdlr3cpMxG9do4pQ1nenXipugW9oDzXhcP3Oq5waceCP3rJVQFFp6tWhXloci8HMDoC/nPZ51S7yIjM+FvkZFNr10MeaWY19l9V9utnMNmrrtoSTOJSHhoTFCF9gNzPv+Z/0Cq3zmEA5p3N/O/c9u/S2//+nllRnvcIoJbKeq1S6bDR3HoBt9ohHRFJH8iXOREMMqOstGIzHQJ1qiBXDw0gHxB/gIV56I98JaCAMwIVKL4CNmQ3yMjI0B+ANFHQo9AdTLLi8UeNEv9N6qLosBEH1EYa0yj2RO7COiElM+oXBkRJyhbREgD+55mZB4RNbLWCCkuMHAyE2QxtFnmDHVHREYISVGYo89Ojp/xb56Ar8oD/+YJ/Ox6fwLeDXvNJg3boJvlD+bcjH/nkNbfKe7shdfRZi3nxv6sL57AODupGOGDlwr1g8p/BlOe9RqaT/09DJ+ZHnllUD94QW+m+VUOKn+ByqHfjAvfL1PPtQ58ndXQfVnBx4mqbvjRJW5HN95Ys2n8YENQChe0RZSLz9DljSVTPrE4M45/UAQuAEsGVCT0GejbEUGMuBMXERlxCxuICMlLiOgxCRXIEZERHRktnxS8ZRmartiyB2rRSTjk66WyXje5P5j1dxeNQLswDnGaOvr9jVCNbA6SwbG2LDN/prnVzREb36qw9hpWbN8ww6kD9chZmTDEMh+pSnW6XYKUp5O8I8Yv0gcvVd7jPeqHYH5snemCLNQt70v3kS62NkH5Ht7xPYdnag2iae2wsnk1+uzRd1z2xsOWi3TaOnVHBikWHFipVe5PUOP0HVT+T8LrvRrBMXGwr52UcZ/BqOlJX0KnF7HgX+Bq3+alY7bJZL9OOPy5cbqhR6CrHF9Iq9oX5jv2xwbYRtsPK+VcATUxMNkbPBPXE73npfECox7Bek75Rt6JlsfwlH4P2OTNZGe9N2oitO0cekM59nOkBDMn/zu+xuJcuyUieNVr/CHmSm+sqDw3O5kU7EO/d/LOMM662orHfqQ0hJkEJ7adb3Ms31WPrvHzWQ6eyuac21R+EhRi9hzGrLUm3aqnpvYTeB7Vozb9z7DayDPs6GiAudVDYG5y5R3+0Jd/ACamHw8XoHO0AKe8Qb+tGOabaVNE4tj85K+BhY2wUoIQssGwvjo/FvVqlX/Fvz6u/geb9So2jA4abbrWEDzTZ2KVG/PU2v5TPU+53nVqfd11mYyt4X1tdZPLKauPGM+HzxayDwrEM5D4AEkH8D7N9i8oPYPxFy35K4yz0D74HfVvfqtCrw7/hiR2tiHoM/PKRwz7D/3jT2B+EZj5BxvzjrhymW0zf+X/N+nb6+PC47uwrSXaI7gUH7vz7TpfAAu4rBPb8OU5HazmmVd+DeStAKivv1PdOe/gB62QealYFeSpHDNV/5Uw98g3+JkuHOuCg4jOx8nQfotxvR6/3xh7SIu4xSNQ3fUa5jgC77rG6uHrPKVXWB5WuYr80f9JJ7D0Zgft4np/qAeXD+nwHxTfwZqDe66J6gfUyEt/8DeegFd3Ru2x30PqS/5TFvueQd/87YK7e1prUy6PQPDPPDkBz031Uu87HreS8L1vkxdVHVd8Nz9Lbl6jDDzLrW5An2eg//Bbam/tM8CCskOCdKNfdcV8YlkLfDiH5z/DRMrSI5r+rObQSYWRg8o3VPytuhnvrMaJa5eRdNDZ837k7PmYn/M33s/nR9TNQNmj/ii3euY5A1ZysJ5M/VVLxeAHHTrlga4zJ2AOQ73elVDKjNZnlmpeMtG1GZDJZG6x/QP67Z4P/JZCk5coWs9l59G02eT6vtSO6u8ITVcx6AYtH+yDql/5ST90M7WW8oiRqvP7o1HCV/+Sh+KEDh/pFSqskk8LWyr/6nP9qQFXtKWbaP2wO8ndbm+wEtrHTnQJKimlBkNxLEyKjrVYF1A/IuNNnGfyNN65zsRa8zKGequd/qhCS9bcANd1OCMwYX7m73kCXEEuELeKl3UHLm/J9o2L4tMYMQbc5qamBp0m7GoMYbJ/BXt2X6+b/EQB23VLlR/GHfIQrBm1l43naxnofvo+C3OWbz/UBfoIaxODeSLmUc6n7OzPfsXo2bj1x8I7fTzjYy7htjxfy5GSy0k1GHMM6CeUpQMjtuIVgPw5yEuREXukvHpidbeA+rP9va75Eu9dP+jsU/zZewO6slUO3lt2lE7JyaaZy8uY+zjyyjPIPu2v7XHY7a/4tdel9qpOW0GbqP6X1ivyzoe9HOWKRT/owx+A8SW5DTZwTZkWnOXGz75o8BuTg922Sz7j0RHAxAl+srfYve7WDy9c1O9wNxsBd+yY6ILedit1MBh5BJ/aYodow8+AclIROGX6cVAEI9FAnpkVh6P0Ec6yGkP4+UzUF3Czle/CXjbCd9Mgzk9y0KPdneostxPeBVwKdqNRKoqvD8tRHalbgb7+LaaI1RaMYW91bXYpu/Jmw5GOj7rEMzHNQCztrDvy+txiQTUjyBMfGpXFFwN6rrPloShdl3no4EiNXh6uyX1V/hXI9GSoJAVdQvHcXP1ljqjTU9lzyd7DE27l8kyfVYcF32qjAl24CqjlGpAbM606HIFZFaTyVV4UUNYIaDAGL30FhMaZ/6o/Mw4dTpkZmRks9xH4zFCc5Rs+/pNxr617tpv2dZ4xdlM6FxS7c0Pus+4MXIp23UzUD6if+SFL/2SwfY7UnR13oW7B1vT6yRXlNa2oih3Uiq7k/aC4QUt4ZVkmZ/k9/LJWB+l6iVGUTI+37yUYmXZ4AxSV49S+1DngckHzQh+lj0djPZ+lezbqe2lXkGe5g8C2IXZj2UmvCcTe9BbhOUVGDYkoYV2WYS7Nrb3U5bOmR6XfPeBSMWED9xy/w2bxfwDft8WlpZ4veGm63s9FXrdVp16U4hPLV+T4RPn/NNQD/dX4ng2PqygV31PlP8w6LpMtuEHfv4B/t1Dle9lG0erTFPtVvdhrv1XK8E+wNkQfmegP6KaXSWbej3lg3oLb4awvQ5xx/f1M6muQZnnpFtQ49EM9aMU2q9FcJq5Nl4usMUaAmrXgqwd8EWibSI1hhe8TgVk1jtRE6vRslJWp/iYAp6SnM33psO+oeYT6AgKz2C9ebi6hdQaopX3F0EuxOT35AeXaf2PWdY1HIw8Jb61TYNTnFlNRfEIHaR2cNqFi0COvfEDlcBHYOoFbZ2YGMxLNgMLgE2EPHPtMqIDgFXtgYO51SHlAMNTFsYnEwFQN6XPsvVMfuCPwNMZwgRixMlFDUZ+oZYn6bF+WiEyt0Gg0aiysDeNeKOo9H37NzZfQXKehG1/Mlhl9u2daPIlu5uZPBoKGfHRUP3RmG/wZHb6NjrxTn/ZlrU7rNQf5jFaOC9u6t6PdvMBYMeddPDP8F7/rEsjLKi+4dhgPrNH2y+plEaU/7Bw9s1+5nsO8uLX8k079BFzWWb58EY+ZXqi+MQo30Nwdy2a8spSKTUd2uu9dD65RfQSOTHQm3IHgHimHEwS/0v2tlC3W/qS/Gudn6jVawfWp6/ssZS8j9vz6sUdy4dbMiMWo68qKR36p7ol/pZ6Wm3zYbnQneR760Hf1PNORZ9YNfthepSMeWmdG/zfz/JLymNrhjfeXKObzoVC1NnTKbBNCfZj6kY/+kW7W1YbfiP8IpRg9cBCHPJVfHZXlB0YNgjgP4rAXj6+5tPMyCbusP26OWKl2USBW3YDZ5MtGvktKHAWYyx7vvJfdi5tsNL+PnWxVlxpkrz1I1VVv6rsvCdg6XSMPXr970M98dAoLR+zO3/yi0nY7Ms5Va/gqD/6MvpFXnwuQ3aQ38FhEs5tDacams7nqqddQFugqwBzF1GLcGYZ3ObHoA2Eav+Fsk6tObwKZvReyEjrkOmx9OiBRnwjGJ4MjjW1kZmQ2REiDkQXUUGaJGSWzZMo/AGEGJPQhdIha8G5TKTMjM4Mlnh/468z53Fx+ddp2aNe0fHd6znjIxh2BTRXketJKRv/DPpiBGNJCxMYnfESTIwKxAaZ8pRFRfEQgFuxSXrpi3Bh9U9obkpgD0lx5q7/R6HeNYOQE2PuTjWTV6G4eZu/b/+zNuNFVd49GuqKRtjbD96yZdAnMngkPk+AjM2u/J6t5MyIzC3ARkREnyMzITEz3kZmRcX/gUj76NWSULqPoej/1+yimkZnlAzlQ9AEwsMLFiihdhFRkMNDJfxaZZGNGZP2RHpGZMYacwDmuoPuKYBhwhUqCz6+c9kLdvEBc6K/8Z33UxiMio42DvGDw//ErdFhcwKCwNY9yKaflkX1y/W3ZdkRtJ+2LlaX+t7/1PQ1dJ2fV5oLU4WsdUnvGAnO6NAQDMerMZSLMGw7ElRG0FIEAABAASURBVFd+BcTO7ooFllFKWv91OHWzc+dR00vG7JOZpdvWCFQnwCOHLbEfENF10iOG76xXF+tAisiIwnjN8iIU75dW/exLPvLBOOi4Rp51pcD6+Wn+iHE2wbDdcOmwXrsnmu/aKr7FS+/BsAewVFBU+qtB2fgZHz0BL+wxVh3wQq4m5JubRd3qcMJovwdDhl3+X8HuYJ/d9Bf4fW3d+crJHxs80x19/iiZ127+ZsdT0Nbda+puI9jZPO7jrxyN7nx+oVBvDtSry18Lwu3MzMh8HWbKvBMXtzZUhkUmNricUOfq4XHSK4/MqZZmHOb6XUbZSDDTznMZ1hh5YytPtysPqJdf/CGlsCACMrjaC2ElDR6HJpeBCgeqOPvijKif/R7RqpjzCuVBUqkgGXPL13Tk/YbpNRr9W0dQvFWihWZTbELZ6bXtBf3KN3uL7bzJCyzMANwaknNoJ2X5yB+BbZvW2KSqi3/Ranq23fK6jjrVzK3LpilnRGjinI2Fiz1ImJnBvIPkMzHgg3GmviBEsO7xhj3WkXCAqeMwSc+Ruu2BY76hBwEfGcyMTBCpAKSpBB/ryMxQmQmNMepu4LS5Ft4HcOv514dh7dr4TM2Pmaut/Pg2ssfMz3zdVyP9J+icU/6YauiKTn0ErxHCzu1Feh/sg/2c+pD3VK9/2W5jR82i+nhugpiYgU3Z/P6Dq5kZmTM49+7f/q7ACeQEWGftH0Y6gLibQy+1L+sW6EHdPZT/1krlVdwzJa0LaVsYjjseD1R9V9UBPCeAcusBfcl/Mx17/vV75BI8nvN99gx/knF33RG4pO1a48vu2TgMUz3ky6b30Ug28/d0w/Y8ZQfu6YB3XnvEwvOOx5rOPSof4SEcdUd5PEjLWusdFV6rvPDj3vsptpjlJuY7bG649spCRWqyQ/l78K7QTjAEiZgTvgzqp327B/WormsZI0iu/8A7gac9ovcHUlG+yM2PlUKlO6PDD/rerz8RSBRmPdvVyDU3Xzr7FYQqv0/1Zl6bwPVmEtqqwhAOTzfy3bN0yqfQF/ALuL/RWEOsfZqNuCHjqWaH2Va8VoqaR5RulrGfndHbmXKnq0bYVafkrNxoaioXc7rQunGjOM5MPFUONFG9sLYbaDB+AAsh+giimChYxxyS9Bzkwtn1DJjotFka73qN+tKeDxV8stg5qYpI/rBmMFhQspYOxUrl76LHRUWMDFc0otzifBi1t6j5IDzgNRln1uVOuFirsTEY8FrPd/Aomv3Oaoe1r2JiZosPRjfBBTqKRUA7MDLDpurDXv/wrTww7DhdzJbzzGisOLOp03aLZesPp9UugzzmQRzqG7qgafBkx67gUTJRsPLgsPYjh0Mm7Hun9y9Yi8z8qnyBMd5DOUOl0VBMnB9wROmjDb3voXk9Wslw7OtRyM5OfDU1UxwUIWWqRUUWF9RLbR3yr6KH3pAM/iRqQJk4Akskf2I2RKJ+AsRceZHgv5tXTQ39RzszfpxN8SaSAUylFUOWitWwZ3zf4ekN00pF/BWj7aS23ti+qyb42i1U+hJefghDB1szPZji2pKQAVhmy1duJuqviBienMbvYX6D7aVBaY/y4TVXOjA8lOWlj7G01gk48w2s6qW3aJq4O1r+1aXOqEn1ZQp/EeMNBcVyAGKdpXr5htZL4z++mrPDhGIkkwfMrtGvs0UWTiRWxBPDXPfQUmTlDF7Tfila8Z/10yewXGRQL4YZfnoGhnZP8al7f6+9lfS71f4bmmSbvxqU/KK5Xjm2UDx0Tl26WfGn8uu+xo4GdUP+nWIG7wSYeVvDCFPPwJFi+tD8bNC6kdNEmfftp0GfUGbkGr1y46jGuc0yvP92rKjAdsjF1jJkKK6lqgV5/ZIGvmy1YO1UIrh6VG4cVkT5CbJ4aCMVhGvPqkrTGUhSsy14tMAmGrgDyYYd9nSaQgPUUImimHnlL8UhuW8BO1Ds5joaA5i02s5q5gm5mMndkWVzPYMHeK4PYqMPq3VWMhqWp6MiLy7WnEOU98iqn6sTHLMpMzIbIqARbc0ImMAUji6WfMPjlJnYjohJJw8iIoPBQghMnwroolNJlIx9ouqzDNHXqJGpFmQEbEP0gU6uE9lCuxKsbXL5YOoa8IMvn6HH3SG9hSnQ1rMx4pAr3lTwZdPvGuN7VD3kpWcom/lEdygdPJV4OWk9qFtBLytP3BlPIJP9Yoex8R0Wv8w/4L3+DS1+QiBms9OF8qgJNd/SdYokrm6leK/80aZdXdtRSfiOSSQ5lcw9U3lrzhg+lcW4Ssril/slww+Kjl+Sor70hy+KrXJ0Ovg4kZvOLuiRDbhW3c7Psfo24E8uVia94Dti/lbatvvf7NXaV/Dor2yP9MfY9dpVIBLU69+A3K/2iJOi+pLZani+5+mG/VOUhr2/B97rNQLJfR5sizZ12u5BnxPwSrNpT+Lbc9Rrn9iXb9a9n+S3Jzpa+3YPYtYVz2WSmuOIXd9mOqmz87mwH/MqGyfd452XvwVAqdds3KvmXWXtAh+u63thYbuvgyCTQ7ZYBGaXqWmfKJhdZy8v4r3yUAr6Tqww72sg3mtVeL4XGneCCpyT7PirXvgB+Pwhvq+lGJtlr93ttmGq01Q3Q/Q1Sj1i2UqHkmhkVhQ22nwwUOM+b6avgxV32fhEp+4MOz8EfSB/5rT5I36HnTzogcuDxxKNRtHBx24sJZ3bysSCD7N9eb+Qa0YgXyMeDf/G8Mhn2BeYAdibeW8TPD8+Mj5DgocKkWToWeHJ1hkJ0m81Xzmmh43fO6cp2HMQk+oL2EcZtc94ouT4i7y03I0v5o9Z/ryOv/doj+cx5JVyD8uL0Yk//q78YP4iypbZTdvxzKOcJvZ6DhZel5fSN99iWZoOZppHXZONS7JMjvfZqru55MYesizIe+g6+yuLTbcovoizmKYz7xF3k+/2Zg6w6uBHMElv3ydj2u/ME1c5oO0dKM4/06EmLytTX8g8V5vKpWpVnl3uBaOA1FzwCzAHL9GG9AyBfzwcLaPxEesX9PEz/ogTqIvXrt1r/faYir8XqZ/QZ1D5H/zxJ3C49l7dgXrh0D7wYLPGGVMUX6mA/X1mvb7ajp35d3R50eR6Da7XdWX1Z7hnO/P/13SLt0Hf9AJdurzAj9l4b6125uibAONs9tWmasWwrYrOzHp5sMtpNnTdeyPoDn6bbXD41H0xZOlS+zJ0QK28dAf+zhqrYlm5X8mMvorebaEZ9fNzUeux6W75prlazeGpn6HZjDT3DHViif3foReVT6Fy74OfimtO1mlw/wVEXzrkm09Ub1WCYsxYsTL4xDZUl9OmWrnKg1Ef+cwMJug0MmpKRIRiA46oIjMPiDYygsmSgUshEvEtIxNExlPDe5hzGNeSV0++kmFFX9/P1POhgzDjoBNfpWY92YjXo0HbLcwvms+IOdZerTALX8w3LHzpvlSNZddv0+Fas9nIjHRbf+jxwq4kdwt/7D1i6fU3uuVfel80xumpr/SNL1uTXYdvVcWmvIIIuzpC+y6WOH3UL/Tll/szFuxXqB5nOzWvfEs/fhSGvoPSEX9bjw7ZOiZLbGhqqtjxgLuHx5m5+Z7F/yU6dtv3yd7Z9DjH/5rO1/Ej/Gn/dc2v92mdNc576rcHP6fVNdvoO8+de5CeQduCz7DJC2WpkL+C9sV/6ETsavdzrTNmYS5l7/pfzL9P9Yo/uZa+bsxY6lzO+zWHWMgrPWLopa+ieqi877yvDCyhvnLZO70thYXnlRcfXrng2lqxSxx7Ul7u2LQfof81eLWgNCmrh2u/5dRuraXvpXgSPZ/jnZy3GHkGvZev+ZjjvL97sdo++ANwOzSeh5rsuei8nOmIml3gOXkvtwR6a8flZ/6cwCdPIKcP7EmuMwQ+fLaPgN4iGEZJoM0RYZ4ZmUcEuqiRiQ3OFRY9XAb0DoKhTyOsEYgxj1XmgavHqJ6j5tHk/lQNoewIbTbH/3LlMDIzMpMuRBSvOCMYzQrzBZPt10mMVMqDP6VVvJZT8/PKs0pnunsZX/W/l+vX2OqHS47PzuWLUnqmiDXVFfOz/GMnwA1SO05eA4ppS0Ywa5GKYBRl8XUCsftMd4/fQGnwScevHKCZGZkAmytsoChktJGZqABiZqchBcgBmBHprCUccNF0EaHDjGDgMFTRebRRfDw7CNy5uucN5t+ZJ2FElo/CBFn7WDHFbaxewAQ74IE6Sjf4RjMTdUdTRR6oCnVFYQgJEfAi2+JaIDwGkzFGRiZQzGi8MgjkAkuJQz5QbbgQHHFJo41Mgpn6+UXnHqE6fsbfeALjWfsb9/azpw+dgK8Dx8Az3cHHO0lVUf1B8Sp/W/BlA725DiAyf//OafK3nMeTG7LUM+abIj7FyKnx73TQ+jsfFIub0tpZRdhug/hlDwS9XnBMBBLJiJIsA4PsJD8O6IjpvDIOpWs8jlQ68kTgg5Y4eTjC5PbQSc2wD1o6YrUTyDzWQbXWlf/VmPux9pAHLxXqpd+PTF48KCNpSD6DdGQ0XnqCIAA1JG+AItAWAr/nEBEZjIx9yJClt4iskJC6JMw+Hi2KTCwgRKTKHVRnZmQO7MwlYIlzaMaSg2aQpkN+QyQ+wYCyRvh3jhURTY4XxnS/mKfuccPV32I8Ikc6nqM9nfPseV8fhu/gB9VzQJ0Yz6X86/ALa7D+4MLTzgaeyWMf5SdzQJ3OlEdz+daPDNR7itqLvlLRea6DucYZHSmeehS0DdkeVtCg+jo7+pypuctWGXCU4qN+9iteG9jX6THozbNhrQ7TfIz7u8FWOQfXX49fdcZjZ1xpSrLWreH9MsPrXDbO44+h/b5v+2AHXWYLCOyb/TYeRhsCBEObaNHAwzAbj1jMUByp9oKGYm6W6gftt58jm7GLY51+gdkGVnwOh1GdHXV4ojpmajKGiql9ke+Mrj5VtcU9tZqP1/f3CQv8Uq/BPYM+hVGFdpzqpMD+zzDO4lVKaoqRUUawLxStEmr5Bf0jWNdd6C9aqJpnQIQ1WtW5g4k3D37DhwKEWHYHBUwQ/HF41PfRfvkDMLko/TN/TuDPPoHM8cm870NZ+Ml9QqmUdb+BCuMHhW8BMBGZeYtwJEtigzjxiyzGBSgcsVdrrRgYwwcvLRn3P3myrd5+4zIbDTc4IRM9YI3vGr6QnuauoizMoIcbnAadKS8rnDl3nTFHdNMfQvzB96bVOku0M0V0pxDnP431HDyfcRIzP3R/G+X5Yq67kq9tszAjXIB6edioISNKWDAtxfmjHAJ8QgCBmVAlaBTeIFn/77FMbG9NzoQ/ov9bAG+l1w+83fqRMDJiDxT1/xiDapCEA4YZUTmLyHYk9Ii9T2TcjMyMzD0ikpmRmRGR/Y9cB3pmDLy5rx3wewM4ZBL/NIxpuM1JHmuk9qT2jKhr8mYd6g6amd3PmAgEprpoY7WrE7HmeSNPZnb/E9rtbxlbDP5v+dZiIiOzwWLJcgVMP/OvO4H2urJxPitSAAAQAElEQVRt6yhvlh/uHzkBXwBe2Orxjrn5fES+o88L6X+R67HDIUuP+EUt/cll/MIFjC9o+EaHL4M4R3Q3PF+izTq++kFsvoM3D0onUMvhkAuv+lZJjT7KqPFBrWBVqHY06BHQyYuKsf6kU7+h/2Bi0smn4pTVT6g6yGWfKIXx1tqhDU2r49r07KrmiC/h2xfPZC6CzDPbNPDFSEUJ37pU6VqCzyZRIzPhn8db+ffPOMU/H5t59I219vp56234YJN/k4Kb2OEHLb8zalzDGz4F8rxNyCRuhb7Ibx3oYSNZdsjEMYLmQ/1bZkgzVaXqhupdOesz4uYTkRE3CEbLEdFoQjP2Y75X5MXw6PwaovwIc6y+7ZlxFT49w0O58foJpUE33mdMSZSVZ1JeaHsG7QeBJd7fAfEV4w8Dt+AlYPkU3sn5Tp3//e89nsW7Mby+LSuW6oHFbQJ3fgZM0+tTO9MrP31/Hezi11X7qfSfnYCvDwf80mtPsWU80x+mPDkVO6hJb0+01dEHGy6sN/Pmc/WNxz3FRdIeovXb4DWkzsgPu58a9poPSQ/TTH28VMDrx2thu0a8fvKa6o+//tuqA2UjqT3gwYVEOExtBxV+p9obt99FYbdnsL8zfdPViejCKbLl4r5neeNa1XvbkVY5umGuTciXfreca3cuP8JfdwL9tWHd11FeDf8lc9GU6vZBPPgg3sDaZ8btH0wpMjIbkJjZEBFwkZmFcMhDE5xODVeoAJ8rEeGPGLpGjQU5CvE3DTco2FOyuywacA3xhWOZcvkhQUyqE5ZumME1jaK4DAr7+rSDgXvR+hzt6NZ/Mhj+aP7N5LOztesj1rY911X4YeqcOBPPUf5vPxG2WlvMjPBxCxWAiSIYh1PQILCsUxkwdypzpYvadAGddhKZGYk6oCITCWQmYmLJSNa2xCCNatAPKRNhh+aLNhxFWZh6o0pokWhMPD2yPD2XgYhWOqENwSgd1JkuQmaCPqoHmmmJRqNRBP0yMzKPwCcPiMCvwY+zmOMGXUG6srmokta/RREMFMzY6SIQlxgjkWYMPeooBMPXz4yoWgcaDPWBfoNCIEKZ0YfsNexpIWbp3j/kjz+BcbHrb0Tu5ufaego/aCfg3TDQNNfr8JPqJR1Q/rNg5/c61i7u+fy7Nr/u8XTEOIXit6Wrh6diGXklgvrlDZxav8xBg4QvjF+0zfqy61/g3ViKt3qhuPj/J4VpsQvqCfp2aL8CmYnb/xhcvsSSbV1xKl7/FdZGq00s/BgzbMaGMj61Lxf2KSnM+lIE78Fxf8zx9z0PVgL9LKG26iLL07tvFcU+ubzqf0w7x/v55YhAwQzpKYJhEp1mRNafQJcJ/xCBq37SqEFIJJyQkQ40OSFnCPTniHUknICUN7QKZkgilcW4NlGqtsR+4JsYjGtQwiUDbTBgWJ0bF2XTvzEROxoRZYvbkZEH5dZjMygLJamQF533/jsD92B7ZvQV+tfTU5bgfh2SFn2lYvBFx7OGf5PxKF4JwC+fAT/QXsXb44A/IAw/d3MJ2ltj7MsfH6RPg9es6glqDKflOQ1c1sXv2vac5Xg3PBfVvGrbsEeKimn3XCu4P2d+vFMu2y5Y+W/GuLK7a4/gnr/gttyd5VEYz2RRi1n007AKG5CY84B2N7trOUC9qv8llLyVZ9Apf+9ndKaI63i5+Vpae7YCfUC2OvSDrcnwMPf2blPapWfQRhYzTphrsltqnMWe6Sof/s/SkWPn736BXex6My/68i2Kx0vt9WxXMZ4ANlLXlC2wUHq02iges06lcqPUQWh9wpv3BiRY5+Qzxw1eehPfY6o3+KKvnkfEGyG0QTQFdnwvutN1H0zEOFthuT3Mt9dcSVuuK4/n9M9XfC7fj9fjE8iDy1E+mL9c3F/zvXRa7OqT+KnzUZn1cT1RF1iyNNHXuDOGpy7pAgaFvZjlUYsO2/546lAoz0B1d+LLw8Z61+vUaJA4NX5cmdk312mXPp7wEPkwX3fo5InreCigaLCQXzOsitJ+fvHwBz6f7b/O8NWn81/v56f+R04goz/2FZyutcicYbv/h9ugfkZJvwTpn0/OomedcSIi+eNq7uhDfkEvmsp/AMcaIptKFp8h3KELNgGJHrHmiDF06OA12g+Rw/IszbzNusaacxU2xn15bEVRSyG9Szl7kl5B+4L/gsM5Rk4cmAu+kLpO0glLlE1/d5L47GkwcGJVD9nNTafPhpGvLhg5pfrm5ZlE/d5cPvjX+eDb5M0WTwxjdLMH6Q/+lhPYruzfsqOffXztCfgK9LUZf99sWa/cv29/f3NnebY53q946/KtrlnHzYjeL6U0qFr/HokgL+qzB7I+FbzyMMSXXQPiVhvBgthH/vJTrR6UXhmfZkOA32o2uWz4D3pqJ676kwr87UXY2hnq/V7fAZ3gS0+84oyR60ir7uxI2y3Hppxj5J/BFv2Io+CFyzOfM656MaWfdeooLNGhv7bnYNAdz6tkV/o7qTSdf+QlGW2w1qWS7oHRYF6z9vpSni76aZAObLIapXtYqDYQ8A3Rhxk23PerTRm3sHD/1vWCfWquMTAVy9N1oD537VltNvkV9cNo1x9+WB1xqy955Yf+SLU19B9au3/T9RpH3Vz/aPsm2b5n2N96DdZDX+rvDKu4XpQF1QDsF00zmmpQ+SvoI8Ye7P/XYd8Vl4g2Lq4txq/qa74+pKUJT+DvhTtjk+usc+Qe5KTbyiGU7ldQurCfz2GJhQStZ65m8RtlU3UfSUXzY7eH/Y1/2/SraKsz+ljCvE23VD/fxZOcbU416nXwhdfNw7k87JNq7JJ1qvlqDvzrfKpXstU1PMvXbVYjZt9bt6mvPGfxX6mjnvfv3OuLdWvP9gtmfr8vet7tl7pzTfkX697kp/4zujf6oLq7PgDRSR7vvx3UG6Rt49kUila0a3eydqLcXEEZpjfQ4pruI7wNjriVr9ytl1opRwW0rqX5WT55AuOD60iz/iUChTbIN00vpuCesoKs95v8ETSSyXLUrx/Fmy1LvnFCgcX4CZnqIuo/EwQfAk9nuohJp119AX3RSP7EAUOXGEDMw00iSwTscaLm9mflLLSNZwIN9z0a9KVrEofXnoVh10aCZsWXCGazuiKsc3SXCSdWy8ZgaYJ2UDJLJosWqJwITiITjgmruIOmYJybM7QP4FYza90v6vRTWzzMjayuA/JgkoXZnAYzaNO2FR2zNYrGospRC4rjHHrpjKPf7yvX68FJe+pntBsOx+NNhupn/j0nkNnu4yJsK7n3BcSJ5v5MzSyZLgpBHLwrukz5aEMWMLEGSCCNGsnqPQhBvxTkGxbIO4D210H9fW1Eia/rHRBWVoJsKYlotLRKAD6jaLNlZAp0CSIC8jR8L3rD25hg+IWggEUbYDlA3QHs1fi3CL7USCA9gjz6LRFvICOi/KGep1+IpjxwsqVeN6DRfRf4DS1+6bbuk80fgq98Fg2GnDENSlGxyln2wNf8wZAOIPYXm+qz9oFt0LIt9b5YbFsIQgc/cu/rBLX2CMbwhcW+fAo0RJqlgcTMIOGG+LvGb7mbOv46+am9ozyZftifE/jjTyDD1++IjHkkckPXNqcuHEmiEJCf+fAExt/Bjo6+/PAWtHsraDJnq/GIOYE2nPGseN/7EIuvRbswRjowywT4/t4+A+HAe2bx0v6FFS6kw2bcwCp2RtJR+fTr8pqvJeLzxzt32gJdyNt4GOZ7wX2k/5YiP0gFNOkl4Vcgqw9o2TqN7huTHKV7p9Z7BDmUA3ugD/rZfZZCP/LZvvtYgWLlaftVnvDL6fU7g/1xUE5iKUq/pevUXkum7ziBOQmseHkfZzEUbe+3eStnr2H8BrMgSQYmEZbUCeRANlgzMyNzICIjbqE94lYfEZlGSGMaTReRoTljDLmGt8jYPkOriz4yRgxc7BGTLH9AIntscT68N/YWAswISeiwpYx5CixMVXUtefZiwi7nybWuGOO7zX+7tulQlo7MRZW5wvDtNanp5cWoaXzJ+O3ztHh1m73lUGe8+oXeB+o/wcyzJx26oqe5zX+LLWf7kcQ6N6h89nIGc6qX3qL6ocdlBd+hka9kXivmL/7f2ZvQ9o5NWv3pPwO/5Yhuf4fOWP3Qn+Y66s3Ldn7FpDSXtp8H+33njN6pLxbkBYfvgjXeq957DLp8c83lG/dzN3edqfvkrGvPg75P54/uG/obZyu92+MX17bewK4u7z/K71zrGctBnm23/BLv9LvhHbmjzhd+R5dYkK3xHag+6hov8Q7dai3uNpZdr0uU/xfprPXO3gov5rQvQnzTAM6lel24FuZdai9Nx0aw4eNLbH3kWuIdu3jv9Rfooo74d1B5KLAU3ol/BQv+e7ybu/BO7fdYqGedd/Orh8rfANvS0XK4D3KzD0JihfIJKBNzTnM1nXkaSN/ynMRzFFGgUKMtBjFegd/feR1OcfWG0Q5/WNk0F3BIg+rTeI2zj3zTNXtrXP6Vxs98zSHMLq1NFTMtGgXGIpPph33uBOrD6OzKQZYOOtQlD+E76FTL9AdR1Q32PTWpPtizZGYwgfSIQD8w2d74K4MgMGMasywvNEOjO2ZmZApyFJUX0fXwIeIw3GkHhLm3qwDM7cHSox4YVPDD5jOqenvFwMgcdth1Nt0q3jDZNZkZmRtKrQyTong4KI4BFy6ZGcxwJEtmIk+IVBuZ0FNoxgaJyPoT3S8T+YjI4OQLWJGQ9SluaKDo/EthZuMzD7T8o9ZMbfA7qm4AW3lC9YkoCTYym08cRmbTQ/A5GP8Q0b+QCl5yI+lZvqj8BNhml/nBX3gCXvUI7+VgZGQ4RbrEMyNxEhBiKhfiRjMyO6LR7f/faoxAr00WJBjTL7pE3au86Mlrl+pTPHr5Z/CGU8UUzaraXk8CPnj9gSaICNoOWHQJIt4ywHKAugH8CHqb8dZ1bsAXd2DvDdHyZ5BzQsADn0v7FYksfQRKx+xjHUJ5o1mqlnkGaK18leeY4lFKITc+6kTZKZiZkdnwxvvvG/xbxi7OPtwPjUTa0BJ8sQs4F/X+k49n2GxBPs4+OuUc/f+lbDHoM6LqUj8zqZN4tzk4qX3fgz6Eh4gSyHGgiu6lodkzc3UvBvXP/BUnkBQRkJ/5HSfwk/M3OwFeaugoQ5opHXhDByLLHqc0fsaTJ8Db1Lkn7z/19zTev5zlpPMJxpXwvcL3M+N8P2xxW4A6fdVLxcxr32TjqmpbEPkmhxLFoJMONHHkQ+rvvXC4sE4TBZNE6Iop2mKbXHugEak/ZDYaLWedC3y3m8e+B0quNCzl22jLs3C3Lrgs5GrwrArkwwC7hHTAvCibrpuqHzT2XEBfdNZ9FU9iHr+YYW+o4xYLumdAc8xjvE91A8aaC6uIqPpv0LtI/EB0EJQJD94AMzKbzBqFIb8hyauFvq144zMXWPWBLBLaEV3GZ4vrOvIkerHZsmIzG63PlBHB1qJ8is/IFBEZhi6IqgAAEABJREFUEWWTZmw8lrcDEjlARrB2cITjnglG8erweEO2ZsLD1poyK3Bkes3bfRirj36i9NO9XrdyRPmFY4r3O6BhL7qLw/FSHon0gT/1s8th12fI6gbQr1MdQuXCV9qaQhh6fR4Bd2Nxq7MYOVYaPO8A2ed5BTFeC9QmIJRXOHSe0Uvgm/ujv1/2rzq+6fcL/x3O6pzkWXPor/0h+FFD34Lb+uCeKv5xLBU4N1bOnhB4Y+xByP9gdw05pM/K7d56rx+UPpvr94j3/vE+GVT+MXxuOU7uOeLiVZCfBNv+ia97uOk944HNBxsFv09+Zy8DH69FEubz8Z/eZ50j5welMCu11+vReJSaAPI4w3difD0b8o62BKgInWJQPHf+5OZ6EkzNxhPaefM1HeWDl+cG/DefZj+Tz3Ne+7cc1Bz7pah76M1AsFEbhil/D9a5Z79v4/NGVWqn604m2Cjpb5rAuU+Td/aUmHs2HOXZNvMf5EnPfC64HGt5zv/H6/QE/MBUHzqxSgcQf/vJ5/nITBAF1pgHJvTaE3V2PorGceCc6AQkcIqVD8Zqz8hMFMxOIlYmQl5xQDleGf2ehjCfCtRP+KyPgCYP6eM0M1/eQRDziYotNBv59ProIF6qM5w77SRiZeJ6PONzHf07WP78HfwOp/g39vCZO2OLzf4cZcplKKZLbCM3duP6Mz7bZv7GEYX2GahupvamzEMXQ9uoa7qAQWEvZm/2wjqrzXUKUtT7tpQAffiQR48okJ25lFYWfUbmQERG7DFsETv99n6ylL4+WkYUf8yhrzqpaHzUkBclsMg3sC4opokGaelf8ETRs3zVyxKa9igD+kH9EKyfqh2WnrspW92ovUUfQ9fFSzL7zfw+YNmLQ+LsB/tDv/sErq/Od1f+yf9zAn/uCbz63Py5O32pc99bfJ/xpb3g8iDDcPH9ufh2tm1tsX6ZJCp11eAtrnxZSpbiCz/7Fd+C+DgwvtuRCv2Bk3AcSKoAyGOYPQg0NSvf8NVBvihMxUhxLV4qmq7FyoMRM2j5dz06f8CB0M/S3pMX8zSkPEapfhuw99l0Ue/d9j8QDG2QdQ5byxc3MdqDIX0VhG3Tvo/YrHCbcfsIMHSY2bNzhapLLG0fNGyuzEQGUhBIzhijbx4P1I/XEfaQph4sbZJbOVYqZzuZGZkgQKK9QWqJzE6jU+UVxJVe2pERgT0cUqCqdJ3P2P7oVueLrviLJWf9MgnwO9tkki0bPvINCMzGt7V8Grtf9ROlhXGC1m97nn2M6jlWieAzB0GlXfhINVou5ho5cGTii7IY6RE4M8upfBCKNj8kmGnuFE0od1kYiX3cQ/OplcSDwu4me0Im5b41ErczwF5GnPxy/lkQUz/qSpd3fkQwzzs1BPzI0+0LPjPeuywV2t75NWI5Ar9hL58uqztiqVrU/oWUu4aD4+x/YU33yUFXacrC/to9W//Xg+22zf66/XoPU/NX79X7+pWa7/QoXom59e3PLbk4aV8dOGd1A99zj1XfPvPUve3pe2p+Zx0OjeNrrwccYvFsDbV7KbF4OF43WDGOfjwLoTyo/OvwmllvwnovW3Ngsk99vFRvzftMrlF3pi3u+f0a22Je6pP9+S81cPgmuAWastVVuVksqJIL264qwswj7mbzp+aqlRf366zufxxTp+FS5/PB9iveWJkB5f8e/j2gdXH5MbSZX12/3H/uT15YRDpDXQOf92G0QZhNDj7qN11bow2MypkZmQ1l6Hxm10EjI4qwZPAHComoJYskfCYrgEWXF0CtQ/nhE//28ATmo1B+9kTK18fr2YAfv4+dwM8Zf+zc/saoeugifGajRleEVMQt19RxOy4Nq+ulBwbm6leMCsAMm5CKcBTjMkNDx1CXmIbDJQj4RmMaQ9Oo6yNMwSdsO09yyNzFFqxb9O6IDOWiwdqmHMgoGwsTHjnayMxAwew0MkoV2fVFonQsmQnfEYnRmZGZ4XAV8iiZGVlCNKrQkWgMK8A7BzIYLM028UM3U4IQay3KUnFFMzI3RAaTJdrABJOlS7h1KpxhdXiOGSluvbWgldwDLj/zC07g5z3sCw7xJ8XPCfycgN9/FA7fEfgSwzcmpd3oOK9mVfILn0b5FoVEQ246/SY9Ii4omDBMvt8he2NUrrJ5BlAym9/Q7SjFSN17VZh81ZJ/86cMOjzaqq1ChiZiwaJXQTvABVEfuV4NwixvjBi0D81EZbsXTjVLddCV4T9cfOuu8q25Yp9djE0+efQJQeIDSWajKJiNz9zTQG51EiICVaPB0JzBH5hMqDxwPgLukUmMMFfAr3TwEZijpISHcw1GpoqMTBGdyj+LKSYiMqKBfDKZGZkdAY1g7Rj6HcWWUQN1RC3B6Eq40qlHxVQD5AAzBJqX58l94aMxcD+fwQN6Tjysz+d4hqTmlOop9cniRYAJh5EVdQXWU6Rc0DZgsDwem40w9ET2FQ4fEiMf5tBD7e8VVD5SU3oruJMRyNv8Gt/Exhv3Sr2FH2HjwRf/1vIcpOY/gz0MvTzdDBFKNMrlBxzhyVm0Ezq3/U1n1u8zNso8OYdv3Os79/n33n/+UDdj4bFC7nu+rv3e/Kq/91j/oYkhP0OrBrF1foMucV1zoWYHP9j6D2t8Bap3eni/gP1okz4Ee3ral3o3+YhfrnDmf6Pj5ZcXMdSco/wCPYM2oU0q5DcQyNzkm14pcq27zUcm3nBojtcNrGtuz+tVXNelyt2+ru22RSh90R1tnvPX8c/09MYJXE4LXhong35H0PLUuE0awC7cFbA5fYSx0grApuefjHU/tZe+96Zct+X+C6vmimnx28nppyT9fZB8qq3PvElPAvLfTxqhKdbeSgZiRDJhMjMyz4EHNtZuh0NOSO5oZpMz3yJz8BONiIw2MEemUhaVbejyW0b950qLNt0bDpmNzzyjERmxonHxR4/PN5+RmcHCzKcQP+PnBH5O4JefQGa2mlBm8LA6ow1tgBmg7BhgWT84SWK8CJJmpitsAmeWPNYoezCygBjJH+ce2ewosxC16h8uiQwCJIsI9JlZhsxBS9T0BUhy3Ec41tr6nr+PkSgaInY09iPfyAHeQPE55xv8oPhSO7PReu/rfBo/+Dz3JypWrL5oiH1DHsir+NKbe8Ib8aWXCm0zld8QGcyMTBBAeoT6E6CKpwc5oyOPQSgy/BOs1yhj/IyfE/g5gZ8T+DmB3+cE+Pt8m3wN4t/3FYRik+u7Ar5D8Iup+kIOXh0efG2Cb33X0HakXihJ93jnS8v3ilnqS9GW37xi6XlneqY/042Ync0vRqecFLblFXZeutYsejTl31n1Ap1EXzyKxQOx9a9ZoGCqw4qjOiR0k4xehTZpT/Znk6R9kLzJZ7LeYHyOubW9rb4Rmc0eh5Fv6Dv8TyRnIsdjhH5nMFfpR1+dRkZkK56ZkfnWvhNZqboITED+BbxRY4AEmUmiCBLtkJmoGmCYjc/MiGiQzczIHMCy8knPDZndHhEZARJASx+fGnX/1nNfN/ThVt50+t1F5Ti2wlNjismmuAJmPO88WS1YHRykRVFUvgQYJtbDRMkcLhiVIH0qrSCfry33UD0Ru8a8wHuA7Lr3Akc91ucyUHD2tQ/z9WQcUbOWTMZHk3QHFzRtVlrz0J7k4LcXW1UD4UYAYgU+QSuExf18DLX16pk0L1J6vvrx6Z6eQsypVsvzTsxfATY3ngGvycaP93X2i4+278K77+tX+N//4v2jWHMuMWos6vis8n6Bxes67fd95rU9C+KMvcI4y9k+dIRO99tn7nlj2TsJKze9u789+nU+tS2x8+XMglwfRfVAjuUGvHjcyUsXboQXI/xuXmxQl67TKY/eBDLJoL781CLDL+iYbEcZN1I06yMefwJbvDz+BKIiV+NZi5d+BOYacdYxmfRVsE1C7bHBnHA73ZbTA8B62Iu9PIM3wr9o0oGdd1i8JW7NuYkmw+mKoI+ARVlzXkr9py7ua+DuHnDqx3HHDQ/8uAPu+PwOpqSJrA+4ML/fzNZSPtNh6luLTPB5HTrJSLupSSeQmfg3wITIzIgQrI1ElJysAHsGgyXRRMkZg2ac/8EhAtuG+MdHRh1HxCDxM/6oE/hp9h87geRJzb7nlfr6pyDKLpNw3fGCPPLIOW4InabZE4cJsjHr5SNq1bbDUVDGU5JQozIYtURpgtHEXGVUn56Z5MsIyDmijbLD4jr5IWHIzKYL6CkCbdRIV/zf0GRmZA5gKF4qMoJ5RKZKTFLYxCGTtYA+Ag0oOSOUOpFtQKFdAVo+xct1G/rMjEyBPg8IFUOXgRsYdOil6KIBEjUyovlHFBPfNKxzTI2uao4GjvTo/yP/nMDPCfycwM8J/CcnwN/o2zcl/L2eCY8GhrX6kfLNSfH1935sgzYWKwyzfBptulK4NCVcz4aMB2lY5UsNT3VnAzK2HU8GgvhuRlv/8hGf7Uso9RuaO8n1KaFCW0pkLCtfeUtHfFF8oWMtSp5SjcUEM192leSAZ2JtcotHXCs2vWvZNP1NqM8BbOhA28cBlMw4AkXmUBJ7mJmpRyQ/wmZmhLOQkfkAkeUvCXxXhHoREaWPCMRCRKhykWYmbA5l5PiTwXC5BSHYIjJzQ8BHsIrBD6quIRzGQXMCbKAOdVFrsoKMaSS6ISYMYEYFyqCKQeU/CW9kcZlG4yNcBRPHLKu0HqxiUPGs8UwpQepRKn4IUD18vsfrhPweFVa5ijP/EsUS7oQna+l/AaWTmtSzZ4rXrEYof49qNpbQ2qK+6ma0ZPM6Wze+zs0EYiTEzKSEqx6NWsxer7CmINLZIp9f7ba1QAzMVZ1TvcU/ilGLeCq/tNrzDFJV/Kz7u3iuLJtkcjtwWjCn1+ML9VS8nSM/ln53cu4vnjSBt73fJjz6WGjoOAREzoH1xerdvZqAv6Vs8VxPrVbxK1b322uTl4IqVmBB9WwdXI0kyN5fw6jRc5hnBTaSMT3uG6ig5En35jIWikPFrzkbM3RIptlBXSlkynEkeYISYwiEif+hu2ZTj/nFOWKlwvC7me4Yj6aSazHrEZzlUfWC/PaC7wdcL7u+zFURtVy63DV85qPVTSx9qDvDsQl9jrqn5XHHPB3whY7s8V4293WE/uqkZ6iUOHhriuZT2sbu1qGXAuKaGb4e0Ca9uo40g474nD58+5l86L+W2nvLaI0CYlGWTLpYgWGeW2hMrca/NeZD6DvPTh8QjvWBxx3zZY2lX4rlTrCmYR9U3VfissGvLPKf5fqK3ZnjDP/Zpv7Rwsdr0I7h4rnY/l8CEdE8xzryKMtHfxKD0WSYrmvyqLF07aLDOab33Rbb3Ga+aZ5bjRN655p71B9UK+iOnaA42NE8nsacwUj10i+ATa6A8UX2BFi+oNhtii1v49q61PVt/DFmaQqNQmlQ+V+AUW7QV0oacw9brr7PTXGXMyd/7cLHuOfR4gj7W6Zbr7vnuzbkiQnzDyr/gz/1BOqWeUE7pSwAABAASURBVND8fKWLJ6iocfCSK6x+Vw7/qX7uTl78pw39ocX7TeBnA1lp7WS5eTXyhPNGW87rknAC0jyXaLT+3owQx4GOedSWey23xsrf1UVqiV4nLkfFYR0UtmKU/f/qDqhv70mNu1l7vRv9JxX28WwKfQeejWl7svlXQYVRbKL1cYtrNKmm84yHPKHhOItv/+PkiKqBw5FGH+2aReAS0dd4NHBmlvcr1LT6S7ezjLC30CDianjmV7ZZf53k2jLHyz9bS98nYUpR7nMnM1/Gb19sw5ep7Xu8Y0k9hm7mm864e2jXtvm6mmH4H23a/wy4i/NO3Zs/YIwfq87oaueh1X/g7DyqkrfFBcpuK1zEVossKBEt8xQM/yheqdN8e39V8GJT6wvAlb3n6PusVH/4wla4G9gX+9jzngHKOhPp98G697IvvRX9vhu7w6Ap60WdQX+XqmZs6BUEo2WCeXquEbsbGO0nZKJ3W5zlpxsbjvQxXkNeoyPBOW09XWU8j/kyrcX79Y6naXzpsIWBXWJvuZ3ik4JFLlNk+Jnoo3i7CrSeNuld3G2OF6zJzn1Ybzh3833AaJ8DhifLc9ArwlUEw++iBWzpq+HRuFRDR/mpE113j3gUA/f87tpMUA4yR2BQBTmbwyQVXB3c5G7hy2jt/d7LkIc2QKb9JOdkO74e1/UyAB9m1GEXQ1ycDfUDZ/amqxSNbX+vMQS59J1HrHn3spVvLeXbFuVnEOH+2vlGG9VAY/crBmbTwVQg1AMTAa/uFC1qXXHVfUBxtZVyk844d1aX+8z4QFexD3x2Zg9fqDwGK2sT1VAporaw31Qch29H7dxbjPfxGWafxgfpl0ge6j1iHa30grzB3FGGpYhswiVeAnI+vbbi3HpHS9aKg/Y64b1xJ+LclJEYzoD68SSQufrJX6GcZuNN5fKYlp3zpL9muWzNuEDOgFqfK9Rths+vnO6y1ZPLOpVgzQjWYGTRLC52vIJ66Q4RJa5LOcXDcTyyywAdMZr2DEHhBFIhv0NGaG63rMlEhLpgNHOWmMhR3FgbTXRCSZoRaGYsJ3LT+axbu2JYmOUbfSjLSoW8DvJCvlCGtvgaMOONm6nVWJoDcmOG3KSnVou+imcS+yDs/CyyKdxP7RM1c7AXNNFnRG06wz8IEXAiw5FdCqj8HjHGXboQ2xyykVrlq9865yV0Uue1Dob8QGiMs7F5nFmvddSrutceV5nVVzswzGKvs2wWfZWk7rvAe6X/0MElDKDPfomqVouPh3z7HBgcJ3ulDhxze6dFwFbrJ5eW02RUkjzM5x4eOl04JDvPU1tOlsQD8J5rTwJFzekoONmt3aEftJznZU4y6YdaKibTL2GteQ+faYIT/Ez4fxI7n8VowGsqtqs9LI26T+Ez43M5+6k/Q908hA/bkFF9+XRPD5PqdMDC/b+PW7vdq38ryU3cbygzI/NVBDERkRGFcFhrw7j2g273AT6LeEclBSMc6us3BBsrpvY2vStESQxMneoV0/88X900KgGzRBdrkWqe5rQvoX5QeWE1c8vPMK5k88Mon8F739K4rGkqp70UsJhD6Ah13xu6XRvscVa/xGgu/uBQOu3qoSXLz0C/ivIncG/lc7RZ+NQwO5bDB5alrq89z1gPcs3oiR6xGm8YPZtSbo+kYmK8AQoejRiIQNFRHMuwXdJ4dpCM3DnBSPOiCql/L1e3IqPrZ8r5oQ/HoPIrVIpVEUp7KDW73IYsX5cs8xLywUiYBgRm7jBJbSMRJ1QvDJiyIB/ryM4N2sUDqceLtlTLSz8HkwmzQE06A7WvQQKW2/ToU9ptmWOPfD1XxA9v7atO/fOwn4/A1y7j2IjsRXU99hj+UoO0Fq/QUduBf2YXHoF+g8qbc8Dc8tJH0K/F69mk11djX4f9fxhb0w8Le7btB252ZtxcVJnPL8uXg7bIvRwR/ZX7qP+szJ5I0e5LmFZ3Cf+TxEvdV670VH7yXwsLV0YK11mvNUtbhWmrqpeA/WVaMaQ4meYusDDLc9Dhrjz4nYOGZ9CDb1xRbHs+7or9eybE4vahsi/F9VqUezjprPp56Ngd7vdBNmuv4BwIQPTWeA3UIxu9na9kLpt0RvOeNa/xlL3s00yv7IUGt1wIHIXpm66488U9nFsutLzlj9znHjjwmhMfwNtVkJ9PtDUah8EW6Kg9EJoQJB0e4jjMptJfnw3Np1mPq17tFOF0nMFBz/6tv+0AkkMoYMgsLjKhZyBRgjHXD/wqqMl0Gw3qBC1VC1LljjoLAqT7AB3YfyOYCGxTzQrjTrF6DIZcPR6ytlK8S2mGL+VgR17PlBZR4lgMRqZncAROoQ7z6eQ4y5614pJgmlRAcgUerPYOCcYwtHgWpmKhfrmtGGJrP9J4buBqrgqrBQXT4NLLTBhnc6Tu3yPitMnCqgCnvs5xynHFekazTVnMOvlk15msGXCxG4nmHjAf/ANVi4jKCQ+NjCjEncE5sdPa4h2v1YR78Z6dZ6IgL+TPMGKG7dbXDjbsm+nRtR82dENH1seU6ObUGVNFW9CrHIiQa30sxSsPeEvUx72hWCkM+ZixH+h3iqO8M3ZBH8AH2FKQNO0Eqpy1sCrPUH8F3GP2PfKR13/0xRqgvJAz4U4QQxfYRclEZgRiHAfmUg9zIo2XgnvUPOlyAWMvTKW+F1sO37S4X7YYDRlNTmQRUQqVB2Rk2RK6QwYjmzajKEvcG4tGlxUwvt6dwRvehId+QjkyMgH5EvDhosnqBtBrg0SsDPXIq5iZpc4IaIJB5TvKp/N4NE6/hrfSyS9wUSNZCSt5xyMwIzNBc8pMmQb4jIyACrgosDRVq/EW0fQRNzSeHgueHdywlR8NpW5y3tVhrNgTOl7HSBvNJ4tGqhmwhyjVTh0ngyTM0FlfUTyMelFyMIYAezqJOdWj9DUWwlxIB/BlwgdY4mZgzMxgFmop4cYTRUYwB2Tj4bCmGI7yexzzHOWgYE5YZfrMxDJQPrENyiTSDFzQ3JtLuawxMuW+sD4BXwt4RnGuaUS956NnouM9u5SwH5zmMWelacLdTG0LrJzTXccbIzGeRsXJ6yAFVXyT0dQjU2p7gmGn6GA4Dz+/NJkYVLrAuQ1JUXU7aClfIjFUDqjO8lJd/hP0PqqHA0/LH2+Js87MyPxiPNGRfX8EXGSOoV8jrzVQ1zBWGjA55Dg9vjXkxkg8ceVTNoSibclGvnbtxaz0GOyb6sMPlklXfgZVifRbT/dqn+LLG+UcyOla4L06ZNDNc6jqvav6oRnpelMgy6tbQQbVkDErPbrk7BOqvnL22HrNeN/+08wR/LgszNl9/HFVdvRkDtHyBO0vKwJH/UQwii5qa4GRen+cg3CmPgSPWb0gFMWGR0w9uocCerPiGbD0FDeIGiNHXNt1MUnEqc/YVxUqPwMm2KtinI1LQ/AS9ymEjZ2g8tLKiamHYLGtM9yNC+K3IO8Jf2wlG3pttwjHFnJ7hP08Kxe+u1xshBmZGdufiDcldR3+2ympjvh1+gAUAkucjGw6CLPxte6lIDpnVE066P+Z64zAGoyEdmR0PgImCAlUGxCGLnYj8ZkRyLdQk5kRRyvPfR1nPBrbBfFZ8qJIP465nk/lCfyHT3hOWg1eg2j06GUfA63Do8cmDz/ppv0AV33Rz6vU/vt+7OEG3db2S1+TzIcF5tARyWYxo2s8aztQ71/qNBmnI499AdrJRkzzqZWE6nZQdwVyD9+6rcj26qy6BL1EhzNxbZ7c19XQhZ54Jt17Co/ADmv/+BEEC0NV+ErQ2b1yGD9BCbXWDtZCUfcH/Ds+X48l/keNAX8Atgal2G47i6Zb6sfhL+ep8i7ogbne31t9ThphZ3tZXra8xLqH9f9tS+2Fe2fDRT3Of3kFOLeerQ041FbznXMU6HDw2trPgDKW6upLaK+xXL12WWn1oeJdnrN54Qw89OUyn7ke1fuc3TO1ftH1/Mk58e/w2j8EYpc6V3Je7vOdY7iPd3KIlkvfno9rU6d0mdubjAvy6uRlsj4GvEKpQTXW6/lGPh6l2CF2Q49Z4UaVR+pB1Z1h+HMsuHIuHO6Z316Haz9K4jANuZTIx+nnJrFuBIfRufQZELKGN/9RFcpsulh9qhf0K4023GPjprWUOqsbVP4BKu7oQ7z6I6qRg68+XUUUXFthONiFvSywt3CvOJS9fYhfdjxBER44jhkZZ2NBOQC7Td2B4YbChnRFnI2RSXprrxyTepVxt//JNLEYJ2lm12PTBXAXc9+yYmDFFWWd9z0aUXtc/SLCxmbEPGbDI9644SM/gI5ZdYYKqgryYLqXBy6fNXt+E87T2ceAHjOP7GbOgGncs9JHaPcFufuHbf3rL77IG62k7Thx5SbADYY9FF/Xtvmcr9lid8ZEGoC9O/WbHY5ys6md0bTX6+w780aUXAvSGVWN3nu7oAzOJm6X+9d2jFE342i/ko3xUkjPYNyVXtt/g9ZRckKi9dC4RBCQ84mRGYTuoaIMwYBpE/7x9HVNcIN7lKeoLOQseli8F1RpFoFCmuGfCESWiMgIIZHGGKWIyJQR8BFRHEsWlxHQvEHUSFaf67eigdfSETVMrY97bLTUfUl8VzYUMhgsTMWoRSEc5o6o1wpOS/UR1tkQL44l4pjwGTmuBvkuTKa9NXV/jXVwxXQ3eHSsyBmZDZGIh5kqsyul+MYZQmP3OyFe11mt7NkPnfJ21vYumtXMM5rWFW2bVR1W5XNYna1zREuxujTxfNUJrEeCF+Lajzyq7Z+LQ1A3gIhtwf8eAvuGYLTzgnlqLu1oh28XIWjaq8beAfXLs+dpSXminkjAITCfcLznMmeQB16M+cR6T5UFnrnrb5b9aDD8iu4WcuPM3GkVznTqfzXs4wy/oI/XS9R1ug5zH2Xl2OfL+Qy/xpoAwes64+YG0E/gy0dIOBicfM4aosqiihpzsuZaj5Ctlv07ll1Nil7KFMdcvc4UdbgLdeH41m4t8DJ8FbG9gZcTPBFQt51bbxe6R4yKR6oZnWftgUpnqOsukkoLM2h43jEPcilKRh5zyBfFqK34heilFN6DMMiuG4Z+0wxu4X1l401XN6iqheUKOM7HsvL6E1Z/b7LXklng214X6k3QVywsHwJBTNppbU+89dQPKn8Dymo/AybmlHAXjOmjk8PyepzBlN53rZ/kOu5hC4nTh0BQ1aQ+F4HcEX62aoCPCFwmJPwR+GRHBPaogSqqb5iiaDP8E6wDWQwruiywlG6mGdFFzx6ehJkZzI6l0TgbiXIgYuVgEmnNEdtIWReQ+JSYrovLiopF0jSAyMweVWyUUM4JPwFDJjI0Tsc9GwG2M0OVMvSZySO4PZbEKfvQLDAzbpzK7hfgglfekjcafFG+ix//0Ad+AWbbkT+rf/S5kh/lvopbDv0uxx55yFCRftvj6lM29FB7P6IsBJc/PiWfUX1O9Zyxeu1C/mnQTcVAuSG4xEQ+yRv3KsheNVgIPT+agij5AAAQAElEQVQvDHUWZ5QeSUEcPa45rvnmy4mSq3jiCZMtuJQJ5ZdRa1S+VneXd9iKDvvHaL/qnMXCD5GAnO8Um7GwwfUsi/es0OK36j/LV95DTnUzrDHLH+bpn31yvL5isPdNpgQyfXR7yZ2HULH7Ely2ZynBuJJbxvwdKNcz1CRIvOqwz9fi0zw7aLnZB7kpVT3tqD08ATKY7TlQYL3XriK6z36PwX35KhZibtH2vUT98E6tVe68dY+6p+X68ZfclYud1mv9TIfteWo/Z3i6p+plXy/U1bVFP66DuhcRxAqzSM/g96SU+urJXfuhlJ8PGh+TpJ/P9pPh5ROov0BcR51fl+v7xb+UtBs3+kdjM1z7xzT0HOLMD93TlGDm0+5Hx8yMzI6Azsij97Py48DHHs/W+o38ntyUbld4bTfjXhv0teiv83Y3PZv/KBD3UJd+G2KHM76ksW8+dvv9kj7/qiRfcyq+FeyO5fRanii7au5il6vbd7kR9G/vFwhO/YB6xZ1NBTjToX5hLn5fVv7mEiWcLKOPE9Netdvs3vSUtMYvuM9A7B8K23vqsKkfUCffaTWd9WrjyttYZMJlBJMlAzEyxti4oWlUvWjSq2tmi23rstVbRqaVGYqi5d9jS/HyUhlejjJglH2YwdbvwWR38DD/Sey4T419BiOFvoP/s6k7Ea/s4lX/nnu+tl31Q37hCXzwstnhS5euO49yRbtuftktPcmlZ8D0B0w7/+o2/7R8XtzR88wPXazvU+20llWOeSyzcMW3DFobN4KkQsvSP4ssCAJynF1tjvEesHdZeo/LpuaLJwVjvI+LopCeAdM6148ipZlydtn4Yk3cmJ/18gSO57d3HJ839tpnpYxMgHsKFmZk/UGxm2gzAvcDMtofbMVJ48HI1b6/V1DXdmtBCDJGG71w5hbbDM+vc+TgrS/Mok4UTwtDr/wsRnzzVxpomvvr8B30vvdnrO3xZpP1DG50+xJ7fEnuV8knIMFy82V6i/HL8WYjrvyg1FnX0jXf5jfzWy/7v6880JuTGi/FdH9COUryM7tql2bYpbcgyHkJdk2QZ/IIS/eTDtgIGWirr/iUbdPccvjUDwrQ8v0Aval7W+VGwyFSlj7XemS5PJczW4slyZnxoEOkA6eofc4/9nRe21eCrVHYTQ1iz/BsXhsW2ken/BmQqPJJzTOo/MCsK/4L6o7cg9IEqdkTe4Rhwk91jnYcUOHT/T8om6DloRZMXV9zeV2F/Kov4bMFLbnmoGrxrS6StbiR4Gp9r9c+JPVfhcpMzs/SOg7yvNKXZyoqZlx8j8A8UqC67Oq+Eu/1w7Bn/U7+I9SLo/6hzH5mH3Mc4b9ZvHgt8a0foC+oeRZ6+07UDci14/K3w+a8X50VXgspoLTc0k78l/8A3A6lFdwa9gbZpFsOeynprHZcwl+37HaHwKzdSu9t9pH9Xuz32PxQOmUeYtFawk/rfj4fGLI0GN0LjqkTJM6gTZQto7EZwYyHI6P82wKfh4ijvJkrRBEXJlwSH3eg/Qz3YoIxYuJO7s0WGTGjRJrNzMjMZosIOJYsmuHY1o1T/3eh7e3+nlafznRyP+jH+nMCf/kJJK8WAsIsDho7NCm+cGTlcs2qVOIHluwxg3bxPybVjYuwl6LJTjOiXq+hAZjhKFpLhPb44DDFEaYaOvkjtEUtEdYuNiODUQt0N7PZas2yuGZmZJ4hAi2QXsA4PDJz7xARmegiIvkTjmQBqjMbk5mRuQEhkJojXByRalxOUL7BwFb8kTZTZkbmEdiYqF1P7PqXKSIjThHb0GXns5kaVw6N/Vl/TuDnBH5O4OcE/uQT8G/9fC8Cad+pyLT9+EVO5xp5aSUP/uYoDqbo+CYCgap8gaMTBDscTM3O4gSn3xlMVWEs2rdIgu7NH9tzJ8CHCt/ujwg+IGRmZH4EEQQWMjNqSGcWOTPLreyRkBmIY5aaBX/d4CQHZJSZJY3rC2LXR2T9kUYbGBNOQKZ5q5mMO7Z5tnVn2AnaRVd2thO66vpToleD66nLZ5X1CG5Pl6I4puURvPnS96hbY0xwhXKiHvbbeJU4QHz2d0Bo/sYKXg3wGzqba/ysH7z+H0DV/EBcb6Rebx/ksO8jKvxBHF0Rxopz1XmJjnOZqMe+nuekH7rV/tGaxpnkNby+N+vMYC+e5TOoMzz4qxs/4Mh/A7iQdEddcrMyW//+QFSY/rcMnz8PclOt8kCtPUN9q7nwA9o7puUb4D1AXuq7UoBaS/jD2Tt7tX79cMZ52M+XompyxLYgbmpgG/f8p+lS1SjBFlsyVqpaY4l3fyTEWPvzHhv830Lb7re9H/aFgbl8E9oZe7YUUNhB/R4781lI03n12EcTznvXVi5j/1cUp30P5/l+Bx9OZ92F/BFf8gMw5+HZAQ+iTprFR0ZZINIGDtRHvwWU3MTmJ4/SgL8G7Ljtxc0Bb4zaI3w7k2a+XPEzpnDp9PWGzIzMM8SmD+xCP2gwMtEV3iKz85FYolZUxUgzux6amZG5R8wjm4BLJH+iMZFNHZmDC/iIKDEh2XmIbCFD90zpLfDEjj4yAmQ2Kn8DbJkZmbdAGREZcYHMjEzhWT2BwLdgRvi3t3grwFeeRkM+GFD5yIjMWmRAzfidxqd7YXtsMp5BZjlH8oeA+Bk/J/CvnkC6cZeO9JlIlD4jN0D/hbOVYbXOJ/KS4RPR3xjKvpLzLMCHfEZAnOFQnUowiaIweATYeA0ZOfLMFGXlUSdTXgh9JrLqTLlQAtFHdnpNMvEBmRmZE94Gz/ubvJjtF/xb8t7WkSNmUGOCvCBAcepOgYdxJ3g79Seb+jeokJ8RjIzIzCfgHs79CA4sp4ibsfckaOdR1jv9HP13wT/Czwn8nMDPCfycwG9xAvX3fL404K/99APD6vcFfEPC1wXKcJLSP1r03aC3+c1XX8k0RYlNJnGbvRYmGkElgwucEx0COhIgz/yaH5NT17IrfAOs9xHYinHSPwNZbdbqcgBv/5GZHwfZiWZ1pksDbGbu8kZk3I4zXZx63mgzQh1lItaInk9lR9fENtQAZnSfezQTx8KW4SFHSETyJ6ItEdKMNgadpdK5CJ2b8ctWH7n2TMkNHNMP/TP0GHuQTVEqmSPKcGc5+ncZwisTcTC1mYnyouGz+SF84keZ91H3QQ79jlj4Yej9QdxC/tMXzcP+yw9fz6cgX/DHvff+I9R7LPzwtlD3EmWvDFT4AO0136nxCpaKa/UozJa5tujiSVS8Z/kM1pztVmoitWEqz3dTy67b69dknPsX1l7vLc9krefRLu1+qJrUt6Y+Xw3zgnENt7PtNbFtugW3rwPJ3OiKVse634F2uHRPWdbdvqzXdF4Pn4nWizfB14Byre5XXL9Kth4bee/wPqi19ba/tq89/04+UTb8cSfn3qds+H2IkpOErOQ8WYdNivnOZuiMHppf41kJIS/MwdTcvHwYmE2+8CNJs+PvxE3Vb4fqbWrubF9vOn0NrLTPZMFVg5l5ekhcxdVNZhen4k8HG2eue3c7ytKGvdR0FyuH86z3s34XlZ5T1wfc7gqfyYKYfOgtti0hyczoTCR/EMKRmZIX0Pzb2sN6DknTZ1Xo1okkvIBceJQFl8pVlKWULLJgswVZVEAlEzAwM3a+ee4X6B8iIswVNRK+IRIFhswsFulmZtdIB7rqryJjb4+om+a4og5M5/gZ//EJ/JS/OYFfd2NaaeCmjT9EYf+/Zas2Jmiuk3rZQVzpyvuiJDYFnFGv4CrkmU8E1iHezmTtRXRVyKsPFmYMWjwSNNHNCEbukJF5Dty6TW5DyrJkZDhjDEWgrhPZHXTdbIltQyhlrXIHqAfaO8Jh73gGSCANdCsiI0CCcGQMLnQL5GCkTBYTsjNUxxeOrORfmPAn1c8J/JzAzwn8nMAXn8DhPfogWqyp2hdZyjOarWn8Am790qEb1DXwrQvfJfhNFpkgrCVverPoK8WBVCRx6ocSFh3+xbd4/eFwZ8VPWQ+k8pXHnWn0kLQ2Xu1ABSAw8T+fLf+57ZH2M7GPcn+HPUma9T6excWX8VEjM4MJOkWbhbZGDAoHy1w1xbNkZmSCiMiIQiDfIiJ0CIdMhm4RjWZONAJtQ6xDu4jANTLiKcQT45grKnPEIDEGjtY+6lFHYMjIiEJ8y/C54BHjWTtJX0b0r1Dc53kTimLUu6EEYh6P7EZR3vgOHV7NxvO/LOxjovdsBPnsXqJip1yP/Cc7TTCJNccZJt/b+hyCMZc+vMaNvT+gpHESQE59kaxHc0wV9Gidrte2B6G6VbhM9zfmRdQPPs/8GHWaN/hx8uO193t6Ic/hXNzDd+DD/Z2e1fn+uOBMruFhT5e1vVaV3x8rBXmN/SCCuA3cUH3aEY0xyV/1votSnWKUoJY8dehpk9V9PSzWarTi7bzZPEp5KupSKN6evgCVy5JfkKuflE0/gaqM3zZHvJR2MNCYDGcgKaD9smn6kUz+CG3qpF+OkVj6BDiDcR94cr8Vpt7q2tWFut3TF/4A/OVX4w9P6GE/v4WXvPvF9eY7ximXHp/+ynTdhJ9Pr61PWKyGG3mYMM6u66z/7xRtyQfhHfyA3KHrFbIbMgfXFXfJK74niSrcZQAfWYizsa4dEKamHUq3LjLnULsLvBLKMeOZo8jK0dZi7yzPeZlguraKfwHc+3aP/gUb+o224Nke2/GsZ92Zz2z/Ov7XVfq6ns30RX1/URo7OkNLn5FnxkmnfQ+liIwNj5Ksr38tNNpQEE16tJZnX1o+X9tEi9QkStrU1drQS1NNltf1MsXrtLqvjNoZi1nb58mLD26z9zW/YJoRLW+0kceHsdT6F8OS5Z/FBXyCTnOm8g1RwxwbtjLqdBhUfg/SVg23PXhpyT1sy0fs0MGez6XlW40L3IbKjaYd9qZvchl2S/Nvfu3/obhUfntaQUTzi7JFH7e6Hotd24oFBbPdlzA/80tOwPON3RUJRtPCnMxhk4rhIj+Arl8vuJ/5cwL/4AmMZ+GELur+xiNxX6LtLW9eV5q+Xhr8u3gTfRvr3BOEuIo/jcqeQCq6qK9BxMq297FS8HUAVH25wuvQSamQ/e4ARyZfGw1faYFs0uZcO67K6sxTehhmsS7wmkltMHkl5pbigJHZBJkJeOlwauuJsP/qyYa+saSfIR6mf8rpYZbucNxPXdFuk8yyvkI90DQD1TY1ID36EPPITord1B9k9vx1Y80eQz/rbvnyquXWttOsdbrW7V+hu/wnxJ6+sHBL5/p98FFvzzGNH8qUjWsrfR0kc34Ea01efSjs6+EMXoyqZekZ9D3Tv6qjOiGsvQfaYiqXGp4zY2Kufo60lNjHtK9vR/3wSMU6d3qVpbHn6uL/Cd/5x91Wj3OyPifV5M/lf5Rj1H/kd2mn10dzH+sPuwN14Gy40eanbdtz3Q+c7+uUtHcb6y+ilOao8RzM91Ezuw92R8lvXCnUsrczQGR/8u4ZDAXaDx0tPr5JdAAAEABJREFU8VdxpGRSY/2U9St4Sq715CfQ6yoVbz9qSpD5JdhX20sPG/Cw7zht2dzbNZb1jLqPf8f53XDo8abnbv/5AfjODfEZk/davRDzEtXyLI2MFYeyQ0sFHfI19cWnvLdlF4e6ynhjwp/OzVZcLaeOd5QnQaj8rJyZ8cbNhcgap3iLONWfxQRDPeRiNmtbdRlcHYSK+9D9gKQ7thE7kCU7IjIyJ0RGXCDRZ7LegbEZgedjlBNL5oiIm6El8OlTEtHXmAc5mBEsa0xcDO8zTNupZiSyMxNOKPxJcDNi7ln5AHZXHoOW8LO8dAKenTBI2sBaM7mXGgIu+uCWg/NiQD452+2Zp1nOtaeu/5HSDgc+0kK2U80Wm0op7zKg/BjNO8mwR5Qm2uCwMzNQRbAUy5KJDjkYxSEzS6NcDDZnkxNVQ+CYCQ/KDk0ZkJHhDHQiIyNAZkZmRkRGZkdII0I5Oh8Bt0f0kdDxQ2nxygIhKwpBmlKRShsyglKR/oHJzAj5AhwiM1QXjYjkTzD2uihtRjxJl1O/YFReEjGjeHUrMlKehQmfkXlAIIsM14bhE4EsrC8OPA+1319mUeyDSvmsVD+qFh+MZQWl4MfMXgNqXdQJ/Fwh5M3TEM3XnCfwE9VpL5Te4hdyNJR/BHLUSLiEm4FY0/jmP8XSw9BJ/YvsDeocKkWwvXNgnms+xVcyAmsSwSz2iUVXw59w/U9dFqtzxn6G5hiVovXOygaYpXu4VCK9iJOsmOTyURY6DCr/g58T+MtPoL70YI8+B1fAPJ7DqCcx/pqxPu2dyYRh7jbIa5GyxyOt13oOZJVL6dI0uvvaVVCtL6am5x0DHlVZalGG0V76kmtBu5++z6kpakC5sTCrL6kOwG2Iyolck5hVB18xfOlfFHmBX97xhB86Ouaqk7h02iaYHJM+sgXMJSPU+ydxRZGHfqZpwV8KGl57qma/duGAkxNLsh6BKsIPT3UWHvQXwHyFCMp2ULnuZWmE+lVU9RAZzR8aERlxgWz6xA6CYRykz64cEkY1WVFdWYRrUnQsOZhTOltJic+sQXRqEPLgxAPt106f+fbckJd7rPHs7QneHyr0l34F2jNmH3C7Fshez3mn9Ma09AtosQaQuu7mRtGTzB/TPAtRPujknwc9k7X5+0PYK+idQFp862nPm+9Mr47a9juf0au88R27/ZsH/U6HvO/NHpb2b936nwQG74Ul2uvza/Sd19aKu6jTarvnDnp8X8E5UVufd+JfwUJc839nL49R/sbcYKl47S+Dvb8/g13NJdyveN/p2cOJrF9BG2dU/Cl9j4VzXfBbqqclrvKvdvK8g5KJu/ZfYim/I/WaoqMu4dQLsKxYSr+EdMQ3v2X1ee8+D+kLftYzn/QI9V+GOhP2zGsB7QVi7WutiV7d92OJtSaNfB8fse2FT118vl8GeM9luzj4TojNtwYUS2GJ97on37+ILkG6aLkpWTUa5WWdyo1vdnxhxv13lxKJa9SnJnJylPQbKxb2etSdyQuxA/Yz+I9S2volk7Ztdwe/L/slxf/ZItwV3KJRp94PYb4QqrxppY9BZJuVDvYQgobn08+tmZ2ZPNBEUyc0gyXSPygz4Z5GhQbuYOnYdG/cVW8Yr5CZcWoL9B10E9vIjT1wZSHfTo1yQcHRs15MfCjFzBWjp5YuCczIfIu8gXrwlvHGZt+gmcgfQkSmsWd1bnX1/0V8e6NuFjIOg1wkjMDAhGZkCtiYRzZBW3FdLn6/1FnOKl0LWbk1pcsfBPu9ARu90f1Be/odWx3nOXpTHrw0gz/egwJFAmd7drkgCl8ESkRm3gBFRMZvNmyogw8mn28u2SKo/cfKwyhEFBNPjAxdSRNHhCaUkAgFgBgOdQO8qmkB0dEsqURAZmJIJWiETGaGwzXTtUmZ8DVZcMx4iwCZWTRWPpEBM8ov1qEqM4O5gXfYN6CuMmY0W0TAggxtK0JZRATKTHkQaQcg4BrMlxGrjGvjUTLLl7eUjaIseaYRzU7k2w2wkXQXg3+C0kH9CK9cYME9NmRsfwI+qJVACjKi5ckw5o3FHjIi3nhkk4e3vlMcPHrlN/Rv8J7rKbBXrOcOyr9yEMRMoSyNDMpGy5edRmQE/FLUmls+9SewZsUcbeRYgu9bFxDt89sSLW9E0TfWtzAuqRlIAJ92BlEja23L4Ksv9qfcrsNC7C1Oz4hUxr0RUefOIVzRzIzMBpiIdGZkpkykf+Az4Z5ABcX3jG/Nyt7YqrOVyUa2VcXApt1zs33w0uE180P3Q39O4G8/Ae/7huQJO0Ogb4i/Z2TbStbe4BMwO4Hb5rKxxfGWw/sJ3wrAtL/7Tzy6cuL9Aaf6EmyW5c1XbjDM5gNTutUhWmfoe6poYyiU4Jm+Bw0f35u0rLICPpINKJgWpnPbBAv1FlwExCnb4bnssdT7aumWILaDTdiD79vmJ3GswFa6mY5GX6XkaPumOPxN3oe6aP0T3vr9AjminQOHkpmReURsI2G/AqR5NC0TLLQTzyPxfYToPoNmRDRkZjCBtCEYmfKB/hH0O4fBmc1GlsiIQoyBTVYysHeIEm/i4vOD24k7uZ4q6HrnP+R1MOrhbUuBl3xqSwRZAFSsdKAUm/1hx/j7mle9kmP2x4SGXMXgIasGuWI+RKlgnpdg7Y/B15Hq1b4/iqt9mk/boPJ38D7bnoyp3qc4wtjSvbPwfK/s2sSV/Y6ewq0X45/BnVzux3yvwrgH8IzfzVt+cPxy9c6voKL1f78v/UT5Ele0ct2Pa36ey7kfF01jofme+2lzD9JrmGbER7zzq9hAi4kqR/tQ/ZrMNpC/nre2uaVHtH7sYQn39RWYc1p3Ly/s8bvhGS5ftp97Z3J/b/TB+8HlGXBffPTH6Zs4ijA5W2qevnYv2D6A0b/0BKh4mqkJQ9mneFw/Nd1n7D5RjE8Wn6cLee/hLX7Gf3oCy8vVifCOKbQbdZcC/XiIeUJ2pl8p1Adnbr63CyT6GYEch1F/sTrozsQ8U3JMZ+qhM0ascgkuDdV/LXg0VVSLE5+lCAZcRpT7i5SoigviXoMB8XA85/UwzY/Dzwl86gTm+1C+nm2e0Zl+qsDfGswZfefWsl50vrpCVkJfD2VyqpEqTjD0OzqE8u8HMetmHp8hNtpW1E/OpXe5lP8W3eT2Tjv4wHfj4zC22IPhIM5+g08yl9t1+jJfLz2QzwE7n4yeudkRwyG9h+Ej3cOoIGejwRicdIafQ+rLVnyemcbWJ+9yXqhRzM1SfgftqFOvK9jKZwlysMT5GDFH66ZfiI8TDP0SjqolQ/PGloxJfrt/UGDvbkVeW5bq45mYqn/hmE9nuUjwN6mXeTM5C50fOqno6iLKooSf5WMn8BP1N52Az9MA+/rrno6xoUHZ42fm8a36Ya5+tpLxVrLGqCywrInhh+PQSVWjl929P5VCY/uCrWyKFtEGv/+OAYU2UEeiqB+5KxY6/DeKBR9lOD4itFrKcEaQjUT4YMQFHi1M06981DuZdV9ByxO/13Cvv1dHUzee/yR+Izv+3vCNJdbU3jOr8MOcnADXnenj1m5Pnk5k+Q3qnoM/PtQzTvAPPT+z+Yxmfj0vf2h58vxO45+MXes95c8r6vG+eKHP12odz40fXscNuvaKjh9jl8LR/2vk3dlSn+3Xj3TL2sMLde6clXX8ofMmb69JOd4iX6hFwE2uZ3T0uPYBf/6j3RL6fCfs3fy0zL4P9917k2nv1sYFOo15Uu91qNokkRfKvwbua2FPvyk48F9zDp/ZfzvDkze5VcWtsPL/AvP2e2zyp4uPnQC3K/NjsY+j/HDsh/GGjMzngGPgGZkZLE+huW7+yhUbGfKsUFaFYCQ4zFLVEvhGBHy5SxXidmRmZCaGhAaQDiAH/BUS+4qMzE8giH0VD+oFdjpk5glQBfpwQJmKkpVq+odw9iid6f6hI/nSrda9ZcafQ/UUfhus18UHv3eV8Gfo5m8m3iDiWGboZjr44at8hDZ10nPkufpCez/XPmj4HunmNWoPulnucXM++YEec5ns0tADz8gcM/O3vuMth9snBjJbjETuLnSKCEn5dab4iJDG1dCIf+qVOHWgQgi1t9AHrT5HBAomgTgx4w40BUN/Ub7IjSYkkTIyG2CcoMmZG0UZhciIQvyMnxP4OYGfE/j9T8C3oZe7/EMC1pfjeZPyHf5TR3wp+0t2Yy9VyNrF9IUvyHoPZeHLyhIR/IJOp0ZRYNDM12KqC8MmFc3WfPn20Ylfl+HOp3YtUvqpIo3f5aO+8r4OcfrjLkEqL+k5cCyPV6nZHsXoc4ZHcR+0r9f0rGbT6fKr0Sq7Xu1L22fRc6/PkPJnc/478dtpyb2Kq3MiT5v1hLVnVV+UpWmUJ5zXBVYeWJ/lj6LlJw+5a+351L8KQmmULDAf6YcNOTvu5/GHoBX0vvLU/gg/+jV28EU/+SMLP4nSHXsZK/1V3u+iv6oOtyFboNq4S9jj0K1U3fPw7MU4H8/uCLJRc1ppgnJ7nZL6B3iPd+61hR9P3+OdH63f8X+XviMD+1CWCpzZLNXwW6zB3f4Ofwb9r2EaMhB77bO3++Nr1aHu+wTj1eNNe6wv5DT2edAzdc/8q59vqzv2RP129OzzF/CffO7PzunzOvc9zuPPoTwmP3M6gZ8fgKfD+DNZXom+oXH/khF8KRkhJ+CQMzMyn8fVf55wp698b+d53zIiMnAB0j1QRo3mEIlQQH4DmSNvRGaCRmVytakXw1debP+p5be3jBmZ2r8A5LWPOfcVnznqRcCyMImv/wx1HnvvvtgzO39DiQ9tncKHPsGARmT8K6OeIrbrf213xj90BP/Kpf7Z58kJrI87DDPqvud5OKOq49tGPYlRdfmQv/539uTD0e2rPHTo68sj5NGgVKD63CR31eu0cnb+qcT66jjTwav/ANYejrHkHecwmcqdhRnt+iZUBPQeEiOToMzsvhsNRuYmZ8pveBvyW39/esNWQFZ3BP5vIFM/fKQz3qL3cKT4R0RGBO4xcgyameg/hmMOKkRERhSiDURKRENCG3axb02XmWt/mZsuc+IjyDGQcRy4Ys9CRMbPmE8gIzMjmPEzfk7g5wR+TuCzJ7C+lvD+WrkGLeGw3LMdXF8WR26pMIF0QPkO+HL02mqObj3sl6/4ukGfB6hYfXrIjgz9oBFxat8pL4SrHBfuO3WP9bPSETu/O4L7PMZ+Rq7PmNf1LFfWem9D+iWUipaCXM9+ltcOdyyPYh/Z76T+RpNdDXxjmZdS16M9mnqFPrjvWhO8ApjzKd8W8fm1Cn4wzej3A+GUZfbAxnm2DcjOCR4JooQfhKhL5OkPLOiPs+JIvPMnU8+CuxzAB6FbiEI2hoL+EnMXRBtaIJIcwY+Miz85wi/3YR09pDcIyhNPUns5AiORlOX1oz6Ln1HMhONHnmnlN69J2tseSaQklt5gttzBnp8AMe/AOOkAW3c790HcPM1RcSiLv1p0RE8AABAASURBVEdx8MdT8T9+8H0vLPS8UHMg4AF5jpPwOD3jOPdH3SeRzlNYl3g2weRMlXGEQ8ts8nrd0ZcfCxYlakz+aAj6tK5yTzVKJrfUA1r70ecLQQnSsx9ywrCVX8R7YlVT5r8Hu669Sxs8+V8IzqLqSh+B49omPU7+Xs/N9m9yfJ32PRvnnCtxoxx8ScelLuNR+SHZOgPHBEMvPdp+qTy2O9PewKx6lu+hdR9fxQyfl6lv1lNQZlNkZmTeQWAT3SegzyCthS8T99wQ8hgxZJEMWCAF6JzpskJpICL54xo1kEjg/0s3Uz4CAhKGKQFw6IKhcAABmQddfExO45Iy0gfILEecG038V2B7A5lqAgtYeXW3wKNmLRlRQeHIxqb89+N3r+CzZY+Dyv/g5wT+nhPwQU+e+exbSvi4RHzbGE+YVBwK+eVaqbClDLTe/eQHhm6m2Mof+uk58r6aaMRBv6oX83gmO1z1lXU9x5Krm9w9BCHao4/BN5rZaOAVNRJuQyD1GSETjnQ5RVnImVlc+ciVKINGXsAepg4bsuplBM6ZjcrPyOAPNla5FQTBs2KTyWwewYCNh+h+kRGZtUT6p/PByMyIE6Bt+phHaSfFJptiMvzTbJ1KLf/0Mfxs/ucEfk7gy0+A9+7KOVP5GeXAog7y3dP3/pMac3X58Q2MPN/erd9fjtD2pakSnn5RIuqzVZc732LNgh7duuLfcmCT1yYFFYMsPcL4vc4ebmGaPYhspcgM/+LaKpCgMfv1mfeP8rmI32f7Wok3e0v/OmTkugP3e4bV4UPM/vof838w5a8O2w6JO5Hi3Kzelbu9oVsfvCNPyH4ez+E52ZrPo3dn6upaZgKsucoLfqXyH4Bbrhxjo+RQt4Fqk063ZlP/GoxttUh4tredrnnfrsaSxSaGPyo6wdV1Aj71+qdFXnoAmUaWjZ75WmNCOZsLX/ki2FEpPoQOus/Yxc6GA+8Ojbf3c/RMxslOKBXNSu+DKjjguj0eFEWFrO0DqHjiitI5yYd0l+oH/DdJ7/pV3isP6nEOpLnrNaL90XcDlQl899/+LbrUD/VozdjgwcCdTU0zphfvM/eumyNmXrNyo7QD02RXgYI99v0iLEhDj8j1w4bC2K8CJUxdhNQ3tIzfsFjrG9I+TOmZ6mT9c+DB4dbrzy+gXlQqrhfWujcX4bxRYtjJJ22G2wOZHk/O48qp9nBl/Ef03/YDsOdXNwZ3xvk14Pi5ktqE/h9BiyURddrddcyytzX/o883y7TApEP2fFxpqGzSD6A6J64eiBta1o8tNkWkn2sFbHsvUX8POn4KWXVc+btONCjNSRNBQF6dHwx7tczv4/+Xbdh77/c53J9OPn8C/1CGZ5/FM7+h67Seg85/4Qlm5BdksznRU51+STnZu1sjs37wg+ox+E6rXfkBfY7Qpu5AKxb9oLBtDr8mbUeCfvWF5728feaAv7tH7D3VStY8q+YXMBYVX1nqZG930z9bv+Ut71qiLkN9HghHs8s9Qg8/dyvjba5SrxFd6mRV32HsczObf0PWfdOt82e20uP3Qp2e5Yc8PIFnD5XzN9fOvevG9dH+Csw18ErcF/u6i3uwnHbpX4VPbGpctlfoX3V2P5uJeuOJ4/jETXVM9VA+1lIeMFheOqG/rzTLWDst4tLg9zT1zQRfOi8HvJOndO98BS1WO7HYxvcO5bPajr7I2owX8sQaEytPB6W7pYF+/Zy1vgZTf/DaXwWxZphObGKx+MDjc1p3tU0hv4ylt19W65VCv2tf9/cw/9e+Bn83wmt/hjWonUOtLOO21Ix4dUehP9733HkEjPivpBSznQnH2k1uzz78O6CBBaj7KIzfgUaWZeHx3vI3e3+9oN7yxOvDUn6HHFPPzc52OU9KcrAHvpTo+iy3yonrSuUBvqiqZxYmddF1yyo3rZl6UojS0Bc1UelLIssdiu+wzrUoiEhm7DuevLs52es8qKb/4EfuIy03lincsA68MTD1QEcfu6K0hlw1cJIi1pQvGKlNOkGnZu85UJj9aZhzBvH35pzXf+uXUPZDbQzP80v9G7vj+aj+CX5I3ffk9869K5bp3rcZXO5tgSy3ZtovZaNnL1z3dBX6oaXVI9T0kJ/5jSfAYS9c/YUb5NMwD62SsribfE3Lg4HTOn/xRba5tfYjZu5t5h/F/Rv2N8/yCK8u91I/Aa2yUiGPR7HcdhPdYvQpA47yA+oa9r7am34LmOWNl9t8jENCaT6B5GvlDs3LFUeIfmfAdGdue7XGLdTg0x+QjVMPKGj1TT9xqw0/Omh+T/LEUvLcWcOcjNzz9DtrH4kzBN9gqo9wzVrjMBL5CphqXtmP+uj11MuLjIwofcb4E4wEu3mj2FlXgVTkWcULxmQZ+kZkTckMtOHQ57OoPGMx8T3g93/2zkTBUR1p1hn4v+//xG3uF5kSCAzeytXLmVIplPsige0qMz1nrYcjM7Kx2I7uZK197sCmMcUom19hLlZX31fcX/6ACEaK0I9NEmZFaM+ZMkLet+j3lHawPjcJT/dOHWXe9E/Cl26t33e8apKz2rDggAOk2Xr7vIXM8FbkJ4KqdffwLCIk+8abQyEiDcjn5s1Nda/CHdsmj/0M2ly+tWgyqj8+l1aGpq3LFyzdmUJqRuRl2+kih0JQ5RptjWWocRVfQvL2xMg0lwbzFjpNZb4DFNdX2w37GsljNJUV8DnFCpgwURYLRniwd/jNwz6rnwKB6Qft1/cezer4PkUzcS0OKe58vfFhX+ndqQXzRudNz2C/O8h6tjsemrL5LcReheoZrJeZfCnsqROh8z24Afqc2JY4K0b5Hm/fgvtMzu4wJc/sIhbENw7XG+FSlk1fQg/q9KXg3+ssn6zfEGbqgtmy4dcSqmWqc3NjTEdYbdnUMH+Gbjc17Gfa0eVOu/4voctZ/CX9fLGNZTs+7nfwxfr/K+HLOf/LG/YmjpB78s2TTFvs2Fi/pyywDpvfd5pOUCOgt7BGEWmLzfCf9ovCAvC3Bv5jHzZNC22fT2VPU2qSc+t2BPX3mhVp4XsSRyA3m+1b+GEMPmk3z9fj8ATSxhqHwBzkwcf5+GackJaHL7itK1Qf60qO7HzmRGbUxCz/Bor6C299B6XT8zVKyJ1J7c3vAoOc/d0J/XYTvWQPn6YPGu+36Z4uYa/2swQujFMvwgHjCgfql1WZx8sBfFc54YGpTh3DcHtzX+/vO2fY4SbgIImLZgUz2JP/PM3OnLblr9bQwtRrsnhvLGX8/FAr+Z3P6zrOitqkIX0xr+eo/u7F7fulKrsg7milDds77EVzTDhsrEOUvawxbbAPwMmzKbmG6LJHtI5Ino3vKeZNjGXcqI86c0BRlo5MxVhzAvybj5Ps65WMT0b3PpF7rZHabNn0DNRyTsyUq/4sGyhIjIUcrIhlp3Tjy2DfPXBglv/e9mmZQkxq0djbazuHpbfMtW7fO70BisW/P/DNOLro+drnpTPhzjFiY/UsectZGmGfguNeARUJpA3OpmVsMi1izJkG1Ki8ppiLJcem8MGldlAJswbs76Drbin4V0x2zQGzZmvrfcQJWf8W2BhxvuBJfFVhMje8p0EFE5yZ2YA/uX8TXIbfDuMZbHzjZ+xOYMo7Jy+lr2KB640blxiG2Xg8MVv2zYDke2SxWe6w3X4Yh+l8eLQcgwF2a+vxzrEHGapuN2TvpGjTavusaIaF0EDG3NJ7dXte00OQ8zZj74L9Uf88P3aSlv0Nntq90oaSsx2Wqy8mvybybxu04xQvKInVwAAXsAnEEMsIxBtd2lmWOPi9017V80QLSjuLpPbfyotuiinSEMvAJ6yLWFdcYjfSLT0OjDvfdPOCq6B7hHWZUBHwX4FUOUSeh8BXwmsAYbEObAhaIMz3Ec6V/uVXssI0PGwfYFXebmZ8w0N939Z9hvDVSc7x3qST9T8DSm7LkMNpW8ehw5GyBVD2yPoHdOLoO3blfR1QaYFCCx8bPpqv6VOI2yGJUBC6Nf4GDeXjeVSPkoh5jH37SoVXhX9S/MgisoxApEIcIhh7X1R95oML27ti4PMGHuTu8gbtWfJ1SN5X6PohQ2DWNu1IBTtXcJkWhIKpKJ1pR0QowrDNtKPLC40IqTvDB7xlIJm3LiLVwbAKPTMKgipYEnDJBgwTXUTyCPYPBmx0XdIIk1pwSnu8O16LFpXvoXdhn6C3CHMAXrpD8YvdwD06tiZf561mKx3Ytw5I3Wel9RDd8lyfBXjJoAlJ9LIHxs2cN9KtcGa33lgjKEe9OEQodsOxK5Z9+PcyPkTL/cCOrV5Hu3RviFWjAkWDhiWxSArpMUI4eybNxdI/gd5tHXn9bn3beL8GWPxmB9lO260xNcx3HMhZFP2SC368pou+5/jN1P0dwF26E9NPw3n/FA62mrf0M/ov9exD/FKCN4N9f72Kdn/6PeodvNnp3xPmmyG78UU7QhpZbIMscwlsGrV7yxTw/hpdA48mJNYBobgZ+X6V2nrPYuUKURsDkz+30JixFuq/wQp8cljOWBZ4Vry87kE+q/BxLJHk9WqQ31Hd5i+nuwydLTcENPBzVKLxs2kHMWnrNPUUh+atCutjGLHx73E3lMBvmT6be/iWon9vUl+YvFHN7LCIMNzX8TTYLiHdX7KA7t7kfvF99RFwL9Vdvlu57KkxPcLQH2aycKfC0Fq+DEZq4yjf56maeTo9z3s/zzNx1PCDJYNkzJve8Wg6mmIj9iEzuy/5Hb6u25W8RlZY8i35SW++fKmyyM/zFPBM0DqUWqd5bJvD/+ry1y/6ul5j/wC5epkrjzumQetQkB59X3kvtH4D8s1HaDk2vtaRi526ClzPbY150wJGlz8AfvRxPcGMfnadPA98SQTLWnk3PALzoAa+GJyHRnOavwGWXmG0ubdRxm073d9WcyqNeTrvhjt/l7LrpT/zrmuYfwJXfBfYH9m1n4Vr29d07LN03jKH3PI69aJHYHIRmDBMTGSBGfMgordPcE+/CN4bvLd5uV+u7oSmWk+W7ON7e/HZ9hD2uYcHNsePIDv1mWxsBsvmfgtP3b9pchl8BgvobeE5j5d5XwvifM2NOluS9ul69gGeBu5Yn/jcxutTU8EPvytIT1B817qCNSBt7s+oqf9nyOQLuId3b52pX3wrbw13gUlD2VZdyc3IHVIWXrbFdAPUig7EnHs5lZul8pMPbXp7oQ7iMu1jdIX5EV1/S53sDN37xG51d9nQMrjjc+Qps4tzj3MLxSjh/ZHAiTbANMhzvRxmYobpl8QtFLy+gnVBwEUb+Ueb84Dk0fvh7OhvPjJGEY1qoAtfhZolIpBtk3INrygj4CJ1yUUf6gwUc4wyqjbRMptwl9jtJg/K1CX1ErHKxQfqlxERzhNPj7WIwj/7QKFoaAS3OEV44Mi0j4mptSvQ1lxV3Gxc+kH+BnZXwPfZWRXaK5NjwCKX9njFCVd2ghme9e+fvlkWuF03fgtrAj9+bv+aAAAQAElEQVTTR3CWPQhdVU6wSn8x97VGc88tRSPfsNc7mfMB74OSecM6h2FfUwPeNsgn5r3X2r38rZPmQkMbBbItTj7o/YVzPtmzbQNF/axKwRoQpvPN+MB2JZQZVpoa0QcCM7qtPhhjM2w37GPDyidnVWK8V1LhxS7A+zGs+jpImM08oq70yKfb7fsJzCQZgXhvZvnR/4h3AutHGssJxDAyHfKeBt5dF23k9cj7jtwjrXd/vNAnP1LUNzrbrb+Fa9Y9ZR/j2Kf8sPFL28Ijftd0jQ7XMG9qmDfMn0Gcp21iSeTNj/CB+b0pstulxNz2sSiSmXOtpfOmwPdJXn9bkU0S5kHaUSRFPvXFZ5n2W4Q/wriDI/h4rDf9NDLvH9nt14r2O+hV+rWqX4l+86S9wa+UXe79LyX5w8GPzm5v74dmCpbf3+D9Asr3SYVUiBATmO6glGM3+Kufz4j6TBlN7qNs/gIrLajSdbwOKFCXZmHSm+/2HG++G0pmpRw6YnEiFj7/1S206aw3XPsIYX/7OtoU2M8xt2g94FM25M4TH3eBr+3d/xXq0FOw17SZHsFG601/J1zzu+B9OLfpEeoOFaZzzNzFryDwXxG/eczUO0a+CrizTG/he7JrzRtdPqK2PwcaoqrX5/yPu382tvfq151fn+cgI6+tczuZnrbzEOnEd+mDM+i1rHsVGTvk8MOM1J3Utc0Pf6/tQdaVh1pzPtC68tDsSnn2x0XxaSM12bqGnpc4jK5caHrXX4CP8yeyRstREbUOcXPjz6jr7bH4UmtuyHrwpqkjb48rlj7YYPG+3gX3nbq2f1zoEZtlBNvKx/HP4Zrn/MA38z/wofiy1z1P/KNJ+/0IuM7sCQWz9gdDysV+xPd9X/M6cmfgdNrPic0FMEG8V/dQhVed9YZt17jmNYTiMFO3att+jX5d57RZBzhr+1xNM3ZuOZ6gLc8VeqXWmPeKrmTqmif3UX37vYPMTc7rDlkDXdpd938CvvZz7Pfcz7XrceDexe/dNc/S17ODXNbxQuKuJKv7aEidtTA5z38riM2n/Nbv99riZ+xOYNrJHxR98zhdp+Y7Sse95Xs2wW3VjS9T58kkxSzxKdZti843qwH7jdMVjnDTxuDEaWT7r7aV+2PxG4ATJN0nafZDG75+OWZv8DfTPd4oI1/OwXCsAbvRneazo9GDzC9AyQz/sWwd1HyHJFjZ8vtBWYWo2wDRKCeP+W+air+xq3hlsIVDd+v3OHR8Q+lbfo9//iDfOIefkE+fgO/YntP8EWy33vS/Ar+avJc9HXXmwc3WHWNgG+fywGVUPsv3fI3e1BzzNJ9UjXwqDhb7GAemt1R3m1szZsknfYl63hPn3eRjeKd5UhyLmj/D+MuDfZ5MP7rl7dEUTiF5bYrfSbKRvDg3VfOBdNMedXeka+4fId+d/yNNfkuSs50fX6fXW+h5TA1nMO2w/IN2Aj/k206g32+/g37bJv5Q4rMze7Edp3kx5NzdyYxzj9WCn//uT0Xn81sGvmaBYoPBWry/G0j4sxcbWnMArsn+fsFAQ6jXymvdOa7U4MtEHghHfoEM73wDSBaujSOTnFSFYcLjhxGXB/wSQ9iz07kzjtw31EmsNz1Ct5l+Eke1us51Ov87aa/b6Sdr95ydfjL39+Xad3sk+55+Db7NeV2R7LU4x3wR3P/nNf2aNVyjU/Nv4MGDGz/QyD4GP+texcx7jR8czbzGOyxf8yHYlQdgx5iXuCtvOzN+c9I581zjij0fQEGv6DrKXr7WjbJ5jpeLy/S1RbDuEfZ5umz6CJWberwEKOmKwz5m9jGn/CiP7Wwz/c0foWpVviP+6Mztd/UZjteDQtZ3OM78Ff0j2M9wzCuY6cG4DnTPWz7D3Hob6Z63fA9XcsxZnzPMK9WvGzI22w37dDr73H5d45cp+HX9Ff6X69676QbYrXfslTpPo8c9pHNk/od+vH5e9bnX76u5/mH/vN70b3oDzsj3xtzuldnvnR/ClZzOOy81rrxvdPDOknbu16Qzth/Mb53FnzvD73sAzP3Btrgp+BQ6nXbqOHV6yrBkMTNEcD2yB9NB/QdYXhxU9boH7/tYOC16d5/PwkGEmDwHJz715IsxZuTTLuUafHGqiNgjGJiiG5JHMF0QNfaxXcY9jPSPMAsUUgc6HSPQF5SklmAInE9bSR/G6pXaFBX8yKyXgn2FPqciupyURVLqsATc61AwFNKzCHwL4bHEIWiF2XREdW+WX4SppJBAROTaeARPlIowZxI/4+cEfk7g5wS+4wT8qWb03OYb8qFa0yff9Pkh2nnbzXfaecuv4ijWuoZNDz23bZ3/S6jfszt4D+et/eXGKoYkTFLEESSFtMVkOdA9gbAvCDk9S9SwypxpB78xoTo4a8KY2JjpbBpOeQNr7WK6h/UjboJdxIh1SCgaRIDEqgjIBhasC2xG8hFmgUJaYS0iRBFhxDC63OlgOmAzT8uxibBwhJ6jAruUGey+KP4iZulrYf6i5n5a+TmBnxNoJ/Cvk/7ZYwryd4G/Y0/+jmH9fKS3/P2oNO7QXwVYa36FNQaadDC/YpPT9sy52it7eZm3hUx3p78ws4OpUxatHI43V9QZ9yhr2Tv/HK1Mrvw3oXbyZzpybVc2HWHd78BYs/O/o+431PCN/HJa79lBnZp/EYS69Duo1wMJhte087gDU78ubSoeb1xf5klQMbxGYZxzBFnru1r8iqdI4y0/j+yapcUf1Jp3DzX6Q6zSt/6oPQ+xbg6LCYAbbOm388fDmi0c0zXwPE45zoUtc36E+uR23Tybl15pkEn8LgYl81bf+/YDpDPYZ7TNXI+NzNWzPO9qHsr0mL7EtCuOxnt+AJx5VsYeBr9RB0/5sh/y7J1KmNInc6U8h/t5Brmf7HtukQeUJvp94py/kH9xXn4AbPR7d+S77pbOcaXREYcPDanh3lzPGPlFdh76sO3TcI3e49hf6a6Rdnr8n6B++Jt79b4L/by5aerm5R7Km9D0Y/CdTTKTI+S3ANh/5hdPwIf7xRRvhn/fA+A3G1rD/tyhrD38Tu4r+/1K7LhH5UtaVvGFX1EEM5Yb8gvdDT+FJoW0g3VHwG8yGiTipobOi5wPQYz9oyiEZu9NYSwQFhI8M4CkkDoCvsDaZ0QoAuAWAfUsKKR34X0+H5t1QxFAUkxAk0Ia8oQi0AdDcf8n8LNHUjlAsCsQQqgj/cIkaqS22P/KemdLn3qF/VeO6mcfPyfw+RPgVbb5EhU5f8Ol0ua1Oegx3U7bre10z1t+Bc4z4iy2+bhX78M4c/2devpRrD+wVEf2e/oLCAfKq+BOcJhv+Gw6tJPrRt9i/Nlm2N6pImggUAEBRBmCXzHhIHXZ+Q4wNbvpHktsz20KIkIRKxY/haT6TIaKfJPpKabVF5/0nehxqjzSPRpZC5fAK5KySEh3QFT6mhqSIIqzHwzhIS/GhlE32/IXgb68r7+oo59Wfk7g5wT+9RNon+/5O4l576dT84ZlA17gt07XNXrR4mvtuoHeNczs0g6AWVGdgebeoHjVN5Bb3tFH+o3Osfk70hhLpSU3/FNzjH+Wd+J7vrbfw73Yd2336v0Om/v+HXXGGvdq3rONOX4/7846fn/1g4o08/Rrzq+7Gxzk/CMqNvLhupXRa6E/POnUD5XmmwdZNFHuMLxrwfMMBoZpBtlHmCw8E7FdAYRFP/B+QIOIHznIaj51MDf+zY4p/dMP3RrZLY9pdZXBy2JdwRnJwXSNI7i3Qz2dOYdtM04dVx5YGXOeaT2wusJv4cgVV8e3fKndy6Pthl+2tTBLDue5h56r+3T5KbqUi/pDyFU5T86SSQb4eA64HU7aqjwk9Bn5wa/PdkR/8Dtz7segr7R1eo3Rz3lnCt2DffaYuaYzcXv9J2TnpdswHfNZZ9n6Oeuzl/88nfOB98wD9wRnPoP9DSMppAZ/h/BV9FyHdF/9R/4XT2B63LQeu3QP3qQ6W/SF2Apo68wL36wT7mG9sdeX7LXecu1zDL92Rhx7/T4tu23F3P2rqN3mGwKbStqy3SNHVyZ1vNh5F4nincGcmgxt9oAi4aCInCzJKCShUyw/yBKSYS00BkjYApga5iNYHyNeHSLAyOyRa4oRQemIsGQEA8qEyWm7EfZBzzRXQLDtVThYUjAfIhj2C5npUEhGBGvkUK61mL8Dmwj0xF+NwjLVEM4PH1EaJY0vj78pwfKqE6+nETRpGyT+g9uOn/E3nwA34t/c3jO9LS+eZ5ybz/KlYJPrTyAEJzNg82jM3wN+GWv6AWRN5zmraZthu+lfBvdvfLUt5zgAHxOVebB1namkkB4gFG2GpOg/wZCR90ag72fcaWwHsQEyBgusxVukTSHTA6AKCasnsBzuwbwRuaR6XErLSqxUNAaqUHh6kRSSYBWKSATDPCRs8pJyLqn1Ulh0Jd5bMxcOpgZsPB8+eJo1nOCfxn9iE//0Ffhp/ucE/s0T6J89ph19J5Y7/zvoWM+8QV2+E+AvGiZy8sViYaLj96Nlxe7vIvwdgimeg4+9LNpi3kBu01KBlTw91t7+Micptbp+obgX3xLZx/HWd6SpC3uaxjcW53kj7FtDek+dfmuxk+SufYS6SkeWd3VrnO+OI7im9abfi/1hZG/ch/Va2FuP5R5ja/IwZxTTR6frfDThx5M97tBn/dGylOQSkhLGK6TLpq63gvsLZck4+30I+O4zrDFW3hwJB5+SyLPRlV+tzrBFxZR1XP2eOcJ+zkzqJM9StpQFHX8IHJikc/WD1ATZkj7mdyDQs2rg5POzgBvtz/XgqultO0arm37wBM9khZCjyQiYz2WK4kIU/qzpa/oIOGZP3W8vd/1TlNqOf8q3driuxG72gMyGmOwZL/KuDz5Xea/LveB7S52v4m5tb+rdL7Vo0Mk/iqXH/VlSj24pycrhIMJ/tPRfmK82yo7zNFjo0RL79jUA45TE3/SfwZj3h/+uE9B3JX6Y94kHwM4xNjjythnouEfNJZJHl0KnKbSl60zFzcyNTMz4YrbjKK88N/7Od7U5qnItSUuVq/2wwpPAr6IE4jDLZ1C8wr4QbNcOt+E3PNNXUPHshek2i/h8Vli/gDcG8z510wUomCVWkuJZrTdgeVPxWkhdLiWfrZKIG2C5w5bOm1o+S/SEXoMP6YJ0hXhnrNmKq/WdTJ+KyT2xqe/vhArMT/X9L+S5v93+ouj0X9jRX9/jT4NPncD9O/OpFO841ZvNS5G9U1NjH2ydYb2pdu9lsmHEjaIbZyIjEXfHXNYxT98XdFSX46P1Nl/myOVRbGS/3bXT+O5BIbmy1kLayavlAacgkiXuD3t0LJ55dF4eIahRqN/VgjGnDqbNudFOutxp1zdqtdHE18lM/TnDvK9k8hc1c6U3twe/2bIF7EzHjbCvZdMlVQq1dFtSftGTgcnPniFMkrLWHPnSvLpmnYOgUT/y6TqUvbGlw7+0/Ps7+JdOFO+SUgAAEABJREFU+6fX/+AJDO8Hy+6OdIvxX2f6e0anu/3wnt01yfosjK48euNfbDDN18RA83D6ewSjHPkeAMay4xO7RkrEUpOvTWCyL9P+8QVfjljgyQnjtcE6YB/DRkSTRPdCZ/OC1NMjClZcvVITvbkFtu9jkQlIT5Y3p5O8GfptYX9jT96s+/qNyFIsTG5KbgoY7oPv4snuTS7I1wz1PkGPenY9Yyn4lzFsnY54BX6kyUrSc5LYM2FdoXxSybKVULwwnc/ulaOtRVD3PRXtvtxg2NZpvZGajM0lRS9d6tS6ej9K7onFnxmvwCntb/oi3CSoe5mdJt+oU7FRZlOMRs7Im0KFEU8zW1RO/EiQFlPge75IsyFsfLtM1sxNMBPJKzFwmYP6ll6CU2RcZoY7p1mGhXZcLn0RiyfPon+GJxC392IJvKlFPifDBOEEcGDSY+c79f7gy7Jby+ZUpyApc6hBLhTb60UeGkGNX+fxI+nWDx1O36ljg/Rw00xv6j9H2Wnbrw+7tgdXDGed55GKWuxf3Heub74XDS1JCukHHMFwKr+X5QGwqLgHqrDOtGOU4WeQppGa77DR/ErzXuXu3NPotbBFjh6XwgsLX7m1HCYzeV3LL5AEmSx3IDLXNywE5irfvokNr7l54CuqSrTks/9vCZb/24V5+F9COY7g9C7qlRRo5pdAJoc9BUmcRiSCoQbIZqa+NZRfNna+eaW98SakJaciKcsEJOQASQPO0PJ/dzihSWBPatk8kIhDVgTrawiGiJLUOaRko5jIYWsyPu3cnyJDSjnwGJkR3a4I+GCYi+TNdUQbXX5MlTkcJpbHqD5FVAdhORUoPePewCt9Oo1KOIRgqTnobllcwrBFgjMs/Evg2voeN9y26Q0wsDvWNvcO3EOvvA5blh9y5wQkhbRFhGI/2lstvxxxBbiWrHuX/4jsvXd8YkvkYp5m4uxtk8SpPw+cPR2aEKvkNdCbKqkiQqGwKRERCo++QpnWpMFOCI2E1IyQZJN6CWwRXpCSmg+GJFjBRdLkrItIOawwggFlomJlwgSuIf/AmIZ5YGpIihjkyIGOabUE0wCX1tQX19bFErbFk8Np09XhO8iJFF4XmFEtW4MirD6DbNC5iy2Y62Xo12ND6oJhGXLjMLyH8htcetjHcZZNS3aC2V08gH1GBP7IvGHkg1TTVtP5nfsYjovFlG/9iCJbIUISS0RAEnE0ZnJskXVbHwtvuYEA0hFDnz110TkmShQfzce0Y06dcxrO8yzsv4ffXLvOeZYzmKteMNwLbVI3Eubjrx7ueERvFh37ityFeZB8/IyfE/g5gTsnsLwv4NNfNZ2i8lvHh19JfqE+g6z+ocU72qfqOlMjt+q3zXwbnHk/N6ztf9133rTDNmc2TX/HkaHzTmg+UY5eURORvs7k80g1gvWNX0izQwgh1gb8TKhFUHK54JOqFGpx7eSwOWoBMl9wEA7DrMTJhD9vU3bBTFh6nJnOkBmTX/zs292aGQe4rizq6HRlcW+vwynJRfy29jfrKPvOpKs8htf3yUmxx7fjuG6EZ23YE8q97+8EP4XlgHLXi/RtDBsczyfvh15sZxv9Rt4xozz7+z9i/a/0rhxcoR8f1wSdd7cBwiYH8c/IzvqM37M+lc8HkA1ZpNuSn8vBbv0daGKOq//vS82bNlh3RVfAh71eG1yj8+lHzLO0x5p2+NoYpGcTs1n2MwddJmWX0EA2Sm/b0gOBV3p1PtNryjN5CtkburLP0e23lPwUu9Xfi5mD0lE1HD/Hs/Hux7hyL17zDK9xTd50Ju8cqIvCXHeYd/Le7j4q/1w5cm/uMYLjiNP4GX8cMjbpFd9rXFtv80DN34J4epuPQL4r+mfhHPbt1PyXcKe+a7wCthGka+h7rrPNG5bzLrq+/y7+V/yA7YsO/2Oe3BvbkWzdiHwpsVA7f7v7Pkpr7QzYk4WsR2nm8X7K7+M26n11uv1XUPXGs2VvpWS1HkLCOc8Eecb+EZCr57yh1Eyd6Xvwa/8Hfj29d36fiOK7pP1FdlrrOjVvNNm/4JnNi289SB00dWlksQxpOr8QLSW4ORdqHszkmO0LLRvx5vfAx76x11vOQC/E4mfOmFkSXuD7nJE7rPPNaHoMXygC4gAkSa1pg92IgHj1u7CzppeZb4F3TcElt5SaRe6MteJ8JFYDvts6FYzQY2YNIL54RINCGukU/m/dSVNMk/WmRveHl4Et0MFrQh6QMvqpgzwL33UPqXNTQ4qgTpLwkKUCSlmF5JlsX7CFlemQy3iUEc1mN8OyqaRgxn5YJ9n2aezObqkR9DHUCngQDC2Awz+AJAhotgjFS8PuLYfjLJr+K3C/He7ZX2CZnsFfgvOxirm/hht1ErQ/8+snIO7BPXpWbrXOJuVtFtquQb5SzaP6z0yxkxGIH5zyWXOoEtwGgcVQhDls8RTsTQy+CgWfCqzmYuGniMDc5GAoNj+KkLxAQ/lTHCt6CR1AYsLjAcOq8BBcAAUj/QIJwKcuIuXw6DpoilgEAlmpYGWWLEjBpgjz7IbPJBnsKICkkEDyU/GWQShyJElZqBQBLwkieGbjFfx0/gElKiT8A5gOQOUZ4RW9qYLBIimk5xEKzwivxMUOmMPDdIRfnovMC9fvteLlektR4pxfGjsR/Pqea8XMF8qmBZGAXxVihHW9VsVG+L17D/81aV0wXK/HbOmMNYjfYopAp0OgjHG4xhHcW9ePfOki96mIcC1D8O4zeQTvufumzvY8LxjO2PvreU23wCd9Z9o9h2MohfMMAt+ogVj6WHRdjjb2clO/TChFG6zMl4OfDci/HXrHnT4b/OP3cwI/JzCegF9BHanntWs5+Y8sJHwpz6v+95J7JyPs2+TlfcQy+lZ2eTtGxZsZb80YUDIbnwZMfFeAyVIjZvOdOpm+EIhnxaLz9xZGOhKYNvQkZEXB+mimVy54QpmZDinTWE6exfkhWd91E/amL5TpbzFhR+AT4eM6P9cQ1+mYVbrlXPgM6X1mvK+31Y2a/k5ky+PBlOLp1Wf/O/t1rWrXlX1ivxv+Led31zyox32a9/mT1K8Dn13GcIBJUfgUE5nHdVLCA946uPJFb/kPIvfg+u7JMA+sf4RyYw88wcoHXii8Lz8w7Jh5qjmj7/KerjYeDOJ7fQGOnfGfyZ9w/4BTXlYuB9ugR159yZt2/x29Io/InOhMrTctXCtns5WOGovc7P1cnqU9Pv3ZhWnX5T6d9wgzD1Xn1hNxbJQwZPPWj9T8FjyHxbf7bW2Zh6+27UM7YaQua8zIc541UVDzK0jqCdARtD+nfqamd0HRw4e17gFb3nv36L62ffe6Z+UWm/0Q0/se99Z1z9I11jenT/IOvGcQ/B5C+TBr7+QRnqJZhmuyoWR5Nv5Zvxf9gj3RUs51H3w2pN6/XXx/j+G/dpd6rvl1zOR8hKzbvmuRFBIIRSRiHfNnz8CJ17M+ys19gsN6j57JZKI31p95eAI+t0PDtyv93dGuiG8sq0wN84Z5o/MjNd9hH6PL0Lz46EwNVDHcvIvKN1MwUDDjEKnkwMpt62Ob9VBSccci5KR2q1f67pDGXFKf3JvLkIDs9MXKPMtmd79wcMSF/eBbOtp+gnec/fkEZRKQWYg1TQN8o6jWWa6r3DhJeUJChoVXLDQUOZMIdgUCE1l2UUggGuAnwIwCepjSKfZU06qTylfa04hQxAbh0ZURhMQ4LBsbXQrCtyGUmmVBFLoxToOx9KtmMZ0w9pcU0hahCEnA9FnYv+BAuJAfqAsOKkEH2KcQ24FP6RVRM/4XB1vPbZseIY2nCy8oB53afwxfOQH5xtwlqLc1zn2n/8+Jf2SLevMY17iVC67eKMVmnFuaGw7MJpyQnUOKfl/DPXnoK7NianXcylk6x+oHxzz33FpGV3FaW+uTkppfp008JM/4HAYOyoMcB6ohoLPjDW3+FpVn5iRmfoEJaOTgT70bvvumg38hgikdDLJ5x1kq3twASnR7FiNmpd0Pp84O1PkGMZbmYhj1RjUoVnaMNz/CPbivRCtvvkf7QbB5x5imv79dR7CuAzGn5WSWpSVd5HvM3LY24zTDz9Cazis0RmpsAkrh/vK0dTlDEj8d9IyjuzRG3y6bGqPth/85gZ8TeHQC+1eNZeNR3Ht2vyc8g/eyPxf1zu7Gnv3u7b//wRMFHTm65XcIgyKzDE719okWhoknPKunudR5IcYyXybwKYjAmp1hS70DACIrFjPdLX1TvV3SByeo+3QeI2ssusqFV2bZ0vRG3ym+VFh8zCD/zO89gTxmL1wzX7stqJ2276IkP6z7+/R579LDU9THMPpaXsB9PNrg/SDoqbz4/ot+3p8x85DSD8bmYR/WGzO2I3Sb6SuYhxqPeL+jjD4p+x2n5eh17VO8H7LO+XCz5JmXw4D2EHC+2RM+tnW0/PMr1LGjv2Wevt5/yFn93q1DHu/lno+v3SHGfk55vwC2r1dcN+fm+iO8J8uHPdGv7YltWnJyBUleNs7c/D2Qq9dZKLrDuvfyNBuh9LCt67zGuznXOJ/jMVafqs0tzEEwOR8inp/so2IJZLIZkjwf/q2efvhqHBSZU+/fxb4TrbBrfQX8zRzv4qxu5ouPjv099b58+x60z/XRxv/JZPW63Z/Ld8sHD4B9en4RmQK/CUDemq/Ezs0Zmhy03nyQRr43Muo6j80sJCeRB29eHDTWsuWK9N50rUQPR/AFq76b0iU6mirfYGthxcisRs08g/J2Onsnpbbpim6J4a2B68pMTae2ti/Mu17oSqVUITLhvUJsW7DoyrDoYSSFZEyNmj/GlH5lG3mpdFJRNwQXG2CLNiTBFcxKxYcjzEYfCpsKimAaJsEwtS1QFo02bDHbafHlY51i4YUN7OVA1yEzws/0WeCfOZMqpAYe/vrsDD9MT3TbjhIUomxB8IrAJ0xyMdMQHuahEJujlvhfGn3rW6rHJ6FIH8iGxs/4OYH/wAnk20a/ub+4n5s0qfDyxcS/Jfxf6fPxYXgnR4h8B/MquBXWBDeCJFjF5keoIkISMDXM3yIYkrymL0xYilyLi2Ugp68V8CagOK8Fr6iZIosiiJEEUUQoJBB7RI7UChaf2CAQMXgakQurQhJGJlRSytKWBkNSBHMPjQrhAoKR7uZhTOyW1Az2ZWIPoBCqPayyDvpgjl4acpH6MFIqr0PjS8r6HT1/jyZu/U0W4ZWZgbk8iNJgH/lB/cN+8gR+cv0HT+DnleOLqnynNPdnwfse0z2sXw3wvpo6UxgMcHwH4e8TLJsSYbYBqaZ90dmjvuNIDlsqobuJvzUbaxMasZkkTbL/DXCxDoIjq31HNBXk83Os8znemapXcyNKu6ze9waL5Y8wY6db3neQr06n5g/AXnzf/Ivw7yHbPR/tDx17XHw7D93v2Q+DCvXFuPnFhydIC38Qe2p7N+6kRj7s80NM5wWWZ2RT9/sQPJi075z5r1H8leMZwZua/64AABAASURBVD1zlpOac7PNmcO+zyF7c33isq5zNdh2+3DQPTn3NUZ78uRw/YUnT/HX3V6QW80ZOuO3BfaWy/leRdV0jyMe59zEuaexB+QrvaaPacpzXAfqPi2bnsHxRzjzL33rnVolz5zniMFunxG5h2bnHjmOH3Od8+7b1ylp5m2+Y70n+ZscYz74xf5kPve1gPj39hlBud3Ztj2+nfMPxfObCpXr8483ZNpnXwEQsMFhe5bH9c3pHr4CGqZyZXimZ3sScH8+u+0/5Jd7cO2TXfhanph+1N94AtM35r6T+oHp3bvh3bgH7RyZ11Lc1TXzLaj7okL2bW/4ZQ5FmW/iWLqfKRbeE1hJyrTqLvieLQw7qS/JWIhm2yokpZ51pRGhiELaFZIRjKKskVAEpoiAGWGxyaNdUtQDSCIEL/9fF5s2LDElh32ieEkxTSsEL9kWIXVqvhAMyXrBBT4F1oXHHBG2A2bkMANyCqvQGhCkIEhCBkyUsgoowhOlpGACqPs0NIWgkxSGhM0I6B6K0tj+LIgIhqAS6wRME9SWMepu+QnfID4h1oRCMpAjQhENcDVTLm38bw3OJY7w1Cn48G7hdE+F/zj9nMBfegLbe1ihL/SpHk1SyVJHYFH8jN9zAuK04wyyJRczC9BUBNfNny2SQgITGKn5u2ifXT2uf5Z1udHJOSYNn69R9azfAz8Neaa9/UROv6n6n/AZIZWeNSIUHoJKrMD/CQupeOmATl3n/e6h8O8/UvcxtY/pAOpF94lB33SoAjZCzAWyGBL0AXBiqgUXCUS4kJSINiQV10gJb6z8AszkF2Z+H34jvEKIrST8Xl2an/XnBH5O4G85gf9oH/29r9Pfvs1638vvGPxdQ9aHScqSrH3gX5wZuvve4tkUGZvLsxF7vy8F75M9L1PWHyOfhD+QnC+PkvwrRWAu8lGXGXhk+NM6N36nh7+27zs9D6YHu2ue5ZVr22/n6/Xo190trvng7Rq/rr/C/K8mm38FPe7XL3J9AFV7jisP2Hru0l3jmr2633sov1+/foV7ypibvohHl3lNR+Q5UD+pc70IrkHmJd79d1yp4bO2nD11e+8Tu+Pc9xWdYf+kyBkHdZ4bkMuxhv0+Cec0tjln7pvrXVRMvwbX2PTc+p1Nuc72vQXXyPaXMXOfUG+Js7xHs/vM93CcdTf3Wovhqebaq3sckHHd7zk6txifb89r/hVkHPfGPib13s83YuY8Tt9nvlD3NCevrz9qyw/K9tbbCC354/UumutbxPnfCtwF+XMhc8GYPkJtFeddnn9NvL+Dmeu24k/t7ZV7+k/1+Mm6fA0V4b9XRsQ4+GLHtkWFvPAwaRt0KaPPiT7lgQZ8wg6N7z5WJaw3Y7qH9cZe32XbvoCzF2NP2e0l1y3NbcsXVqVZV2zMfPE6KA1WJHNneeSTp5Xx3rLP0hqFSjesZktrriEVuUQ4QUcwUCuUjNUBb2qYNySFNCBkdcF8MKyyT8oKWKA0eA1zMKmH90y+6xAkZYyk5UveCOuCoQ1wQW7TJvwCSBZWWExg8zRKju1wCBrhsNqRhBJdrSmYBeaFpQDD1KIPpJyoMt9AbbPO9tfgJEQTLCmkBl7RUuNP6ISeAE8S5GQhJiL6am6BioseF7fDb5y32uc1j+765zN93pPtxxnS8HZJfS387bo/gT8n8NkT8J2sT6TkPSbzeFkAw4yfV0t898hjdhEzB5CvgYJVG4SvG4gcCsuJUP6gSCoh30VE2B4BsW+jEcggAjoFvxSEwkMhCcaAeMJa1RGh6LyCwbLIMEzsugGKEO7R1qLWCI0iB8Tx4WUERslGM7dQKNo02QKTjZJCAgGExrwRbSw6ZOtHWEUcpK3mOgjs7B3avUyVWbwaa5CEDKyBM/kA8jfqzJO/F+SS4lNLd9/Tp4J/nH5O4OcEfk7g3ROQA5XvluZ+J/r7XdW0ZJS0XQe92eX7ifKyauRG8/p33upVvru1fSZYq74kEyHLHYNfV/0VlO0xacXr5+BM/rLI9Bb1uef1zJbfJ9GVc/wdyGZq8Y1ygNu9/B2dP9tXnvnBvvjGmo2QxTZOAK5k+JrtSmL36+YQfnDT4Ietsx/E4X9F9woyjhjT90Cv1J038MMz669s9RrXtEGpc33wUGlu9pn9GFfHmEe/2pz7m+A6rV/X32KtmXuiN9uv9Jcg9oZa10He6wlm9N8CenTNGTrT55x1rlyXdS+luydf8xo6j9H9k8+892JftV13vVl+BdTjhdd7XKlzYFvOwPwWuR/bvad7yDOs2Iyx76Bba5bPM3Lm2eXY6D5Q45k+PuXj1+2ncn0yT39/5Q03WY4c6nfg+yg/XN+cjv8quK2zujtN5mf5OYE/dAJT+BfwHRT8oJOg8NFokxAVLCF+Im0Rpnusdjj8/ODJkEpWRBhhORjQzksKWXWAuGNzDCF35iMPvyxv4Rc9n2i3ee2aWhjPhv4iT1NQE32YxqPRfY/9sKZBmUvJR/LRRtdF06rROB3C0mFnqSSpaKA0KyF77mG7gV2SufAQC6JXEJE8i4QFSCtVKOIOJAUzIjoNhg/VgM0JXxcKrygICmI3hNUIaAzDNYRsCtlNW3aqA7H95/gWi6OUdYRuC6lkYX8N0SKifwbC1JTE9+PniIxkxU9SBPL2fo3zwRF3oyM7b+oPeNMR1hmjbs9nSl+3ZPbWv1vuZyAO0PyreH53Ppw9iPbNdgRMNzdG6m4X99y1I991fwVl6723Tr/S15jjjO/5R3vXvU7ZwBJkfkQZljrdhNq6I2A6vbz2T7sX5zJ9GTPvCo+xpp1XNrmZeDOzF/iiKdxZlt67e6e7mMVvp39ePEncEji/wcua3lEO7ioNypNp3wNocB/5Qf151n20rJua1h9h8LX/HjZbVzffPkG0k5mhK+LFUfmPgyQFM3Rsfk47P+fWa3S63XNkD91W7/8zugJMfGr4P/vTc81melHzvxWubpwU7X01auJzsbd508L83PHk7wQzIQbkZ/6cwM8JPHkCfsW9gHyTecE/X8Hdv1o6epVaZ5THv7L2fe3p2r8t/t2gPhN2+jKgfG7nzmUQkKd6nNPWaPY4HD3HoZGe3I3fUmH5KqO+1F5qYci/06CpMyUgdQ4AiJXaNrh79WyTFJLSU7H+BDoJ2cD6eOqBi+2vwikdY3qLZa9hn0/CtZzP9Ahr5VOrz99ufwVogsntcdTuofrQ8R9Q9m2e0b6FtOfi69yBFV1eOha/ruphXr0OU049rz4oawXkCRIIxbO9bv0QbA+sfuhF7JrLuidB/n1NUmUPWb0tmRtf2+5i8dnVt76DnExqHM+sRZG3KCkzzvQAHKRnbdl2N9JAx2lLkYUWUsbt4cyaxLDFyr3hEZiZrCd9kronx5lWCBy5bnnKLvrisxc6ty8acwkykLKcWZOv/rHgXDyuX5iZlwaKjtUf84RRuf6CoB36I4ZEva+Vdn1R1vIlATs5X0laOVYvB3ad+ZdBx0cxzml9VhrrvsSzs9z/K5SKGTNS82dwbts6neOa/8MH0z8Dn92IOuLZx7mAbq3+N+CPhH+j0z/XJffsnyv+v1OZ57EK6QRxqw/xzDj1UHW7+Q7x8GlKaFqppkt0+P8ej8LIxKQPeRod9UJ3COF/DxF02GC/iCZv4wKbLWjDmPkj+Ax8injyhuM3ng6/7YgFkCEYnRPyiiiJm1rUiANYX4gag0/pyWYdVsuRuYK80YagRqBTwhxMBIsicjUNDxgmOgsrrLOURwNjaoQ9Mcq0wXwCB8lcejVr5LBWcEZgKWouclg2MAUpwvwR7CwpmBFiAtPoQxwIvNWQsM2+lhNeIqyOCT5tnUagnxPBQA0fYA6PVQ50jxGMMcZBo3zDo2Da7QUoffM+cD1a9REkLGO1xx5hvXI1B+Atg2CYHCHw7Lnj0fDhNh/J2ZpggiwppIJVG6ikRlIwbwQLM3VHi+zQDT6Pzj9F9ZTXqZPD84BceIAv0D0Qxxw735SwbaN4WqCHl30rJmvCmhpuv9M9b/klRDzoisK7hFm7RXVenNgtAu1jRBtq1CT5Vjp5lP1yuh3rvgpS0t8MYkF4zDOfIWYi9ds1GNhZx+leLJsWlLHjurVHs9/SyOEaBSEbkCfmnHm7o+P8J5upDaa81EMSiGCN/ZDQaqu1aKR2jshrEUF8IRhCMiApsdxOcq9KJ4pyD4YCfgbBMJ2hnp2aH4CaEBQwTN8XRuli6TEejPR3/D2/dNo5WHcAq+oGctKZ/RgBBWWEn8OjieFjOUL5lK/5PXxtb3URlbfiio9hzKt9Rn0PmJcztZ9l4JyGbYlRl7ydDYSbudUvefAbecTTab8tnLPBr99dpH3zmthlZ3tK5Ibnt0y26gSAhJaPYzEeGzh325S01oA3SvJqaUXkUK6BrxqKDw96y72Zb/C9ZJ2QDch2ckalZy+2pGy+4L112OxcFC6W1V788p1qRKa9k6QaLmf5JbsuqUQ0BcwS6AGmnTGp05ALgi0LScEVjRSI8ky+hZhPNhdiG7V+BRlaXTxWdeew9TDTT6KXyL5PEuc1OrHdi3tky7xLAx9kOK8PZrtN5fzv4jZbany8yXzLcnLSLnoPvZd7PndsNjmF6QjrjNJ5tfQVfCLHWf2Ts1vcy15rLG9PlhP9PolxuN+Cv8TM14nNpeItYGHI13jy5OcsFAcmembGWrfwQUxgX5FvzYg5m597W2ObMh1YUmRhIq25mrDGBr/fXLHbcYfsaaergkFAEBhJmy731viuP9KVrYfSib//GIEpfAJ3Su/KVEr7B6NT2N86z+pan/ujm36mC7UOMNPtr6N8rh30VOdPx8s+9vxBEC4V9/ts1R57gGGu9wm9MOt3jGRue7L/ApvxY9YWMPTXvXVOhMoE9HqmlMQBzhkqNjn0nRJoO2639rThixGW3Cvvf4F4D+VPZhj3uoAqqMiFDd45SL/IpT1ZCSxLhON4XB28exiJzENOttYmr2+/lhNBDdAsJuWPDobUZb/Lz9Qt/yt+I7w/y2ueeZPPbS02FwekGHzsfwvv03HjPm/5mb7OENj2KF/37B5o5WD67A7UTeU495ViCnCddnZxQDHMcps5kmMElmOU1manfgv0kfVZmE41gH5Q5rmQfKR5bfHEzFp9POK7I6kqgNp97mO7fk8rFm9mzzdS24193Ofko8LObn2/Rzq1/hk41n6mfwa+tnmObgOkDK0L1XtKxQtLj3uHPlnGR30Ewl0V8vTM+4aFu56jeHV9uszG0T2+Wmnrv0mHgJWkbGN4L+UqosO4many8l3YVCvBfRX33Pqqf+Rn29ENgW75vS84kN+HSX6g+wIICKW/Qkl5iJvUsoHMg9uJB74X0Kn5whTTBaTNFFwucZkaNQ8my6dwnSdAvITfNMCyptACRaAzJPg4Hr4PeeXd3ri+CxLHcaXteYvm6oQZB8Msv7bub4amNhE2xyuECFKGpqSQ9xWm4kEnZ2o+xmG4RUSYAAAQAElEQVTbKgs2wd6l5NDsp0ICARQBG5CQlJigU8TKI0tlizYk5M4HvOUR1hnWNb9bUnGuh1tIimD6FWOSIsuEkP1EBGIgrkCwbvSJNqzHHEnNoK8/TCNK3F4oSSGdIAY9fNwZeIbEeoQ7ce+YRJCCH8EwZT5pNC5yiJV2IhHiB8WDKSkCsEKUCIYk1porVzJOkTr7wDBDYu1obihD/ETX76ik7rlSLpe1R1idGpdOLM4zQFL4J72c7wgYlVD6blYFujgdmCOoYZjEfuBgfUeZacJvRndhT/x0gBbne9uwpymlYPHHnnyxkTwWUwNz6sy/DHKexfh17NyHoH6feRYI+zyRXcXD4SNJp9ZL8izOB8m5+CCNesSXps8198WmzDtXhxN1fkMRmOHtmBqRg4aT1rLqSw4HRLCqAZ7DUtwf7ov2eptQ1zmGfUkZCzL1HKkniWtJCmb4PXiCmRQpSwrJvCmIQK+ooZCZOer7wmCYh6S+UeGlhQ8kQ0HquBlNKRtyMQPgmykC3jAJRu0Dps3U0wdb41yY8P7YhsMDIQ3hFJEDlWOOYLv1LWSN6QaMkkICIWtXIArdikAqrEwsQ3AjEGmZ5mh+1B/xW995SW9f25Q5rDesicFnDgptUHHz4BN3+WjDcR1NlXHmt6/P2aoG83s000Ayr93Qdd4UcTNLZ8c9Vrf04Uxufzlcfd7mMnlFc1uEEdYZpc5VulFEqlCbLgjFwotQMMoK/6BnysA4AUkhFVC3WWeizcWwLvAd0G940zTzh6D5RHC7oOznh4gi11yUKws+rN2WEjHOZJ2/FOh8um0WLPimn/UEW4RwybxiSWI/81D3Zh2OS+6Um908PqsNBb6omMSbp1bau6lR1FnXLmVv/ihwcYG0syT/Sep6JKUFV9qB+jQfPvJPg4L3J7Xd28tw1ndjn4kj/+6UfERfAim5BM6a3OcX/iaMPfKqUspl7+COKe7ZbDy9dhi5w9nznfqYtvOs2tbrY5LLZbKzOz+NLLZDPHnfs2TU5qwkEfdVyfBWsf8u1zlYv8Ln5td4p/ZdeOdKV5bOD/mS9YItY6hHW/k7VPVFNmx2wdTvgo3deqP7d2qdkbJzIPj3I4iT0nLraZ8cB+8z4ThgniA84ZAJRqz4zE+MqQH73OQeJwM5SUXEK7yD0p9l1062FnlS7ubzoGTWuKkb3gfnk9T8FqhL8Y29xVu5487wbqttc7dgvyhvzuIjOud+jCtPjOYrjyiT4g+fOprya2q2/k4/3jyuXNM5H+Dh2vgZyt5RlH3ksRGIybciQEZY/SzvsPEn1yj7NrUM5WURC4Kk1ndQIPfU5aTUSbrLmTpsxNTDzZn9zWQE6DIP1LYb2KvbzC8gKT2yMnk3oT3cbs4JYzXD/Wg74THzNLXXfET79Vv7usY1r6vptv/MnwWrJJfb5QqtvxJwwplZvdCPfTusN599Yjum1CbZzUrw6Z4W/+qPltBwdm5ngeVjBGcYdwcZuSbLPTPwroiVeuYOgJHW4whWYqYyCfnbIRJP8uG9VL2AD4Zz+YyWa0pXC08DnbfPs8geiU1/8lVFKnUd1D4j7DvKC+94/G+uLXrrup/jb4APW3x7UranP6TbxFyDrWInjfaR37k9EG/2SJOj7kH4xuzzW2O5SkOu146OTHV5D8+JtKf6TUOPhHZslMr29vRR+Gh3rOVOzb+GdyPfjevdHcVbdwufe4/q9NaL647x63rfA7eo7BR4et7mWO9RdzkmajfEqOo8rszD++S79VP9a1weFPLgsPOammyauIR1CftZB7XsGMGbbmAfcMmHuZdYH+iaB5cpH/pepmmxXaaVn+7xmtZ+8HMfh5BCMvB3zALrDhDW2dd0gPUgOvpV6XKnR5+gqQuGgCfUOrOmAA2S1w7ENq0J8qshPBxDD/WHnrhv1aymdjA1Oh/YI4eWtXPCpkWLEAkvqVZwhAvKaB2ICK+KCEmRP6ZGSugjklMEtMHCKkXAa0EwLAWaghkJnZAnha913h9STEATOugENEVIJUvQALIu8DVVSCCE4DnDgRIDU4ifYNSvINGk4JwLgjwEDsyM/RKloUfxtLOZj/xtDzozNcwXYjdsNVa1pY5VGyFZC43daHocmOWTHtaD1LAwUx2xcnEy7LFHulqZzLDM8AfYu1o+AtHhlrotDka3+X65RQXc6mfSzml0fDJoVr40t2vFlH7kS7OsfnNYhB2zK+LeymOmg+K8jm5julFvv09hrTGTcgv36LoLYLh9ooOAQFVfbBHqXGfovqb+1HVc8izmDdjKZwZY9w4I3c6eBK1Z14dt0xplXStyz94EQvJJI+1NXXzEQInn8yEYagis5uNscF5pMs3fxGYi4hDBcK49UDPnBbYjhJOY74hx+OIhjzbzqByWMG90vfnAIhAMUyVlOZi2lat7i3DJ/sAq+Yjw2frNvWjk8PnK5+iwDiyCN/K6wZtmDXhTA7fDmXFY7GPAvj4duAGF3cQGTjuzr/gyguFzGUui8nElSX0ukbWC0cSUzdu5aERgvzvnyLjcTjCQzefZmUfVcxVtSvRvzTEcvnJuM1m3R+1p5v1mTue93XIa3lz40yJIHq6T1AdAUt+SKA+n7+etQZzlFiiY1pWnIAbkZio9I5xXQhJ8REBqgUEdNTgH5OShzPJLRcBjjyja3mN8Xb0/79UwnyDY91zy6URszcjh+C6bgtKzdh52Px2Wf90vOZtzGZp717l6dZUG1JaMlFkyDOp0mE2QzEGYq691HRiWad0itHjXLZ2tn0ZmPkuaxj+zuKV3K38l9mFNX+R34MT34mz/7eCF1Wv60D6Ie6myJA5M7nG/KrZI+2ax50ZxIDzjcxB2T+WUR8iY4exSnuttGd7vVWWd24sXyk55s8Nq3mpTsNwTzYRqiXWMgc4RiYXHPycKpt0S1lm20Kl1HUs9jMljgF1ym09wTdK+0kzJE42ZByflv9r8RZffSzvtdlO8KMJ0PpKU7DUL2TDA7JG+67Dn9CntgaG7vUjtTmtu9y8E3fnsdvAJsuO/sF+6omXfD3uUmnW3l9WP2O+Y90re2DhZdL7NjWq1dObdnqnv9SP4wRPewUuFbcHhTDp4LpX5DciGfHjvpZIYuxwAFTMz39Cech9t7+wPh+ydGhsZfZdNR9i/yzNPM83P+DPJMlRCUfq295QjrngZtiXNrmfOCTTe/cEyzXVEnh3KpKRrdG607Kv+QCaYZ7D0YNtMzbjBcfycNby47wXsBYvVDUgkWOzJR9p63Vs6Zz++T3yWG2S/zb7wTe65ew8LpR6+/dRwoz6fRvyRMG/Q/eYlcsORYLsPrHND5m981420ZewVOiUCC8FM0tMXFhhCn+Md1/3NG8g+0zVHVTleqeeYJ4BLTfKvuVEh5yagzOx7kVGMvubTAX332dM7pmzW+6DqyzNrE2V6BEzZ2toPnTCtP0f/rD33uGdxH4f2jyi3zb9+bo5/Ha/uyRU+st2ehITu4RX00K/QV+p135t69L7ef1hHGXEzee9afbkPU/4EpYrrQv7IPNtHb+bM/o16ntlOod1DVJThB2xd3+VOrbe9y9Ok9E/ddPAQ92LdJX2W2AnZD4fBZcIOnS5NZ/kMUqw5iDvza3r7SsRsMIV0AGIk+w62UAS6DrPmJUG02iIC6RzceO07vPCwb9LGmBzBPvliSCbILxA5klOyw6JmFzo1Htb1IX0KxoDk3PJIORVsE7sWSEJXiIDGOjAtgnlbE4r0lBRSBzodQfhYbyozIf8I1vcZ8ZPBtZq4ry5gMj8pBCYpDEhMEzyQsGUOaPIRkFC0gWBeUuogSW0VS8owzEWP+v7kvLuDiJJY30GPNd0hkIOhHRBD0iFsM5RLruF1jzSzHOlR352So7YuG82B3d7KTsz9ZRiu5XudnSXQe+k2Uc59hO50ZNvr7Gtd0eqq5OKt/41w6Rfxcp/kX2JG/hu2me/7rjGi1Vl6aPINISb/OrgxNIXtezTTnhz24Vgcex+dorozW9CJx5pj/vgr2rmNk9IP1DN2A5Jz5FNxsLhaw87d2gzY6VN3trzie5Zj0Z8l63rTr6IXu81T+7c+8svw+OCo3ENCPjNudJi3OveyRwShcTa28Xg5HPJobuOeDHqUdLArlJIzj0jlFxa/B/TwqtClLR39tpYuzXQ4l+BExvKLatNjtdqATf+iAR/3Bxetxy3Z+Oty4ZdaR2lWryPrj+7nBP6nT+A3vzzeL+fIM/zGK+gWTsutxnq/WuU15Ei3WjtX8Zbmx++PuNm/Y3k7nDH0Ce8v9m0z3YCnEDMPdQp8hcp7q78lnqFb8OjGuvQvv5m4+p2UAiRHi+i1gEAHtkEeTvsB12jIPjIvmVLXKflTfpLere2Tu+vw9xnzmJ7c+yvn9N2+nCStc0W5jiOPcl5qY0v5Q5RqpOZWenxetIRfriz2hzDX3qwz7vWGfakZPGzcyu4FMxP92T6peW8SmX061x6Oq35j44NkU6LHW1e+aEh0xue/mOW1brsfVpouqJ1QixzmD/NQyXqqQ+pMYCpHe19J2X4rru29ptPy59DI88zMjnDvcbD0SX732ZBS1sZ7oJiZ6PaFMomjMNjfBOBcubH3eqXAiM72W2BgbvUomLexKD1d8x7amfUeDunex7JxLy8290kLJhuww2oXY7oN1I6psxPAZNULcATnTRLvZX8vWPcd2G/Id4KRero377op09uWVr9bHfu48bvVVc6KN3+LbjPdguOlJDnN3ICObaKHJLkH4k2t+ya4wk0rP4r/+RN47QA+/Tvap/O9tptz7z/XF8/QpuVf4l6mxl8mHp5dFj1OxQ/66XKJKWV8L/DTOS7YLul7qTzTtKHT5Vh/mbZ+l2miZvlO5n8HWm9LPdEDdWX4S6oBAZ84v9Ibi91Lce8GUEspXI1AViIEX0vEQiOCxJigUcMySD3UtgR8wJiEGSBDlhRdL5nvsC1yoI6QpyCKdahkO8hahQQCQJvG0g3CGnyk8pXO6WQb1+EycU24Tss1Qr4gS2MsmS1HhKToQ1IIQWIF0kolhSRbAdM8oqJ+0CyzNKz4SI3aDx6Cn94DYXIC3YZnahZJISlYEhJ8HA9JuCmNXiWvKW4W6Vi/cdoJkpbcO9Mq4rMKO05b2aIRuWxtv1XK+rl8sOyn832wtZ9UPyfwxgmIF+q9l/fjlGoupkaQsdDX+BnffwK+iA11FSIk3SA8rE/Koghm7Id0pN17lby4NsbESOvCRKvjvEaEFcpF8Ct6iLAdAXUEi4LhBTARnpw4i3jPPUQK1xeGPVAxFSznwIgHaxwOSTubDv0+qnQJoKysMBFLR3xh+AsKvsnguwNzBsmSeDFKbhzCnckXG87F1x93nH5Mv/kEfsr9nMB/+wRu3pN/53b7O2PRfO+DzS+T+cI3J++LXYblLRIvmNQd0CUGxj4EeG6Aiek89dZNmrIPW7cOJxxQ0tPI22ZYt5hgXA+Cmty3d3rRVAAAEABJREFUYei36XDZTpI6fqv8t6U8E+/rH0HdCFwF+r3h8wr6emBP/nPU5Xx3mD4D+7qTAvcbQUxaLr7s2/6w0DU6HJnpkjoLqDGSrjNpSR+Ux9OuFXRjd3Q3mb+Ba+JwpE+d7eQvnjaQt/fS+ED2ysPa67J3+yEwiSaO6JyUY2ZS+oUidQOeTYfGMQZ26xO4O+8zINFS+yl/clPVYYkUs3aKacp2mjgS94Yr9XAj0H4jbECNcYza8rbfIjOTeqTmO5zS/BnFRiMzD2z9MPQGPKj3Q/rrQmeuoXEtejUFph2LL3pyV6z5W8z43oA8N7q9Hz7Oe+zHKVHXZ7rHjD7hEzPfqUM4bggan9X3wkUov2mP8lbfwo4YZyyvgjBqOOpkP+Rmlg+bLx7f5FkyAYvZPbqaIOZJjp7rc5RjoPJ/ce4P+Fb2vctJsnlf0/fRcxQl3X92ckYcY96ff/DGyfq9D+hvPW5R7Tdj8oOyPaaJh6yXKS6XS0yXS1ym4i0vmNDbZoy85RtMMaXPFJedbbqQ5yi/9b8Z01Ef6KYLPTZMF/PsA/1lmtgX8B99O/CdGFfz3hyv9N5vtZEWo8JU5mAkISvqAWjxEjSAaYflqfmhm4DUfaYI+I1uKhsGmyKiy3D4SopoOgkeCNnTkJASeDUKF7CQsgVDUgTzCGlikRTSDiHiFFIBhmm+roGv3zRd8ppIWqhknxXRhtR0XEdJdZ5QBcMURChMJNMVobRAFBLw2WUe9zKVzvoF+OsNhIMcJzjFfkgKqepN8IZk3XOIE98zvaR9C5G+caCPD4ys9025X2xPUki3eJRGuo1BRS4iBX7mzwn8wycgiXtZEcy2xFuDeEnBbFAUExFmvcTP+NYT4PA56jxpU9eSOmdpAPqyeBUxirBuh2BIwvQYEeUTDEleE8mag5HQA9aAhPLHxoDbwpIkk2MQYXOwKOonzD/A4hPKvKzmGgQVeoWkOBoKRU1BbhGMDPUChLxMBEkhgUmb31skdAps8W1DocqdJJdIlVnAjK8M/92Vf4hlEkvJPL04osN/SzrX08E/jj8n8HMC33QC//20X33v++oJ5fsei7+ATPgN0Emtg+drNr5LZLW8vDEi4GMxOS9gG+8YQA6+Qc4cnVprNUpnWUHCzAG1zX6P4JyOMV3hlNkQac5pxuG6mdS2PrEx3Beoklv6qyh7ud/132nNM6T3vAYb6svJHYHDrc3690HmvH1Mn8N6drSYsXM+zHIPZKDH1eOYwxPH1WZ5zYX+iRx43UznyZsRy8I71wgcXAtSPaQtvUvusdCatq24EnxlvwkeMs7Lg7vm43wV2M4GPTGuB9d0lMLP6tQnbyt6Yq1fgMOMYFxda4B1BiE5Rz4V37C4hkFbTBrP1b3v8Q3FH6WkHfdmXPPMruHrswV9coYz1249z1/Reev3uG58r3H99Rp+Ue8KnPeauWbq3eLMPhN77ffcSNHP5PN+O7gcYZ6FmykP5LfQrEnxucH1U8d1ML8B17FsZl5DxhGyyTfWsI0ekiTlDBZa2tM1XVmYmT8dU4D7Puozo8BvmT6/Z5BH9nZH7IjjGi/LGe8S3ZY1iXuHOscS56T/Rfhscl9mDF7aKf/eJc96OWz3Udf7+S4U0orn4yKI+iOYGHGMC/pLXCYeaLWHava7XJoMvUzFpw552iPt9gG2TRdywpte4MGlYbqUPI0xB/xlIh7fyzRlb5fpNbrPf5kq3vrLdLnJOV1KZ7txmaa2h1sqcRnFxUxqJmogc3UjTEMhGSXCIscwus1U6LXahdimQnBGwBWFCUmhaANGltCF0dXmFcGMyFUhgQBCA88aEkJEfcEItWiEwjPhRSxGtJG8IiSBlUbK6AJ0/klKFiZx0YYiJN1FMKTVB3GZ0qoXWslrrPmiRlOnICntoWDmYiZ5eRUigIWJSBoB0dsgkKkI1nD9MB85BC+xDkjDE4uk9PIqKaQd0nqy4DtaZCEXMwPQMQfFylqfYFHws8u5egbWQvzBcae9P9jVT+mfE/ibTkBfauYo2jrxDqAvZa7gT+SoTP87q9ROzXSHsii62qciL19Aj3dOp7FsJN8ZC0Y6oWRG5BKPh/1WmAtii0bAesajMfqXrzUdq8ZctYnNTAcGuZKSCbMjrA5Gp7DDtHaAWVs7zURWfBZOL+cWeYHgBQvxBEoEa3zb8B9mTyZ/wfXJjD9uPyfwcwI/JzCcgAa+sX6P/9b3wKrjt7eO0vQVLbN/l5VfjFpoOpP+FZu/9OpInQV8y6fnS0sJGJh4lM68hU7NL6iIdbXTPayeb3N307M32zM5fNKzxfa/DWe9/sX6PG/O0fQWfMFK73l/YsQtn090mvcR9mUe+HTfI+o79Ej/SOc4o/tlUzRTfdIzBvPWm3bgQqvYYayDMJt8hyNomaQmLTEwzmEQyiwdDBN+v/psrBviYL0NcuNvAR9cWn5M6Jx/g3zwxoNA28x3WH4WFKFi1mVxoUNs6t7JnTleXg7el5/I4SOifc4IZwtnwOxps+nX0HvtdMjmc8mGfIRUs3yIKz1z6jxIrXNFvnPtrvsc9t3rnpSvS03XfxGuu8OVukbtg31zHMlzDmR/ciXoi5PTrgyd6bS0N6t7s9Jur6LiHGXuDuxyhjthZXIgnMnvAKX+ttmv0ft9PXlw3MPtzqXUkzHc2UcxPZpE/93ZN2n6p3fpHowX+8hf+1+M+dPuPNO8fZA5XUbdJaYL4OHotGDiQWnpLpcppumS8mVPL7YZZZ+m4qf0+z9iCtPl/8Xl0vn/iwn+FMQ6frpc8HsRGeseRpAD/QVMF+tLniyDy9R1plvINq66qaSYgDSFJoVkrPz430uWbDtDMGwLchSiDbSh5Gu10LjU7pfRZr7gNRwax6PZ3SMOk2lDEKWGaDpJVhdiHQp+sEmNphwhiSUY0FD9oJPgQaAZIZVegoaHvOR/c9D/nboEGhFnwJ5P52hIJ3hTSSYRnUYNqelLfGtVKDzfhVTxSczCSApJlTd+7/AvYvymGTTAVIIlPCSZFGAVSl4qGp2mNhCtV6Px1NAdr3u2O2E/pp8T+E+fwLOvi9Vv5R4dzPiSfj4qwr4dwTAPaXMrNeVKMDND8rqqYycOlmLxV3MSGjUe9rkpu7HUtEAGhOTGxbqO0gtPz0SpvmVVZq01spj5PeLJ4ThcOTfWt+e74a36Qd3+27mpUS5H/mp/VNlWmDmVmYAGK9MHVfLQVyZpzsKs9+8nTuc+RliXf+wRn+U7LUOujjdTVPQdYL5BMJwbwpwbAr9gdLlTVFnQdAshGpBowXE4SGU/1yzavTB09hnqYPxMOoKbZeGx5SQtc+0agZnHl/af5ecEfk7g5wR+6wn4XaoXhM83pC43ap2BmJ8DjUd8fTq2wX+DGfl3WH7ReJuuf9FpapSHExT3yvpe1K7Ck0mO3Y61uwol+jxOkFmw+ezML5TIlDu1j3nTt8HHE0kJ5zJxBWCy3l9Nx54/w7N5z0yWDPsv6gM2OCQIDqzmV5hbPvQROMUbn6O4rvN5d/41ijf1KJbTdZ3rOTiWCPZp/+zfuc5ABbxZicPZvOP2wMSxYSWv+T2c3jrTDfBn2rTE73PvZZ7Hxf5fYO597slVjP30RsK/KSKzy67KeOTSemVvBC4rTTNjRLrnwvstOeMEvUZshmNcZ6NMwTXMOM50A4edYO+/lbfSmtPJLJl2dLlT6+FJwcymk5YK+eg8UeOUe2HJ8x0ooczKixvOiGYAbpwzJw+zj3tOJt1BLNq6otgogLgUS/4odz74zX8BfA3zjut+JCNu7fuujNunJl1X3SFh6ga52Drf4t9Zz+Kbfm70pdQ9xrTDCcybfi986b+3wl+c/fgm+Ysb/q+31i5II3d3+9GXR0vWyN26v9k4TTzk3OMy6C6XS1i+8FB2wf/9X6Qe2zQVv89Rsm0d5BlzEHtBznjnmP5f+KHvBXpJmbgjSkz2kzZyTi/ANfGfJj/IrbjiLRuX2Mqr7rLErbr0zZzWjXCeS1wm6y5LTkkhWVcwf4Rpst+AUEwATUisigjAjIAxLXgNhkISNMLrAusQmOEhrKlSwA1AiSokFSJCEQkvqE0iWGWg6NQPuiVhAoMNlqmQOhaXQWdb6XFDDx81BFH4J1hvMUVwRpG2aENS4yDwgxSSQqn2GiEpFOuQNlJIq6xQ1BREycNEH0LogEWNRLz0Og0SSMSZgjC/wLuOzZC0ke8Kr/i2RFLlrxUlsnnJK7InrELmQioKUzKrNZLXQF00diO1uewMJ2K6PvPG3uPxzZgu36HlR8Dpb5x3gn9M/QR+6J86AW5ghcJzg9gNXILXpUlErbEbpW1rEgUhCbvKS7TVBmRLN8Cm9POqiJQjotgIMzEODBYhzAj8ow2F4MSqiKaHixyNUfgnNclJSsFrwgsaEwOn2EMopFwj4BPI0RGKMNpbRUlCo1QLLj40RB5/qZww3xDUsM00zkbv94D2WEnBDC+KiCMEI32gObtTCrWUXWu8Iqw7Q6R9DtsDviPliDBNtZeoYVbtINKOotMwX27ral2D/7K3r/8XZePXKuZxcfgat+OENWNNsekIKJl4xIJgVFyE6QYRkf5WRiQfDItKSUhME++ZzyT3apNpqrsZu2XEde4UXey08lgyIlyXNSx1+LcOwzK/qi6/dwkvRbDG7bChW0Z+8LS6w2rzpok511owMKOni5/xcwI/J/BzAt92Arz5+JtMCG+3fCfNuw98qhqNfDNCD+VtNzws+fPFMZa/Ar6eJ02tPQ+l0SG5EcjjWR0d+qWJpd7wVxfnTuROqp7X1NEB1F/Qcyg4lPwUT47azbCSy7HOV3BK7JnW9AHWrh9z1MoaftgA77oLHG2d6YD0R286qJO1ruCejbFXy8aoe4/PYt+ycO2/Ie/M66HSOv+I0obtc3A42HjAMScQr2Ce8yFQ/t/Lwtf5zlymx/DDo/TnaWY+zHxAswb3wrVhzn/VeKWWQT3irweYb/rCH7+udx+n4DVgm32vWa/qWD6Ej4l6pOdcYoPcI+dImtgAnf0XOzIpIvP7jPfATltUWmf5BzEH6PHEdb9+Tq6ZtbHFLILJmTyU625/2zmxLGnZfV1hSBvWFyo0fYlPu31OgLp6JQmXM/I8iKsi5IK3T89TNVc95nQlfHPGa/1IvXOMcJBjk8I474qI1Zff1PM+H+loX/k1l3V+jUB9fOS3bYF1A8T5LiK+Y+2gtm2oh57Ii2L1e0GOeblWMzxpWIl3kTtIXwrmdeBCXcEMTI3OJ7XfYLtyMe5hfmC/F9ttzpGg9nIdyZs6aPfrNPXj5l/hfb3sf3NeKk27ZiWMq+3PYB9j2XGm3wmu8nh+T/KPOlqux5P5Vn/uy5dj3thDewWsdd/I0frMFyn5yADL2vTP5vZZEtUzPE0z7sVaY08Zf1rN1+EchL2117H+DU9DdQ6uC5d7Q9nm8moYmP2vw831BdKTNWpyhBcyftKVZ5iXmLpjizIAABAASURBVPLh5kBlfooLDzdtM91gusTFD2D9MLbh/6BnuJDngn3ERLyRus5DU975Huvo4Sk/HiQ3P+8la7rOdImSB6op9jpNpSta/JQ684aImeLCHqfLJS7TVDLUuo7pUvoJ/SNIg2/jq75CyBI1gWQ5IsQ0HwGrgAUK14lAjshVETGZw0FSSCBUuoiQuhwxNV7h4VXhn4w3Z/sNsE54sUdMYeQDYesQJGwHiCh9p1LJUtEJWoiYwpAj4BWlR9YUom7Wk+UBU/lJTYdfND4YklhrSsKkFCQlL2kjB6KkkPOSyzXDyhiG4JVLJAm9/BOOUDBYnARICom9Jo2QFPshKfXSA0qg9MBnZydkmxuFJNY2YRVKQSoajTYJsTipaDq3JVVWN8ZsMxXhlyR/wbKHPzDK4YX1JNdpbjezh8tZZ/qDnxP4W0+Ae1RSe+1p06Wi/wRchBdcQ0K/A0pm6e2IOSIUAZJnYYZknbURCCEJUpiwKWpMEMQoWVBZE5J2iJJDZsJD8LgFJJJGhCISgUJS+CfryXohmw5oPtZIirAHtDghrUhbeKDL9+DsHp8pEayRQ6wrJGERuoDGZwbvXU7krAXF2oVaHUUkp1DrN2kgJ7p1pNgUEfRsmEWA1SHCA1+p2aPRJoflYKgBgir8wPUIhEUf5jusM8+v7pHxvOFbXhDB/o8h21gmkP7IsJF8MrHw9jG6raiwH4G4UEw47SHhH4E1YooVGvgJYbR1HnXGSQpJxEMjQhHwOyjCD7/5KinpxIeXgTo8CA/XMT2D7UbaCUpKAtMI8cOKIGnNFRHuV1DDvGFeRExAgusY5eSDeMWEvUMSlmCYGoHcqMwHA4b1Z/6cwM8J/JzAMydw80VQfvHTvwB6hvKpw+ctYXwpRcXGw+2m35sKXtOIb+dNO9L2oYUSSybnj+VdM3JoJ6dytwiZt188YdpqroNTqkPgc7dNk0T6+HDMuJkj2DYg3fd+2K2C5HRNyyulBSylu+V9cU5txDni0E4z1qfLbrE+gc9oynuK3WdvzZZ+1sFYtYH1JMAE505eB+FsMSuS41OUPmhq0+sHZRql5wc1uN8oaVccmQjMFsc+aW7mKd6ctMv3qZ/QpT9Z8Xy4ulj636lhnw2ctflbX/Hun4pND2evYzSffAAG32nlIRLdLc9dgN71RpTqKKb8y957M30EfqPkodMMyNBKHeW3zrlM9yBy5koCLJyB/VZg3eqQcN3Vsv/M5ZzRPwefo8+tU/MF5zLmzMczvOCZYpiudW3vmJ+uWfmf9e/5j2jPsbeNengOj5PlxEY/9Gyk94JLm76W3c98Ibi2MwgSze+CChVLAhL1lU52Z4cGx96bKe7pw8Is+5ULcuW1ntR8wwx1zHPwXp3P9Ovg6XbQUiRlg2wjzsBxMPPT9CXqfOH3Qa7HvEFUrYDafoNRP3Gke3CtHeOcppnHMR3NnjbzXW/KGZLx7ZWzItyJbuE+bIceTV/nI/3XdXeKfj35moEyM7DC5F1UPFcgE+SC6nnqHnyWRbkMhD7Pt7qnF5FkJ7aqUfHF72tjO9mJU5YVh0/ObISEncJuJi9bSSF1bKwHQvcruneQrA/ydVg+QAiH+CODZ4TDw0Y/zAKaFBhCurVZ/zoucRtjnfF/2ExHdN2n6u/zjLXKVnu9hHL/00L9cG/pXVNMPhvV+aRe1hUu00Avl0h705m/XMo+Dboz3v0YaXc9IFEXSArpCBP6AM0WpsiNmos2sKCNkOA6IpCDIbDOLnVaFpWvIsRPLDlSighTmYSkBEvA3UJ2U+AWrAlr4mYIjbBHgQBLxgTP7gMC0MBIjUaji1zxwZDEej4lBRNAcZOgA0JWRpK4M+x2x3xoeifmMNEHlZJC0pJRWvmAlReskliZjTYppOKkonjcTIVSV2uyf37xZ112YaYDxUeadD5yed7N1/1MDQf84OcEPnUCd2++ocjZvbeNl5CNIXJksY5ie9V31VmNbu90zbJw1Fz47vYg3eJ/y/QMDyll8VkSwH/vXCqxt4XfneLLHayJngtl00+F9GzpTMNdvqHY0scGeP81kLAcQTmWiFh8gmE/yBNzCVuY46AyP5v31q/iI9vsfGzGbUw3H/t3a6eOL9i//nTvNtM5a5vbYt6Kg+Q8gwirypGHjtimoAYk5yE/KtPrZHE7e+D6bDiu3zTd1Del/kn7cwI/J/DPnsA77wyfej/L765qyfPzl3t8tcaXxHxlRmNM9PDDZ2a9iaP+xKQA8zjTieHpvR/GHyoP66dnP5sdzXOyw07PwXF8nBd6+3S4ANq0pY8VDZUG6z4GuY7dHs05CXLavkZ7b/8d6uMdzpEncd5bnmEeVbdduQSd/x565fowqTP05H46MLq3ERVT/Yz86DM7vsXa5wybmOb/um7o/TRH98kbM5fn6zh2j9r/UQ7vtfQt5mp67m/fNWbw8xmC65Pwmds38x3F+Gy6Ht41O34NsuNfgXO4dsX4nh3R9kPd9HlIHTvzcHrmnvwUxvM3n5ef/Ctl+yk/Q8mALy/UfMEiwdbeX+v3ytNVx3Wa50MDlq9J5zyHU56z9PXuyFzoTH8/fA5znsvnaj+Tk2vIWeWl4DrcUMw3uiM/6+ybzsl8YVmSRXwhy78Y+r+783euln9DHPFOjuMYX4cteG3iOrsc9Ctz97XIV1I9H+u+PwiemymkLfKhIw8pL9P5A0s/KO1+fkhq+Qzld1kfiKrlNTV6HfMdqRtiUibO9s4/QbOntr/s40KOjhZvn8m6Jns/C6ZLpJ26plqogsOLqcd0ehl6Hvm0DzbyXi5TiyfXdAyJa0OshF1TCD8JneDB0qf5tJVess+KWOQItIEIzAXDtAEDE12Eog0YZpTCnGL1UeotG4FodF4qhaRgpm8oYoSEwhMqKSTDLoqIjsalqJBARFHzigggKSSQZwE1fwIcYxySFlES5i1QBJoFAVeIMCthBSuPWsFgYVr/MgjIlMRvKQpsJI/SC/o8cGY+7y8d+7o+icLAIzwkmYR1wWgSYnFSUUz/+PRHy6e24FyP4Fr2Mf3Bzwn8yRPwfXiET/TkvJ/IcyfHl0uMCcwbrjfSzlv/CfR8nR7lHG0jf+T7XTrX7aDG5u3eenQfnRRgnqW8+bjZ+e7EIU1ZcvViDNZkF533tUd6bJbsJWMUssXLHtaDrrajagmTRNwODaqsM8jJpgMLM+WvLi2Pd12pVq7kdX2Fa2lfCXnP96ZQ77/T99L+RP2cwP/OCfi18gr+Cyfj/Y77sLzHaP8Q7xItlVl/wZyihc74S+DkT5bNe94SeOL8PervrOrcR/BOrDc9BOc22vNrwlFxEEQIX/Tz5Tw2uxYyMr8+Tztc6fd+X5BJmLk/Qnu/jX4kJ3tb8pgZ5ZGnps1shslJYVvOEoN5DEzO2b7Pg8dnxMT9B0ck7g+VyEz9vrY4NM5zBr/+noXr3PNd7PuaY4/wzmHf/rCrU+vPYJ8zm/UcM2fF3lt+60bwLC3tWRefDaVf+9pnj9LPXANOEOPMg76MhXdPxpz/shN7s83knxtv+xX7NeVr5nmKd0yDc+1xdf17OVts+tn3JdAn8TMxW1xjtr7tb046xzG9stcZXMMxV/v2fOaNLpta/hIi3Acrt4Jfd8+Bkr76Gev4V3FdzmOuHOzlynV5KU/+jwronJazn6QtH4qXct3xp0Hm47xX9vCpmqd5XGMEfdMc83F/mbOu2snqs3SeTs2/AsdxG7VJ5FCnKX/I/9wJnG948wvpudublvwexCUWwDCdjreK8Hcppo8QL49W5Ok4/Jnu5y6ezvec43SZLnEGjGW74NNh/5GfeIjZ5Tt0wu9yaG/xG/vU6kIPY4Z+7tinC37knS6XmC6FpYfpEpfLlPoLtst0gZ/C9GJ5AbrOT1PzmWL0mS6XuEwTtoFad4Mp1rgppgn/yzToLB8g/S4x2Xfkka1b4B548DkBSSEppmkKAT8olkonKSKMiIBnQpRAERHwIKeNyQQDvSJSFQG1AA2FBGIHdGlVriHpMYbeJcU0QKp466TipaIRRaUpvOe+3+TZv9TtKz3KI/saR/4TsQ2hWIYQJNYFnPnCK6aFt/4VjLEtP7UiwUreaVLtd3Le5oNeus9PD+zS/XhpsEe0jqDow6NRmQdScVJRVDdTztLsurH+hxXerMGvSvd3ycdU+nUv5M7+0J8T+GMnwH243JfwD/uwzwHUdEuuh4l+r8NNX+53bKHJ3kf37XR0+xLfajydw/57PB38uqP3voly7ab4+Fm0vBDx2eGPjluorBDbgkXBDzSApOhUEmwBxhMIu6fCPywxDiEQFrfQogtFSErABVwgRoQ5r1sERkkRUZCpLAmuABPjkJSiiRE4SApJsErKCkUMOEF3CHwlxfoTEcgxDiF0hBnkf2lmy8M9mZ+5lg1vpNHFr8k2/eDdE/iJ+0+eAK8Nv04ewXu3j+lfB/bg9wB/bj0D++YeHGemU/N73LPtfZ+V383Z40w7XNO86fdhrDDy31fxA5m/2uhX4z+whedTtGYbeT7uE55fL+oM/hc9I9yZZdNPIB9k8KAlH6DsKe8JaTe1baA8DskHMyywdIr9jHfufa+bvMSmT6PmR1z3D9San3OOfvv6ttlngxabNvPe0xHYEo8pSUmn9hth/0W+xjUfWpn+gv8Vv67GNX7x0M+40v+vuXRXbNfG//qFzysgT+Y6iyH3L3yO8l6JcaxR/bmf55A9O6/xi5gbeB/Wd2r+CJyR+zCWM0NHXvc19phy159Q7+PWb+YaFOblGs3H1/GuPeKKPXFS/7Z27cV1HTezx6Tk4ZZZb0PuLRqKW+Cy+KaTFQucF4Gwd/bztRiafbMukeyJSbz5Ee7JcqNsbty1A7A0LU/E/f9VfQois0hzR8wzT8qStk6PfO7oMNFlraRIZrMcKjceP8LPCRyegP9+8HcRr4LvKAQqpyLZMUfsBjZJIW2BIkZIitshXDpurfc0wqi4/Ql0Cdf7BkzLw8MLD8724GHjxIOlW1ziMtkfejGmlC/TMZ0m9BeAfTIc0+jUa6CbLpeYLhNoNG3wC222RR5tt/xlwh/fyzTd9uc6g811LxN+1o9oPhO26XIhz6X1t9LLNKXuMq30MsGDyzQRY+BPrsyDboK/TFOY3sUFHyP9nQOZuMtUdIJeBM/NISksS1NI3EwLIkJMwBqoGxQKD1ZmE6w4gDbmLiVVczcdgdoiJDbBMY7FY1WiknKJjIONJksIQGo0optC/kEvwTVEo9Kqk+7wEaGIkJSIHJ0X0ghET6tC64+i+J5jkdGbfxZkydnyKAVyRMAhCTpe60khycrHiCjfeHNQR1LmkFaa2ZBN5QVIxUlFUR1PzMxj239a61+MDG8SevZFlM3rb2sp/Sw/J/D7ToB7s99//R5N2R1gs87sXeC32OH3MfkGgH7x+ZuY3pep4d6g3oNhcTmPFFiws352OqdxltU2o9l/25n2mqZnaD19C/E0CgcpAAAQAElEQVRG9xgLKWQxlyg+YqExjObSNEjMJrxMNFSQo/vSadotFLymm5n2mSn7CK0BOZqSjYVkm5M1jYUgMcP5dkh1MMw4gYF4O3GwDbKkuHX6yzX9/qRN7wPSv7woansqWUYe8Wf+nMD//Anwmti8bpDzs++I/q2H5V7pLT+7zT+BxZe4T+23lfV3r5mS1MlD873I9uS/uGTvX8xxN9yNHsNfUBu5n9zksZ+/zLZP+Q7FfCB7DOanWOJPqrbwqmqfpvg7CfvIc/oYZZu5aS8fBunWU0XYXPtWN9Usm/3Yhg7i+yFJX1AzN5k2oRiZHNF55bST75ju45BxZG5r9vjBgGdrF46m8mGUKZFodmu59nDSNXvTZxx8UqJxZNa+rHsBmbv7I2SeRiGb6Z5t70oqU9N9HMAd45w+5kf0etB6wFcP/swbrmN69QNAgwfByTd/8zO690FXh/FzXP2wEtv1EGX3g8mXQe8zuWfTL+HKmdOH+yPflVyFQW/bQ8wx59nOtWdyVW/OM2KO0nPVuZ6s9yc+5d/iyJv9mXZkb3Okful/K/ccFL9fb2OleMqdprBZKLeR/36h78V0D3dvXafmV5jz+Zk+h3l8lQ48r29KrDnO/I71JCJ6nb4GHav2h/s5gXdOQMtXDSL8WaxBRDAjFbGM9V5HlXZeA1D/j8dGYF0m5oUfGX8lMspP8054gsxp29PJXnOcJIV0B5NtfqDYwAPHfMjYqPmJh5PT5RLTZQB2NUzQ/BeZpglyNjpdpnxAOlmmD/tNppafgmKajjCF62feacLnHOmnsst0BLFph25yiZoNaYcfafItxryxicdWOvIc9t/07gXfCR81+Izc5x7OL61xkuLxaD68Evxmze1PSL3B+w3dH9ClQ72bCu00J+Iddc9gOsIhlk07ShZVjYBGRO5REWFEmMiLgU2xHUIvsYIYeElxPM70x96n2nfSvBNz2sBnDaetcY62Ga4oFScVtW4Pteuw1/8bMi+cLzVa8RpzWHUEfDZ+yPenk9z3+LF+/wmMv0iMvCs/vEKPLrjtezjxx9E6da197iOdPzwW9ICWo+uXOOtXlLrLPXagmFaf4N0j7g/8u0PFlZT8YLPWOqM+82wcYDZ7t6cx72rPVgJTA/bJ6ZrGmfv633iddzXPIqyfWQxIzpG3whVHWHeEfdzo020DHVOa35zZGHuP7/nu+XyvLVunRNLWTvLoHs8WcOBYOeZ2HWc89kDVZvk2obshbvTIN9NvNIPyof/g+5AlWW9loYOux6Pq7N9BNw9Als6f6K3vxNR4IsQuLmGaV9pxBopFD/8zf8MJ+MDfAa35kr0Kwv53ps/10W6f8TnKMR78kf0Z3YPam/eEZ/JF1J8yD/KGh/s3vY/21zZOxfW/w5NSxlqMw0T51Geq/VrY0op1RtMfEtuNW+Ox9vC3pezQe5gJOqSkx1R+I78oYZjpgP1mOumN8ljhNGlxzAHyew47dVs6f2Bxzg+kWVLQn1N+Fr7DjDvXkQaWmjA+r2fghz/2u/oh1BHYj33O4Fhc/HwDzMvDpNKX3PmRXnn4NMqv8FcK2v9KjsLMLQia3rYFZVlWGKZ9OTAmR4VcDOHsgTNGaT4FTH2ixohkIyiZXF1Fpqrb3KzvwB/WHsfAXrHkO+Cv6K7twd2tn+sRd5S5msRinwHonSfzknvO3HNev5n7wLDNPoZ51BxJ83EMuKK0/VVUnB9wzuFaHa7zaq5X/K/cM/a/uvcbXHP/134W7O16hhabfcM7Z8L+lqFpe4Z2f1NwpX7mgj+kXM1D/ejffVp973fe5/U/RiUmHsE37v88lg/oL5wELzquy/AqJNeRDvXptP+p8cfw5AmMV9P8EZ5M9Ze7He3Muj/f9u2dfL+vW/91D/ds5XUv9z1bRT+zuodPY5J4UHoKhU5sftjoB5GTH/7ewA9TL7Ha9vLeZrth/UjNP4JjjO5n3ph4sFx07aPLE72BC5hG2N4x6o/41e8yYe+5LhfqTonJenCZpqq3o5eL9RdsBrwO4Bj+4pySll3ydSlwAUNSrHQKLCGxdgQ8CCApAlqIHNZYlTQ1uyXvOn6RSrVwVbDEUwPXrZ8IXWGbvKCNROQoXaDRgmDI8B44Kxmh9Qe9pTA1QvbeAn00vXRgb7bVBy79YhkZxWK1YQNiLKHxzcPFjJsypfT6CNEalwT7HHDcViTWOmmIbx6CKsQakWveQ4imkD7T1gXbjC7/M9RNv4fcfwtNnj2bnsG/353ZRr1/6bZMuttJvVPbrfd/TpN75571xpKkwtKIQ+Xo8HXeJRIszHy5mJrpNKukkFxf6vnOrT7tJ+q0seSeoS5zC4IXBzsNsMlioxBLieJ9Y3VYDQ+Rv2RNRCQffXR7oI8clSfCdMXcZCjKJQd9IkZgFehU4aGmMR/wJRcXy9DCNWYuav0RbLXetNACSnh/bWn8oPcITlx6c78ZuWE3eAT3Yr3piup15tznUnL9neYR7GwfAs0ewnYjfcwYh55Nudjdy0zYjKFQpuJv/3DGzW+4oO/Hms4/ovYtzJua63uz9YGtEB5uqJ0VZbMlq8okfI0uBfKKYKgBktNyMiwLPyPspt9PDtRbr0yQS+rNbeDXYyLNuWzsaEYZMTYb6MaoIYxK1quRwguLdzTCoV02v0evYTrCfpZNjZG3bFjX4MOk91gQP+OPnYCv97vF34z1bZAv3nfr/k1xPoMD5B6/q8+j5Lzb0sb6XTJ/jyKw0gSGPO9bag0OB7MsvNXGq8hSS0b3ukczZgnbkJMvWqxXwMx8Cy1/toZzvv0nzaVMydayBCGah+Tc86OcDm3pelPD6k7Nb1GWmyayfXu65xtgqDiYNi0nWPb+zSVzzrx/zih8jYvWeYy8P0ufQua5je+5MJPGlQYfjPv+LLs5TIMj0VYsWBgMTAeNqhseRfpQH3r34Qvpvm+6D7Kb3OuDA3CPfuizIni4dQtSBc+IiIgDsF+0znWLa10P92Efw7wx8pYPgMsaf2A/qnfl4Z3RbSSgaXZAfPJOOiC7x9b9k2JH5ZUQPBBSDyVZToxJyYwPLIzNhs+qwzImHJgIlQeeBMUP+X3Z0gc7QbC73PjaZ4HlBpwz32Ijx4bHD59dQpwo1HrZ24hAxUrczIZ4NlgyfNZqevNX8w2dNzW63fwryDhqXQ1y91j3kkBnnyNc8z6YuZ9fh/M5fibHFvNu/76/74C+1z591MRbx5HP7n1/fXwdzmD/J0Gl6jPrIJ1SDO5hk3fn735ww4WcO5v1xL83+2dQp+9l+TNR7vkI7uZIb51tvwNclC+UWaPNdWwTchf7ruBmsB4Jt6P7w9bvgut9V+6el20Va+YRyvOvXPlznr58D54B88GUyl/8DncfgUeDoMAKeYk21OgBWY4WH//ZPaKnsM82FOc0Qt1ng7quJ2my9ZJIcQeY5uYfNzQYOLC+PQl3C58Gzw0V0jH80FF+yHZg3z785cGkH1AuuMR0ufAQtDBNlzAu05S6KemEriF94S8GvshTiymKnpiVx2exjzbrLZseYWu7TCVfpiku1CyYNy6pmy7w2CdwmS703HCZwrbpggxsu0xTXKYJfddNccE2XS7QKSZsl0vRCX6aSn+ZpriYn6b0mTrl3LlApdMUmrhOI6R88DsNVNrqJGI6ppWf0BmQCHnmEmEBCMRuCNkoU3JhXixG5DDXkMlT2Rb0ggVMoiLsovAPfGyHELdQSJwDQZL5DnScmW0RihqC22Efa49NHvybHM0WMUXAr4iwKCmkFQiBtCC+aaw1XEBeFqRETzQRj7D4xvPDMZJC0nFQUxdRCC9/uQJhzgus60DJxJafylB+PUDxPzt9Ls9unq/EcO1ntqU+e/+WJc71Br/3jOnx75t5Pnkfi/tUNw3aJCmk90FwGJKSmt8gFJLiZqSKhYlDxEJh7A8k8xGR1PwxJOGyRTAkeb1BadViAjogGIoQP17DOQBzFEMRYA7r82FtKaLuV2zItgULM/owr/BPhARNmB8QEVgCUygiFhpRPEoFP0KGBgM2Rj/f/tZhymm+o79m0mDHHexnm6lh/itwDiNzzLkeL91mCpaYY+8ntM5g3HOlUO7/kY/tc+T1JaXPOrwsiEBdi5k7cIid7ZIUxrqOMBOlFLQQARvnY74xCY2R17vxJSMs8ySOHiSFtMcSmEyex3B+Sm1fyM10/Y6t/xyjv3nKRUEh0kgKCYSQoq2R6azJz5I5Vn3UsK24Wv33TnJ7QyojKMESjDsO6YRLTsXND3ZhkxQSCNCp+RHWA1QRUGYovjAOg61s4IxiqWBd5Bmyttl06dP4PDT4heKaeaDLtB3BPh1jjuSx/8xvOoHxgph/FW7r1ZjB3y/A3w23/DGwF27hvE33NGtgT/odiwuS1yUAv8YiHExs9WI1swVfLxKA7ugaYGkV4N6ZjjaOYq3vwM5rny7qS3BEfyR4PwkL1iUckwzLyCPezMyI1hSSeeC9V4tdTt4LttSZNyxDF39420/Kzv0mwG6+I5recviNOnA4QNrRd9rjjujqEw/H/NCjOfiwG3tEljz2S6xetqWKJR++QH1U3SNFlm6D5Vpz98GUjjt04Uf9HZ4CWE9W8lE8+7qh/i3iHTgncVw+1yUtta07Qnks9WHYHnvG94gn2X278xWuOJ6Cjuo88cUveeuOYLv1pk/ANTPfxvdkP22PpGdn+LCiSrEo/TUdZNVjtAVSOph8yMfT0fkQeNvHIBGtEVe6fVW02Kwtbr/yqBF705LIe/WeE93S9LbdwPWP4Bjr3eMA3wyIMV/n8EPYNR89YiAsEldkw7r+gNMUOC77w/EV6lrXfADLfom1PMK2a9Ob7jFTe854Tu1F6p4z3jmO0OrOT1POB18uUZ1X4y03BQ6+AGfgDMq5HDhnGELRk6v3YZ1h2fRB0nSxb0eWSO2wUIsSg2LH8rkYfCa8jvhHB2+up51j47yOzdjynI6t72ldbI8xk22j/Azvewo/hxqwfe7vAzzrFssbx85b9PvqO6gLf0feMScvMMqwJ298h/Qb972zp6kf3EI5Mfwce2xfHD/O+Ne6YyikY0SUPrCfIyIUEfhIgqxASH3SQB93hs5tXIGdceuszF1rwMdmjHr41mNAbxBljyPbF3WS6Op7MPkh4CEmHkbywCwf9B5QYe/IB5YHPqnH78LDzeIvsaXUmM5gX8P2Tke+6zq1zejyno428yO6r3XmDfMjRp15Y7TD86B3ulx4mAs/7OsyjTL2yxQXMG30E2eDTVNcwMRFt13JT6FJ4WshKSTzigs6STGZAtsnZKl8JGzGNKWP7RK6CbsBL8EDkjLNBzQiFGGolhD+Zg3rpIjOm0YbVqecTFPuiE0rtHH336MLiLNVYu3oOkeJc0nYvvKBDQ1EG0jI2FCywg+ydSMk7HjFMiwvQjKSQupApR0QPzo3+RU6SG6dsDwCLp4R9P82YhiKkH+czzSG4XfhEYMpP8xGuS/3ZwAAEABJREFUG7xG+z/D0/jRZu7q2Bxh3q+BlNP8EWxc9QRaYXKErGuHMzjozPa/oe9n+V27dX7nPj1pHNIGDb9uFhDVdbBpM93DPntdk20ymrghUllM9tjWKr8MNguYKUZjGukiNnaUb+Cwvgc1YyvAhOvZ8v/ZOxPExnEliUZQc/8bf3NeJAAKpKjNZVdXdRtGILfIxEJJdgnTfwK+bkKsEkWGHxXToNw6b+sWDzMQnquMpWqucT8M37bMEV5FFVXL2sI7gr/qK56tFZr1+ZE584+FNs/K/PeRSRov2lchFZ/VWiHcA6HpIK7VrvzyMdDZnx5CtJx9SOFH4tp6fHmtRG7OI+kamLTretoznGz+YTV8NXftJ3FReX0ZorV1rWgBonr0htQP4o5s/FhgM+DS8TC3gA8YvkiJYHptwdq3sqlVktCQqNXrO5jSzoectahuoLMGwfgL0QPs6uVEQ9JLaRKVXnqGI4il+96cCb4NDmF6rvt0d3OW0QcSjh4ZDH3I4Ys9Y/gjjwjv6Puxv+cE8uw/U/l3531mjcecz675pM72Ek3NMxxzvthmSnq9a1vlbUHNrAhfjGFlPKI+EDvnRs8v/4qpPmVS+V2o2llWBfqQT/mu9s1EdE+J2DM0PpTjhLH9elIcAwRGr70MIzKcyCB6EP0OKn/ibPbk66lrnVY3EGsHIn/G7FY4xyqeoWPEbuSNg4TyMeQgTpAvRZ+CMm2B79YhsVJ4dZXklXQjeywXWQXsm8sf8io2SfbS1i2NS6jYpZNfEs4sMTlj6p+NtS5iJfVsuyfx5AK2nDmzlnOo1rvFztYyfCyYzlzURdlybnQ1zsibZXFzGUeN2R+9YvhPJAXDeI6Ry5lvl3fD96Y8ntvRphzLynr7fnEwLeepCSt6Q60HDp08gbX2c8zJud7OBZfExBAtFwVv1W9+rPiCqow9SU79mhfODXixxDflVIX4WOR+jr7+xGYkt+wRjwSbn4oVf00+PofUoHavx+ZibFjrwndwNveRdtdOgOys/BZ9zvVt2dbBSad8AwZvc+Yg9kQvUjgk1Npu5qfG5pt12Jv/TB/cyFswpaRbPyVrDyP+OZnfu5/L/Gezsu4zZFVn/vgS+0rwQnhY7ln8UTKvE15wGRE74njukQlsnEx3RAj/ZvT9dlFHNXTeMfudExhnlkCdW5RvR157j5AFnMddfyeOUd2aZWIDkup7g2FH4pJkqaB7LQRiHNHuDIdN6KQnaSDhoe9lLNXs0Z6A9a/hInWEkqvPN9KPJb/K5k6QizMuCH0AAcW34D8FF2+LrYZcMD4BF6OmVnBTj1rlR2beDfBvuAtzln/Ie/O2+GW5H685q17jOvPDj7QvcuwAX9bR+Iu29W2xlh/OkjPp/LLRDYY+ZNWOf6tB3WXU6bJilrt/yK1G8gfMczR5M4hlHjs1Rn302AF17WYvXTZ+ag0kji5kh+BKzUbQHVPf1ajOHAKWbUkAyahq6CVrMFGXlsFlMcJhlM0IUIQmm/EEktVaZNCsz4zear2f/Su578/2NRl+UOZpjGfxIP0PDa2fXFfyBsSrJLrututXSVdefGdIkXbW4R6R6A/+hhPIk6t15mFOGP7II4r/nUPWUfWPM8dOIBLc421fMIZ7BHn1p1z8a70nUuaIRJ8hOeFEBtHvYr0buQnk/VbOl4u+Uvw55+l0taiz4Xnts6zXfKN25IyeXSL+KJFPsNtkuOTtfNjvdHLp+4yU7biJ7ZlvWa3Wymu2p9XrvOsH0bjNOevNI73za/A4zVk90e75CW09dw/rZt38U3SKPFYzV9Y1MLMTm+3v1+cdnc32LD7lbNTP7uKzedMaftQ3TmB7YG/kzNTkv4uR/27er/LHvF8ps6avrPdOrcN7hW/B6Hx5zFdgKPRe7PNrPMzQ632HeDBTlj+B3dUHb7kysJzhQ33QQw5CGTL6q0hO8IyfvcxguaTR6y+3WcaR5xTsdKaYed+t86Khc4os5N0LmPqv+pKXC60zsPjUzMXTW6BWan9sl07r/mKOeF0ADpk13EM492Jf7J/Xm33v0V8LdSba9vPBGh7jY+O2eqrn1XJarOntjIbeuGtxj3o4R99X23l+o+aYL3JgxE5l/g8COCcWn80Wihd/wJnFTq16HQy7nvUHaTPOz2DLP3mNpe4zZN5wUuccH+25ZU0bmq/l1bZYa5d537NntoKGLyN2fTYMHcluKhj5LjJZ6o+8KpQJQHxlQzjbDxTSWRBxFKjv6amZGregDvuiYI2fGbIkKZ+7+pUyJB87p5LlBSy8zXPk7O1waq97997KPybKkzWfIcEz/yu+5P6lyDkf8UtboViO7KUacDde9DNshF9XfircnMDLj+om8091ZEdHjLUe/cMe8X9aZj3na8g7Y47EvoeZd6Nnil/AvTm/ws9d4kXLcotxaRn5FahLUy4kl4Bvt1KzfB4Xk0Nay9IB78pJHBgsM8KNfZT44NY88B2derFN/ciqnVhAbInf5C1H5Hyov8XQ4Y69pE6rF/8+t/zUy/zFR79Kq8XJM+ix5qPOBXRf5liGjizOtp4rL/4NU83kZw0Dwx41zX4SW5IzsLCmy6LLsihx2QoYFWRwG/SoFecRYY71OdRlhGS6VToDXVZvGNGDeDBVwXIw0GO7DVIkGHakzXgXZPgA8vHotkHcYk13bIvRnwJJdEuMDbo23LZlN6BcY080MiRXj/gliOaqoDZaitJF1A2lSCWOcWUfoh0DsWV+iP3buseG8nEePfIeRjwyCC/yBz8n8DtPIK+7YJ7zaM+xE71e98k5YnDjH/ofKHOzxT+W28qy1gCr/Mhv6Zlj4N0JyNvO/N3cmU+d2jdy2yt6KFU/yu9HTZ3hgJjiNwe/WnSGxASJHqG06CoyVox7IHzere3H54zyzrGuN5HRyhKKd3cwEUCXrI2PYgk7Y6T2rbklJF1zI1WqQVIF2/+5Q3/C3bcJPWt/Tzw7DO6tuMfqTMKJDXZ2/D/4OYH/ygnw+h+/Cx7KrzmPzHb85rv5frV+qnwVPr8WvoavU8yQ1URWtXzbXsqvDFWRApEBak0w9Ni/CmplrROyp/bMohHvc9blwcT7zGXLOzmZ73WwYtZGZ4q25tJZe9vFfoS98aK/jpw39ekUIA2ldWbCJIx51THu7gFWrYqF3uV8UYypWC6zvVGPrbzZW30mSgfNfnlvLPJV7kfnRt4Fe82F5hE1Bxef8Q8d6v31ws2l6pr/yWeIlVPPlec97KwnwE7dD7gfXOA25BxYJbGWG3ttl7BwZt9R/yAnWLMG9GO87MQKzNHnjb/WEPsI6lSMuT82jPV0mb0MwF9nPXYHh0Ynig2l9Mh3wXHyWqNORowqN2T5Wgz1tnTIBMJ4G+QyTa07Z3aO6TmH/wbIZGXf1ftuswFO5XztcKb1fu96vmuf/+W69XD/ywfws/fffAJfOl3+rX1EnyDurt6KBO+g3hF3YmpfgDQxOPquNia4la51mIm/Hstycvm7+bxo4fLvsix1CXhZPidTY8ll4rJUvaXmRL90xG/08l+0bDI+cDE+ZHiXLqMXwo9vyOgHeNGFvMvlosuCvjS54FvKXhTZMOYacpHH2i8z76KF3DPkAnbpOZel5VyWJhu/53qp9SysZ+lx97yyvahkYpdJjz3Bvh9bJt6Z3tY68l17NWsIFi+y8c3Qe41syXqhuWiGOUN4bWdEjRTNDZNf0YHk64+7FT96WciYkGQ3w3bp9lUuk25f/bYpY1n7ZlvJOcKLZZ+cI3w7sWcglxoL3MWSbW0/0QtwkEvA8/YrCPeX1sUqqGHvpbBZpfAifItEwjkBbPiiRdsjdDHQif9be/06erC5xAce0H5CPyfwW05gvBaR4+3KPx6fTw1/8JK3S0hs5/jDjXm9Q48MvnPpL9TPBW0wzjqyzvuF3JeXTq2q+XLCNxGtsx/Fa9EynACX4Si/WIBtRWfUU4SgfbMtumRtzbbsIyQ8so1ijR9h0/GJhteKS8cWzoBkRS8pqxqCLrtGmR+h0xXdrhEqEl0Dil3uMSB795AoG7/7/jrB6zbvh4Dt3F/+4N1jzPHo93j/Sf/Ppv+1J/BveK1nD8FXPqSvrvcNa6vPu9+3zuNMR/srd/g319rOZVNud5MQdzAnl0xcxxCoOL/TuKr5/EidzHy3BvH9BVGfm8n3fhwUOvpes0mkM1WKgxhXxL/h6mbPjfpBMLNzl8nlqB6i1kMNDlVB2cmfkHq30FaXu08VmLQuWPNf8J5hqrmSMCP1V+KRV3wwx6q6ZD1evmKHP+OaR06vVetBv/JazfJzQE1+sH7Amj4C/B+FjzY3+fH/j9gRH8RufKztA+4KIj/gBBzP9oxWfDcgugaJ8UxKj/0qktchpA558dUaiGXu2DtkTmKkJfUtpG7VosZ5D6Oji5fnOS/4DV5O/MnacjztYL5h+p+SnzyBJw+tXmhz6fBn+0f/OYE/9wRs55uJcxATsOGcQLJ0Brhx550wULzyk0PP/4hBYvrWxkT36icEsqSs9aux1KUR1W8ll0oLF4N1SYR+Iy37GVpeaudSKjLwYi27XHgLtW7Q/UZu/KFHBuRt8dgTav3EkTZyh+wtvsbP5aipE7nAy+XnsrT4gp2Y3WwvyZl07PCbf1/XDg8s2fOIoWM3PrFwqGHjzxqA3fwLMrBHLLJj6RzkUvHuP+rUXhZiE2zsDrvVsc+l4hcxnbV33h5w6fldFHFbzbgOiImX6TM2xAfoir+kWis9QxDXkOiTSlqz2FpFXJ7riEnHhmAfZaUwjE4cdvoNrhTdxCw99am34mbAjghIti37CqIyw1OQA022vwSp9QrcSZFH9JCO/tgqr2jNQvmX9LwTBrKlod+T4QSJR/7g5wS+8gSeva5GvMvt7Rg7eLaWmRP9gKoX37M6+3il7V3fYI11RQ5kmqEPGd8/jLr4ndeQtcUeMvpnkRoDqYFe8yFj/onIC+QEceVXS8m+7tIzbGBfmw5p6KjJjTgilPh8jzD5HWKAQo82Rcs8DGFdEU1klGSgY2lrseMoGWVEcPDrvyzUOaIyhnNI0UgY5pB4/5Ge+b9mYp5v/ii9KRb/cEYPhn2QX7eYQ+Ef8+cE/uQTyHviHuLP2iOD6Le4F7nnv63wq2++zPRVuF3dr3qystQYMvqv4bOVPn/OmXHg19b+3dnv77FdJLGuscF3JGm5TElKqeP3UBz17SPrKUm0fDVgHHpuZSrEkH5AlcX3kqQ010BZ1g7Z58A1ALmKzjJ6Q/jRIj+DzJO1FNjjscYHc+di8YhsNb7Kg/NUpjYLTd4O+KsOF5lrgUr41jto3FWRz3CtwS6ZNHbL+SA/aHXiP0fyVu4cB7KBKpTABqITB6soka8ha1rZe5Ov5cCqObkDR2YpeI5nluXm2Ux+TMjVGbLQIqG/KIvGXCXvpDEfYaYK7wBizMqa8Ud/AyS1mndzWE/FkI358ggxS/5NYO9MeG/M6lQu7c4AABAASURBVH/TQn6m+ZYTyCv8Wwr/FP2qE/h5RNeT5E+gqzFp8QeT61QN5wxn5PBO/NvjuBM/SXnbZVv2ATJ1vg+LbdnnqEvNOzHXJeW4CD3Ln2PRb5H6hSUXo08QTsC87ZK28+PbYFVsQbrFc8lac3S7xYmRkz3Ejgyih5ucQnKoNccGpyQ1wg8MLzL+5EYGm272D3/YVTNnG19i0SOpY7f1u3TyzHrLl3MedpcjP3IHuGWnVpAaEyrWa1T9xMK7gillqaBHjT9qruHtrSKVEzvxQhz5syLyBTC5M7sbt4k2Ns/j0cntlNLdjd8qPK3i/YldKW2Mal/12D/4OYHPnwDvzc8n/2T+sSfw2efa8p5/xOx5M/+tT6dO7uL6OTkc9863T3hGG74htxJtyd10m2uu4x56KNzyJo4n/aqOySKDa+TXtdQLnlSaKLXGvlfVDsqjazva10i0R9EtNs2XnIGKM3fJ4XxVkrdRP1VAaiU+may5ZYMzeiyuru6FmdvlamOp94eJNNQhkxT9+j/GnEkHEr0DkuinwfKnxGl0OEMY6L78HdfVUxH6aWDvtFyONpb68pCc4OWEl4lZ/IyXE3+IPyfwcwKfPgH+TTi/7dDbxwzKqDmpw7XJir35iVA5+Sq7K1uxX1VSbyD1Wz12yFfqV7t5GaHSK4bVet9K/M1xkjcCyPByR4i665lz59iMPkHZ0YMYkSAF6/MZfScHJ3JGeNi1iKbn+a3U+VbJlK1nzq9Cq/hsbPvihEvJ80HnKe7H+B8Bdj8jUnN/1MDkuHER38apDsGVea8YMfg3sfgmbLVHzomkNtPCvPZtro9Ri7xtrujxDxm9IRWSG/kKKFlTb7IrtSSG1PpqsCXlonJg1M+FZxA7cg9xSbveYHAjn6HVE/tdG9hr5bCg+q9ya7/EIzk8wv31cf1LEGr5KAAj/fo+WHnvrrwn1zU1JkArX2SB+TdOdEDBjIQrMXxc6HjgDj3+rHnYswwti0udW7RSxadkevitHhZKs8mM/gZSEzpTn+dSvWLhHZE5CYbyNlpu21f0W2Q9xFkcvaaZ5dsT/gsS6rXzL9jHn7+F+dX4O1ebeT83X94bn8v8e7Lq/27+znLnWD7VB82ereH9J+T9dYynHnkP76yYX2Pi19kOqaveTlcSZ9A5XyYe1Mya3sUr60rN4/6/wl5syz4iF4PDF/0MI/6ObHXGRWkuSIN2KXpR9FvEP+HCRSWXl0twmfTY2/+UcvgjNvTIgWNs2EfZ+JfL/7G2pi81z5EXO/FF214cX3DRUuuKjA0M4rsMn1Vn4n6WCxKUL/Ph3/T4B/Db5E72ErvAHJlnA7zyH+TS5nLJRWa+6Av2FdKyTLB4zQBNjU9rA/68oa+KXh9g6+BYjho7vMjYgS36LdT9kUCQ6Ij4LRSZH+G00ToWWYHdZNOF98oRMdtKa2O092D1H5/lxWkYxCykPwWS0qUarTTbsoNYe9jeOx5Z73Af1bkT+5R7fl0cCryxs0Pmj7k/gfmQowdhRA7E/sFfdQL5wA1eXvR41kNK23uMzwa6bIP4kUozg/EZKbVRNDfdpTYdtTo1FJTRhphW+4nHNdSINwYoM0OAnd5VGyXAF4G15UUXVqSR0QXJjgUslS3J/LQRjbhoXaDte/mNrytOrpWxoPLHtqw0Ix3lW1Ez8Agjg5qs1uI2P3rT+hjbqpgzGr18KKJFj6hYfAGOrWO3Xh5UkYJuuUZtUgTii3wFg2uXptHKKl9puP1KueLJSj9FIu6RyEDME/kYkkwHumlXJ6UqGk/0gTijp0ZQ8TgLjksZLEXI/X292XL/IU4hq7XIGZBEWPGFka8OY/MHmlrNVeWrb8KkxAZXuxaeiJ9HiajaCEfOIJjaCDoBOsVKt/Y/OLfuTVNj4aBLWKJFD1C/oa/fUPOn5M8J/EMn8K0v57wLz5C9Dn/0e+DLcT6Dxsg/IouYL4gLxMpxHMaeIvMt0Q2oRKxq8O/OyPrmnXq4qxpuXMyMkvgrIGEUPsjJrDmoG8lkdDTizDrrmLs+YvmIix4ZQvQZwxdZyDGjhINofdtTM2ssQsgdm0101jH3Pfx48huDfcCl/MlRDF6434jMz+GMi7uvkpRtz4nN0Wt/7LbkeG3EvruzKsAZICsfImqr+YIO5S43scLudc5qmGDlAGq+0nndcTtYF4nI+p/zJfiR/2neAwZnk8nvaJeU1MKuRdXkfT58lORcWnyczcj5jFzZxHWNa12wZo7MHRmwfObsa8ieT/DBniml7Cn6Bgoc17XGB79x+n95O2z2iJrpWYtA1jRk9M8g+Q27ucc6xpxMnPXjZl747BOXsv+PD5fcYj2n4l0fsZ1MDVA+5MdAckiO3c5NnF0HsfDPkIOJn1QdEX/DquyzACl7+mCiArVxVW7NS0Lx8I/auMhnLfhe1WE/zuFz46xW5tSd2Bl/9iV3JTfyLjTairLH2Pdcc9NTsOgZSN1s9LgeIRTiW63fpW9rPJmQWNbD0nhO0+sDZzuH+BL9LJL/J4FX5Nhb9n5EYvFFPgVnwpEybp0UzhHz4MfTO7+PuvaKSJlneFYn+WwpG79BnnHyeUJQbkechPGzsXCPaHEo/4Kef9rPyN62p1WHeN2kPSKRzxG6bdE/BZm57yaPWOQZSKa3Gvt4SmoEMDz0SOyI/IkTqdi6bT64Qpsxwkfe8N/IJN84m+OmRhwTVmHQFfk2pErR728Ljcs9Lgu54bvqLp999O9t2zIck7shdiGxgOs37OsF5qhx0cIlqEFkQy5aZzTOcklO14sP5zJs9OEr2f1bfLI3X8u5dDsyWBb8XPZekJflomBBLkub/9L5xYOzLBcNXKJXHK5B7AL6bPuaU7mJBVy4GiwL/MBdzj70y7Losiwa53lZ0EGew5aL/Xm9Pfu7+bWucDos1tLAy0GWGjBsywayFmCjd2AqzQzGcNVte7nOTaT8VvlMleyNGmVH50zGWVx9vc7MI3fZcUftRbJ0A902Q7IZB6jnZZFtia6tWeUyDmBZ6RrOl2XSWu41xZS5QifNvsbtBzq59oP4gxipdztpkqtH7CCChG6Das22jGrGPXD+9C88gfVQ62gfwu+bPxm/8wQ8TZa/JifzVl3F2+wUSh1AJ62NKnJMo3bElCViFj+WhM4g8yP0SNtKy2gbd4Pk6iXwC+BBMEaPUA3CBG6QZF2bHQsgTYRPY8Zo6hLdVx2n0nAhGNPJVUEIHLLsWxAVXoBmKUqE4BYkBJ70Dn1jYwoFmWLIpht/g0pbJKSyTlmtIembGSdx27hApOMESNuiA4tfe1qEHeDsGj5JsWeIFjviBVQ+vHQz2FZ+VFIRNWBKMv0ZoIhGgm3Zt5Al3BsWqfbySLo4GU3eEWo+4Q8objediNR96r4WaeMi19yxFkk5a2h4mx57wVEx4t5guC4eYRUkWWmrxoXv8Cc/sYWhfMjSJcVO/Iir31p0hK4+iIkbTgHbRtugiiwSOULvsBQDWkn1Vm6cWd8CwQVlS/qe1s6r1UZvys/4cwJ/xQmYVd4DoW/uZzN/YkredvnS77XMsznj43vHFOBLxHypNhCz6fmCsQgZ3gLLa/woOwyjzw1r72lzZg2FiuNjQcVj2ZG48WRsda4MfHD4CKx4+SmUs0pekEDZ8UPf956cAkElzL7Bnn1DJ8a3cpVSA3Z69CD6hpHzXK6pSf76FNdaK2svrJzPU3BKFN/O5Knea7KXOSffsJMasQcHvvMnrwNBMfrpGt3rICFCoVK4j9abONjxsVkAnXojN74DuOyrS7aDzIVo2+fMX/XBzdzGZ3FrPSfWWvrMjb5Oc3ed3VTdIdfufyBrLRv/41Czz7PF79eD0nPbQbHkuPClxj2kXotxRI2fdJJZ8pQb3gOQWfsm6VamfnIjpew35/y/fiF6yw/3CG1rSS6pugeWIB5jA5uKnTniG/peXms3f7PZ0jbn7M/6m31c4wofXyWmBjrEzL0Hz5jF5FK4+cP9fmRZ4jPkHKJdP2t0l3fC4bUiGltl//t9qOroSUuBW1Q9Fs0pUpcRSvlelhDJZ0XM/3v0Wh9zstqbEUetozgs5ygJ0gkw/k09+zhfb99LxBmSdOY/87XDS8YNQm/h8dq8oTx18DGveqmOEndk8fSonT355ssa773fUzGscE4BofaJ/Fv7nSPdjj372nH4968dT4tEtS37OXqGYL4MUTcw9ybq+q1cdOvzU58NJ//yR9qWZz3z4RHSthSIFnkC21AsBknICUa3jduyX4B0l0cgwfvIlxPM8ZR34NhuNYXU72/cnS1yLrFOkAs114OAM8twsSvOxm3L7ogdEPcLYAEqUDP19riobPcLvXBmPfYNes7Rf5Y3+9zzNl+35zpbbFrPuOQNr2oc8k5yHG7QY7FzVtmrfT3HhXPM2SS+4I++YZnWMNfBX3zkslipeZVTznKmz/zoHTU3emRqRg5g233Nn5WpUViUtc9YNj/zo2f/iS/GDpbso+uxZyRWdjjAYAkX2XW7r13IA3RsvjpsDECXjX4N3dFe4RxTP5NzrPE9tu3at30rJXxAxI6waPEr2gR8duwWj7pD3OR0BtZP//UTyJ9RR/x61Z8K/8QJ5Dlm3qOM7xfw8hvuSGTO7jLvW6w3u4vfxlL7cOsZ5eeIh5Msg1f6q7x7tdzndBHaWOp3DjzubSb0MdXmG46SeOmlHodT/9F5tNV3rO9t27RN2camvDT3G9QX67WKbXyccsO5cZzlXx/mDX36lsH9CbiXcLe7iaCOEbuOD7vcqCWxr18OlfE1w7X43Xq3lKPnaN8t9QUBDuSmypnvhvTj+DmBP+sE8rKd8e2r+4X3KetsXwjy1R+fb4zfulqm6/WvWne8Lt5MDT3IBJENXKjhaDrK6OMoh+z+wWuSU+pnVTY6twN8ZxqLBOzdmXY3kQc9EwYPKBU6cvY2U7OUvj6M/TrO/Pz2YX1QybunX/NCGjVh156J3koK0kN/A1Qi6Xop1ex22dX0MfdecpmVvAPu5cW/IZdg5A17X/fBnD1vXmsuBV/OZ87k7nM+tLcfzJ/8B8h+spbIV1Bc9hRu9GDWmYrn+In1UHPUSr0jjrHYM8Kf7c/pvFLZwJybcx61I4MRjz6QZxT/4Dc/z4l6TV91T7ZcXeOcxbWO+nkOuXb762TWlbW3dbS6TMKE9LqUbr7isJ+vkdT+dK1fyc1ePpNfH6rfOOw/n79xol76seCUOKTHnH9dlN9vv2NP6+7fgH/Wc39l/7xtX6H9qzl/3lPLio743CNYe1qqqb9WZ129hRd0Cn/btY+M+I7oKf+8yEbeQPbxTy56yYXaXSxclJ2hLs/aZd3buWf17vqsdoF50TbP4Jq1DQxfJLdGN9z4g8Hv0vEFsSM74jcXhZE1v5mL2Gajl/9Mdm7igx8ZxDej+djbqDPlhpd4sLCnkoM3y0NO8oK7/Dl3p4+zbrLyUzvY8dpZZI77sOwr2vqpiy+i6i/WAAAQAElEQVT6QOYw9W1imSPygHAaf5HDXeCWxCbHZp5IcLOeHlvIsTuvcqOD+NSk0BskWdrQFZeMO5ol7IzqzXZ5arSaHh/ASFepib0K0Yprck+g4ZPsob8mSaC/xrXf4ClcCSHSbhCHJYRvgIOOX1LGBrWWYk1TVNvd+hFfcQL28/OcGdHv4SvW81PjlRNwfy9IaCBSrT18nm6cyujqJCrKkBKGY2LuEpEutaCquUYG43ZJKVInrfnbeBL+Atej2i3Wxtup4g9uI9/hqZky5CzvnteDmQ9/PabUA/aXhx7O9+Wz/RTcTqBeL5t188rxwWOowXDbZansSY3D5ZRKWJplTP20nxP4OYE//wQOvxv+8QU/Wg+x+kL43iKJb9/+3OP8Yf7aD+vOl5lB++rqKxdJ8V5urj+8dYnS478m8qkPRuGXix0SYp7guvaT4PbQr7HiY5bsaykd3wkdF08CQp3Hu5LsPDcqcF/FeJP/gT9g8orBvpHxDazXS7jifXQ7Enx8KJdkdTk3LunuyBXuR7B+KDL7i/yAf9Vb7CO8J9jnrH0d9/KJ1/pv5XbZx9kNfcjM8R7GuQ3Z5+t7fLXW5+fv853udaxpL2uu00vN8Ea9pheX2pFsqc58Rfl4ivFcVp59EHvV2Xl85LlnDmTiH6mNHX0gvsw77L38qLptjauOcs9di7v5mKvVpUb0w7wb7w/z13l8ek3t2faPpp1o+925JiNnN5k3Kp8xN753HL+a/85cg/vKnOHcguOvIu3McjbvotL/rIFfo/O/p3b6s5XOuc+4iedII/8p/Mz7ZSdg5+GnXKTVzCajP0LLskR/B6G3JNGahfJyf5RRsevQa5ajdLvpZsFNdflfGcJMzsArORsnSZvRlfheQOZVeD3tVVEplfwgg3h4CH01uDN75ULvDodVUUC5YLviyPUh/o59rNXtbd7Y1DMyvsgF/QS5SLzCil5rJye6uSRcOi7Iy7LosjQs83/li28hviyLCpfIS9Pj3+xL5S/kXgqscwl36f5ly7ksXb8sxJI3oXzxL51/kMQXcFkWcvdYat7lPA/+ssOl84Yk77LoMmPiX5al8xddlsdYiC/mzDcsypmXv2LYeqO5cW2UoJl97D78tnnDWIoMRMNkvHZsy8r6AhtrQnyBl/hZ5xbT1IhRozjFwx6y8wlP/BdVS7bv4zCH/YD7u2OydIJ4lbVIin6EaDZeOip9U1QJSms+u8l4fvDrJ2BbtiW6plZm+S3bYrgPSTD00773BPIY2gw57QArTuDxBKKfQrJheUh3u0kMoUmMSoNbKtJlq5mMdjxWhNVa6RiWm6OPZTHYGUQUyajf2qxMf5zS3ZFY0M3fImruGn7LdD+T/IUnYFvjp5bvGvtgERajGArRy9cGfOWRbaXZ1vgReuAKSJFmPKJF9FL7If2cwM8J/JzAOAG+vt1fDvAN7/blLpdFg3cj+SKzcuGUnPIGd6szxZoPBvmMv78zb9bLdQBzo2GjfE1nnxwHvRd1yro+saP9cWCZnECt9yjb+byz4lYhee0ZU/y0cucl/E55uDcpNw5IzJk+sKfsrbBrvU3Zj/1Zpk6pNYR9wFnJVOr+LvCw79RAe6ePsxzyg4vlod+TH1wqHlFcNhPJGz4aG8nqnoOVk1IjS0eyj60OOs6KR1IYHY2y9Jh7wC9/hka78vERLrvJ61yZ7wZULl7kqLXT2WL3406fahOr+TLHrJcTXpMoVEg8PMDZrhPGOc9r++BS9QNOw//U5If+978rhq/y4JdkMyv6R4HLWZ71x1bnY6vTfOtkZ44DMldykR9HxA8y1zZv5t7wwbaDFXkPOZPPIPWSF/keyHqwnse1klsP8u6wz9/TeC3sHTurnSEzQOMIWeOrOgm7Sr/PuLfmrICTYANoWd4RvIuyR6Kf7Cn4ydRvTmu/qW/HZ9POGfyyf0b/if8DJ1DPiH9P22hfhGzDTj0JIanpeqHBFHSpBktvyLDFhHSE3wLkdHCblzXgjSjYRnrjimZbovdBL7ctJ4plv4HjJMnF5xfARHqFd+RQuuX1AFPK9hXffMfDHdxFy3KGhUUsxAwiT3C59FgkiH2BF+Rir4D/tP6rfuqlTmoGqVXzkB97w9Hueckl57Is7aIS/oX8y7L0tS/lX2KbGstFLizIgXYGl2Uh5wIim29xZB5YfMBgab6q2fXUjG1qBEvygOGXjT//5bIXanUsyPiWS2qewIsMwkmNI5If37KQO3jI5OzBnLUW5JjzjEcdOxzmRV/gVp2l2ZlrQ+XDLUl8luQt1Cks4ejtRtZ5jiV6QWkY9Gj3EUKHbXI70DFUYIiJ6La25mjbYNmOR/7mH6V+5voELMnOqK9tVZKhdSF2EHPGpwwnsOPMkpD0aDts8ea1z0gt9jN+9gRuzzSeIBWHjH6Dn+dxcyTf5chRX+HtLRWl/J+c2MljqBqR2IiULc2lWSUkhcfYOm7RStSAMTo2vVtXrTt+j7g3Lf62j9+zjDGLZVTX2AbMn/5zAmcnYJyAjnLsVl6/jAoYIBi0XloN2EOihreZKC6HFXED/bSfE3jpBH5IPyfw7SeQL5cfT/LPfwl8/RKbr7u/ZDnUYdMPS10nhbnvz89sz/8Kq634TiU2kuW+Cu4FqhBpJTMkt/xxHhHCL6BqU3zI7caCeehEmqeN8cyTZefxRXZ/CoE8B0Q5E40do7GphpL4QMUw6KjJKMH86HEGscgj8qmeNQw8LMBc4Z1xyl/xtofcUmVJD0GQlEpARdJLyQxtf6kbVD3IpWe/IL4jKh0elQhhRQdUoyh28gYwm5/Q3PGHQhpeDDrFUrIDR4IT8FQs8haZJSgKpcOgdO+JlId6pUc+QKoQZkmwUdqFbS5UP7i0HRe10Tu46F0L8Jk9+ZmaVCx8KOtDkMECoTDn0JuD7Fbj5XHkR5JN0bO5ibJE5qDuOzrleh7izZ51vJnyG+nvn8VvXNydqW7X3J5PnijPnmd7HHFRCy+p4b4DEv/Y7vpH1S8sz+QGiJ/+B57AtzybUTTSyr/zs3M0PQMEqLAsJe8dJIE0SW3U2+1O3uR2r+25dje6mCMv69lnLz3Ey7k3xBR7hpH0jHeI29llg2ulrkq2ZRvdqp/o34DF88Xcjc7U5Yt8gIUYWFhgLiMXc+G4WHXxWDL6EeE8Q3I6x8ig6kUnFjuXtpFcQm5zxw6Gb+QMu2IXZX3jwjK5hhcs7MNmTx2bnfyFebkgXgqL7IYFf2pFLgvrA4lFL0mtJcAf3w7lT92Wt8WoHb3yD3l2W19q2lc99oDd/DZyAZGWEAe420jRrG4PaS0kFViHbeIB69302BMW9ILENnZYTKxDz1p+8xeHvwT4q8DoQf50iJxB6G4P727wGAg5mPwHc4pc1XAClqmS19C3aGMOczTvQtsKU+XrkEqiueq7NO109XYSW+NL+J5M7J9ADjjzIiPOkCW/i5s61E+NG/8Dx0M+9R6k3gvl/ytZK3ub3/zaPdH4BvK+1IMWXuOk9hEPEv+joXZebD5HhbjfB2HLuE/9qsiY8lBvWwHxTQ8HOyIY/iHjGzjzjdiQ4QSxXb8jUnwg3ugncrgTmuB6RU+O36j6s3MdErePT34B3dnmNlNSdyAh7/tGwCilyfDKpG6T/9CYX3Lb1G1tm/lp5avqHBeQusHeX2fZ3aXvwwerEw/evRnOwIjEHrqur+y9W3N7vpaZ/YY+zznr//Rr6e4Wzk7izHe3wE/gjzqBX312yZ/xOzc3z/uCvnt//a51jnXN832XfrvBX/+yPuv/yvV+db392nYnMH7hdydfl9ef1jHzJ1ED3jhGGf7dPdRZhrJef1MQyj7aXwQrVkJrhuhdNjs8pm2iomuN+yG+eyAb8nmU1fOboo3hZcthklB91stxGPL6+BXUnDVJ1hALYNN3M8Wez7vpUAhERzvtFQuHaNbJZrlci2OPEWN24owJk1N8JGb3s06Khv9tYL6znjXEz/SIWKwF7WGHFlZDZ/bXEqG2p+4enPLjyzw3iB8ksXid0HIZsdu59DOERE/GFTig5WgLMFMOnXxYGSs+eJOEBDeOIib1BIkHcOaOi+SUiGiSeK0Xq83J7CjlQ6b40If8+Nhzhn+WlH25Z1nPyXlob+C1os+nvcv49gnuzvxO4O9Y5Ts7epWb12i456+ZfM6r/57Rm22caeTvxEvLPN+uaquPYqIljvh8T4HHWJ8uZJ//Ll+9/ivPdxWfbkwX7gzcv9RT95cK3E1msXdj7wRGnchgn9vWz99mhOZzOdP3mXsrdR5hz/5Ki4XTxWsh8yP47aZq2YPiUFqRoryBlrNWjei/gj7tinwGKKo59VZL2UcJWf2j+K/GuIuz7HOMy0dzg9fQeUuTS/LqQjAXgVyERl+IgeQumyS+HGEtFb9KY+8x1xw6dca8S3yZD2lQduTs63rF9npb44XLzUUmP5fAgc2ayoaPTKyh2Qtxu+tcBLdY1tXqNJsaSzhXaaN32Oisqa0huZdax4UL7WBBOnHmvzDHgtxhIQfYfY4u7dgSAgw9Moh/yOgNi6WFhMXq0ho/MEQI4UL0hcG2Flk28ohu2y1uH6Uqz5KeAgJdlCiot/j49VBW00vVrDfPfjSMPYTnERpbNG8wOROsstUbJlobUarH+gwq+cGQmmL2dzHyIr8SWYdrPVIJSzs5jHzyHaHbthY//lEo+h62ZT/BPuUNa32RG96b2C40Rl6fKv6gm1dhia5ji+8AjqNYkY9hSrq4uwEXfXKNNUbGHXmLkcOfJ9Rdb5D3bDhngJwuPV7weVy9fSY3i5H56TVuhG88rzpqOZBT4RZmzgGhD8TX9IwWrQbk3FeMQgb0057YEY2YkmdItF5+9QVDrOQ3meeaZ9igWnP+eht1oqu3+AQj0kj15i6HiB0ITpPRjliJDt9gxV4zVCxDzjtStOh249out+MvuNtN4pq6mx5xRCJVy5WvPqo3RxKP0BZzaVaaJz32i/AdHn5OQKoHptNW8UTyPDcjjmA4kPQ8V0oSKAM5erNbbPiajC/Qtu/mvxkTf4YkwTnWix0kPBD7FQz+fdn2dj/+KJLc4B4nsT3yHgqSEWme3QyxKY4gYbDPzfNJnIBKwi2p0cIf+l6GGs+Q0W+R/DPArHVKba2RB/Dmz37UW/ZQwG5zznVx5vVITu0J834nDy6dL0bRK+c++yaSlHLypRNyjJk3euri3qoWvYZ428qjFQF/cspmGLkVwz526BWKPMZ+7K85gekJHQqOSOQ9HFJ2ZnJ2DowzH+6b/viJJ5rXzhnaC4Z5ikThVyXUlhvlDBSi53X/HOTX4iLvAPfWU/cRNuKJcpN34yApPkT1WY8j9hlGLHIPTndzrMqn1usQfPFN1W1eTpVPhzVSW8sxbsap0lbTxkGgiFIrMr4pGleAu9UmFrvWdJ27XKy1ScijD3psdCjRCivGijaA2nuI+9oJbDwUOiuWRGDoQ+K609kjkeIxsNFNPwAAEABJREFUZD+IqnOUH8Wb+NiPemM+YtyP1dwM23qGHkkaYrfGMvDPfXDKR6G6gMOIH7H9LttsnFlz7A0opBa3YrGLx7PoOiZxbBRctZS3JZO0nLwPei0cuM9rz7GuZ2LUiJazGdeFbfWIlQ675LCHLH/tmFqrPiDRS69zxNhkuAPd/xEbPa+ZAJXcto6mr9gz2PM2d/RjLPbwDxnfCfrc2/qY8Kon94j1ur8skXUgWF/nxQArdRG7nrpxMAV8GCjxNSRyjhbvfCikUf36Hs8SBsRngu62lkMyi4U0kp5JqP/W/mzrIz72P9tD/3fIfJbcx9j/2zIvuUegYM7v/gsSwi/1B5PzD56V98sZVP77q1r1qGXOR/E51it1MUce6UV/ZxqKsV2xrfdRSZJS4ASrWEj8kWcgFs67YELprN6X+PJs77/en611Wxd7K50jaMsainqL3dUnInOGEnmEWnEJeYw1O/vRk5a13MLU1F2oNSNA5gqVP19xXPtaqgl1cC42+gHCHhg5ldqH5uvGmTDOE1juAcTTHu5TUieYyleor3+ViQPsFW3FDoS8BxP7FXCnSPpyAhbhunS0FvRlQS65dERiJ9ZAbtlNLuiBF3iDX3rsGanVMOosPfdWwnOQObh2RLejBw/shfk23uBGBnMeOlw7fsC6bSTzLJHYkRyWbPwLIOYCc2w2/tKR8KQmDW/BTn6T5kyZU5HBpey6DC5u9trgyY5ut5rXOslvsIlJsjRhWJISx7SNauZssJttn0nRDEZHb50a2mqM9djGH+gmduVI+ZhsHy+8xI19D5IoKcKFBaXl4peYQ0p8YQj0oJnYLeIhQLfaD2r1YRkrQFSPnrkGnDxLLKGQAVMzNIJvyrnGmc6slPb7EDkBry+/C7XczH0G0RrjbCRIvu6AV4M0x+q8FlytltKc4U1Q53HaSsETJCkg+j2dOVO/I6/tpjLSj3Oas2ErstFM9B4SSgx5v3cCwvKOFosptIFo+UqyZuS9XjkEr3xp6HnPDP1Mhnjmf+pj0qccKeV3EM14SJcYbKwbJHTmf8GnBxxJTCVLwBOGjTSQeixyQi5k+Jc3lLr/w0SuQL2tXd6KvM5uvc3TYitzilpd9nlEq/m6xF08zPo4Tyz6LG2LDpAJdhhZIGi7fZbL7ccSrglGD7pfwgbCJ6m46s0qW11ur7nYSnNCspuU49vDNu4j4JQ/MrAgaWuY6nHbUQESgoP4IuXtB/N+D3/gyDKOGZj1AHYPpJzlXrtaRjgbEhjRlXU1u15LcHavhYTwlehDliDWWMBXNnLrxMrXZfSH6LzUK15soDKkUtEjhXwZte5Vt/uPD/fdeGL3QG7WkHAdWOyOrV6CqmXq0JJqm1iD0AKrNUIaaJ4xrs2PObgqZVWT2lq5sXYSGq43+3osfZufScBYM2rlnEu+fOSMxheR7bncljzz5MvKd/ip0eZBSzJo9koZ0NfBN6h07NbRGx960zFJGB1fIyZeoXkgRFm4KJ2ANjN+9K86AV5wtmUfoRPfxJGlhxBtcFBf6nnKj5FXPi8eqp3x2kumvXbuUM7Shq9SMsMJwqHwSeSOl7XciaRUXtYbHs1LjXQop/10PRSu9+hNYmaey5A9uAdZZ4zvTFbtlCow3OHdzWVdzLwftzIoLDElc4INOOjxZW4SsVqvVxiv3XopNtc2bczkRCocjd/IVG3TNC6EZla1uTwRuIxr5Tcds3pyrhg7goMz8w58DJus8g0Zf3RmRGUt1IAw64Rv+hbvkbKrBvn4mo3Se+yokWHcIHMeQLmkfA6ZiMwIylap0ofvRua5DHB+xMWzUm/JjZpnv4Gqmz9BkLk4RAoQwWhcrjNLx50cQoj0DaSW3uTN6RB75ktmXjuZg30wRy5dC4SYfl6WcqlaMQKzzP+/17Zm5iM26+HNdvT816rxb+CF9vHxoY9I8uMPrwE/vujxB9HHnLEH4o++1v/k8Qdr/9AHerD2Ggj87BclNWrOzAtw9RjxYUcOQLjWOew1nLvxD+quanN9IAPs/4HKY76cd3/t8Bh4du15oFTuPC/U8iVr+KPHf5XNGiNLq5zBj9xiNW9/HTA5vcqsK74zbHzipzrpFFnvYMx7JlvOerPWrPcZzurNvkf5M+9ct+xb4Mwj2qec8OyWG/5MruOlAjs+GTvTyHdBCsd/UvN8pr2X5PRPzJm0R1g5h1W8tk+g4QvniIrxutJ9EOJ1Q3w9A84QPgUOgvXoAWwTvgXOhzPaVnFOpd5q7Rlm72hst72XYgMqrbo9d+E7Bd8P6wBjBxLfzX4GNlMBncPU1+CcSVn2+yCpzUvut+j6ZJvXI0uxheyo9wq+SNHy/NRjjyXPmzzdaSv+AHGnZw13QsxvW/YtcN5LKv8qS+Q1sEYdQVwBgchwI0/g4QtnoPtqnq7rRNrJPscZ/75PNLOJ54DRuNN6jG5bCoQs6MU2+O/LpV1KtsvGnZ7/6nSxvCwNvCFt7JLwE0MfOe764MfvcE5BzV2t2K+h1WV+D1gLteJviH2NtXXFNzBibb7kmD0OWTp2ZIF5UqP0hRqJ4VtKx0ZPvNmttonZnBWyXepGz3wTn3jlmJzBqzOPveiyLMqaNiQW7g7U67xaQ2oCm/l2kOy9b5ns6EfY4ZMn67YZr3G75OlIPkGdQtfmrkaeAiddVY5h0/lzJqnNdsXleB7BRTGUAVQuOVyIHmDBc1SkrljRgXqzLbtDyA2d0IWRvwLS73RvM35eEzXehZV2/M57s59WTPY95A8TPkcJT0eNha+mraHstwee1cOclD6iXmdZSXAve8QifxHb/GudIi/Mk0lDau5oZ2jJUrZ8F5KSq7RNiXFF3O2JxLcyBCJvvYfmJ/FsXp4i8eTvIRopFavhLPmRj3wlHvkGrimZ/Y3EN6ipfIaUaH7LGAPCin6U8V2x5ii1b/g2x9Aj97g+z428Kamfl3zJKInkXw+Rm13GfmCKliNWr2qxgzLwNt1oqpe1JfSM2lqsGVtgUxKV8tyiZS+RSosC4ttMbIHwFUXq4ywhaDSrcYc9S2JlmjFAnPZrLFogjbFJ9ba3urOLR7Gi1AcuGsR1xnhOhFrn4fAM25ceeDCh14pyVk1fy86/mmPXi2uFS880Zd/UDdOV5/DArnOQ8WuS0R9iLkDebJZeBdGQdL0KMh70vtFTxr3Y5M8ijrnxBXVm4a6s9RzjbPNf1k5vjEPFFXsANXVTH9BxJIaIvyDmU2sj1KwnY8hnSBr+vBgyYclhRxKPHzH2cyp5Hd76k0SNiIe4cqrMQ24LJiOYrat9XUnis78d4Xh3JIoOYZt3UxJrdXQ98Urnq5cuBYFkxE//nSeQF+QDJDQ9s9uVFaG7Z727bsR4xkPeEHaOsI7I5+9GOgZ/1ebVmNdkzZHX7zPA39by25RsMpNFniGxI8542Wn8R+6ZnWf7Jna/cMnFzmwD50e3RQkPHUn62ariy+9sPjwaH2p8ymt21pWWIkH0IPoRqZQYGCHU0dfaQ/uc23woY6rIlYHeXkI9VnZ0gkPPTEM/k9DZU1gDeV5XPVo8G/h988Gab2oNRwqeYhBelxsThS21dQ4d2RxMNumT2sI48uwQZcPmzGKxM4omlgAqfqI5+xYuu/nH7skJBSed+KoPlNRYeS2gYsNZAUVjv43U76BEq9ftmqdqpz6IzgSIUG/B7TB3uDqC+1fW3vK561T2EEmp7m/7av6m18UshNn3QaH1gA8mG77EP8hZQeRA7IYP5ltBl1kv3Mx1CjZa/shCcj+PDzbd1pGzWDXs/TqJ5fzHfNGDsoltEqX8Q7YYruptnpW9XgGjx9BaWj3DcjLEtfK6QoVQvdQXhx1t5XW9c7xlrG+xfxf57J8lmZuPp4hCrXw4Il9BZd4beH73Qk/8tZbdE36SsAt/ct55v/Vamh2TPqkzra15t5C3jOR/F9pC7iycTax30d5LKwWOwPXpJ5Tcc2SWs0jWjj/iCNz7bnajG2g0o3wGqZg30p3ctvI7wZ67It+FyPkzIanOgz3TMego5dOuZc8itOJ9DojF4+86ktYzMMd6BrikPump/xnwXiBtPcF+QgjlMKvZQ3gKrF2BLIFV1O5APOktR+TdQq+3bORlduaEzJrNvIGQD1H1Ld3h2Zb9Prif5KIxl4g3cLuAvPGHT+zgv1ziB7mgrBic6KcgNjg3MrF7oP5CjI0uu7z4Z8AJL5zL7L+js0aHO4C9RB8ytYY+5o4NdnnJAZelz5N4EBtZNUvP+uAM31HC8fChV96JXXNvfmqOtVUOdq07L4p2+WxHx9+lvdcz58BCrOktx7q20hnoV2fXznw9VCJxix+LUb3lLdvViMQGwirdsjtk9a7WDvnNeRgt0g8+ybq26Edco3stvL3nu6xvnikfLO+itvqd60rtM9TE3zzktTTj1emS8yr3Vd6v1By5kUe8On94yZ2ldu8ZfVHL0/6iUn9NmWd7HvEhzzeW5zNwZThPyVf7nhbKjPBiRzakNtraZP6MxNr64A4p9VCjd0NZjba2xa5ZV21jPVa2GndoVXAilVrDLqFoO8/3GWOuyIFPzZbk7Z+L2dOMUTG+oc9y9g99yMGb7ejBiP1JMuv6RdRZZk9ndeJ/Bb+Sq/17Q2mjXvR3kLzwfVJTpz4d29kfScUZtcs4GZ7Fp5Qb6o1jIn+X+mhOM2mAeNjDCSA9Kkf4p/+JJ9CfXb0zoh/Bmn/puSb5CGq+0pP2Cu+znONWz+zP1n4n75f2+Tg5WxpLiX6GEX9bnhaLs1V6vLLGeX+kKj2z2JbtKmFbLq198aVYOKDWXwmRGg1/1PiC6Bt6TMnXvm1c5mqRjdzMjJNr48f/BHXFQMK4rMqi68/N+MhFcIEVpZgJF/A87GGnzrvIZLUWZsncZU8zxRcMV/TiM1HJ7YKPFUSvy0lY6XCSF14u/CJh1UyEMxXh0vChTr285FdOSYKRxaxoaXkVXGu+qpGVWpRJBlatBVeTbapbPfwdVm37Ivm61pXcVbnsHPFZRk8s/NKTy9lFj2/lwrfF+6Vt4kfs+MxFznrkDBtuXepGxjdk9AM++vO7W2vij/VGnoOTnfgssc5lXxsOTxJaj2Fzxhh5CgdgnvTknrg312k87+2gs1Y+BwIh70MsbnrjY/6n+3QUaz+IyF9FlaL2Z+rU46PAp3LJS/7rubwcyHmFD629pKPcgM2WL/KICvyDQ9ZzO332fOt90dNLpsYRL1Z4kdYneok9uJFfjbGA87rxDsZR5nyOvpftXjg1/hjUmmro2xjfssV3hk7LG/Mpwk2NyBP00PEsikks/tJvBsv2jfdlx4PcXEe8XOeXiGP9kb+KsZBX6oQLj8Ol85v+tc/MU2JK/QK458vl4C0WX7RdMOaScaAuFxt/WcyLYFEuKIu7RLcW4x/6gr1DODPgOnZ4kY/h4jI/Nc0cz5C1BWe8hVrxL9QKJ3YhNrHNv1xUuhcNfmQw8rKuIPbmXxtvN2QAABAASURBVLKX7Gsg+dGvcnGzkzcw6iw1b7gBPOav9ZHjBXuu73CC4Wfu8sUOsHuOkcESmVpnWODHv+NI1tR2xq3/GN5sFNuiS05nUG+oLid7MWD+7Dm+wa9whp4yhFECJQbZtmxjGimaVUr3lS5rmJsyHHekdd7iP0PVnVLOOPd8ImAGk/+lYG9VjwFVzyB4G1Bi6lnSWVzJDNjQT/+jTsC26PLJqjx7LSwG/bR/8gTyrMSTuIWq1RMKKUpHzAoyxIXY9fKFhGJq24yWbMtKY6zubqtJi2Z0lxR8lJueqDIEN9Hvdjyb1Lqz7O9ZmCk7oE3B+Rf3n6V/zwnk5XGv8ojVixeDXtSSlm3MgajGFylZ1zZ02+U3oSui4fjpPyfwcwI/J/CZEzj7tuMzdSonxaIMGX2P+5E97/ustb7gzmVLUF/gfPFkdv9cjkR1fXK3ScplKVJ/WONkakUleVAly5Mvw3B0PWc2rJLbQWJ1veVih9xRvrhGnc9K5hhlxiXdKBV/sNnhFtgDcncByAXjB7d9qTEuFPPiiN0kVSiWdZMaF0War2+p7Iptbtg46I1CfhIjmmMjVu7VB2NLGhx8qCFWqMwMQQJDDn3MPSQXs1yUfrDP7GmtveKbZNv/B5fADbmALR95a8DEH5GpASpGfuQHdmp+hHOCtfvW8EDxkcO+kdRNzor8AGvlsy702BtYz8eIRS+s7OEcmefx3B88onVDamfuAGc66HEeGFqN9Vw4+vkpYMIlwvqiHxH3Pey4vWjWECTWZALPwPysMDnnSP555N/otazqTehL22eP8rN5X7H4B3O31xivHzjH1yne9qo6BmLv1kVyMc/kjvhHGPldfAblRaNnjRfVQ96IP5J9jiyiaj3m2on3nFfEW5zz2uV9MO9ZKDnxP4Nqz4wkPOO+F7fsT0Itj1VJ6KLZZrzt8dqGFQj5BHBFizgiyU7sBLgS1jGn2cYPFKjGaC+BAjZMX/OiDbhXU3GwkKUrzQxX2OiBkBOMbjM+BeXgZjwD6XoPmVNPc2A85bw676gV+RksFy4Zz7AsXACC3WXmpfkW/CRqSe6l+5zLuq4nvuGiBV7hgn4JB7mLx/ciKn/RZXmOBU4uDyMvy5Ufu8FVp+mLlksH3KZnnUH8yMQTYz+Xy6XnuvIuiV3QKw4/Et+leHBLLuRctCS2zPKCf+n+RZcLKE6rd1m6nfrEFnBZ8HnRslw6os/Af1l0qfgCZ6DVXJZhN3lZFrhXVPxy4YW6AF7YxBd3nVcnHkmM0Scouppf0SfIZATqbYtJqA2ybGsBXrqMHojYQGygQ7PhkGcjbyCyDzD2kQfLAf7lBLYl4ppaPCpftAnF1dYSUXjxvwDbsoOc/Vdi1Ix8EZIsieUA1zO6dz5WfsR4gPXT/rATuHkkPOBbn2S7oDRLvvOjn/bbToBHoltYomeIMMZA+Uiwjeop0nScSotFENUdiDgw3aWoYVslZUWVy4xoim6biQaI2+A3ekxtO6NuprYt2/r9LXMGUhv1035O4OYEzKvDZizchGW7nBHRbKt+XG50CRewrDQjLeG0jXDT1Rs+nLpCKl2P20/05wR+TuDnBI4nMC4yzuSRe7TzRfEt+IqY73zzffBtjFla4FjqN9pZQ6Zjkf0L6mjxfBcsK118dluWJtix9Y80ToKLKkaeyXhWORI8PMT7Szo7r/goU3mlJx0lvhmpn9BnQLmHadnDTIgdZM62hlV1sVeXhR/6OMhwg1EjOdnQWgWiARYRfwEiJuNt3/ylVIVb0s7TOEXPfD0WO2vKfMzeveei8agDec2Fae1v1f9K/o/9gv996OOIin9o7TLnsnJJG3kfK/U+9LHNg36si93mJkbtprOG0v/Huo74wNdBbtZZOV2PvYEaK7iub9Vej/0u2jpTJ+e31jmuimTg0Jve7DKbGzU9zyqy4WpRprneHJmN+owUyJxBvTRS+gmKy3ykUoNXDvyrjkHsUW/c/dypGTzK+5Njnj53S/2CxbaTZGwHdjzoxzYPk8wvWMWbJbZJo5why47/tm62SZSVZ5xxfK0Qo0T4M24r/vOe9ivYLOQMuB92K/kF+YZpfMb7EAQrnwEV9uNuN1bE18OsWLKRB+BUmn0bs00oQPRe1uaP9Qii/KP452KZ3nbVtr9CZp0DrV6+a7ebbiOXFwBvCc+3dwftPgf/cgcnOS4f87qvrXItZ47FeioNt8CckeQtE+wWX7q0my2kLO0glZmhwsRLLpb9Kqjhc+B9o07fz4vzpvY92O7zpuZj5OzswX9fLvadpCX+RbkI9MIium13v/F13cZHfIksP3ld2j1GjbzgCgu++ItjLWWn3jPA9TPONb7NteAbIH9h7kL3ZY8biGW/lRvuwpzwhn0ZF6oVY5/LEfCJjRru+pDbPKNu5ec8eh34mavyK9b9Ne9FiY0a3sUHb0jWQfyGQ/2sZck+wbLAQ9pZQ0f3Lfgul6UuhqNfa5GzNLjLqjPr5C43WGQ31D7QI4evyb4GctEkpCw9hKYGl150kdv0NkoP5MRFle0CA2k+gbZGFJ2RriOI3HQ49BvqXR8BlqOvRIqlXuRTyPywiyS8AqitG3FEdyH+LT07VDsh/a0te2jI+OIuQj3ixdQf2q+ewPHghz3VHa5ZHsL1sp3j0SdOqfHV+17QMVpH16ERKC8SPiPxNqJce3d1cfX/Js1jjb9pvkfTcEwaeMT7r8c8DoB/7A/13yy3/b6xyfMc8/qyGCQhldYlgh5HYehDlvNfO3zVLv8jL8jXXgc/rN0JfNVrbFf0x/iLTiBfSme53/0pMV5pkcH2UZ/JyzGUGEHsd/HJvNP/TT9OhN5WgELnq3y+8EdJz8EBvu7HXQ6oSBg4uGwiQhwFD/q9EU4uk17FR/hcShYfWXZ8gCkydWEltoFY8bucc2b/Uc8F4EcuNoO6ZFy5XFyVuh+9FgKbKT8ABj3KARwNi9vFsCERaGc25r7WXTX0ktkPBRqPtMqPDFYRApEBlSk7uE1+bPHUO0P2FW5iQ+YMogezP3ZQvqwNbDqLSWwH4rGL0+ND/yC2x4eajczZh8/5J38guY2zwv3QWPsKfw3/DpKXeOQzhLcDZx4780YWuq/0kznr6XQ/TwWTB0POezps0nZzUGN9AUyo5FEBlSLkXHVcT3tynpK+lMBxfWm9m2L5mBy4CX7ekZP6LD4/669n5rzP0F4njATzGpqRWXEjjjvGtevHeOwd4V9q5AU2ttb1iEcoeggofOlgW/Z9wOrdyK9GSqYm8lf7G2XYbs0W+ZWoogy2H56pfR4ndZcnWdqARp4GRIuumXOuF6145Jz1pOGPOCJpLR/CTYdNjzviVYS/oYofMvHZ+IBZwDOo8yRLG0Sb7c/plH65zuDalv0MgnMfotmpoYc8KEqzX+NCu6nH/RsXcssJtsu5FA/g4HMhdhBfkxSSHRukHrPlwrCw5RArHTk44ZUvdZ6BvOI/483xRVnbgD3HTAybtWyXldEL8QfJjwyYn1idwdLs1C2bPURfiN8gsfiR4VbcF0WaOpENrabDjd997qy57MQB/sEx/oGa3y3nVu97pdYC7KvtJTXPsYS3wJ1h5uhrvCR+A+LhnIJa8O3z+ezmV5ozfBLU+VRmzclA/1T+vzGpzqKG793dZ5/Z967qheqWi9XGUn+GnxP4bSeQf/QM/Pqkb70NecnTt0lnfXOeKI3H2Hox3N9FZTwYnBiLLBkdzDrm8z4SqLMnj8DeW9YIDVnODHEE0WdMvkmdGX+jnq0Ev3vtuznzcv/dC3h5vt1KX8vqKU1k9AvvhvkQ0N2n2kn8fCnX/r8KRQ9n3dUe9ESGHvlVSN2HuHkPPmT/QnDs6BdK7FLXq5XSnPPV8aP9d0+gXgx9+9FndPe/TeStsLKpe5LQ1/dMdr9qRWu4z/muSKbNBUo+aKPP85Sdl8TsvKfz2Vj8iidpoBzbUBxCKxOueFdkOmr1sqOtGSBuwaEjK5b4DPzFjcRfnK6XH19JfHXRi4yr9CgD3T/MymlGvugfyEfo7iKAAD1uLppyWdDRUjdfI+DM+kDlIJ9dwh3j14s+nh5Fai1cIMY/uOXrsfianXVNOYmzHLx9PMSIJzeXfSWxU+dW5/Jxi1ENnbtKLiWjd7B53G0e9hz9Fn3+vpfsJ8j8kZl7jyrHwHOrmi2/+BQPlyDnTxAFVy0mMrEzHPd2xhm+cGe92VLkwIhvMntjAWX3C/NaL/7IAvGSsy96/BNSY8xDmHkz98CKfY6RF/kMoz7T8gTFWQYr8k3k/H8F7RFS4dprTfify6z1k+tO8euU7PvzdZ6d9RxnlmnWr1M5rlZsU5r5d4/t/f/+Hsh7P+kn45UT4GjpMNuI8q39T3458+cRe/8958BEf0Rve35xKTd/h72Y95A2zrvJvD5eRZVtaaU+Gp4tPXM+yv+V2N0zztrP0CfLmt5FT50EE6TI5Lmvwq1g5PtYbMs+w9L9kQPhDT3yaDcfRcltum0dbXv4kt+wLE3azyR1F8Dlot8GtWueff5Sc8ZHvPQm4w/MfMs211h7+GC5yFsMu+tXPj7y7dRE32T0RVdei9d8g7Pgq9xw0fGHvyDtZtttPfF76b7kdH0hbnc/snhIu/uEDIYdWbaECswaATUvOOqi+sK6F+viyAnhgGVx5RQ/OTPUYsvsQ7dZR4fSnOE5QjM1XdSMgDox0RBtRHm9v5gSWlCFN0Ws5j70h7S2XD9cq1nrQIhmuEJYDfpMyzM6gjoGf2XnA9sFcy7+K7dwXTQbaf8kxXWm4/7pf+gJjOf1eHn3XqGbH8W26GIEAlaa0RQQtGgZACZG65ibMnSTY2ckhMRMx0h3BhAZoNKjHSFy41MGgAmzdcxSmpxGSLZlW6KLZjfFbhKXmoodpYAXU4Au2/LmMnogpGjuQOCJFU09R9o8+lvbtgNeZtGD37mXMd+Qv3Pue3O5nqsJD6DSY1UI/WGHSO9Ul3QSGOibfdRDaV9m8TCacR0h59KXl97mw9VqdaWL8i2wAmM1KbQZiTRbj5oTzAAyObAtew8JGwi/qrnG3zdkvoF7s+Zcg8SHjH5EYsHR/2P/t04gr6ex41kfvi6/+aWSmc9Qs3/H3FvNs1nj41MKzvwl/H093FcvFcK9j/wJS6Ui3J8PBhcRXxFnon6JgUbNnDfbjijkC62y25FkeRJ6fDvEN6C0+iRv/JgFCCUfDeTV5+vgRgbJQWZBWUDMIcsXB/Hhizkha9UWY444gviQa9Vo+UNfu38l1qBqa/lzXgcQJcR5UgflEQ9qnQ13flzMqRB+Lu7Wbb6s8zm2GigtP/VWaq7KRekHt68fBK6Xd/hrfcixkGGv+NDDRWWNFmWplZqAOnndUVIN4a/6WD/0geNjxGNTIPbAyMPNuqRIUjYZfcbKOcReWc9dsDimUgFSmytrYU0kf4CV4MdY11EeahPWDEpu9qwXZ8xNDQ6KDdFZM9Mp3CC8yIG2NLa/AAAQAElEQVTYLEnB8BWfWh84yl86tSA3H3thjuzhirFHYuEVJMQTwM88p6Ami/nYMHEpnLUFpDIHsfIhWVt8pNW+6yzyugKEypc4dPLaGmN/FqnT6q5b7TXFauKKjJnvSNzFjXwNqX8GvVnntdnOWWfzNx+rYNs5glvkjO4jB1g1sg+SS59k4uer+Qovn5P1+YvkfaOvQi2Nmqn9FirxZ/iuE+CR0KnueiptwDzt4TQ85vHaJ5+XvzYYB32zDzrmb+lZRv6UOULPNqTf1bLC75lrrpz962bPYdyDaPdiL/jzOVLzzVxKli/yTaTMk5S81gYl09/DZ5cwakfmPM+QmI4T1NozmPfHGURrcVXu53S/lSvetGb4XF9oOoflhcs9g8jFarwhh79Ju8lwNr37qs6Wf+WF28BcndvsM87wnc//PG/kHyVzT/urtfo6x7BLZg+ss+mtzrbXqnGRiWctQy49J76BEYusWmM+ZNnLomWXx3ocX9DXu9mLjO7iw1vgUGfMVTJ2hw0nEHXAEn2DtFgdnUdsV5v6udi9LMxzB5elxdxlWwM+ai2OHLDshoWJ3YFTrzQXiZEuQCnZlvG7j6jf0l1VGZlPQdnTgM82oRNMtFP1Xt4X+llYOjhZ38k8C748o6CeEzbJLJ98xvTXEP59SNbf2bLugNXPv8Ew/67eF9+38net/T++2vq/QOAMtmfXnyWuXU8cjLfwLPP2sy3bUjqSLtsAF1KOBEozZoPQRNw2agNj6bYTAi5bEaKV30IoQ2RDfO4+E5ogWkhqPnVpG9WyLckqIaNaTVc1O7Y3PYptOEZ1SUdjsN1sJApeOrp99dv9d7CcYAcC2zsIS39t81g5L6tNx3fzssP3nX3MHfkuvnpdvAyUhxq5Q3caaTM+Qjgdi6Rl0636vUvukLZlB0I+gGhugC5NeuxF0hHuPkNebqA939JiNfS8paSbz6LChNhgOLOG6M3FSNdva+9Oxgt+t7bZnvUd6cf4T55AXltBNh95D4l/PTLbvaqJBffiv+afK0cfSNXoyLxVnoGvVmDSQ+S7Db5Ax3jQG++MkEjSfytYP1cEtZzMHyUymPXZjj+fhZH5sityxuBqkHSv9XOGtxYaby3RvrASfolP6prIam1I/OWIHcSIBBs/evwBNVO8YsnFrvpwItfuC6ds/KUnN88W/mRzdC2wceHjKUqGA+q5Vpw65FxtascPn173LhXDeC6pFV7yA/Ssq/JKoTa+sidZodjkzD2XQInFlxzVWTEHDuh1iZfXS/QGLBS60Fh7RuaMRQE6PmwuNqPnEnEg9rg4LJ0im+z8lfn3oNbMW5kvgL9dkGJvOjeG7SIcXunJjy5Ba2tLvb4/VFYOZ9g4Bq8C8eNDbH3ES+JdtzWnDme32Xl9dHSfSsL7CA9J7TqTen3EF+BP3buAQyy1bhD/Boprj3re5dtIXQkPtQu06it2wFFWVvSgBVln7Yf1dCn28RVg2povQ9Ycm9nUgHixb2t9md9m2uiYqfF7waTbAg5KLQRfKDvEwE8PBXG/Qy0OMuc7ELP0+5m/FqkJ+vvhi14nGnV4/eldVK5+2nedAI96/Dvq0RTQVI8Cspuit5vJOAJXveSQ39kzrVi7FO0I/VltvEdqrZ9fWrZrW7bFQHcBQ/ebCb2JrFdv5hS//aZI+ltgha+8ZsJ5DH4nso61QNFP9BxtS7u3/xatMRTmir5mKD3OhjU23wNGPoOKSx58A3WYv8sDiVjwysGG9wvgPsdafAYu6ZZFBu3S7qIm8bNgg+vFHj54m2/WwwOJ2ZZ9ReXDvUrWsTyGqbVQ45rT5n7FbrmLvLCGDeQ7dvzRAWtyYPQeW5C1f/wliVW9nZ21X2Ri4UQGWduQ0XeAW3NRJ3JZUgOUn3Vl3mVRchIPlvIRi9+JDX72MPzxDR0/OVhCqEnGGM1iFIgP6T1qPri2VXrNi75MqJgqbuOfofh1Uz8epTnDFQfzGrjRYNKbe1Oa+Y1jm4mR/o3T/B2l6wzMs/07lvvVq3QKrhn0LzyDbGyGHrUvjs3zRv/i8j/l+gnkbM9Rr+3OuhWH6MEMv1z8HigZxyfwUu5E2tSuMP0nZiWl56O90T19BrjnDdnNv13wUvmndpSL5t3xsRa9A5J/29q/aaKXy94cFpuvngMr5WYYtSPPcE1IjQkhX4O32hSf1Om9cpty35N570e/LnKcB/vsTOcNfd3kP5X++hP4r74wjvs+2l/9YFP/DF89zyv1+IzotKvWHQ9EuIVs4y7vYXDKyhdjw0zOwOTLZGW22GYefOvxE3rlSz9QNIa65ECmN3erp8qLLlokyJdZWKpY6uBTa+vw4UpNrhP5tZ4xvMa5NxafYVxioe4vIVdqkIyg5gs6RPq1BgadCvTaQzvfmo/JNkl4TNBWzlxbIjrxmIk1NB/uUrY6kOjMD4v6dTGIbPFQ8ZOECw425Ku+tgtlHI2/wplx5MfucSaacz5SIz6Qy99c+g6MWGQA9WSeXpfgXJcZOSZiY2T95dt4WJsOjzgdNpvmdUKo9PiilI0ReWaLnKDiag16qJ8Dr4FH+W2G/hrBOOfexqHu+rzeOXBejzOD9E4MOs8s40A/ayaen9czPTN3DvVS4zHGbJFtvW1Mnd+HZzOxBxa48tpZS2Lnswm9OnrJwxBuXENG33AnZ4v/qlKTfvck7y+ylvV+2i9nPJz3zzumX97v8wLvbTrnx0ddlY0sG2tI1N/WM39N9t4WKuWVYezpV2SbZ1pgijXnJ8ep1ksVzvm/vIyX5n6f9Oes63BuMc/Qt9jWHUJ3fELMNZrei3yq7KeS+oTivo7LPN/golw4DuzjF8WumJfSNzt18FUM/bm0Fi4R7UUll2u91DzDqJmcd5Hc1Iw8ha/rWNzWVrzyJ9bWF9+1TuN5iQwnElyGTk7VimxY2GcuiEtGn2HyQNVHhlP6qN998Tcw15zf9eQES58783mx7EBNKvqLIHchN7Ctmjuyw8u1zoKPrsjATkxCgOhAwPE5mlRjdFWL9gxFZGi8KNEk2wySIl6FJNuy9BRKg0g/5Sb8ebhqqkZL3yRTudXWp1tqBLVEqpQ+ZIx7gPNv69nqv21Pt/vZ/bq6DX+rJ3MH3zrJT/FPn8BXJP7Nz3f+BJj1rziXP6gGW8tTCrZV4Yu+88XxDehTvV+5EjOYX1cmH/D7HgU7478Fv+MpHM/qd8w5z4HO47uuAvtq/Gg/J/BzAifXG/Uu2b1vvvqYvrX45xebZZ3h8xW/JLOexyuV+u+pl/mnv9FyAG2y+QvVUXPIY2r8QTKHjH6GEY9s2M+ZeQtJJhRO1GDWt5duKYmeo3K4sMolZFAXUeRwXcNIThG47EFC44LquU4WpBr7kGrNVWtn3bEoeVuPWcMesY1HpZq/4vHGAejFRY4eGxpmJgpWLnVX5gIEqg5DWetH88f++FBd1M6++Du28+l2nVXprCeyalMVfXAjg3Ajj4g/+Mjc5JVekrWUbPXi38CF8qYPzplvxO5JcrKeudZssyvOcPQ61WF8oczzOUOmOPG/uQy2fn2+GPNef13PGifU2mqYnJ9TU+UVpPorvO/gZO5TjMc2fxDG18lZS9TII+J/iqnWU+5XEzL3EV82x71CTEiv4zzKOPHZlr1HquFC+ADMXT/GsemhbM8HO5/dQhYSDIb9hmxrSvIJUifuyBOsmRy/bdmvA7Jk9RblPdTekz2nxb6HwZviwzVkhTDopb47nObFeYa5+BTnCNVg5GuQGi9yAE+8vwSNZpRaFJKKGV9BUsKr9CgTthjB6A2W3SBD3oCCXx127MQjb2Fb+RHjjPgCEb8LhdEBz0Z/GaoGXWeQCd+Fe7hLCtB1BX5rss910a45anxJpOq2Na/vRVOIJBvGC4AqG66MakaXFL53kKzwrc/9LJfloltwCbkAL8ROcGm+Bc5lQb9Yy2JdkJfLgv45XJZFl+UJqj5rRmaut3Gov2BvuCxaLtSOD7lcLloWcIl/keNnnwv7LEQHBsuI7XTyhu3owUXhOn4vvSZ+9PiXCz4QuVwuWnrd69xwLwD/JTWQS8dlWfbnd1kq34PnYS+yecHgt5GvIvxg8JnPbvlLZNmiNljiRxosIPEZFTfcPXDQ9z77sS1LCke06F3Yxv0uFnJegQXxPvSgsa57uQklFvmdGHNEvoTjdqbFWZZiy/xIQreke6iAftrPCZydwIrzDLh/+n/gBI7P/j+w5b9ki3kytdTxwV5G+6pt7fofKViv+aXjLC4D4FdULLwlfoa/4gTyCgyy2MiB2D/4OYGfE8g7on0in50FFzJn7n+zj8/6nMkRtWViJf8DQ/Y/bzNfCt/zJTZzS89ZDZTjfNjVhB87OLKHb5sLbjixN8TBxWSJO0O456E2A/dm5+EXva3Knrz5suYJ8QdZct5p0ZtsY6qUj+HqiXcCscniAhALX/YRjEvOyOB/XL7+7+N/+h8Xvx/gf1yM/q98H/of+gdJBRZVEntFb8gnxXr9/0uM/3/EP6pOLnFBrzV8/8P+yHzI6ME19j8uoYMPrcTrYniW1A331s8aZt4req/1P2TWEFm1sY+Xo5zgF/fx0O+VJc4z4zhzwFcUnVjJf+eQbb+6s3e4r9b8Ml4e08Ch6K+sO7lnOEzx9SZ7OZ0X/9dPRsXUBfXvrAynEP/+gqTbFrp6NIwrLHsGLF8hdI0WPRj2kOSHZ4Z3oeSYkRq2ZU+QlTbOObrigyNAl/nRJ5qT0wqoSsTxKpIQrlqLWqVQZlm0+KAhYkoQokfuINePEg/eRMtLeer0XCxJlgJ8m0TP7/mcq3pzOB2EZeP5DHIPAfQFMDXsto7F3LWgX6WZ4j4M3yY3NYLoHRJ+9MgBu/nsyNxXzDJ6g3bx5rNv5cKcM4xt3/LsyTc4Q86xF/TMZ0/1XtL7Xhdk5o2sPOyS79Ub51mS/JyXUvMG1K35TDjg+cJZOuzms+G9CKVZNaVtpB++RhY4R9gtz/6cZP0XNvQI+42SwCIXORu/9JgvVcNe5I5lyYJ6fHkg4S+P4odY6i/UfidncFsua1yuGLFNsp7aG7LevGMu7MvFuixtL5cl0lqIX5YFf9MX7D2IXRYtAxXHXgKTFxlYS49dFmyDzb7Au2iJP/BS529fkBc1P+dNLGsfWLxouVx0WRZ46MjyGW7Hwhye0f32lWMf9PAPPsWWEJbk9hOfsUpaiAmx95DhMtiW/SIED6ha18kVcPdFfwYbNqA/o7Y4tcnQI0C52+/liYqJ6Ztbm8PMpqfQoRl7RgrEjhRD0xnPDlM/7ecEPnMC48+/IT9T4yfnjz8BPjb4CPnjl/lfXeD87ose/Oln4fGCsoamNMyIH3zBCfzeEuNVN2Rmn/XYP/g5gf/iCazt3sHIA9pp8D75+eCrM2rn8d8aj1+k8mqos4icTyJ2MPue6cWfXltlT0mxB3Irxiu0ovFFGTL6wPBFHlEcnPRtD3t9WMV8cWirmjPj/YrajQAAEABJREFUmZFCLd69XJrWpSOB7mnrKX92OiE+osmHXtqc03zwIUDVHjBxfOzwoc2uC1/skntuWx8+Zgy/bOrQmWOlBnkY8X9U/gcXyIAL1Y+g+0qH12RygnXL/6hY7LXqpt6G1AAryByRiX1w4RsZRP/o8Vv5UTU/4O/A+qoWeamxB2eZQwUsjfwod4Cb42kJnH/MUyRW4MVeb6hJkpB5VH9p4r+Rut9S8370WyLfOWVqP0I2VMeH8oj3R8XySJ+sl/DbPXt8O+nVBNZ8r375ib9a6mt5TJx+AvG+wY1gPH6PqLkRh6sOd6nkqL2VEZIlxRdIMj/6THOSaoiyB+68nofz9mwhpH8C6usuGf0tsCLm3OWqHCNQ0pPPtgQYNxl9Q1ci9Ok2ZUedkZqxIyfUmcZODLBELJSMGLZZ9jNo46BJesZ/Ek8+SB31+WVJ6NokStl3pCSbmAa0tXJvlrTZRXWz47SkG+Cgq+Io96SIHXGP2/0O36JZiv4G7CSeIH5gEztFZiKmtFtpx2fZr0JwJVnVbDfVmDMw1SLSJrU1O+TNfFlpWYzpqfEJJEUZPgHuA9vl4Lg0jGwXihdFxm6wmlxKJkZy6eW3FTsXioEND1+T0fsF5NL05k9N8upCcfbf12veXY373DbHNZ5ck9vW2deTdQ4f+sJawmsya4PHPsom7oqz7vIRW6iPr+qWHl/ikQ0tB33KaXPgI/eqY7uDWmOdqe3wfFF8TqyQ9QGTE3urjw+7eN13WcIhv2R0QJ6dtQaL7FlSA3vpsImpIT4v6PENJIYuWsQVgyclBxqKWnNiqJZQ5fy460hVy0f+ERX4Gf7EE9ie25+4uCdr4mVm/oJ7B/kH49mWzWv5yWz/fNiPlsBhnIbv+U/JrzsfruVYJms4onNS5x465b8gcgR5bR5R/hcOwON4T7inNcKHO2JX2QO1EAjt25Hru2OECW05nYOr95BmxL22Git6gHi9JyFIxpDRg6Md3wEvUA4Zf485HsK84oMv2w9myst6Eh+hF6opw8MuHflLfSoyqb9U8vuS+8bfnuAsL76V98pKtUCq93a9H2PP0D/UsoZ3px45Q76b/8P/whP4j5XKJ8g9PD+KZIaV9+ER8f8SUjx4VCRvma/Eo7nejWVdu5xnm9mRb4ybchOjYr9Wfqr2GTWTBz2Xf3t07b4IPSiG61NcfLo38IX3FNOhrcU7ODdzS9w8UbKkNcoZekpxuh5a+EHp3c91YF2+tcs51gmBXr7iZbizvvpzsMiQJlm19q46j4nS7Zod/QWZ5DCZNPW5cqw1Yl5l5sRBbz74ufgMv3zYpYcXUDN242TvrANi2R/YG5q/LjOJJ+chDheeVY+8ozyrEc4HF6cFLlSLQ72y40cvH/Ui4488xYEbzgd5Z0hsYMRjl846IlfmP8fKRfPKmd+i8sa5M/e6gSdI3fVuTeLhkkthnlY6DywivjdBKTJv17cSOIInD/faa1Z4zR/r9yBTZqbrSl7X5rx7+uvV/hRm/9DalnO0t8CXKvP5vVf419b3aN4tlinO8GShW/4DXjhHhJ7fK5GfRWpec8fvyu4528szX0/9VZF1vYuaM1+Sl/KZIZv7TJ7u/FbWX9ty9meLj/9TyNF2+BtOa72p6b78Ibv5j4jvWcP6aC81ZQ171uRK/hn2CUerFUjeMaLtGTSO/iVtyYXiETaXg1zw1cVkdD54rhxr6F7gVaz5klfQdJkoyw7ia0hd+9YX/ytw1pS5XwJrq710ybw1R2RQMfaBdAEdv6ndbNZZ/iaT2+bv9eDFt3TO0nM3e4GHbwkW9Ak1B367+VN3zLngKx0ZfTfHwhoDI0Grg14+auFrzwgdX8WRy4J9gXe5aFmQsSM96ZOv1kPMJk/s3xKqPH4wbKxCYtEX2ZGOo4DWfFKXRqJLsnQFhu2yRTv8ysZzp1sirSAapgJUXRV9W8sHxquoRUCm1z8tyv7Dh3aWbXy01DCCcCLPIB5U/MrwBkgjJQkqaVv261Bv9lmOWi19ppmkAFG96zxg8xfsDdTjxf0DhizniKevTDZXnBPp+LKvyDMk9lmk3p3c7KHWdCced3Gi/CnIggC9XhZdRpTNMh3FyggsXr4n6H4hJUZVs7EPSMAMVxj+HsIj8gpKcwZgmVGMke6ybGdUtfa5vRItE3nVMdIrQIoyTYzom8QZu6HlNl2apWi2RUebuqVaAzJfppRQ2soQIKofdewiIyv+ylAJrxD/KE52eIYsMn4OUAXlBBm+oldhVdmc2j2otxGPuX2sxHgFJNuW7RO2de9HRJScgqZm9APCketHjHs0q7mN8S76YemsEatykROg1pK2z8G1psddPTHSlBvgyAJD/EXcHTKB5pS69JAkRN/Bg6WtQVOlaN+gbo4jx2cJG/uq+KqireCn/5zAN53A9vLav+rOZ5s4yTvDeeLmbRVW3gkrvifIe3YGGa2nyu9C5mmzft2YmkEqIudjiOtVkEfnE5FLmWlsv9XwcfvBOEWeWyP3VrKoTIZ4r7M/nnblVP6wuyxfRVnnddbmuY7rqNFdsQe6647IPAlFBkOPBMOFmt5qRgumIOo6XEPHLh/yps+BrkecAiePijs6ng9Ku0yjIv7doZTNQIdMD58zwyYN+4lOseJFBsmLnAGBqlfPgcN9KPOs18vKMOEg6CsYa4h+QGq/iLr0hPvBhMFal5xtohX/ih1/cO9SuWLFXVlvvwzFZoW1hxW9Ac+mr8Qmmx01TvwrdVbidxAuIJvxwMnjzByRZ0gsOIlVvTuxnAhHxJpgYUA76M0576Hp9/j3/Sytakc+Q9Zx5LCSyk/sd4CHwBIyK3tCe9bDnJGsYSd31mM/RtiPGb8/ygfX6aTdz3c6LRw7aNbXjan5Lp7PnooPWSGcIb9T4o88A3/A25Z9gFzTtbHUt4bxyog8g3p9bS0zdbAWEXdHdPWWWsK/gsi3UHV108rt5u6iGzur+f7kMcsdYJ1REY/7S6ReItx76JRN5FA3LkrZlm0xKM0yIpDi1p224p+BWR978UUXJTa9HO8Pa/9cSJ098k3UGfLJeUXWoBpYTGQ2NCDa0JGpr3A0WnKG/ntlZp7xcPaJeN2D2QlgXzYSSyBa5DkkKB2+SpwrEHW6UxLxgnob9l4ajm04HfU8m+6KSTaah3S3m1RvdrPt1yRF0nv2+8KVYhn5GXAPaC116TfLXOIFlh0c9dm2IBVsy1okJAPCCCDLtqQGI5mYeXPx+C7c8yKfw17kArMi27zJw78AfHZi+Lq0m203uXRpN9uepYQJrMZLzRZvdtO9dAmZ3viLZNaweI4txMASH2ezi8U3oTjWAueKllM2te1r3NjzxfByuajO40LO0vXBiQzIZ0bWJJVk1NyIC59NFCwLclkkdEsqRB/Ag1qBJi07kEiVJdmWJSFO4MmHTpKN9II/0moNib/pv2FcVz7NnyM0iPTGbfZvWN8vTlFHmWHgWG/4hxTnf4J4BSfyHdR0JNgMZbw32I/yrPqBY6OdAYZOoV1zWW0s9Tjw2F11joF/wmYx259Cs561YM9fLA5944dzD+TeC/2yP7XvIcUfxRL/g2DVKwGB9AYUugkGCNF4TeKMAs463Lg7z3bRjW+H8lv2gND3WCRZ6vBeJk/C1/2zbfXPcBOHYyDJtiwJoZJSkxj0pkvazWup+Az0rg8fUu4/XTcS4EwvI6aqrRo1VM4Vb4B46fUc3hEpFBz9f4F9XHbsjjoV9MiB7GjWY38WlH6cykQ7DnY9osdZ+ygF3B5087uJNroi4/VwKiG6YNkDQr9CRpciaoCmPUKw2k9R0N+QFKPrLpTWqm+j8YFrTgxda0hNl5psYaWhyvmxZBtE7iE3W6ctQQIRHVii1A3U44ntOQngKcGAuvWYHS0vxhb9UX5O4DedQF53Z9hPf8YYvjDz51TkEeHkBqAkwSFRlffNDcQ/JQ7AvHXmc7QCu4rl+eOGrDWohY31RgY4txj6Kz3/yErOhHJh0+vXy6cliVst9FeWc8qp3OwvOGV0Z+KAD8G1vxgig0bgy8Yt1jw14iu5DdQo/SjjvPWtcReI0VVzSyXm2tEDpfULPk44Z9RelPEHKRLg7cWLE73AEAci74dkwCy13PhLtsA24u6clYvIZARrVvAiBh9Jscpkoly2bkilxPDXReHRjr+vCFqtJyZuiqLFiSCtYvEP1EXlFmvEEau5MHJpG6xc8K7Ya8nr5e1aPlZeMv5g2HuZBQ1+TUvOLJteY6iFRmlrq0hz9L3gx2YWtpcxDJBHHaCmw6pafWhc8hKbkQpjfZUzByc9sQI1Nv6k1+LaLKdjnu1ZXnxjjdN0X6am/j1857w3G+Csckb31jL8t5yskqdEfjiJd8/pOcOc/KwiDw3xPT0vuHfxaCWplfiQRz32r4DPbtJzJO9C22cuBU67odwHQZ1Dan5Jlo54NK2LrLut7ljuRh8Hcj6q+pYiEXYNWC6o2yVlaYe8St9Hq6Gt2a2uqR0I20YLNlZT2pqb/u74Si5TZvoT9PXcJ6iSBA9g0F2wm9RB2lZ+IMlGewHhboBfemSHPddJFFsBOrEF2NgdhJSGGXGKm3PzgXa0E84L810kbyzoRi/HYegTR4CV3JoSVqSwN9QGIUXO6JxVf0Fj+Vll1hqo1q6phdDgm5hk4+3AiEOSqwv/gI1Plj0DWrcJSCI2UPdGixwpSwX1ZiyjH4HrpNvhnQROXLZlT5B3rFiE9QwhhBv5GfCeMnkzchizPfQzf3zB4FgUoxvgFzJgF6VFAgEbzy+B+nloDzHmyLKGHpncyD326xo5kkzf1npPt+w9cNCHL3kD8UkE00HsgXILS7bLsF26fSt5gMI7gZRY4UqyieaMuJTN5a8X7OgBsSXyFNYCd8TtfmaSLO2Bw7bsDkmWZPsEouFnlJXeYaTFlCKtQfFJsWVpw1DwGb1BUoiO8FD1O1s+2J4hf3KEc11X/iS+Wn+yZhYXIHY9viN0dAybQFTVs0J7Vcr89GnJsbHfQDJtR9xgeM0Mp2i/kYnqFj2mqRndMI8QPqXtXwDx/GY8W8CDuFlqwD/j8lr+HKjxLf3Bumu93zLprxWts6xhq+O8TqyMUo3u49WKZ4PxD0hwDYaMPiP+BtHmyNBFdtOjzbDSTDxSvJ+MgmCUzI9o5tvt5lu7Z1UUSxFKLLpo+SdvbMUB6KUS6pLcGAcM3q2EjzN19yn4cRBiHL358l9E7l/HI34mUyE4i/09vtp5thEcll2xg68/jNt30Un+MfUde5TjJVRpsYMyXhw8FmsSAsToZW5DlD1cuYYO6Ci9x7jCg8eLd9OHr2RP+yVx+iRaRSNySDvg23py11pJUfFHIjZf9IAtqDlXXVvY57Dx32Bk9hpQquZwTzKhMqMEZbTBJAXN2o/xB4Kjn/ZzAr/zBPKyDu7O6buRY2AwI48IN77591H9Lsv7vD59s4h7SDaov0lT5QRJrffPSeyX/W5QIGcAABAASURBVMz9y31aV+0jBeOLDGY99jPUhp+R3oqnIvcd7RG9lfkqOXsceJyTtYzHtqKsg076WjZKyRZYm+hjYlFnOfT496jcEUbGDsLKoxp62QyxA1T6VcNo90QoaxJnGX0GaWuBfyeX5Ni7hIZRvb0z8KdwFz2cvPfwQWYus8iiXEbmYBHlG5IZa55wC403LnChkVsBkukhJwc5YpG40jdUEoFWLXkkjChq1oC3F0aDi/G0p94ZNfUo26eNdq0ZfoCn96rCXI2HUnmRDYkXtQ/xNl+0W7TYqBb5Dm7rtWn3NTJHRzZzCiqR1EJw0fHQmxJ/q4zraW85T2kvENq8LxB/gZLVDrxSJtzBi36KUydZZ37c39v5oOLzT29DvZ3lJxR/ZDDrsX8FqfU+crQPZ03Jh4R7wRcSoRz/ObAddyn3ard3VdZ+RNKOvmErQbVcBN14jBRSW2uezTwoiX4G1zLZ82aNUpvjRIEz9vCuTLXkRJ6hrYUJ6gSO8pqRyCklgY7U6molDn2WIxBu6c+GOTl6+ENGfwQmKSpSLN5gSNtSt/WkjfMr2dOiB09SXwin4PyaTEp8ZyBW7gzoW8ee9xM9yP6GjA6y5oEt/R9QWDGreW3irPeWOSqYOib8KjqVLAF3KOcEVuVfTYEk7IHindi2G0+S84NtpWUciH0OOxzJ9ksQzW5c1NvuuDI8RqJMGPKnsOyzKJd+F2auBhQ6Ojd2NhLgoJuSbnL4ZAnd6j/oOGRjG+0NwCaP8YUcWMWNLJBTji4td3eksRqUdQndFZZtgG7RvOm2sVW2omLTSxVKXEobSnxdty0TQ2go0Y0RCMMSgrH0q0ST8xO/wwkse4JU9tJ9Q5qL3NKX/Fe/d3CJ/6KlOOZS9gq7zSFkQSfNIsSgQ4sLtFRX3aYLfkMUKAoy2NGMOsHhunyamtGNV8kJVBben/5zAr96Am6/3VfqzMB8tVPhVepv4M2bOOjbQg/++iLiZmlf6Mh8KRd5hsTuIfx7sf+g/4Xj2B7zG8ezyxlzIHf+1Dv4dnFi7c0UYrByB7tG2bDjb95Z2fNbZPi6HF+a74r1WEv4hTFFZ/xCqX8ilaXnJI64WUrnlR+95Bi6PWoM9z3Z6fxW1l1oaoM/ub5GZcGpfcQoHv/Q/3nJYutzd5ZZVezI9zDvbdbfq/Jd7OzpDN8130/dnxN48wRefXmG92bpz9D30zRrrd97n6n2h+bUtj73aZXUR/gzdpy9zXi8qrGf+iXahilh1Lm6wi8roVLOh/AGThnkJ55YSeyb6RM8Qfi50BrI33/RS57wZ1fl4ohEbD35dYHJrev1f+KYcCcmVr86cb3ak5q8kiSXZKKSZXNBeJQVx4+s/UCmw4o1ASe9+VHoVx1jm7d08qhH55K11WbcbQPazn5uUIGCNc+QSUJntr4WOPiOtfs9PZHXevhbDV4n0WccqyR29P2qnZ1ka09RO9/P1s6IU0ky8YjmoyrGfT11nnHux5M94/4892u8k8OLK5ucp3xJn57XS/x/hsQL71smHnWHZJKojwDlcU/yY8bT6BeUuJnjxZp5Pcy4qXN08P3so9KpVSkhHXET4CV84zsmNdv5hcXcRf/U4C1rt8bNe0dhzmvmHc4dt2vNd4Ldva2l2zvhq/WQd6X9s1qtt4aH63hnL8WlZEmqRgaohw6pPJHvIEnht9diat8Fr4U5pjzfgq6tlbraf6J2ssYT18nKB2vIRsmZNO290abOwM05Eus+R5raneth4xrdthQIWdC/ui3X3WXD6luO/gjhubgZbcYXIDgBbASjqYPPdrdfl2RKsvQAtmVP0KTPflNlsuuCNPbGJx49KK4k4up6qbO+WOUrGX1ASsCOHRUpUHbkIpMjR99Dhs9gW7ZjyPlBt9HIs5EHqNtD2nBysbtJLnsdmAvZyA7q1X8xnFj4E+xwqYO0LSnQ1tzthBrwoCzAbrrdZC6ZTW3bEmBEeINouCVLirKT3YXfTkASgh6hcjFYz39UPNH8IqD1noyWb7UfIc8RrzU3F1c1ugn9tJ8T+K+ewKM/Ax7F/qvn9U/v+4vm56Ov/en8RfV+ynzbCYx3YWRQv7qYLXqA+kd1s8CBLMx2xA/+yBM4ewWd+f7Ixf8s6ucE/ogTyCXwDHEpzJWB+CjUf6W98qnxCuffcl5jr+NybrNPNpjYDtOvzOTPKeHN9lEf8eTlNdiQv/aidTb1B697SkyMsuv1C7cknrMc3FtP/B3UhVhlj5n38rVayemYLwt73cyRaMwmR9V4gtmOHl9DrIF4hv4Vsj2RVO2Yzrl7dqLmhFOSSJ4v4rf1zDtPtrex6HP8rl68Gjpl1jmVvdk59wWP/H7wD4u8ubXXVp/XxJ8AVpv9fSXyuZN6lG6dfcbXjPtjcoIdY+Tm3yOlM9B3nBeNLS3KEfcWWPNCfiTH/CccO7mg6p9JknHbNUiTxFO2bdwnkJpfkqUdhkHqNRDnDfEaHiGRFF2faLaTrhrQUaq3wZJcP5FKfIJFw7ZN6D3Ikm0gydIpyqnbFn5ikQO3rLseO0nn4S2CEtojpAK0iIaQo8V5xLZeAvAYwzzF9p4KaUZnk64N+IqCo+RmR8GDX+oSEfVV2Bb9NUiCDZoUibbVWmTQrDYOO7LBNmkNKLoPqcUkWTqCMnoEneTEVzlR1FrRapAqhj5L0WInGGmHEGcw67GBzI9kI38FEjUCZ0D3BhRJloI+h7q0jfo6RLPN+Fq3Zy5660LIttqPkI+h4sLx57CoWrKVWvpMI1vOTxYDzi76bCv+wAtsbHuRPfR3JJeU1FiewE7NaQ74dnwd2EvZE6ds4kvHHZtw7ccoNtwBbHqLWewvMDJg3YPnPidkO7ErloNtm3rwl85B1uUs0lWHGBy7x2ep+MQILOpY9oSqcd/OGTuchbVPcPSqE3/Lp3CbxE3Eti0v2IGthVq59J1xWVJjgQ4Xjt2lVD7GkrhFZA+cNt4CNRJFV4c9Yq9I8lmfn6HXHHNE2vv68Z0BmiTTG8pmoKugn/ZzAv/RE+Atcd15/rSbMSLxDf1H/vtOIM93xr9vh3/1jvp7NE+o9jGG+INh/6HS7ouMCP7Qdf63l5VX14z/9mn87P7nBF4/gbxvbtnn3lvev8XzX9vvZ59bXdrxe7DkXASfgslXZ9p90QeOvCnlrprcOTjsyBnhzPasP5q3Xawm+w1sN3eZpeWVxp5LNtfNmFhDZo3GpSGslIsVYCpyj1iJvIb32M9rHusNO3IH9p9qeY3sEGd21eNlRg/KeDBkggfhV0OjzJD/z97ZKLat60h4Rt33f+Tr/QYkZUqW/JMmadpjhsMBBgBJ0bLjRvfsPlv3zvuiE+C1/zGvBXu59xnxkRMY17a+D5gk2iOQdtJdWzTRBst+HRTpHLppNmug+hmc5FLaep+EtHULKs2yGxZ4hm3Ft1vcfp2ZnH6tkywBAzHfDBt1Bn9z9qugXt7+jbitIcnSgLHpzcX53eu0LdvM72L7mAlWzi2L5oJtwhbDQ9jkSaT6EIiyiAGypDucLDGfjRWIVowvx5HwG0SzXCPD3IcIj3R1wzZmxwIHsxY7r3k4SBxQRCd/0oz+CkQ+k9C5P/wIfa2+Xi/ttVMs8YKIRQ8PxH8CTG4/kfdijuoap3mfXGdxq+GC6LGXcUHlM5Tvhdj8WvU6G/0V1BwL0x7U1Rro4Vfm/Mxcsf6Yb95H7GeQ2uQ51/g6Fk5bac7AZlTQg0Y2XSyuzmUy2JZrM+EtRCywt7r9qp/tmeE+bGc5EAYCpXXGV/mCulZ+t+UEZLujXGypBnfacHMokfODQZeNZwmDbhATFqjYfSaN3nNipQau7j5XtAmabNu4TmKx7cbqXD7hjZ8YD2d5PRfi80Pb2ObNtSzJCRbZsCSLhk1IEHCHdjz0xsyQhILtYnXSaPjRyo0dJ0w+XaoBklSypEgPIatyJFm6jySQEdoAJ3OIAVNHUBoBesXFGFvv9j6B9wn0E8g/p7q50pG2Bt/GHzyB9+fXHzz8P7F0XnCQd+SMsZVow/7TzDZrC7Zlu2xBZgigpr3H3Qk89yruin7DzXrBvSkexe/VvhL7rnVe2dM79+87Af+hLef+3YOt/KntsPSf7Osf67n+2f6Te/r42lzE+ksr9msz5a5IRZ1DjAmJDUSOHQ6a3f9/qkV4celWz4NRfgcPO5cRO8iUg2MPZJ/DfsSpb49gsVpnwRhPggXIzCPNFUhlD97Hm8/Yev7jXvJxKMg49hNmM1N8KFEbKCTedMq7WNZmaPMmTC6vw9WP9jzGpDnjzCFekNg6aC1+DeTh9vASC+KHg9gr9kL3i2pYMz9kfMIUJ+tm5iDhwbHv4dm8e3P8vbEfefW8R7i19SkQ76/MB7/cb+pcW6qBz8WX5/towStrjdzwPXARlwnC1r38xEQLH8C2Um8bOgfBypOlGTuXmGUDtWboVVAipUhPtrEerCBl4Y+AWpvFT5GEAyBVp1RBOSoz7j3omTYmuJd7lINGv1ZtnC7vr7XLK61xlNXOROb6GoQlYrYxLYuGbcdqsGF6BYtrSOILIJVeU1F+n60Wh6mRLIGmYcXV3IYQHki823Ph3mZe7bUjX32uwT3HRj8E61uyLRvIJdiWvQUCHU0mp/eY5JUUG/kCjrrdEw6CdovZlr2HZNEYbIuuGiw1xog4wTahr4dGMwaw3A2XJcZYD+GRGX4dC9eroJXqbkuebfKBQNk8tuMBoQtdWzpX3FJYglwQzXbGl2G3Ots1l/0i14rUhK3rHLKYqpABD2Ls16VqzVc0xQbw6mOXYsbkFE+2OKuAmIotYTvovmHZdFDnKFmSbTDYGJJCpVu28WewFprtitV/MYzNlLIk27IkqMPwQPRhd16u8+Xh70LhmNOJLdaC5tjwYl3nk4TL4GIbnqDRrBYXbcRLwa9OQjHDZOJ9f//T63//Fb+wojev2guF357qb1/xveDHT+DsK8LHZ3xX5ky3aH/mu9R7OO+PKy786zcndiEGDOImIQwmE6/1I035fE+YID2WBpfzaKD+tuCZGaacbnZ6tOJ1ubsFd4MP1/jrE37I5Wcb3J79fuVU93+xzF9bkb+yZw/Xm+a1lVptja8VJruX5S0S9xn0Em1rLpReMT4X+Cu1kn8Ll05Rddd4MuyC3lSe1PwxOWdwsngP+ST8j8vvyzs8gfluiL1HiqKFPw95eHOG6wfh56330kz9ffJSzSZ5noCzm91N3t4hdy/Fn+onM5Efhuw/yLYGN7vtO9pA9HtoeZfxWRuX9AvY9vZJ37QkDTTlMuqLE4s+uN1pF36RXJAHRG5spRFT+dsazY3QhRwVdNguXQ0HcfNrvtCd6C+hJ2eO/J6Lm68KxZlzAOFCUrDGoxGHKOXhLAFSsDkTxNhYq0847opUUI6PRTJjuRkoD1UJCXCPjkBFXx/m8mZz8LtpLutrkPsCXK4Jl8Quzb/EbuY6XoYVYwAtJheBlasp+uTVaLIXAAAQAElEQVTh9jruLXC5bPPzul7YZANnXXb4Ee6t8rNjXOLdDT6K74uT/6/hd64xtTmPsOozsCwG7r01gPtbnbn0CFngUc6Ij9zwHYz0me+k//MhXt8cxc+4zm/YSZY4wycfQnur8HtonTcLb3+PtJw14ZuMto/nFhu5g0dV/D1GrDG3VjM+YTw9p9NAWzQ7FJ8zN2kRAt1rqQ7u5bSYfZQXbaDlPTemJpmDY/8stJ218amd7b63PFUzJS3iRWyQYua8b2HVQz8e7l35l5Zl2erGPwJ148GgbZkcOxwscvl7TuwzwJ54Grl02GPOrMd1xV9aTu0xNtpCfvzw9ZqTB9hvacW/lAeh5S+LDOLnmoYWv5DYhJEzODlm3VaXvTGfWW+uIV5rdC218W2uq8fKT3zUwnafT8yHTbaWzrEbsh5W8hW+onKTz7x205eFOZc2X9tzs536ngPJ0hUIxrPEqLXZlh30PRBZ4i/RgAJEOGMwlNjfDWdB9qfaT7wrYjVdB81VoRrdSHNDG7EvZdbMUh9Yo8qqjjkOeh0L8eTtgVwVe/2hXwmuctcMrw12q7It+wocBSiSLG2gbaNOBeSkQull5pfeQMQ33ifwI0+g7ta+s9yw3exUUQZ6V3bEU7W8BUQCvYLhLazKEVwZbTAUIKcrgzMU1JqhABJ6zBsw+dA0GhrpUlhE6Tj0MiQ0e9gSLt1qkstXUQ0xb5Ak2+jWbYt2hNvMt/L5J7A5+f1tHT/4H0P+osfyofyRb/wREunzO5uiS9wzL0PSea1orrjLUtmixYekrCmrSLvmqz/HrfxIs6Zds63jhOhSYpWi1lCbMY+I9FIa93EUxt0hbhV828C9UjdH+HjRzZ7O046L3+q/cwLraz/fEbO9u9Q1f6f/de79DefzdWCfyWMUHoQx8kE8co44b0GyyOUPfJxb5SBido3owRykUECvWHiL7IfQKta8CM8yhSxxvDbTZPpPRrufLgpfcWGVC9oFfqnnD0dVlLmOKk/0qiE/9aEAO/KFffwPXNBazx9pg5xWB8H8Gv4fCZj6H/lBzux/aP8rX/rfmJOk/0UPb9DO/n9oqV1BLlLdG/9jrmEnntxHqHzmSE8NL3I6LudBMNoNiG568iLAquoYDRlbiP0Tm8ervq9KpGmxLpyNBrhGrWg5Fxa5C/W8lXevEfMxBa+NCvNcSoA4pXXGzdfVZl/bfOamZtZit7oWKzt1TJrYn8GFe26AjVRn48W5vgvX2NClU3r2MyR5+0miDexjX+Vfr5LrZJH4RyD0V/SjvQ9tXADv5rqLj9nE9hCaqrnGNuQrawUinsD5GyYQiTZJgRRPYqz7X2nEQh9CaoMHxaztrPkgbQ3n4OKEg9gg5iOQ9jN6XfMXbYW5dQB/0XLn02bFM6TqLHakJ/85PLoH5vhzMz7Oyo5z5pZJDqDVjt9wOdAUjd81xbGDiz6xtbWVeQt6os01c3rTM6rPlVtN1Zpa5t0heQ+wP49ai5rowMPvfPWzML/D0S9AM6jTwKyXrfaLBpq7zcw7zPFmu9FmPNJGQmIDQ/sEvjDHjFxX/PCLcPJz3eFgtuPfBfu4GzcJ5+C5nbXwy6lgHr4tPMQ7RPJ+6dev5YoFv2OBN/i1aBk4nI/4Rv+lZePv47/jZ+6OX+ExV+yg+b+WRb+WZd3Hr+VqL+v1DS11wc73Ilfu4F+61nbbqek2a/xa4i/UhX9p2fjRHsNVk9pgyje289pZ9mA0XnMnVnXxA+LRKg8/DDK3TX1ywyB7NGzmib3E9iKbORaAjSeqZGeUFgUWYZkfpfGmcRjY1kLQDi8ydj0Ud7Nt9BVoKQz0Z1qWZjvaI4JtKHvcwyKQ3qDbRikxfz2UNaS23iucumPUZFKRfZxjeyS8xBY/1NofYEn2QZ3QgOaYds1KuEGS+dGuGX9A3NO47/4+gR9zAtzemtG+geVGDbTGxE1MV3L5+K3P6g1LWjoMN1jbH5FjINmGG2yXD0lOZxANsmtAdgM+XWKw0WYozdrEJLl+YItmPMmGC6pmd19Weg1lWra7CwuUP7PWZlv2wLLa0tCMGejdvvgEOOV1hb0dP/9EWe/33O75C+Na8cVG3SOS7echGvmMMsMGOEa1Le1guTTbsbBFw44/g6jddWzu3nqPmmzcjCJ8AMtEl4KrZkEJog8ojQlsFGBb9hWS6ZbtzpIwRQvZlt0hGP37et0gLy3nl7Lfyf/kCeS2qQvjbsgfPobN/atD6J9ueYhxdoE8Rmkfx2cJkz5yww2Uctb5CL8FGYhZG4uv4RmZjHwcCq82aeVcQ8l9jDFJMnkiVHMMbcuEPr1zb93M2bQL91jDTUIXWp7IaxBtaJiHPfEr2vz4l5Z8yVzYdIT2WxaDo25201Ew6HVcYZTqeQ3iD0Qc9oZx6MzbTvh/FI4HubMeW+zpwvuv2aJd93JBfA7UJJfq5I+FkdoGMOirfY23s6kYtaPHH0hu3TsjOHFy4oaPULEEYnCd2iDbaevrUWOOXBe0Zl5qrsxxRYIj74JTYCiNM0aqftnYSPE7LuSj0NlbrRHGpV9jbU2lZs3peaWR/B09ey3wChWzaDY5o6TEz0EKF8QEc92RTWI+q0iOBba9xbbaV3nsVq/gq/bxW/Nyy9TtAq+30W7CXGNJfL8UsA29BgroFkPBvtpDC9uGvOZ4WZqtRQZi3EKf0FiPeW3L+bvpHjJr/B4uT87R8ljuOzrXK2Ab2uGr1s9azO0g9gQ2oRX66pYdjDVifxTzHMP+GbxeUZ1x3j8o2OL+Lgj/DIcfCskf1zbbQ/sdfna+5AXzWvHNlQA3iGu0u01EBe2a8c9AqGrO4g90zs8ThF14ds7k3+RmT1fY2cPVf86ipuY+yya+hmIPrOIHDOaoNeGba3peM7Xmd4Dz2oaBYgey9E1YnAVXWAjy6vNGw14W9IUHgr9APdz8pWXPPFj9NWP5pV+zv7Pn+l/LyP2/uzW/ao7liZwx38y9bun8K9zwfzXvnLuzl+Evdd2/8Jel2cXUL137hf1rabFfS7gDfRl+t5O7LL9qzvCvspPftF/LUtea2IId/CLn17JQE5D3Cy5gzzp5CzCvnaOb1/AA9rG+oKfOtixaZ9tadVvtAW3TlgV/WWTjB/g2tmgwAYx0NEuuH9GaZcMdKmYu5liYc12ndEv0DEX6WS17Yps6xc/a7od3c1SYaz/Sf1f7qnn16sRr/mq0f7/97gW+698n8OUnMN2zm7UuGy/ONXPEBid6xTVP61vpSFPaOsWckcDkT+YuEvcxqt5tL/kAflzRMrwhtQn0YrPakqbOMqP6qHf78hNo592Wme2m/Mnxxd20m+jhhm9mRaD3uqvVhYd0rVjfqLuaM13bu/zB/q/r7OpEe1BLxvf0eZN3VpzTZvtOyTv0r55A3h5BXd90N0QbqNh7+PwTyAG/Nuu14mo9mmHNXI1HFZ8Vv95PWXogs8cO/0m0PVz3qP4bIfoF+6Jri53nYVclFg9dyYs1I7kbv4SscwT+KVbxPJyLHQZM0NZL8DkkSwz0UHt4jUMvvw1jD6zFGtESDxcYat2IHbWbshkS3AGVmZJ1BELVs24Z04BWxXCd4xPc/5BZZcx0WetwsLO1WA2Zr1lj5PLqXIa/zR8qZ3MJuB4S8lATuq0j51qxt7L2i6j5UrOf6xm/1WWKG7D5dg3z9RzYLHNTu9eYC6nOImbmjf/Gx04g531TmZdyRhLihx/ifuL9KPd85u/fZw/3lvinYOxkcCad7fgfxZgn/Ao+ut7H67K7j1f/RmV/jX9jhk8q5QRyo814aWbqX8r/5uSbc2a/87Vi1+co28LMr6crhkBM/G5TNeqLP3P4nTnn2tjBE3vLta1pqZmRQPzwATa1B/F70u/UTvPad/Y35W3NF2o+aZ+1/jpX1p+RKH7ij5DU3IOkl/kHB56tWUs9ZAvzMHEJYg/Ez4M42KDit/xrGdovMSkYPPRn+aN1z85/ljetWw9om/+Lh6jLr7OanNE25mXrL/d8v5B7b56K3e5lXtu1lmUPLKq9ottDg7kXotvYD5D57Za3dLanfdTcrFNMngBxuoStNBx76JYm2zbujMzllqOwaMYKMMuSbGe4hdDPkJDSYvxBZOls4x9HLvMIDy87RQ+T3gnfcALvJX7yCdy8T5rQxq/e+H6V5udjOSvHc30O4yEaSh88QtFOQTL9Go4TjGLmTbCkGMFwwoAelYphlfvBYcwx+IPTvMueOIHxDftOalLuhN+h9wm8T+B9Al9+Au/PoS8/4m9f4JnXNH+J5M+PPBpatzfbQ6w08trjgrOJz79TnFWM+X+fr2vHCsQ3JvVW62cI0DphHfdH8VbVVmn2GI+0EWs85m7cTrvsPoQ2wMn5HyFP5aK3lyZzJZl1oNJqaE7GuMkKj9cy9dFmMAM9ysjacq1LRs2TifdI7LeQta+T1kPHuGPObBp7lnAPeuYZMvbjgpG84b7cRvvzTq7neWxfwRzEs+BKbw4gtehr3/tr4E8b//j6J583yPR27WXUcPXjziBiW7axJPOTrvifBqnmU5oZbmGblI9AokqUFzQ345zCMmExho8g2pEeTSxYTM4z/SaX+sxxBJvsD4JKZU7bsmgwY/X4j5DERzlHcU3rZI5bpAo1NANJiiBa+B5IGblZD9jk01WM8UlsWWIuu7PgYPhxpSgFoUeyrDTcsoqRnmVRldxiSXaKYbn/xAYOLPs1qJoZX4OdfMn9R/iW5Pxgl2XGHUTMRtSANs2OvpFWJ5EKY4RfhaqA6YrPJ7Gt/Chj7B3Um03WQ0h28hrLsO43m6T7KU9GmYeuzFdM2WDM6sO/x5V4O6TkVn2kjKrw6+AZ3vQQ8le3wyusPBAcD/iWetjY8ybb9ZCPB3RL8jsMH2BBm+fJ/LZVutW5+ws8IevMtc/bvzRyzXxm70G0xlmnX1f2QrzFrnrWtq2qNzygyR7aE0wZ/fVaZW6lTrItybIPwHXmGhZi4Xad7RptK3q7lqXVc812nwe74vEnm0RZku0VNXf85AXOfGBxrbEU4yfnDOSIZsDEdHfMdQleQUbPwTqbd6OL/BOIVrk6z/E3xJTGQqF/FZzz4SHL/Dy6aEvU24au0Lu9T+B9AtsTsHiPBF65G/r9djaDpfTN+xMJn1E2QQWSsMtisGuQ5PrR8E/YSjNpgcQIwiA1kjrJSmtjHDMECo8kvdtfcwL5mxjgT3T87Y0R+6/Z+3uj7xN4n8D7BN4n8CNOYH0Alt8hTyJp2Xye3RyD30kkJJYHeVkjKJsh9Q19DJH/c3u+LVnKd6WCaPjZd8A18YuYsRxiP62312Ozq9pq9BNs4lSWD1dPDVeMNl7jkqeB0OQ9b1ZdDc/XPJuZe3DsNzwvUzZiOMiD6OfnfTbz78jjGF7a6Kv5r0yeudvrVq/KK6Xv3M88gfrcs/IjbNvMbjkjtm3sA6CTUt22SKIblCnb7W+kn8H8DbX+1gozHXOrbqfqLAAAEABJREFUg/UQ7A9yzXetXTLPcvXtE3uZ/3Z7kPMonnmT8wyS+yJyHa/C3l2HJEsF7WMnfvKOYBv5HARZyDewTWggZ77FsiQWLfwAyQ12cy74nwn7YB/Lgdbzls52y+EQ1Frz7XCu8RGS17F0rtphpz724NivY2HOFYuV1+Ae7JM1qLUTE80rbE+vueszxN5q9tXPM5o97Fwjz4M6D/9ZXmr+zHFdx/64rTvNPp9XxCQrzbbsL4CYkwUyemWXOkYc+vDuM4nM0rslu4Zi2y+wRHL6h8A98UtL/ivXwNwMCwhv0De0hGu9k8WIa4C8Ye8uSPElWeqwbOMMSAgNQptgW/ZHMKajVgF+OHMNxhawiZt4sdV+8CUhKS1sWxE6STI/osEOWXYDHh1bhiXbKzBk0Rhsiy7jtkFqPkoMqfw+SLIiM8ZcYaWZmLXkNeW1q/8zyrCNBuwRx0df8AfsFnNqh+2l5rN7rDMinTm67wU7MPcS9S6mBs22BOgy/mLjWtWwJfefWB3RLanYyg+D0ppkCYMOYUvyzY9oBmfdVCRmhj8NtvCP9nsn21+Ah1eeOfZJ9pG6z3r77xP4r5yAeTuZiw0gvIzBUGJ/Bbyu5c3061s0Mk4oqc5ApoMaVEo3D21RryTUUAZFcHRJjbrfHKWhhBqGM7ip7/GZE/gJOfxNjM5O2ojx7u8TeJ/A+wTeJ/A+gccn0H9t5HHeK+DRH8/HUnyGLJ1YZcbpQKNTTACD3gKsvtpN+VFjvh8FJ5vK1oOT8I+Va88ZjjAeZ4/Y/iqi77Uf7R9sGKkeMGbfGLj9viwr6n8a48HrPf7OA8o+vnO991r9BPj3Yz7+gigbHk4CO9g9CFnuUZheDvEyYf0OVLMwZfgWUQjSY70Gu+XbMLAtG+gZSLYzFNvesmh7bfgVIj/8BEi59syB5xOwCSUm8j6Cs9qh22baE5zsyegU0X0M4j4BMjUCBuEt8A51trnTqdcMSSRZNDj2ik/wx7y2mRZoB3QB2xrcTMcFjUWzmw2h6wF6riwB27KNGUg4QBLus7BJ7ggpA1KxypAesE0esC3bpAMFog2WEmKEDbAiuLFttCtEs8140JErFCYM6RWI4spnwIx7Co0c1km3ETBsy34MUq95OFTIgzGYQjZGNNh2+bZRPqFnmswVVg3bSZEc3cjPgLR9T9lee+w7qz5OO8ng2aC1LFfYTOg86Nthwb+7lJUw5bI9oWRZ2kBzSxA/ZLIKmzlQnvIl0k5gSeZHqoFEOjZajA680jT7onVfsrRCfGEGh91kmUggbK2tKZJtAIsWW/gxYQ0fRuKfIxmBgWrQINX/LxexF/R8dw9w8RhbN68pL7byELiY17NsdNsyLFkCtsmzjGaHQfJznwwfFs0mNjj2Hqmh1iDrZc7BtiVAhyxLanY4nqrFsvIjMZ2SszDYrjgXrmF1AcohzEB69+kExomFX8WY5qgusejh1zCqwnu8NtNHs/v9ksUV+948j+L3anVwv+pTW13CR2fsl5Y5zE5n5Fj8YN5H8bxfb6bgDxCZO/p5/XkkdQ/Rr+ss72z2M/1snpf0wz0h0jNP/j+j3Z5XghNiJnlFhCuuc1x4NVvSc9d0acnjhenefUpNkKzBsa/I2m1P6vs5ztNT7Xdqn1rgyaSxjzN+cpqHaZxeLQFXbnhGiU8MNckTeUnJ/OEtogbqr6LSmLZpONiMH+6vls/54yvRhxdP4TxhvQciXNHu4fiqE8h1H+NC/Hnk/Z55dNQuTWxri3mv0KZdKraRyrnoJKBX2r+Sm3M2R5LriR0udK3sPiRvnHuXVtrUosafgdT7wcQ98qZ/8ATmmyD25hJvhE30GWeeoe5Pbq8j1j//ps9J3MJ13db9lvjzuKxzntVktcTCx7h0eXBNudPWGPps497tyQ3uJiXIFkfeZWwALaEVe38NPGPsi/f+M3N8NKevdUl9t2M+iSqr4bbgMs7qJtTWOY+3gkfxlvW542WabraHXFr+DTaEM26XWN+GzlI+S689fXCy8f0vc7yKdclc6yP05FfXSH5Kxz5jB0OP/WMxn8mP3uTvbC6vRJA5BsfOt/OZcxjxB8fe415sn/uz/HHlg7O72Y7/Ozg/mfPIw/XWDWaOI2QG9OS9iiqlNvxHkLX3eHYjo+6VfHLXv7Njf2rPfp6ZsOVd+L3b0N6DF0oD6Ft+H2WdR2g7fZR1Pz6u6SYrkwc9sM2bAj3+qZTpJ6xzR1ud1wz7leI5d7az5t6P9lX4urW2r+fz+/9oXVbgOZpl7yG0gR5TWDSfQGRoauQxrwqLxMPEK+YYtqQazUhXWDH0YkvNOWzLBmpQZ7v5GZHSpT6KWEFEse2waC7YjdXj0iLbN0CgO2nAZdu3TGCKL5JMX2TDusJuttHsGgUBbAzb1KV7o5nXIQ+AzQNZe8SYX8O2hB3Ylslv6HbVLYTjW5JlN2DQrzYOveViqNZcTIlxr8CR1HzZmEA0bLqEa1s2EChGNpBQRLtsmFD5t2z0IzAF3f8RcJmcQ8aPwNQGgvdo+l698fMvnwO0aksnMyeijzTumdOymvSyhoc1eA2sRo+krv7atgbaF5HoZSVvj54bGTOpNQX+ngkrWvgIqT3SS2O+4pcH18lXWb0+WJmrw7i5tPAZknIWi5749itcJlet2+LGPkJyooe3EM0fwPVatnuY52Ja9qMPI2sco615eBbZQBW1dVuOVDdEYnv03ORViIHOnlkDIw8ugsQbVI0QOWXWcPWpKyVD1LA03kZRAtXQ9dys3RdtzUVr9oX0C5EAyp6HGbcQISiHIfY9kJLOGqE9htzWT3Qosa+IGogdamrRjDZwDWVPV69ZQ9txnQvanlsRIzHGTb9uuMnxC7hhSOxLBy17LdmMR0C+9oO1r0FulUwArZ8FZtWGkWYMV9wVw63uGlW3rHor7cGSPbUoqQETl/9oSO4l9xWJzWbvRzZ/7Mx/UZHc5JGy6dnnI2RPzrCp/H3HNcVFeZkL+NFmSOZHNIPWfekMNfVCzgVvBm56km+QgGRTTdcNEOi6G7esXbsRdvFPdHOlmS6vbbi9+s26jskC3AMtjp17pnyyiqOp3bsxg+SINsWrHj/30bC3n7MpnIA5517/a0ACTF3+zLF/Hj53R5zf50745Gxj3fARnpzmmbS8uusSVTDeFHD/7FTnS72D0OHYwYjt+ZIa8vQQqtuT8ct7u7/3yzS1jfvY7/g5p4P6y6xtnDnwMbtPFzrDvYlTM8eHHx7nEzs5g/d2/IfI0XRknoGqy2d4GRmSxO1RGp9e5daQ4CFy2xXmaAnUTQu535eNhRfLMSQ8nTZyMt8aHyfDPhX7Fi2VxavXUNIFU5lrRkVYo/ZwzFVG3p6RdKHugjEDFz1j9sg5lnk0dwJH+qwlZ0Ziw8+qw95zYsdn0yK7/HnaXWjrpropq5XagRZ6faQ+823R9p/JtnrOtcUeja021bGeAKm5TwqkZ37oYX8272giliw5czSUyz3UvMRnJDr7R3ZyTsFZc9vqFgToyvv/GaiSpXDyBw87/gp9S8tZXBfK/q7eZ1iZv9CnzkdJXWJN7jJteIKaWqPQ41tpjPiMcTawjn+ErrTaBMbMuCJupxbLWxCS2qDRSNURRO0GKYgW/jAywavIYq/W9PxcWF1E5pgwwokl5wMwtWcQMVUz41eAv6XXGmdzs+ymj7yIscPBbA8/WtD9OhuxGtrmXsNHTaQwx2LPsUd2ptrn1LoEwsr1Lnwe4pcdnqFqtSxWOMCkX/OiDRBgvvweaajl25AQSB3Uu4nN6PJKI7YK5KsgKddwCkmWtkCglybasAcjpeda1hyE8uGPd76rsM9Lh+Bg+BfWzxoDEkJydNtGTljJ24M6m3rRkjSwz9v5vYKiYYUDpOqxByLMdvwZI/Yq9zmOyhKKHn4ZvZBzubyIOibWG8f4Ki9iwTPYJtSxPriT7GNo16iUeeMWM9fS4TxUVFQxNoiYqrnGNsR+Fa1yjJl2QGpz2Zbd0DTRDPa9aWa/2btt2Vb+C9ZlabbU2OQ0xM+xbpGHrqlpvNQcdnJBn8t26Qu8zrVkHnIyf9n4i6XZt2X82ldxfDNXYxtWGkw8uYXllxxflioHFsBWILcf7Mxt4wesv4QLohn0jqZUhQNswdaisFivsTTYdpkZLKkQTWluPqZBOh9XIfSLSLsCteVcsG6xySXxxhcilec98X8DvrTrCH8IHJI5r2Msp5HKZ21XvcjbIp5Rj4AstUFHzabqBMm3iWP4AJmWbenidt+srPaPsfZ1ocWSe/WvVqLXGIsc9KzdKtT+uKzz1nJVU8beQ7Rs9wiEWh2bOorf00Rl4qq2X9VEK3A8sF4FwifI+9ck7YHE3G7Ia7UHkeQcwbx4JnCK7IXXsp19nIbspWkU3+stvaW+YjPn6Z4qdqmrupeTBNuiixHoAIlEH4xt5ja8u24kXeey2k/y1Jol2yA8EN+SLNtQh6y46s3hvm6ZJcSSJpNzZG9KCzcgRui46OEbRDTWepTnWjmjKbjtTc0YEO+ERe9OCIxrrT8UMbQHTey1zpj0U06sg3mypczVYDUWHBuIhmhjB4Jn8Ht0p6xRKoWjdp5jb2dM2qOeUq6rqHK3K4v3XmRn6Bj2zGWPSQb3/FNKUcAF2WUcpu6ny+vCy1PP07axradyazicN2KWPUT2REJ2dQtX1KdxEb8DCuktJ0ZtNPu8NE1p7nbjplx42UHyQ4gGPVHh+ANKGw6c62ySSd2jRTKK6B4tWzSsTARsbHIh9O/oXHReeJbKb+4cAweC13rTGMlh5P5gvPyPlPC1tup6DkGKE8dCoygG+F+ZBLETb/W59yrQc2f/ItZi8mhkY1HKBGWTH05tuHKi/evg+uuav/s6WbfOOHwApLu9XiMyjvmyeW3jXBWK0kch9jA5ghzFiqojSI95A0qnGwjvLDE64Zog/AHUWbHBy4UrucNHa9Ty1FSsnA9s4LTERA7AOtnzuib+xqZK+d31Kvg8q6kY6pJ2rO5n+nvIshVn65SkrIFJh5/4mhfnHphnDo85wqtOTvwGnH4tgkWLLuzwpbNoF4Ar5YM8UG+ZoszVuN67imbZJsONYwM8yekMmtq4WBakt3ub8LC585oW4QZE0RhbTurwIc416oToQYKHyL4AexUbTeoMVSNOTKBiGbrNglK3I88403nZNVrlM0RrYO83frQ9uHTysn7VMWG5GbDnfiCt4cRWMNHVTgprQqsWm6PIS/cyqJ17Zp7nnWNcWS5rvb/Y1h07M1HBZPfzknPht/KFuTpYhTJGYmzgnk2YvNSRS+LjtVJxxSY/M2UOwlA8rGuvsy2V9Q44mZVz8lqI+/EMJvYsao68LwLqNLFtwg2MkjKCdkEckrYY8Rf4Qu4eyrpinQJrvNpTv4LiMVUYt6YddvwZ0VO7JpVAhmUb7n8Piw2iBASk1YgZ5xhRk3EGu2W0+Sx7B10boe4Y3sLiJwkTLsc2iiMAABAASURBVGSlh4PYz8EP0u7F78X205LLfm3LBhU24xW2Zf4GHQgr3kcg5kj9feikWWIfZyCq89bvIVnOv/13kKy5Gf+6lAkNYFaPH8O65gk7PlCwSPAKEi2huEMSGoMk050RhG9BAt0TmD/1HbbXWuWc8QXMtarYkFu9zttF5PTwpXjyr6amND5NEwi0No8EIwVF3ZjtSH1/VdJ9XR3pzKauYsWiURwb0qbm+rEpWrsujN/sl1pjTJJFQa0Pb2I9p2LYB+EL8rWTQK8p4JSVvSYglgBXMAHsoU3sYdcvt+RNqNpkXKHKV29dJ8/GHiAH7/PGzJvZwq+AmnSlhh37RZAuvVo05S+TfTNPZmZfKkhKrk5bolfY2BNc1bzh4bKnmGJv5jXeR0CZUhceiN+QZezY2cdA/CD57tWNjWSUAnV5CLo+wOVhbPl8OHnCMh6qrpq1jNxw4EXm5Bczc/crB9tG86LMbfxi/Ni1DtrgxKrOv1Q2eZmz2WOesKWa19DA0uwxH3EEOnF1oNnYgAlkY8tyuNDnsKqFAhGTLNsQEIgN25btroewRUOLZXuN29gJqXN8I9A7YbVefh4G9I/ypu7H8RGV7CPs8yc/pf8SuLQ6Lvhj/ej8muZ6vc7Htp6hW/ipWkpf7LZbRfgIFc0LjNFT2YoK2reeV3JskJqA+6/kGtDL33LSViRUucdD8iqSvD0qcDxUXfKPw3fVquXCXRDjhD5n7p0jiGZw1tsD10Qz0RajLmxW3SNVR2uWRnCfP/uEH/aahy3d8MPK84TMdR4dERY9vE+abtJyblsWJzTjonZbX0pMvmjhPfJVsubKQE51yrKFtt/uVGA7zCWJZM3BZbcJkC61HwyJohaTyuavHkga+8CoPrToySsxm7qLlnU01nxZOMbAUWK0EQ/Hn4FmNhQI1mm79MgRRwNWzQCpNbS6vubN4zVnryZyB7nmueTGzpo34n2hvnyzJux+BYNT2OxYquh6SWOpMLDU4qLhMx72O6Gb/JEb3qL9oSwF0cNZvKltLK0Hs7fypyHaEZJy1c20ewjtcyCaOyD65To3ATqaS8u5Gy+98QVzh7xHEwSHtwp6TXbDCHSlqJipb9gVJiJnWIFHX90vNHK1Nf0wBudwsOmEMw7gEsvnZH328PkUBan9b0t6WuJBxRKMjlMPmeBIVV9Ggg2pyd3WYoxj/uTFHqg5WmbM/xJyUt9+vTn3LBo+Q+L38GTdeFVznUGbMm+IjohBC+TOWFFSYp+Bmux7h2y7LuZ7l72ulg0cvk7XlJct5qTXZR3xo/lSk5zBsflkgOY7pSmItU4+ULf5iWzBr+fK3efFD7bZY/58QiXS78WYEzJnWztxSVMs5iXBGCDHrPJHbviKYSUltmiDMVuvBZupJIp2yV5raM56lWjdjpUsEqq3vaAkkDln1LxZ+RgpqRRmKhsn863oemIBbt8F6yUXoem389/TL9kjtRocu5B5ynhqaGuQinEJminMhkwXoJ/2KkzFNSN351a5xj5sZR8gc2eOsWwxQtYbwGX/yXwEXgeKHmW1eHKbVWMWzkJPgCXYD/WMVfuI6zqTH2wrslwpTDq2EJ/bSQXdbze3zD6dtWueQz4UmWGn13e/SYufSQdjG1BIdweExmVxOrnuBqGp2sh7zJfUZK09ot+gJn96OFq9iglcMAJIOefYQXzdrEsBWraYWDz1VnYCA+T10AMymX6Yo2RVmmU3RJO1axbhDWRSAmjfr9e6jzzyM+EZUvuR2L5GbP1W06YlPoTZHtpzXGeW1TBsy95BZqIziKhPkeg5RFsk/sbPwByLjN1gbRs+vWmr0Vzt/S6XfhY7y0l+cBYfOpy0ALP14YTvYSG9xS/Kfw3cfbfvLHVfEg7nfUly74h1Td2FRjy5c6h84oedaUxyAN2mWMgGas0Qe9MG0fYgkY4qrYxBV1rVY8QH8x6HHQ7I+q1+YQNBTZJ18RWwrmiXDkXTcUvOJkJt0zCqzrIn7JNFDM0HQNr1ZF2l8phbA4oS9JzJ1IiN3JdZGlNsWLTNOvjPdGqciUzyR0HpR3veTSe12c1J6EympJ2nZQNdIWxV8zoazXifhqy5A9NP3bKtZWmwmy81xsVc1NjYV9joy6Jfy6LlF+BB7/LrV7fxKVoGkgNsKw9jbcv4S4cXdOzSvBCLHzAP+sir2u5XLnY4WHPQtvYvrb6zLoCj2c2W4KD7Zj92WztsW9KAaNh0DNnWAsy6NmKHja1ArQ0ftqNbtteY7dW3sROBQ4FrcOXYndHsbluiF9Tb1b+UPvwr+0TXff0yxzPH3w9Vc42vDv96fv2ji4tsnBc/FqwBgtXjl3Ew3Itt0/MqHKGWS+rJVPk7fsJfiqw948FiuY7sO3yEB+U9TOW85rB79KPErDfv88xVetaIcwRilUPsVabk+zr7nBdrX5FnZWfv8ivKBdLL/MjgOuG5cizSefxlY01Bp7e9Ysz6an+h4cxdQ4xvxny9X7V01tjjc9e6np7bq9//peW+zODuFh1pFRhDTxg7H/Ih99zD2BDJybYy35COmLS6hsFHOdESH3/Giv/pmDba3htZ4VJ7i7Xislob42P7O5lsM/Nf7rSD2VzERpqOYKNvKkZSOBjBZh/VXbWW86X3ztjOm3/ECRy94kP7ERv8hzfxVd+Rf/v1u34g5OtyvQKZM4gz+PYDP9EPoK+3znswxYhdHi2aucCFOQLopJN0EznSbpIQns0j9W7/nXnym7fV13XytwcdgfUvanmYH+qXTdWYKzywSXjaqXnHFDPPM9x8J5+Dt/ZnK9ljsM4773O2Sdjk4d/tqb2b8LOC67Vl30HfXvRH6KnfTtnX8aLTBazvjWgzqDyfgOC2v5C6LfxE73YPuZ6zBUYsPOM2P9GrGm8PorX4Xjena4J/Y/+sfT+aZ8TDVj7CJUsvwh41al/f83o8C0pU6+kDbbfufp7s4e6sqb+bMAWTe4J1nRGnrLTul41W++vaqT3ywntYthGDdtRSs9XbuhT+bGuXp942OUwVf6Cn/D4x7/EkCczYZ1l1uXv5zPdZ4FV9P1HzT8+lhdfvq2erpX6NpWZgFWNE7LwWRHsGqZtBTebYQ+hz2g+1s+1sLfzdWFSHlIPag0ikOZ679AC2RRejlNGiMdBxdQTbsq/AIc9PwTbpB9Beu50ORSIvsJOPVWwJPaPiy9OPhCMbrR588rAUe1msPFhdeBhcD0SXReEFXnrMsN3yw3avibagE09+xcqP1pEHzGt+1u61yRt61Xc9c0Yv7nNgZ0829RtINppAuKPtZWgtRzQHlSPZliXZ1gIsS2FItFBQGn5xEzAtd01VUx6mZXTbsi0GMcr2FlL5DHQrLWMgMZLfWIq7ogzRyGF89z93Al5fi9f34NdL3hWfewLv2f6GE8gbpT4Lbzeb0KzGT2qhAlHKWIcogZKEGgowh6SKIziWMdJJamYf8RMOuqJIEh6GYSutjbg6QqKk66glpirS2prW3TjANlnu4pv+2hPIt+a/dvPvjb9P4H0C7xN4n8C/dgL5n422v5blFxQelP9rAVj1V83iftGz3aUfRc43JbOlABtLfH1SuXF+DK47si068I/Z3Z/bSN183HcHnE3tHwLv/eT8h8Ap/fGrXfeQ1yL46h3xNmnvF/GeOYYkkabRyq5hKI2HFA7ExOEZlYle/MOH7DtbtBxidIGh+VyHjTYhARRVjhupN9whFyvjWotHAq4GUFrf6YmrNCt2kMTGqtbsxLeQLE0wdiAKbKzfRM0j5gHzOsNmeuk0ZukkttfbPKJda2zLHlC3w0H08Gsgm3kkWXoZFLAd3W/nE9vE6ArvJ0GzjGrZgTrHBpIybmC0noslzKcw5852qzdzBES8gyQkJU8YdgYp9haWbXTDobCVZrs0CQ7Kxx6Mpm4nJ7B4JtM1MlVxxXoM0ujWaMZrHYs5y+4sGJVUg0edHPJTE8SUoklFTdDcSmKwTYrF0BEb6LjZLWZb9g6UoMidoV0nMtWMoN31XinYICxitpVmN469BTo9uSpWkebW9Qrcs+ea2HNu/HWCct7D7gTy/E55nY4gWVc9tpWCPewWsxtL4Rpj7YDe82zyeJhpw68idTfYz5M3/xWsLJbR3Ox9zfBVuYRhNAWqtmo8XM0D01uQO8V+/eoPY9nv0uHFGnb+S9/VJu6OhYWixw83UOc2n8065Da9a/heyIFXPXlgATY1hZxLt3NtpXV/stVjYUypDVByQ1kXO3qvQ9XaosUJuwzZljFtRmDDky/8UmDk1mN3JGYzArtx1ZRpLYtxZ3CtqyZZuoHe7ftOgBfAtuxbPNzEQY3d5nlY+054n8B/6ATMtdq+eZ/JBOZevpE9q6ttow9IsvHVYA+WhG0bAnLzRWsmCka5xsZgtI0BWhcS8CA49i3U60J7JGbRCBRjSm4/pWEXqzU3eo9/7wmMP6z/9D+k/70n/N75+wTeJ/A+gX/rBOr3Bg9XXuWcwnkNz9ny5Lee4PAbCWYJFIwqvMaJxmlI7AfCfHNKF4ONZyyYUT+psS2xRTpW7U/VYtqWvUUF/yvD9dbjPmy3W6QCN2cxZ1GMj/nf7pzB+fubd+0U/8qDyuuxzs+aq/2JhmsuKz9ivIfKmd5Hii1Tskekq4YVQZtG7cb/iU7buMRebZz0zsIWze4G9tydBDelKAO4TY+oZKs1/PKubFv2Gfj7ZsXCgZnmCtv1N9H8XTSwfT7X+nfSs5wX9ZP52j7aXu3zOZP3CPaoF9cVDH/wvM5sj/irnDlehSVZ9utYUiOJShCWytDUyMk52WQBAbvZXuAgfjiI3THX2eQ+gGQJ2Jb9HEhU7cPb/Hr2YZ4hrEhcYouU5IwNN6habK2aHf+KZfhL1wYPfXD0RyBXlmbYllNns0f2R9DO/tHRnFgQ+wwn8YX8nIfd59px4naPCS6IEQx9x6LZZjzo0RNaeZvTQpa9RbLcB0LEtUK92ZXRvZlu9aa0sTK7aT33UzXTsKnyFHibNyew3Cg3Qk4wUL0cGU+RNFCvPQNdt7DyowqoNWxjPQVyU3uYS8w24QFha222sY12hXS1738QamqWmMs21LCtXVbdnu2Wa/8OM9/S6wfXfNlS18ufbWqyjyU867ElrflzPHLiExRb1Zyx6iQz95K9CLVrouFFkaKJFo4oywYlWTh0WFLGwj4urTGNmFpL/rCabW1/hK/eLFG/B6re7X0C7xN4n8C/fwInn3YH8l7KR2fOJ3pQdhk1xJVikhiK7QyiWUJmEM3NxpLXoczmZgT0VZxtSuLqIFh6LaRtqwDSYMx3f/EEfit98+es35rpsDjTA/48dxh+i49O4DPeGLwAj5Y5iK8rf6z8YMYXpT+17ovbfKe/T+B9Ap9zAnnA89GZ7tfyYdJ6PWw7XKPiNZADJ6lTzB+DfDAH9T3rYFdH37MO0s7Kj1JvtdrArXymkE5XW7MsvVt76Ks8RNxjHM7Qh//mH3EaC+C7AAAQAElEQVQC+VgIvnIz9S6p4c4qiQdTynDDM9TefH3UteXzYuCq/mgr1zU26N0V2a6Q0fdAarHKMbaRXKxoK5B6t70NWZNv7COoGqXEdQPR7H2dbvJIUZrHEOM3kNKaCiNzz4gezNpsS1b88OtQb4a9zoMlo6Tblv0qqpI6fRg6bdmLDuY1oiRoA20bl4JwTfKajFw2bFA9RoPdWJXzhK19u9bUVMxjW/YVOHR8mWIzWgz0xhjlXxlddxpzt1zyqmewbEv0DKHVRbQtG8gJM/q3IZqdeTB6j1eIfoZaWTVavZVRQxf2RIxOkbaIqNNm34+fFk4B27K3kCwdwGi2NZpt2TOED4QmraN2rUV34iuuSQ6ga78RrqH/qLWcXzeHRT+PbyO8xvVimlE4xTJJB4hEZNOp0TOgyGaCIwiduDaMRldvtmXfx5L4spA3kPxFCLptiQGB1AWzHX+FZJMnAOPRm23D6Oocr+zypbJVahtLj29ikvAVE7ZjSCo2NLBgN2BIMh1/scxDXDt8H+o5ohk0X9CiJfMIdc3BVm/RYoZLtmyAZsMdiCpIkJXWRixyENV8RnwbJvT1/bvW+forea/wPoH3CbxPIB+k14/P/IkB8DGX/89n29O5JLWw1bt3aUxpMxiHPRhp09d1e0KnTc6547YXn2ck8iCclDd+9wR47el3Zxnxxm1cC3buqr+N7Ql85GZe32Rq7xfda2MB99yjF+aiNsNRrEXaeI27CdvxRFzllA9sK7deFWQItqFjr+W1Y2n2cd6Rmg0d6JP86owHs72l9wm8T+CfOYHpw+Grrmn60FlXm7TNsnzwVQhe9djBKgyjMnlqCK8TE7vg5zcEbLhQ9fnWaBKufS0rOUNymJI6DSBfytamXSav7L5GS808x1BL4KG61tbqV/ehUfmbLPdZN+J9p/Z7P+Uw6pwPEZjx63vWCbLS4NjfiHXZfmar/417UF/7S5f8jTV++0weTMDbuV168s7QMv7YmG39scUfLJzPjIEHqYdhy+gB9KH+O7UfWvCHF7XzmMfrhpt69Z+1Plr37PzJyxozogXRwo9g7iRPScMODyQcO/wJyFQBK6eP98Hg4xWq4CA09MEHKZPkLFgYosu4lNa+I5RQfrO0sfUbra3VJpjtpjw/pjY4qxixwSNv+IOH/gy/UHO5zndmHaecrYFOP5vra/RvX/BrLuOTZ11Ub4Yczg64rpiqrd9djLtDxRjoKoiEdBzbsifUQ8JFrmncWc9z5iLbpvYGzFPa4ORgT/nr/1nkpT+wvMlPDTH0hb02sN8lGuxFYr4GXRv5VBKxFDuQ6weBHntp/oh1FkwCPTnAZSI3w7YsyXYHtrTaWNVlKbAtG6i32OzfRmP/dngHrtVBxbjWNf+aJyudwbKttBqx6Wips/IjBHpSZMZACCs3A8kycSVWkOLbGbE7C26K1lZ+9A41QcVl64V2p4D525x3cl5Y6SekOhdkMfrD0LtNJ5BfgcEkvc33CfzIE2j3ab4e9z83KR9xbasjJlmtNY4OLhf0C4GGNofkuBKxBtFanbsWdqkZMSQWjR2IZscakGK1MdYVsUSulZ/bDNEMRo8dDP/Nn3kCvPDcE/VfRMHzX17X/xK39ORxt4XwK5/k5MQu4H/mzv6ducydztVwzzMedg91yolmM9IT7hSzI4qZO4gEOyy0I/hET641t9XDyBYSw1RNIBWVL2EbiNbYZam02M0SrXkYStAMmTvoQhSg1txISQB0mR8FzmgsSxkTnFm0hOqe5KbFnXuFujDbXfpX6X1d7xP4+SeQtyu/Y/LWjbnfcP2uSbwHhv8Kp/RRftYvJPmzwIdNHtYU+pyzLT7DlJbPM3JjBjEDoQ+eddtyBFCcAS3ipQ1E+P2d8ZJhi1WqOmJhKKXKED+IrTScmn+JI8XW0Dp338bHtsPkw7ZlW1KgTbt0LZyzGcHYKxDLDu+AW/1SI0Mt4T4r/kF3tOwHlD35QrtB4hPWmmjlMNA1I7HPAvPO159pc72ljdjMJCQO3fZc3636lGKzCJkZA+38aAOJxQ4/BeZ9Ko8113lT8wqorfTwI5C4rnOQm5htuefNjCSdxJIn2mDMbSdgeattvBbL6/sMNqW/6WTlZ1DLkMgRlLkObHh8Dv+Pz/Sg/DXhmwz2VkcMs6U7i5q0Wyiq9cFm3ZzLZiZvvM9w7l/jZ6zw6hy5xga7s+CyMxd2/AL+6QcdeWcxylT15Hw6i5Z5oZt+pEdrcO2F34tasCzVNcOaoalFjwvnWmNuctEPfKPZjBOELVkCl8mOv8eFnKsmGnWXPZCjQXO3LbtDcF3rQkpgvphMIE5g+upFLELpwy7hwZDcc7Ad6kccs+YPP4PUJa/zJfYdsFgyzRpXqHmGC5a9hWj2VrPji9wAW1LGPVR5Jgi0AzEFarrD8YPYwLYE30I0YolDNylEb7SjvCNt1IYLIynObMf/PPjDG26Voj7Wd2OxWfII2ZDZVmJLGbLxS7dsa+mw8ZVmEQDpseFQwVoWQO7Ce9Y2qTMWmcBDODXa1c7aPpaHkkdIzQBr17xmj8kdHHsH4wObWi3SDHQB23J0bMWGXUCfWcPvc5Y/tDCzUC9gxxcmLGuJL8nGZxtQszFstKwzzjP20AYrOWAJWD9cMWvBzv8t+sC20kKmRhjugl2WMtoWHVznwqGb7ECqkaSVmyHbsmjFWHQ82c2wLUc4QHTbdR61X/ZusgvoerZZsn0CYiImyYb/CXAt+ti1UKZ3OzuB/CYPzuJv/X0Cf/YEzPJ8hCnv47Dr6W3u2UC66uJz9YI7I+H4YVVrD4EvfAkvtx4GG9NUemXjSbYzFLAao9nxQHoHycKU7Q1wZPU2x1CXIBrhsvENcN/9k0+AV7z+kRXO1OEgdgEnD3hjY0IZr8gfavJ/knDk1GRkvfvRCeQuBrm3wdEtbROn1IYBZnU8KT6w8VZEHj7vFnTRQlu0HFna6sP3jS73WDfsJhh/BdoC6LLNZ42KbTImLD7QFRE9DPDaWIaxW8zGdmzRmsFYcVXMkCtmD8a96eO+3QZSEaU+QmO88T6Bf/YE/oILy9uUXyShYL/j+p0ziXt/Ct01P1p3d9IHwZvr4cNn1bBTno8wKz+q0cYGSoMdBmGbMcAXbHcfttqPYNGyDs9X6jtebCS6JwwTjXoBusJCUlqE2MV8awwn6IUogXDBqJbKJubYDeaXgZdFAQN9kfAxyGdOKkW7dMasfqlxGtzt8BF6eKXKsWywit1AI0DvMXwTOkXiO1BM9wo5EzCQpxnIX9HH+YRnrGuxldXeGQnZZpuvgYKayW518R0FP/YG6CNmm9ADJD954SfAhHLyUvMKqFHy4ap/wGtuag5AuZJzhMwf3TZ0C0T6rY6iNBvrAHKi349a9mA/tmVfgUPHl9lkAK09d2t9LJUSL8i/K0r44iFr5XlV+NFSZv+2JWAv8gboarAt+xWomn1WU+FPG8a1Dv60iV+eyFQ02L6emXK28eHYBa+50gftvNCihT8b2VPmDN+ANTfd1wyuWyCKuZ8UcL1aYSr3QFK0wbFfwUIhYC2DWjOs9vv3csJCX3F6rdmHNs2+araZJVjgLVTXbGr3QCI7o8J3155rJWW9AmtxjZ6gm/X0YjP5A5gnneVlflTrLWTNMP4A5q7biUm2byE0STbswe4+LEvAdyBqBzZ5OSehhA+RGEjOHsxZkfCnYZHNrF8EJk//ILIvTvqL9mZn/mMs9nHAtiQrxKggPoauzVIlDNZNuwyFlGGu2hBEsPVYDyHWJF1buPtw4pagHTz5sffgJlms7X8lnAeaW5h/cNTDRhawmUOSpQ7LZp7oYAF2tCD6wPDDMxKffavmYE2760vn4d9l5iNf5AT2ce0cq2vLemDp+ZLl2LCKpWJsDFXDpiNzXhi2hZMuCVtqI3p54WbItixaMRaMJxs7xkfxm+XbZT91su3Ub+8vPoHxiTb4L76UP7r1cX6DP38zmXnG56/w9884PuXydf72anJ6UcOAHi+ouu6XjTj4+k90xDv9mt+tFz7/e0XNbrn4PfzhE+B+WB/wTltBnryfY2ZfA/d2lZx78T8WO3q/PPlWeJSW+BWXeofF53lLXW7ZZU3DodjjFxhcU7zOaUIBRHfpGOd9ve6eu/rnJdeIMRsyitW25WxSo81201pNs9/j+wTeJzCfwO37ZY5+hf3sin/iIe7vXu+4tsGH8+UDafsBJu19HbcqPQplQSVKEJvOx35G/MwdYGow9mWycVuPFpTX54u9auXo0kNZ4aLuwLEHknnJgK6qJ48u1aDRWs7wGh9pLfKbY+3j9Tm2O75T/3Ti/Tnm6x/24LnySJvjv2PPl/JwnX6uc83vrP1ptezr5T1R89H1X17rowt9Ut2913XEwmf4yDbGXM/UJveZvGdynp+r/cs6+QNj/t+4NcYU38rZ/7cueLjYeFeE29mK3wHZ2x5KQ6TrVaR0RVtKLPMc9Khlwkc5u/h6s6Q2SDx8hsRnXM9qVu/bmft+xudEb9exbzXdfQG0a3N97MdIhmoN/cHWdvHpG9hMu3F2SyX2KjIFNY/eZEl744+dAE8HWZvXqe7xQ0akr3HSW0ekN/tgPIiNe6Gy82ZODkyXjfMEbFeuPbPQgq5J+N3e5SnNDMC2eMYpL9KyxA4W/FuMh6Lj4bAXHnIGNmuRP5h57GjMVdxirR59jaOXzTzGJjdz2+QUmmbj79ZZ0AoLMWy7894f+sRslk5+cpnXxp5ROnuHF2CwVFyS6QXLBqKFDdNDtokJ5LpiOw6+aNhjTB52AphYxgRYGHLnRngtadXLzRBELU62VCYlGm21V2NE3vzCCbxT751APt3uxd+xl04g/0nVjPq6/vwMeTVmiLd+/KMZoo8/OB3F/4sax3V42c5BVsRtbKTxmVtcEWn882J9+Fu5OW2922+fQD/HnOkeL75XfnsrjybIVi9Hj4EfFX5vPNucVxx+eI+RF33Y/1XO7fdbt9xffoh/+fb/q7ftH7/ufOcoZCe8if6++yg7foRc3MiJ/cbvnkBOM3MMjv114Mbkm9zN/LV4YqpoWXz5C9sZddOq5EY9E27neK6+14WCTH+wnxFK+AzJGdjmuK55q32ed3qd7muE90goGrzW48+XjivNgl5rn5Gdvc0Qm4o/5p7tof1Y/sNnee9cco4zxjnX75uc+YTEGhBzTa8gm0h+eA+mq3nRsy607YlvlRsv13Aj/o7AmpkzGNOMvUUbGLHP5KyT+Y/mbHr7F3PsIyiHmbM+w6P4WV301AKbAwKOfQARm2Fbkg9/RMw2YaBbJERQtg8gWnQRa5ClK3DoolbhDOEB0YY9cV4D9RrbmM+D5DYpdZKlV5CaO8hsIm498yOJXPXmMIOVHzFeoU1z9zqHgqjhB6izm3Nj72Bb9u8j09ptnmGHC+gyVhhqNkZpMyPQNfIIpdsRYz2D53PtlmubJT8PY5f263Om1nboGImdfX9bJwAAEABJREFUhdHpx3Vv9Z84gTxlFHfrByDdrRONm8vmFgpwhdlg2bfIg8ZHsPd1Uh5S3sD7vMkXtiRSgJU1bbRA8BEs2S7kYW4e1l5hNRsmp+ZbcrQt3x5249TbUy62e/6yULOQBy/R11ryFzD5NS+anRoAL/EHTnJFntcYa+EvwZKHtg0jnuvK3sae7baO4MCiYduxguGLcOYy7DiwaNiM1akpL9wMciwnGK1zEYNt2Vb2ajfbEhqQYMtKMwyS0yzZ8QUPxL9C7/Y+gfcJ3DuBb4rxT588+N2v5r3whJ+aDmaVuj3z+qVW//FWn48WJFlqsOwtZEKlNRYNl3Hq5JRXzMmHg996SlQzvoe8N4KcRDHnW+c6c4I/C9ldbfNnbevhbu59PtQ1PZzhnfAvn8C4B+7dJz/h+rPPR/gJ+/xP7oHfjXlt8ru1+K84hGd3+mzeX3HR/+1N1v+I6/o/5OK2lfqXP9uY1mi25eF8I481zeqB+j5svAml44dvwH5ta9Ul4Wlt5bg0IwbQ9/Tsa7NyVgd0RYfXFE0NPV6jNsb/Y+hbmD8dykYv/mMbe25h2zntwnMVfyjLrAvqTGG8m14xriThOyBDN9A4Bzj2FaL12SDL0j5H7YGn/lBr190WL5stNu9rx1prLLE5E0R827JvwR8+ReAQtpW4bVI+gIWagPoF2PgnSHzAPs+zr7Flsfawr3H71k6+favb7W/WV7ZEHoMky3ZIEgxsyw5SB9iLmSPn9SpMrTIXHPslpK5jgWfY2d8r4OocZIAFKy18hdFtSwVpw5r02I8w5tDU0GzL/lpcV3Q3O0MWP6fr83pXbPC93I/F8owksK3B9sfmss/r9IFm+07ViMF0jlEzIjVB7/aPnsBy97raHXCcMmLhM1CZP4yswJ+7bdkWgxiL1f17bJM9Q/tGXEcgr2R+BRcP/wmu+ZJneTG/NxYYOD68TDB29M5L2eTBZS/UA/e43WJ246Wzjb+QG67ced5ht3ge0C6VRw087GWJz4PYYuyZh03+updowaTVHGisKJs5JFkqqPvFESWFbIsOWBvDNgHjq5oZgwgrNwPJMnFRMzh2YJeCabnnhNQ8CJU+3JU1tyTMvmTfanq39wm8T+APnQCf0fXE6Iif39KoTsWwZ47+hnT99DO2pT5qbcNIbNjS+rGJXDYPJds/68cpizbbuO/+sRPgbK+FOdOrd2w9k3Nc+V9Xc3JBziG8foflPh92Ym/8N08g98S48tke2k/idX/cuzoDG17zsN/9+05gc+68Phv/+7bxwZWy23v44LTvsp95Anmps7P6shfjCm7dq/MnrOwJ2NedlFXDdkNDCu+hXj/04W9mqCBDz93EvtphWd0Aga7sZwZ7iSwxRtcPaGwlt1G+R2U34aDsDCBx6Gf2n3KOj06nn/NIy5nu0WIkNuPlsSr7eTSbKWJEK47PvwhXO/4Wee33IOPrO3uqdbNS7M6hTwfzz3PW67DT8hZNTu2J2MzKeRIMHSHx6OGXIW9+xEQ22gZW6XL9iBiCyosNbLw9WoYEH4F06SBmW0I3UGxgGymQmiY1HpokzJytKlcSvtI2PmLrFcZ8msU8dGZ8parnUmibKSyGGxC60Y7yShNzFCgJl8tAj7uBRiNIVxYq7vrsD/2ISc/ZzkBau52i1b1r2C3XNts5Riaw9zGRDyRZAozVXfbNaHJqjsGW/Tz0oNleM+yrvYpPGnartf3S/uz7+WN5+yhPsjTB2Fe0iN7tHz6B5alrM1l7ID3sqdkl5cNjJz3ppjJI+p6jfT+ct8uyyMaakYel8WGv8fEgNJwaUPFdbT3otZbUz1h6XnGvHfF1jZazrHp8cofP3HlQ7CV6R+xgzdnrqQdZI9jniRYN4iDoxgpCxhfINcd2HHxYgVrb1EeybFBmY2MH0G/2z5nlNzfxLn+fwPsEPnwC+fw/R/03CvWw7JoTa/0/Rfzhdf87heefku0kj0/iXuy44nfV833+7sw/rX4+22GH7+ETr+HBVNnFmvIZL0qfMFMF69yfbNQyLFDc517tocM9tKUzfZv1I7w/tlUOc6w9+EcciNpu2N5mO/mjW4RLjzcilx79BpM+ai43SfNvnlEw+CD5E6V1L4+WexT/xD39l6fK67HHOI+ht3tuqD+Fs7uxl2EPHvoZP5t3Vv/W3yfw4gnw94MXK9b0v/mjMO+0YL6Yjb8Gvt842seRNj7/DmPfv+0fuWLOZsa8yej3/NPYqzf+Lv+Vdec9HNnje9gc288/xz7LHmuEg5p3d52lfdVwby1i2dMR2nZIaMZr41R2dO6nk011k3mafhw4rsw1Jn/ez9CiNxzXtth1vKnrZdFfRc2a3y2Z4xVU4dcMuYanZs5+n0o8SPoDkv2bG/7N8o9fchZ+FZKdGn1BuzPvuuadnA/uqO7LTHsPH5z7XfY5J8CTPSY6e4FEgE7GQSdAPwh0aQTNLDuYlABa+95fA7mNgiEMe/DQv5jZH/26SBzgXB1vIhtrAE2rLczEJAwgyfQRNy/BaluYIAx4MLsg2N48EF6WxKhbeLAKbPwg9ozMXbnES29c/2cKoidO3QLokkVjwLEtuwGDjr10oMtJtewJJcXHEAzZsCWz1lJ2OcJUGp4CIazcDCTLlcRIbw4CuYwSHDmsGIHUTZzqNehRu1y++X56tKG/IG5O+gjZ+pH+rJb6Y/hYfqv/uRPIuzX/ODgCt2WdR3LKeA+qM+Htw0emVM4YJTVRaaSETjFSw0ElUkTHtMyYYR+LvkdPDU1wyp+E17qyMgB602NMcGa1MhbKKt/4xxAtEehx93HKiXycPP6r9yoadzBcfkqwQ38K6z5ONkC8dghzqNojsUC95f3bzQ2lfCN8t/PHN/CJF9wPPJd0hGdWejUn66w1rF9+59jBGv/DBttS7tPiGAXRzLvxutPEL8QuRNJv7t1KzZC6PPS9sqhrEC050JgI8yv6F0//FVt+z9lPIPdWXr9X0cs/gbYrx8sdnf9xXewrX9Wm3Y5jM7eRx0pqkxV+DtndPvNI2+d8vj9Wzf4DPkzosUakr4kbtXtFrs+LMttgofgGqmZGUF+6YLzqMQumTgWlVV6Mjr0fORowdgBJ+AX1hl8xeNVj93Bpw4crd4qtPrGSB+OM2GAkxZ4h8uMntsHQ4aaTRdeMBNZ4nHOkLNHwEcQ80ZMTlI0W/QZJCPbxocFVD39O386Wz5U2b/QGG65uHf20/D4mt5unZD4TAhK4tbnn8bHTy88Q56ch1/YMNvvmQp+p6Tlkc8Y6hNLIO8tJeCA5w14nQ6jXN8EAv1NZJvEIBEVIysD6ehbi+43V2qhBUyHjCMbWy22+Ta721WoTtjXaqFo5dqCPtl3xfsX9tPnfmqckuInVjnZqEoOdfLSOqQ92qagCiTTod5uZIIDO+hrGoLN+y4zdrIMxweAohG5msS3toa6FO9yZZN1rtjdhe+tvgt/l9C0cvcZjC/diI2fDfc46lk3gwBm5a3KEeziYA8m27CuQVj/298ASXexDYT3TkniGZ+pvc+zMN+n1Au60KfzQTP1n4+4B8fnNpi5cx4Vt38OrMabV3aXVG+tW3sw99KavP4HFnP4puDHOY2qVyTkAQdlUWxKwLWe1wNgDkjAlWY9b3h3JmnnY0b8YbNTss+G61vCNVGBw5Um2GXTbSq6hcix+KtfCBJbNQ1405+EtnAe3QfzwGRIPlpz1Mh4SN17QWt0vlc28LEZnPQGr2nqq+HYNIsyXeT408G1rAbZldyzL1bZoNQgxHbCH5Ao9DAhqbfhEpHAzMC0rLSNIrFw3vfvxCvhqEUaXaSyVLhr/1OZhbx74ziDw7k+eQDtPkv01sM3LdQTWe/f/8AnkUwnUv7hgPo3anxZubd7lnNPQMSs3/B+EJfefsszIe0zAtixaGCjAnXukgeixwwWK6UpddNvKDwK9WUI7gm1JALYtO0AJC7uAL2HtkBxHMzFLNbrGshMvr2kZcemWGAuYjm0pdAQ7QcJQzFtYdoesfSMkZei4zdDUcr8Ot9t1rw/tZ3B2tkd2NrTZHtrMiT+NXnj/3J6ebZOYqSPMPOzo/wLWc8uFnSC32Fd8PK5rnxzko/hJ2W/KWXWP9ltkTJxjkvI9V9UuvHcv+CpIg3TQLquWNeJcucWGn9jnIXPv8Xmz6z3VnziB3CovIvfAva3O/+a5b/OeGP9OyodD7M7C3oIVs/Ad1PexO/FMfYTskdnZDOPD+lqFxNFbQdsusRgj9E3Mquvej+xc39AH1+cLr7ttTIuB3hij/MF20zupmAFVXn8koTFAUbHw7W5LsmjxgUD8ALW6bRlrD836sMNBzx85g8cc5fe8spMfH5Q/GD3+HpknWniPVWeOFrPmHw09fILkFFjftso+YCIVCwfJCx+C+iN9rSFedufYG+i1lndAq2+3YVWzgTG9sKPZGPTyd+wSVaMl2T4EYoKSLAWdYmYfdX/zJg/Xff8H3o86adNWs92HWKehkP4wf83h7NbavUEseYKPYBOdYJs0MwvAxpHz0211tlGB3FL33ELey6f+HLCt4ZeJG9/GSIfdBNlYz0BWNWjcN3XP1L1Tkd1AIkpGplfQBsQP9KypmuxxcdL2WRsNx0xWYGN2WUPZl278ZJKoFZqbmxMCdgYkaM1/wq6yKW/44aN5ok/piq+N0PYQPcBrYXLiX4GgRYogrz8IUryuKzzBJvcE7e/aCyXbHP2wlvvrBm6bvNGR95qSG8TgLEjhndE+35MbX9EnWLsfYjZakFh4hWT32BOsb2p23xPrYckrx8I57Pdio+A8x7bsY4zqWzbSi7i8mK9n89lKcjP/Hgk9AduyXwMFkiVRdwbr/IeQ3u3rT4BPSxbxCZDrhTDGPgepYuFDpCABk2Yx0A1EGxzTGcBRXz/OCA57z4S+qddOGXJPiwFTylBgQFOg2JJiA8tlM2J5BQYdPzlWNTelj5IdpXPsCQQTgMiZdLv7/YEsCfLSNfOS+8h2zZVcYSqNPBUERQR0Aduyg/5Qt+z4M0TDz1hxUUN+9iLHEbLS8BQIYeVmaGhxg+GLNnyVgUBnCg3fw9C7feYJ5Fzv4aNrZc6P1r7r/gMn4O015rfBEW6ztsp/0tud3ezO9unZkFSfrUnAzkdrSIjF0YM4gK4Ri72H0hDpsRR2jarREuxDqDfDA5itR4gVnhAzMhMqcBsYYx1DNC4v4wmQH3QTH8A86bmLR2jYg6PHDmL/OZzt4Ey/2WkOAnH8WwTzbk96cDfpA8Gx3+wj5cPnZlBB/07L+R3hO65wrJu1Zjv+T8S4DxpvdxwtyL4HxxY3zAWEg2aLlvr8YaaxknMRLX6A+Qm9psw8mfIMib/xV5xAXs/gz2527AC+tD+/10Pf9U+Nz+8u1SkLv4paJVtggse1lb0Z2jMmJtio3+WwbvW287FqPC6HTjAiNLS4G/B+dj43LEYGqdh9FC02JNUXFata2WVJSPRipVhq3woAABAASURBVG1iROIDrESTrhoioCvQ1OIHQ4odxB88bPxMkzkGx054xchZBalypcYHcaUNHdaMxIJoM8fuqPlr6MIBJRzU3MRjHyHx6OECucVZf48RC09Y69HK7hx7AOm0cwudxtZAJlKGK4wfrDk7w/EZTF7Me3CCGQbws68g5eEA+d/r+9f5zM+Vn8RybCIWPkKVMiQGSRj1/RVWGhz/lTOmhEpGulj7KaiSWx2jytfaEo3joTveC9jl370ectu2LRto4IX1DlKzZnAQOpaSDOp/TLnPMEIAVZ/tEm4Hcx3pt5FJsUhxQbRmvTaK6jO8NtM2e8xpWzpc46quVnI7LqmJHT6F1mZnndX9mcYzW0zOA1xydbneNQ+DHjnIZ0D49NhSOwc3fiqnyeJ22Md6D38p2dPaseOG761aB5WESsboXAfUbdTP7Zn3IzN+tO7RWnfmrfMx30Pzb9Rb1MyccdJeRdXWPdaswzFbO8NhwVv87BNYPnvCZ+fLDfVsbrs1n88+zmTF3GzHwYdqK83YkFG8Oaztz5ioqSIqZbBo5MceMEYkIhKGjeKYjgscZ2Xhihx1to0JwgCHfGll0dBtY9DDMWHbsgEPiZc8kC0bHyZAt0QvRBMNNkKg2GCt5cHygm8TXUC4QJ2cQeq+k5scoZcGx1Zv0WKGCdElbMUI9G7vE3ifwD95Aqfvbz6/X73gzBWkbnDsPe7F9rn/Bf/oPEobr8HgcRh7f+hfy7Wlr13iD8zOWdaFwbV6OChnGo60KfwnzNr3429r9e+vJ/bXp3si87WUw5PLYsFrU/3V2d95ufNas/2nDzD3wrgfByvfNfvGEm8mu6YLXLXtvb7Vxz+sKWgTfO14skz2dISzzST3LPbWv+4Ejs492iv4ut1l5uwkPCPaM5hr3vZfdwLvDf+oEzh6x2WD6++vOCB5kPa/s/RNbV3/s9bjd9ynz/lZe/uOebj+s2XunwvfRe7Uns35jF7rMnd4Rmrjh38k2PMz+3r2GjJd8MyclZPkPfJGreD2e2WXDin7C6bSw7yfJubS257L+r7tje/2WfZlpKC9NjnzV1EXmSmOQDDzQR/vY96Pz3C3ct1f1rmb+YOC2fSML9qaczOPe+vFNVptiszwyci1M6uyvz36frOiDtpaehB7KPVJM8ceD2vfCd92Asv+xZn97GL2Z3vEwh9F5rtf2++iunFbZr9nFd7ignYPUmb7KJS2KXabz9J2HxEkQRoBlaM0Yw9gIhmombptLaqKm9FSH3XTXJHriJteeXZ0zMGYCUZ1PZBdtExsV0TrGL8gQSodw8YK8kA3zBwOVj9x0eCMlSOZnHp4LMcRstLwFAhh5W5b4yeZgTNsMJTiGggPxkzfuZHeuHMC79D7BL7vBC4sdQTkV/r0Jh9/GDmadWivTP2v55rP2XQx8NGr85bTG9HZHtoZJzdIPDwj2hvPnUDO7bnMd9bzJ5BTHUhV7PAhfKi+xf/ACYz7Yvx++WmXPPb36r4+WvfqOu/86QT+us+RV++SV/Ons3mb7xN4n0A7gTufE+b7enolmnGgzDhlMLzWP5rtdTMfmMGtZv7UmO0W/UNj/lHU0bf59RthIc/n6bZkJyLNclkmCPoekdJl+waSq/dBzzQqlLLAGSTZWB04qmZGtPKL40/APOqb1zlzHCX9ppY1BjJV7PBXY3xX3K7HRXI+dJbHFqCrGCOBG0hCo4fKFqk/BbUvtVY2e7tyc+ywVIQpWqgQMT5sozxEJWud7CSfmVqOYr2GTCmG16pYTlJq9KDZz2RJ9qM84nQ909a5ekH8mMUYM8/zEVLBsl9HprIdOoR9HtsUJO0VpDj54cJwBpdYg32rJWD75prlRFRkxldAOt36ksa0Zvb0G0wLerKHyWUO883/6Anc/S+Axy+ro2sfv8DCR6ib7ahwp1Vt7r4CQ+46YFt0MLOpNhokMwTQyz11LyKb2a9T2nae8tDN/kx+AD3Zkx08mZ60Z9JHTu2LIliBCKTHBrZlT8hD3MCpkYp4cGtbthEabJdvw+Qv4eQt+GWHRTOglyZqeOicHKGXBsdWb9FihncQvpLOUEReJLUhHqATtPKDXd0SObahK/Ru7xN4n8DRCXyjlt8G95ZLPLiXQ8yAnswAs/7PnKjr8d+4fwLmsPiIJMngXp9POHbwTH5yjnKPtOS+cfu/Pc6Z5Lz2iP7GR04gJznXje/A0Y8w577t/+4J5N74l64+17PHv3R9P+Ja+NWaz5e/75yz43GCse9h5L35fQLvE/j9E7Bsi+EAovWY3H+Qeo9Spmv8+oF1bIa+ko29R4/do/Hpkpxhh+P/KXAlnG9fPdfUzd+lzKvMt4Plmtq2bKAGxQayZGeQFArUG7YS6+6GiFn8GPUYSukMkUengI7hCJijO0YVxOiIX3mJdqAd/f7LazvQq7+UsocsMNYMx/8qjPmLOQPlb6DhAqtyPLblrtvYO2hZZFsM8mTHfxa2Sf1C3Nm/Pa+ba+nItQTEl872nHtscyGchSRLR3D2AhRkPnhoz7J6Xc1B/Su8WSPz7PDKtdpmKwcQWuAcgWU3YCD4GKKRJ8IK4xaXj7PjvFfqviUkmR99qNk+rbNbzLbshn0yqj6EzJfKcEGymcmD3X3rqNnHumTZhgJJ0LNwJUpFlj6TncmcKY21hdivbYINtpGuIKB3+7dP4Kn/AvjwCNzV8BF6+HliErqCtWg4gyXuUUlXv8y4Xw2dtP26bKikdRAKwKdrbq6IZDsDrKlF627i3ZSazqjI4WaUpblZLtewbWkH20hWWkbb5UONhQ+EECssS7avEC1+UdMJ0s3vR36p84vSbjokCVs0HLrs/UNgYnR3iKSywyA+IZU2jPCEpE3uU6adGZ9KfSe9T+B9Al96AvmKeYRPWDT/T3ryVh/4hCn/7Smeubq8Vq/mjZrwwDNzvHMen0DO83HWO+N9AvsTyMfiXvs+/6fct4/2MU5p8PWE8geSq/dzrFxRcHdHuZwzUPiwnpx3f/IEOOf1PLGrKgxWvcS/YGDP6z/I9nb9T++4ouh/waW8t3jnBPIaBndS3qEvPgHOv37HwPv3HO8y7bUmSKuuP9uy7dpBjKCckyHxYA5Pfl3vHPtOO38vGvjMdbk++vpyDftmiV3AVTFlWVrvk1U2WbdA7BmGn4ed3FbimsRStIJo8RsxSrgbqLcjPRrh73qNa52sGbDuH+lZu6P2k03UWSLuGEVCs8tSNWzbyM+BRA3Y1OgIH9OYuM3GvAI286wgii0aasKS6UC92bMjlRvpDLrXdkVxleEjYJ1s5iNgTQfU2lgTmFX2VrOP/eQewqgBpMGxB6LdIAIJoUIG/MMJojdc70/8k33aln0Mqqrbt/EKPBpMwkdAmVIXfhH2WeFVj2UWeAVjG6/UPJvLVugeS2z4WN2kvJ1//ASWs+tb73XuknyR2CN164dAnA0oKn9wObdDwgGRzA/9/b2uJ4PrjWdbCkQL42qCHYdYOrZt2YHEyFCjbLiAJDOY0SvbzdbMopUflshgqLHshBCk5unayEkngV5RYdhWfsSYrrTSJJtIIMmSbHcs8s1DYOKiOTmqvCU5chzZsAJtG3pUm5EuOBSeE9t92UZ1Styu7Jiv4zdKX1/sXfE+gfcJfN0J5ENh4OtW+Wtmnj4XX/mYG7mD63o3TikHQ84emVw6Ru8bp2snZJlIAO36UOtZf5YKdjlv98kT+A+n/fW3zfS+vv8yut5NLWe2m8KfEocxsbvdeUs99iRRS+/J21Nv+lbrieueW05TZ7sp27HiNTR9MpvwcBwVe+6FN1vdCaNs/mLaS380rfv+0bv8Ozc33yLY76P+O1/G7a55Ielb7Zu93ef/uK+Kd7GHO6v8VAY9u7RuP0lr9Qu1o2bwk0v9sbRP2ecL5/PHLvRg4XHtgw9SttKcONtzVvRg1rAPJNQv7rwuH133o3XrFbH2sMdcg4defCPeCJU2D/VRlbQ9SKoY/Nn9J/3NN5dd1/dVF1uTbwe7rdrGbeyh14vW7fa54r+Ch+t8UsJ2T+7ffmGuI7HXlqGovv0/yf1srmuk7uq9Yl1q3VcqWu7l0vjzx9tr8dEefWfl05ilmisJR8ic0cMfwb3aezHW+rTzHOsMZu6Tfl0yuTN6wTWhCz+Ysv2+vcnsytfRd671dVfx78y82JZ9C8mjx7pBgpRJNxGX0vQ+WretFTcd+yilBR+M67eIzPAID+b6rPC8DU7DtmzA/BlnILXYiMMIGojbbEmWFAFYbvYRRxOt8oTnAkO6bHxQEdjGl6UO27Kt1mBsRhUYcLENVFAJVppt3AYMYTVMuu2kohdJ8UE9KBax2JBonaRoEoRSNixa2Wq6usYHcf3ChUW79K8bmCI99CL6vKF/BeJC6C8exDv9fQJ/5Qm0W50PhHwwzKjPBvS/8qo+umnn3U+xJT4QGRtji1aEaDthAEeXGSXbstIsTMlSUHYMqY9XVrUkxoBJZlQlYtgMEq4LDOqS9s22RA/KxC6WIkmMSBotttEUWP9Iu3ch92L/yOW/L0M2r/MMzgRFBAqrraOWqNV+iFvYAGYsW5KOUUmEOkN0/NZNtTENQ+fdUrbPqDRcBe2Bcz6TA3WtceKFDImEAT2eNq1Njm7ZDZKlAL8Y2yC2tW+XiqiPyr81LqLdZg5l8PUaSFcVYewZ6d3/myfArZD/gdK4Neq+ifbXnQY7Z991HUdc752e813Xxj4ufMej36zYdP5F2IOz/4qdie/nJ+PPgNOuU6/V1885PGw7UbU4tu2y2ygJX9XMGECjxy1k6OKaj49dETjzxC7gh6ORpdgFdIHY0WMXj4HY1WxZbRxq42gDTfncMXPf7O1gieQFyS0+yFljubYZI7drVR976PDORfnmng08glw/6qNoUaCTbpGq0Wz84ex5xEgZZlJwa4oNkxBf8GdizBl+Fdlr9nJTh5BtthhOJe4GEioCJ09y/axsLGK2t/rwolvCvYWEnKC+tbUV2zgvzFZn98vtdQf83shiqx/no3gwiTnxTG071BG7IWMXb6iVuGZwoiUY/z5Exiny3fZe/AOxy2mNql1q/MzBTLYDZxOFQO9br4tPUq/NWb2K07PInL+DbH3Ui1Ww6fqt9sIEeRE/AnZaWzyqHbHi7GWPqvzUoW3DfI09R1swe2nWdjzTt1kf9jL9R5AFj+qig4Qg8TY5xEf1mpNhX68sCOhEP797LPDN7LoUs+rroIjumuG7h4WVdYa2Jcs+gkQg/QYRKAmRU13MoLW5WbZlg+Z+fKwPY8rbu/j6t5e9L5P0vZ3Lq1Vty95CluwaxChNo7FXkLPaXRda8u0FcoOufIkdJC/QQSvdZFnCth3CVmu+ko0zI6HuE4mnVhyyLDVg2DVo06JFgIm2XHxc2SjAhkuzDGv43Y5WQLctL8BOtMA/8/lAv5TdhsSC5u1H2yxxBHUdFvF/AbnWXEf4Zejd3ifwc0+gv+XNDgdSLSsSAAAQAElEQVTySyF/cB3+lS+8C0jkkyLjfwJ18ZYNcsGDsW1nrBgGHZ+OoMDGSYfpkrz+NJsxAWBbIirYdgh0Fs2S+49otoULDFnKiGZb9hWiuTBGq37IWYLEwsDY6cU1xPtbkQsYyDUMe8+JvfEvn4C546vnHg+4WNuMilwQfhTbmHuQV3rjRcQL8QNrsW5AiW5htOQ3tHg0lW7HvgKRji8nQYQ3uF3X7MPkTFBsZezAZiK67MSAVDaDRiMk4xQYVh9bOHaMJFwY6HEDzG233IX8XunmAWUesCZhH2T9UOm9rS8+gdxDQb5+FH/xep8z/X6n8c/wOSs+PQtvr/y7r+XjNONwzAPcw8AT4nntWPO6iyem+7SU+vjKAOZXRN2vhbDDI56YcGyHpDCQJRVj0HEkYdD5QFbQwpYNRAsHmJs+NJhkBZYUCM22LMl2gUGWZLugNOzQBtEGCBh8Rc+8ttte4HkN49heY8bHofsWRzE0m9xwB4Vy7OgdKkV/prEZeu3gHm8SymG7FNgMmEfd5NmMIHG72fbE5Kyxsi31ePgGEpI/HUwoqzfW14uoWmpsUzqw8FYK3Ce+ku2WFyk2bKAMAEmxbRylhS3bYqA3VlqZLs3espyE7wfbkO0VGGyi+1hf1c3EA+N37+oT+62eiZjAtvKDWWw3zwgNRtctyFNBm2aTDyRYtNhBTCBsm2/yOwhfsvQHcGHNI7S95K8yW+ilNl2TLfsAMjPOwM3zght9zjmzqa26wWd5H9Rf2JfZh3ldG/D6tcvZ22cgE/0hXLL/rD049hES/31c6tCYnzPUGUT8LrKP5IQ/GUxr1v4QuJ6qCx9AXZMsfSJs5gO2Ze8gs5Rlfz6YNP0PINeSywq/CJlC+hech23Z51h0t4linTR3PbxHD0GWa2T44j7WucfZQuLhPw/X2dzZh89jrlrvEpp/KbXZqjzdNm6KiCMr9iGSkFzYNrN1lH2tMGYgdMzqNkog8yPZMMDQpqHZVulhSXiq1n3BpcFXuzLWoeJ49rBwRj+QRuh5/pRJnl/uqzP/scv56uN6z/8XnUA+BGesW5/F2GvgbRydwAc/I9YyDPrRzFdtk2B5RFZjCAc85UzmdQ5Khj4Y6R/o/9bV/AMvyLdfwuYOGN95Bn9gN+t8hx+Lh+LhKus8h1Edvjd1t7W178/rmreNfTJ3fkQ9rxFrNeNRFXHXmhhPdObNXxorMzaGwbu/T+DHnsC9jeXmfRaZJ7nhr8Wfeez6tdf0kdnrtPO7oKP8Jye65mLR1w+5btuW7TZbuJsanEjpCOH4z2DKpfKZim3OVL8NfJ/3W/v+Afu/e1KPLu5R/O7kD4LM7XGD+UHud4R/47XabJ95Nv4ze79TMIdmO9N6nF+cHwpnXzXE+EL0r2BfuMJ26oNrupGyJ+6HbeHznj/6+mbd55f5lMzPXrJdu9nbMyCt+jO5u5zaeLSa4M8Nv3GffN6mxzmEX0SdY3ZyVkcsD8STtwehT+/Zxr1JK57/OvheUmKVGOONsxN4H9HZyXy7/vAB8Lfv6L3g0yewfR/h0asYrt8PcPl98O4LwuybnEDkeGCwhyopE+Or4CKVZm1aNISoMW2sgoRVEO3IjkZIIn+11Vr8oMXKaoE+lsLgxaS4q1s6Vrc5b+99Au8T+NdOIN8k/7Vrel/P+wR+xgnkv4pqf4Af48/Y139iF/3/pOlvX+sP/4g8++52pr9yHk9f+tOJR6uP4sFHOW/tv3YCn3H//rtn9ve9V2rHfCa334T9lUHc+F3+LVpvnNXQ1TqYefybGlZASvKD8qMF6JpxoNlVRRZMl8yP1uZhkTfscDBCGrGJ19iJkfoZJ2lv+eAELDc1NNAU2b6BZAlk1KuNIvq1ivmZSgV9oG0m04en0Te3bHtgv3T0vbb6Oa84YXDNNdfeoOigpVlKD9RaQkH0prw2ppbpNkXRxnx2j0LD3CSPxBJJKn9wiX9kqM9hPo/X/03eH9nFvChnQp8V1Vmp2jjbpARCoEMuMFReG6zyW4LMj7DDe5CYkO41m6oT3KtLzL5TS+wsJ3pgUy9jzsDd9MQ2wqHDVBqQjmtG/Jxb3XmcmUm5ietRS9GjnPtxc00zhB9ECx9DvRl+FZS8+/sE3ifw157A+wHwX/vSsfF8XkPVsZ0PfH7zFA+xmAGdkU4U21jVsTWhmUaaICtdBOny+iMJwbq22LblSOEOoUQzLLTAtqRAm2ZbNig1HJQjAgVLmIzkaW3Nt7Y/a3gY1Njk7DDCb24n8B7fJ/A+gfcJvE/gfQLXE8ifTo5ROeOPKvzxO37c8GejHjazRvHP+SvOZ1/mc/NxDkmss64h3htHJ5CjyhEVY9A3aeUnuFHfzvsE3ifwpSeQN94h8rvmwcrU1e+BH/K+ZTv1f9dycP16wqkrgR9czfNhq/1Lt/4diw0zSqjCJqwBpXVNnROLPRB/RXJw6KksWO2nnN2wRlJHzCA9HCg6CAerVkmWJ7bLkwartVKjzWih93h2Ahya5U3UOz/ujSYpReOolSQ93zxSmWDYjc1MM0ZiY5vYAJlNvY42cXToKv5gy2Nv2TCwUeiCbQxgG/cA1NrW0mH3HIn8oPtD3/NyjS9eqGn+Qt6zsFuNfWVWFl5BNNuMrZdZrhU7iBHeI3qr+jNjPo8L/N4Yvz/C370bTqqOwtPCsQscml1W5dSAT8f0BrJkGwyODRYQPbxHdPV47D8AnTTbayTmFZY9I2nOsIIwOeqwllw3om20c0gjlvfLEVo8eS+hr5saZsgqW7hHep5t2efQrpEpWZpBuQKh00OKv0eK9tozvt7tfQLvE/irT2D5q3f/n998Pta3h1BKBj7BQ4mGg3z6I0cCxgVlMYyeBKtiy7Lwi5NbBM02GroaQzjYoiUGCS502+EAnU4IBYNRQUJXAy8xIGCTAegSpmi2y/Swu4+79hbDjQFd+41wDb2t9wm8T2B/Am//fQLvE3ifwPYE8gfsUySQv33nzyqU8YcVxq/vbdmvX+cHr1BHUOdd1g/e6U/YWs5oxk/Y03sP7xP4j55A3oo8Jc1vjVs8OBNqU/Mg63vD7Cm/BRsyZoeI1Rk+Yzf8c9b517DHZKsxBIl/Hw/YlkVjoEv4QewBpZUeIyCCb1v5YVBB12ZMwox0jPiCN0gIpCceJL7hBINea1uOv0O0gV3o7Z6dAAfmcZomCdiW3YAiOd3QFlH1283rDGVlCKIOjr3HWaz0GvYVP9PPObOz647NOSPQDU576oCOICqrW3aHOuML4GkAQ4oGwk+g8hm0b46QAViOJ9sFCQ4sWgbjYfYx1oDLaGOZf3KYPpb/xEPgdunnZ9EibbzmWhy7GIGAVQ0xlkvJKNmdJVm6opwMOmz2eSwF9nncPo+l9h7sVmvDATs2UEFTM3YA3fToQQLhGdFuUUvdrHGb96qSlVNT88fZo4IZXoezXz+oSzy4SbNqTzKR12CPfErf/X0C7xP4606Ap3tfu+f8Xt3jd1bMXB+qz2fVhwq/sWje42zXFiIMlDAN0Yc720PbcT6476YRpI8q2/3Xg9UMQ8CSekzYdOWfuwz06ysV3TYpASFsHBX4h7/SrHJtF2vf3IXEOwQ3SCOs3oxiMwbYXX7T+wT+whO4vpc2m3e8xI4wYuFXkLmm/KwxYwp9rjnWHXxv9uS8isw3X8iwo79xewL/pjJe9XB+Vw2OfYxxDmf324h/FrOjLLX+zsJf7WfXGDVn/Gie1D3K+dz45pL71KV1+0OUywg+VKx26nc38RuT6ye0cXGD257qqiJtUGo7k5Z2HUfeVXlotdlISy10v6/Z49viTfqYZvBNwpmwKYgTkNwJ6+aar7tJ9Iqrfqma+ME148BKwsAmfNl4Z85zWWfVL+jfttALe/rHU8dt8Sx/7XFkF1+3wkdvrzxaPd/V2PPgZM52/M/GmB/O/w+7mh67PhHKaV8zunml5AwvdhB/cOxg+J3vHFzPSNEV656alPIBrXs8rFRrlt0hS9gMOmpEFaiPV9ZBa5n1AZ8NJWMzd49Hf4ij3CPt4UTrdrKlgVE1/D2P+CF/bBuHU32WaL+wqaSe4dUNZZ5Xa0b+o1rieV1G+p/isYdwkH2wtVBhaOUcDI/iByWn0rzuadI+kKJg0p/b01w07PCMMemsWa4F3IJlN/PPjH0f9Rk27OwkNqj9wZE2ONI2CfXZslU+4rEO/SOV92tatC4vZtY4QmIfxtGEQ8uk/qQzylxfj7HzI/7K1dfX6CsX+Ufn/lvOrvZ5dGM90p583e5N8+QU/+m0en04gfCroOyP9aU+YU92XDJD/sOCPepfMYkxQf4RNkNJXi+JJHIqv7hZCSdtj56S8A7zLUooX1oLsZ8AKT+y57LY2KW+YGDEz3WVjzNszCEpWoF8JSDGcCAOGK5/6MFEtEI0tAt01tcYeaxhu6oFy6K7wKC0+hVtDVetjUlgYmyoyXyza9NcKj+hIE44sdgFboSaG46feCYZPOzmtzHa7+CpWZL00/C7F/3q9cwvyNHazGdyPoJMd62Lt4XLbWOZXziYa1CHddSGGg6Och5o98p6LO8L13vnovrXEXZx3hv6isY6NXd4N3/fU3tPJ36AyjnQa87MdxRDrzr4hZ6SgRfKNqn5HVRCzrWMnzHklNpOhjW4qb875nd2zbEeQHltGEvB43zDLXi1Vj/SQBNrjFRGDXh01Q0dAYcuMUSTYqka0nq7lHA0sLnWK9iuByGFdU2xK8SAHQ3CufZoV+/Gar+DbuRVGPFsd4816Skj1SNx2IOjxw5i38PjnP0RzLNVjOGCCOUkN0Be/djPYD/PcQ2vHon0CjdGw4sdYJ72inPp9bWHrPh5aQvD7wxVT06+qw6OXVivsCKVezgQzvx3Pws3c1HwtL9fsdVmHJFau4ah7PhebE0dM4aDBC71PuQ4O7u4bb3bLa1deuzgkmGLvD+CJJrQsJufggu/ygKC9eK1LNWKsZOp21ahGtbYpaw2bszNOYx4uKPiF/ahgqpdaqxfCc2cdiTsiIFol8mPjVSHFRYxHV7EpcuDk1RHQG00wnf7MzljgpxUEH+9pkzwLCgc9Zjv/uoJ8Pst5zdjP8Uci72P/67fPk1zlz1Cy5xvjbH2rDU7ufeR2mSEj5GZjiMfUjNdwPvoWs+JlhYFu96V95i85N9BPjaOQOXaU17bKGNejxTe7CXXXvCLkxM7mOz/Z+9cFFvVeSWsWe//zDt7PtkGA4aQNG3TFpbHkkYXG0FI0uz/HMeG/YUpc+SBDjCQPeAA3CxvroNVgK8CMfkUkhxSUXWsCGYQPrZSk19Df6Q/fNh/s+htzIR9yBQ52ULyDlKQfc3cws+2Q+EXtSuHuAsnumTeszwse+Qi9ti/V8bZe67MHjnz8uI4qIs7fF57IXt8vOxghfOQiPXiFvK+A5hDb0gunjx0lHfoPEq86+P6+g7wtUS7E962gawgK4FNunsSI+DbQ+Z68hiFQIPmu7u3UgAAEABJREFU6/XGLSURJ+B9Sl1cr4fyX+RcdIUPn2xKq4vhmz55+93M+U2JfDhkJjjKsbGAHcR8CLWu13E1D9upW7a1zEZy0R32d9ZWVc2QXT1sVg/b5oSRPYgIYuirIesgrMOjA/RESw7ZrIgnDuqPQCmXRezCeZJCWmI3Ph0qs4XTIix73DDgYj5us2pt5TTTRtYjvxLFrkYVcCNU964Y5TQul2RbYFBhh85IZXKqr5/0RMmzKa7N+Z8Nn+LI45wtERsQeOTD/yDa/bOW98u0jURuM7pDZhqsdp4HVflpsAdK4bNk74/AKeWxaWWUZ/ru8NJ3Y54JYD/Heaz8IAg/LnrH6wLc0A+DsuRaWuS98Igk4ZH4F8X+823nHXMpBoAKpi344pO5W1dm/OeAgSt9/J/Y4ANU5hdm2gN8QfX6QrT3YqQDncEXgOp343bXcXDzWX3LIe8/NybPCU8+52iIZvtSNS6l4xnWRUwiCaYxWgMzVoMYOIOmDbwzRQBoTNX5otQoX6WiVl9ve4lpC9Y9otnoIHxegWKJQLcaDx2ZWDI6tRCj2QtICmkHYf7NMDqNs9yzZ+MWeDhbEW7VFoEjAvEhONmVYnF4QY+QlFj4XmS4coQigJdBWIeI6UjelKTwqEB/EKGIuUD0hz0ROcV0rEzzvL52kK/HHV++Hvd8LjuNnRg2MkLmkZPKdso9ben2NB95Zo66d+D3nfwRB+lzLO8lnm17TK5eL2vXVdjfBtX3GaLfyEDP90qf8lKa8Lk9vR2vQz1KpFwVcrfsamsgfaHzHnWgpS0rdWAY8o0KwjKmQ9YUUkOENaNKhQ9VOyzFFA4P+V/4YH8J78jmNNiVT8Nsar6uliYyFonHslzb4lvo9pVPEeGVbrsIH6qxxC9hp4eM14y+UtV5z749W50aO6DmDqDdvqldve5WmHeEFe6TuztznC9O5hDfmY2epReaYtBZBgmcOF1b64t1OUUTDvfspTxnHfIA8Xam6KTD7PVsh+mi20zFhGkXQzFp0fhJpuIQ3PYT/yq4ZDc4G6/jNWhW9iHXrjyR+CwRCTZiezSaP+vYKNK1nMP9TY5XK6Kb5VdJms7JR6QNdbDapTkoiTIR35zkFDZaxZiOLg31lhHOyIeCQlJ4igjL8IEwblZ9BrTHsOZzSc7SruQ8oXobeIpaZtsZZwmBjmrpShnf798EUZMoRpm9laLkTJFUclr6oPDP4KVO0SLRjkGFR1HOI7J77OcRxHU81QF6nInt3kUm0U1wDY2eb43jG6GP83Ohfz33ul1+CTjY97UV19zTvQG7SkzTSzg1ZjjIY7bn2J5jD/a4gOdNfL7C7DgYzqHGCOusPDUvTtXUM9dLI9fB+SrYkIXwi9ApruRcMyPd9MGoV53ERVR5wube4Cd/jYfLfVXb+whs7o3g+BeSgn/hOaZDqUmWhmfbnjPfavxjMsx5jsxtevhAN5wbcqysO0ZSSEYUhGVweN8eaIYMBrKAGaagWU2anfbVuF5W3TFiPdY3wjp9K/flvHpMh6rWS+uuUx0Wtj2PBzUNh3D/eLltWPq29IKpMa60uX+Iu8cTs4fSBoW0hUmPFR8qpSzU9MI8NsvhJ+BtBQhiSUkDJQIVegmZnxGrQ5p91pZe+5wcY0QUPiIU8XLUi8h9UtW81sGR63ny/sTCmsi4mYNKMPU2cQNM9Xufc0uq0BKeWGiGAyT7wcY5h8WhL3wowjUSYd3QDhw4e5zT4pK/2eoRPrDnjNTMeqiD1c3onqNuEM+F08ha1E+lTrZdJ4CZcl1teBTOfu/uZqR9y6BUrXkUf9gvA5moPYg86p6tl/pWclAMBVmywzVSc36AsIWssBXlkIVh3rOjItHmOHP0iQOdXY2QpR3vkeqjk7fsFLL/ec8FwftU9/4T9oBblegFsTio1RCOLbpCUkSAmI6kkoMfYQrdUUY5csUOXkSyfRJO3lnrHH2rYX45xRrV9SlCrSrKAxAnrPCsp+CkOHvQG0D8WsId11Lg9xzrQ80hewC21d1BzBF2E593tPN9tMJXxbO/DbJHnjyypY9Ib3xT7yQXfq0Gazn+0SE50SPzH5CEhnM9vKTiq//9O3rT9I5ir5l8LSIXOQYsb3PIHlR0ZQsPKztD5oFFuC0Nt9TDB05gdeLQx7iN6TdjOZ+GurW8M+CwkaD1s+iRMc3fJL41ms9y0xBizeewvvGnYzURBKA72f7KlHdP9cElsCO8wgSUZqMDPioVznWteJSkqWZ8/cEm3glf34FcUeUCWdcOwhF6GtEOoeSEYjS9SVOfNFR3H5Zx6tCpqFEQmWDXZ2e+xC3bK3+ScCOMip3m/JrL1xlyndQ45B7I2fPt8eScx/qUyeSHuqkv3j9/MJxsliVoF3cDdjM/6mDlPZTaeNGa9FnNKo4nUYqUeVXCZHl/L3zptwavBvUBW391z0FoJj3C0UV45gZHmIOP9eH9rKm0zZd9WvE1d2eSLrLnrHvM7yslDHtKs3+jJ1FitzMJZhFrmPbpeH50kGVQL3tBfrOrjriLmkOdAejZCMGajvfIM1/L6A87PXpmoeNrSAcLuiqfCrfICHu5cnh7WXzPzlQDVFwg91OY6Y/KcBV8XInaj7qxEtxOKqUnj/jsI9fIqaxklW1O+84NFldyVR2KTGweF8rcWfKa8N3DmRsyiBVT1VM9nIgudW7OuTn2Zom4MVkvkoYSa9Jcm0tmVCa6gz9uJE0SsI9KyVlfjHqe5dqzEsjoGoZuZByy0LUswd3/IjhyibYznFNc1MMl4AG+HjViEhnqvnM+DeQVHs2hfYF7usPXg5Sea3aTvW+lX+aLO0DPG45KE4OfZw/6o/AtRfoQ7d4aOu+QJZe7v9yb2DN4he0jSzt4HJHew4m8w4Dm9Bpld41Yy3U37W8vvrW0K3jFU3MI98I8j449ZH54R44LagF0ED5Stj3Zxp9AB/iQDQo+JkUoIhE+1npUj3nOKXw0WT1RJcvfrAML085JJXw0fU86xLGqCMtE2WBEs1OGDxkMZI/GWU77tN7lKXVBJthvj1j4W1yT8diRabfM4b7bwi7HEMF2h3DI4XD+2k+9NbexB3mbmDXR51hX9moddM+WAx6DvA5wYkhCDLHvGYSPguFGCJMegXwxuFY9/AqPdnA/BOuxtpE2528dOny0XKvRuBgeJK0dcIZHkIxsiOXRaOTSs2cReQJ5Po5D5h6sIw1VsAJ6ZANi8TkqpkOT1ityjd6OtBWxkOG2w1k+OuqeYl2v2fgbYnu064fM8yN2ClvuKa3WpymmKOQnHJTvIbk+PlmTlRkyEwYShI8mrdYhywarnzzYey7Bkqk8OinPKLPkucEqg/oN2FuQ0LPYAK5J9NeCyzkCq7DqHvB/Jha34WcutKqtvIqPzU7x0KpSZ+I6Qhf6kEpNEpAN2EM4oIzwZgtie8jOgq1vzZS47Ryu0e71tQwfa+6s7dQgFrkH2TGC6c8bowUb517kws3+Ipl9yrU8jV7gB9yUm3t3/kl5o2Y92UlN+2umf+Nl3px9slN5kd781ObtlZto3jP27F1oc9CC3hp9jV7vIxvfZO9DP1ps5NtyWTkn6oE+Bh3AN3Q2eaC5Lnl14OrAoAPtNYN8BOtS61z8cMg92M9rdIS9lA/zXtM1/Gc5z+g3vwXfqm5xarT4Xp5KvILeqgNcv9GGGo8ELQZ9DG5h/6WhBW4k/iEot4n+CMEqH8l/NJf11ig1njm1uzksVcp/aGadNT5UcEpmg3uYgr5f4S9Jr97FTTt/wHt0oZufyc65GR4yzowaHt7GYThx4DBocpbI5R5u3t8tI+BBGpupxJTnQtMJKvoob8SV8yGngRqvBes2vLbyVe2zOsD1+qza5+q2KHbS0Li/IjlvzhU5Ar49EN98vd445IrnEQAN0AF6wrGTbT05ppHec+uY3iYOwK2fZDNfvJ5NSQrJCEU0GdajO3KfK24d04XHxkcuCB9NWs2BbbDGCH0t/L290LPYasoEc2tpajHu+Wuwt5lLrmTLrlHvJdjre+3o47vhnF6N0a7aGiPfHY57YgTuH/hMpz4KEqB/BlhwjfU6vX/tq7YWm4cU0wYibs1Sf+JUHk6TvVbszxqPyFWNXI/8FZ8mPEjjYCIGEIIEVc/6J06D8DyXVO5Mrb7D/Cz2/KPGcsucyzN44pRZ5ok0UsqeP1CAIhe+tAP1pZdrNr3JJH/A9KH91tuVGmu886mz13fe32/Z28/8Afi3dP9D56EYvyEpq5Y5oslYHGY9FlRvvErPNTx5RL+T3LhJJMBnE1HibHikjURJiVe2jMyLCEuFD0vP24ETbD0Xc3Xg6sDVgasDVweuDjzSAX86538ZU1KaVmSZi+erZm8nl2oyjT84lf+LB3/wxB885f4+6XXKfMbv59S9cHXg6sATHVi/QEcliAEj3zdz/TO51z9jW/PX3KpZ8LUYRCgkgBZ5yLOpCCvyBIIDyJOhyiOthmQNhIIRHNjAuoXn5SicHK7JUbjJtKJYcs2WfctBXI+l97Ke6YBU+4wY4ZmiT+Qo9ETWD01ZnSqmfP6SZ4OzkhSmgkOyjtJg0yPdS6mQjDgLCoopnDJG/K6jvF0wA36cLfLHnaWvM3uuVw+1AKLBFxU1iH0RJLmcvJYi/1VbsnUCUbIsiI8PHV7O+TLKKHbR2wyXSGKOTbObMsbukQzvOa7jD3TAN0C91miLE+bGsE8GY+G7jKsDP6wD1w/AP+yCte2qKQMpdd7Ui52qn1pFDhJfSLGGprWsKbAq0Dv0PnTgSCJkSa2ix+KQ8Jqq0sLGchABluxlHXXg8l0duDpwdeDqwNWBdQfKn0k8M/i1zJL/k8OoGWs7/9ANAZL85Ik1g6nDJy/5buV95u+2pffcTzbqxi1r2Bjco1D2vOf+r11dHfhtHfCLjfeMIXiuH5xvea369ew45oPQL3dxPm3RpjfZ+I9Iyd9sJ7gSehEhCW1CmrYiFJIRsmpYymAASeYZsikrCsn4Z1iGIhIxOoqTsMigYqMnZ1NSSIoIhQTCx1Kats90iGkCFr5IPq24jvsdkOSOqQRaKK3ljFMSIobTgWsY/yzpdSSFVLAuIxVe0tr1lja7VPif9yst5XbDCodGOySF1CGsN0z8v5DWcBx+XrNnQKwitPMvfuOR7zn+4Rfp944cfjPh+fxu7yPD9sss1w1hhK9dtMM+j2RSepIU/3YgybEgLNcwb/86Vyq8JCcYsT0khbSP0JyTqieHx6OIUJQcpCICxHTgi+TgQdw5iBkhotSK6/i1HfB19whjfa0F6fNOXlY8VDmr17g68OM68O/H7fjacNeB+vhRR43Uzp8PrykGR8NEvk6htB+QKaiKAtDXgAeOT5d1jyimqlBE0aI/YGPAx3VcHbg68GgHfl+8v+T9vpN6nzMqz1/vZ9TnEefQa3ykA1PHP1Lkydzy55F2WYtVSvV/PGn+4nnN3Nfs9VYdDjT7kt/UgVR5M+kAABAASURBVJMX4WTY6ZN47FVxtPqR7/R29gMf2+h+ncvzqzrwV2+L/j3k8Qv6ya/VxzfkDO/JPyZYycH7YiqfOql8A84v+MqVUNGQSfQTDuwm0StEJdkwPAIz6iEbCRdF2mQUryJMR4QC2RCDA1+hS2zELNFjdKiQ5IJifdZcF/us8l9dtz8d9DXqfiSFtER1XeLFHXCXlxVVTEX5V6wIybYRimgoqmePxvVSacSJQxGurZBlRCi2iF9++HHtn4Lnk0x7Nt9b83Xj2o026esa9xDkt2T0FWx6RKzrBCyIctgvKaQZxRELTmr+ykeEGU/MirD1OMIHuRYvGt5mjPCi8leZN+4AdxIYbbHwivZvFHNxVwd+Sgf+1A/A+ilX5al9+uw8Hk91Eu90mWg9ZZ2mD0LwS8iPwACLXEU5kKBY7zJPW32XDV37uDpwdeBzO1CfYe/3NPrc036++pOZ7nPrcZNPVrrSTneATq9Rk309qvZW4qltdUmzuvzZYObHp3vPP87q2Y9X6Ku9XO9+cPh4be6px6sssmgXGJVZBC7+9DaKnjjt1OvL9fqUeKjsZbAYaMm93jjLjl5Wao4mHbsYe/wi6DJ+cQe4X3r83FPtz2Kk/9wz+107V/TfgeWTA5GTjTtDLVBzYKfO5Eqb1zwTvUze5j5aQyFpWXRoOcYjIqfgUKdjF6iIoa+6LvElHWhX4ksWWy9ydnHuvbOx/Rp3c44Cmg95D/2ib6C/2ccivmUA/hfCZ7uT8QT7XHod6i7q53in3g3dDchkX3fkPbiIeJbJSo7RZOe6zhRmX9XHIbO/hlVReb8+blWtjkv89Q688H54rNRj0S+7THXZKl5W9qjQV651tI+v93Hme/j63Xz3ir/gB2AuJm1EAvQtiqfMwRveEPFDjnIeOXvKN17L4JxSRoTfWD1FOSCXUMguw8NKRMYjZBUU3XNE2DaQQRwIc720biYkRQSIrzlYz/AIyeuCQIZny1ge6V5Sl3V1wPdKbUK+mKz30uYjXwAIv/AeHeAJANhNyv669joBFx7uQPbUWWvJ6wUO2H2NV3SAb8rcs1nroLPEZcwT00dTvL/8Xzz5DxlW/eueZ+vcD9bSxj+GF3dsxqGCtPkzyoz/XMw0c6RuLUxQM6XzkAVestr4R0i3J9Zdwlata+Fy3oOVUY3P5by51fBOkvEOc19pvGRq9xXSYIG7dQkCMb+PRj0KXY2t6N293kd6F5PJj8CJibHiRDhuA1sPjFbZMl8zlpndJIaLDwr3Eb1OxgxysZANzUZe+Isd2L9fflo3zp7J2bifdv4/YL9T6xXlu68CxXOUQ9H/s1HoNgtFISnCIxGPHgoJkCemhCTzqU6Tqco1HxIQMsu0xBwZT15Mh5KbTCuSIkmLSYYND0SiTBGWEo7UImzPiOv4wg4oe7+zoK+RdlxHaXspZ3mprlpFNLsVqLxUFMX4n2kP+xwnKbMlSw8MSelHnyGrwCIH+ho44JBviPZRyLJ9js1d2kYmh26kbhK5/Iztz/Uv+izu8v4MXevVz3ptrTTrPhrXZPpINibOOnzaqbiuJftnkeTZN3HmETbtYpGMsm7WpIeTK29jkWvaUa7gnPRNodAH8H3h+yp6hPJf9FzV8UTIYwlJIRXYGRGKWOGGbfoW3tsC8r5nzq5rvEsHHt6HL3DLQT2Loxz7JApZecHISp5KSSubmnAgosREd8A3hP0y4vFD4TymiLBYIOYD12wVjT3BH8LOjFtJKpiKtS+SjBSxcxCSLivr/Ht2uLLkREv0x+Dop3PvrRn1GMXhgkc+htxunutRHrWXUOZ4Vs1DfiF+wQ/ANI6OIYFqSyP4o1DD/I6j+Z2nf2cKDvsQPwDiD1YGpxB5xhFNRDvyruTN1uc16ThtE1y5sFT4n+XstW0uDEkRyAm2Os5WesKcwv8UX3awFAivHaFAJEIxHVYlhSRTwOIaVwdWHZBfTNwdI6xCL/MnduDo+tr3E0/p2/fc9Y3XTe7H3KSb6F9XNq/xoQ64s37fzxLIEdL5vZNvAX/O8h8nvI3U+QBmxQNtA/7qQTT+1P1HDadOAx4qYbbFJp+2Jw/szG86K5n0QNsgY7OoIxayFDBrhYH23WAfFd4KfxBi/5V5gVCUIvUe494K64UczN5EdrS5sCMzjrLCR4m0QqAx2ab2hsNm1yBh4Z8jX6SxIFiWa2vyjFt6mkUO6O2mX/KvdoD7hntmhJ/VkzwTb/lI2n2NL+2A/BSW5DWFFqnaYignmQM2FJOuEEZIRVqxHbsHTzbQB5AaoZAKYjqwY8FLcAX2RIQiDNMRljEdisJFSgl7htnklxJ/RHWEIgyFZITRJPqEf9b+RXgOWRoy0g5FVEgKqSIU1/FJHXBrJYW0Ra444KVtrPQiLlSXVUgFENYmW7JlND5kbQDZIXk2/v37F0AqtiQnrUfl8gWHDohBrrHHr+OaTfwXIPfurwb+3Mhn+PWKyTkGCRzmkcQiNH1mkB+BS/gjtOujAKvUQwW9jt0DH5/BU3qX+LCRDfjSlXUba+nvGh5lbRQog84UYGR2pmMBl7Eb3hp5FvAmi/AMbeHRrm0vTXPfJf7lHJ6BLNeIcIzvRSE7wIfjE/bHDm5R/v68lOy28egz4jreugPzZVZIivCI7pCJU3Cu5MgdUFLa90vnfUFstPgImzEfimBUxOIwaZt4SSHJVoT4Z12y9gjIGyBqDSSQVnWj2Ov/P9zYUvF5jnDcGpJMKaQBQhufpJBeg/DhUq4XD4L1yUF+BuozzZuT+vp7fB8z1r1bn+PYJ8H3tdELnOQhpyul9LXyX/yaQ8szuS3NpUXsCofxy+zvs8qelX+Ya7uAa/pAVvctrHgEMvoD0m/GRQTum2/CBuzgaH70iUzDE04L87mOZSTiG466F0TDN+ziWvKRDtwc3GB1MeAb0fQmG3/JH98BXqsvOglK9aAsNvLCJ3Sgfzlab71GglzRfMprelEHps6+qN7ry/SXvOhlPr3S/JeMksIpg2Ltzv0qRS/zbsLQUXPWexjGfh1Zd/WJC7rBN+Ohz28f21Vms+TBWTV3kwehT7r2KrM70Mr2euH2Mou3ziIPYFumjf5WuDbzDh3w7fEO27j28IM70B5KSHDqeZ6BpyKnznCvdu+RaeIspdBOw3926GIVS7tzDdQS23KaHAUOuI9S+miBZT49XDLlB5I1d9nf0IHBtVYoGPHo4TTyJJSTyXlz9PG93tfY4/uYXn80vs99TOfny1MZea6ePE7FPxHU9tJklnh0vRrfamCCrNWmVXs3/nyGbtiWvZAZ5cnDfJmtdIPFDpAp+EnpJfoafQx6D2KxkY+CvAsv6QCtf0mhs0W+fMGzG9uPe3LL5dG8TM6vx/sr7Xqmlx3lOqDuJt1xfCSX956j8rnfo4Af76N7DV91MqzXr7W2e9/n66sfgD9/wS9Z4fffuW7j4zfObXrFkwtcxuNm7A//ODzlOao8Eef/Kq2WGddQn+nkOmTZo4uCjrStecT6gEswrZ3NPvK1mHeXdPQMfB4/+nQ5R5/DNHp7T5+Cf7iyPr9mIxteeIrcJw13y75y/VYL6YX54/ca+USpfoe8cnDKWf6VRb+sVutJk1+28LXQ1YGrA1/YAV7h9zBtJx9qk/Vi5Zni7PzF2/iV5a4+/crL+itO6jqJn9yB6cnixzc64HyaRH8Krhf+Tq4JEVbj3sG64EzsvVp/0i//8Ftx9fCN7wBfo7a7Ti1UJSSFtEQJuDMrwsOQYT1rhA8lZHYEO3OMfIVL92Iq/HImAMbLxBBxHfc6wA9G+Rysgb1eqS8VvoVyvbVMcjX1Meg9MtSERxwh47546vfzxUtfy/2IDsi7BBHzjNYjfGBbtFHNfE1bPy3JJ96S1/8apu+OdU6z7ybeCaDOOmTErWN+tu2L8eUn8B1rHp/k7/wB+Pic/7w3X9yDe/HmzqTPcj3gJ3S5jeMpit7y8g0Yg1gbcgCIKtEnaGbtDocXhMo/RQRkyP+selZESMyxOGCgFeUfTjTkz0HfyYNd68D3I1zr87Sd52Q5/WLX6z/ipE5ssjun6XxbGr6mI9c23BPIdcir9SYbbo0akzT6Guk4OZHbh67t3od+z0/MX0HrRZN/5byv87w68Lc6sHiF82w+wCL2DdvE/kBujfNI5ZquDlwd+H0d4JV+D7/vrN/1jNqVWO8PPrmj53EGbCfxXVrmJwgmJEvBM1le4zUdqO2crllXdcR17kt9UQcU/pf390q6vmQOP0g9QjJnWAlrIXkGUWQMDnsGbJBRQH7iX0iOHiAUsQfhUARigeDAgazAHEAkKjxrg3jTg9fIHl695VxHc1V+EErLXPrS+P7Jt05ISkSMpVR4aZZ9LHoPqcVxf46giLqWpJA+D9EdXsaWVrD5A0e7h+7JH3hqmy3354izt3sd38fge8MjjHavILdQ9Fwo/FdpTx9b/C2z+/6iT5v8nac7nd5fV/799Qb81fNvL/Im+z7A9eh9TU9/93DAxscHoKYHT89QVBEhDyM4kA3pMImNnqh25RCljjWPFuKowXCABzESyiDkbampe94h+h7sfvH43nKcJztocqTjA/h+OPK25FwA54I0+F/G+mMGHzVgXwvXz4JNprGaqm/a38r9tEldQAHkCPguXB24OnB14I92wM/d0ZOx5+gMNvLdsNiXz+Xd9nft5+rA1YFXdWDxaj8oejbuoMTleqgDdLwH34UfKjAM5oEO7KwiWmF/z27f/du6zRXX8XAHWg/X8uFCDyRcoV0Hpvu741B9nyPy3m4xjUuHp8ZbzThLWVnDlD3LQUzyiiomxUTTFZJsx+6hUJQhiyVMxOlD4fCcUGbE9x35f2rZL4yU3TZM5V9OOmqjjmKyjh0ppwwTVLNI3hJzA+Lt80hXMZ1xMzCM5mvS1FsNbqW9DR359nJmXvGx/LnSX9S4X/K85fkIdv+2wWeJPKf1eZuc+mL98eGCZYSF0xXlHlXqEb2Meiw51n8UFLqXQ8wQXp7coe+jpGsvTnltf7T+lf/WHfiZPwAfvBq4f9+64y/Y3PRw3KvVNWHdqrSrv9f3SsEfrXfLpwdRa9RFJhq7YSI7Ze1rNtJhVVj7I+N25zybv8k74d/qZo8jtE3hazoSG6CDXsf+yWjnYjnd09Y/fErU6EFBbMtpHevTqL7Jjh2NuB47YUOavLVjxK1jnrHbSSLXeKbeV+Qc9aL5mmQ/6A3NHkm4vwyu/+j8G48ELQZ9D8TgQ16Izfv9q3pT63B7Rzsq18yFPPItAu8YrQ5yjTupL3JPp+zlJ/0ltV0wr1cvKYyN3EH+R0hL39FnwBY57Z3yoDk6OcWY63WbXzzaBptkeXTQ9CYbh32Eg7jpZOeYWTuq+ULftIcX1rxK/eIOcMM0HJ1mi9mTR7mX71M6wMMFULxJ9M9ArS/eazQvkHdDtdFnz/yft655SiQcnL6ab3Mz0m8WCaxOY21Pjo3CAg3ViWkkIu08AAAQAElEQVS1CmvRthTDY7QYXI9hYukDYc2NDpp9yd/egf4uW59r72t6k+vYD9tvX4DXRf6samWS6BWcgNX8IfZIEuDfZwOgg7kemX5dWuCfeAeh78M53kDxF505bRe6GWVBB33DKMt7NyicS5Xs8Ru2cy15tgNnX+5n486u++o49tdjVd8vt4mZdOIntiojrroOxVQ0YvD1Nj776JZ/eilqjNAK0pqGxo1kX2Pkv7i/04H3/QG4v0s7nRs8L0/H+f0s38fyhQ2fAduJXP5rjzGUH/KZ5dRXwaUiC4ePo6J2j4ZI1sADx4ng6nXiJ64q6Uc30C1ytPxieMYJrDJQDY/Isn186ko6qk4QDIjpkK+NMdkotvmLYgPUBPuaPl1Lc8SGZfP9eMnJjfDYian1RM77KnipHKP1cMAjG7DPwjmSQpI1DwvF+J+9IQkRzPIsW8/AaTlGuUFdHJboS9iqexi6yRthCo5oKmHBgQLQOzSqSVzoBWplUjKpBSDzIZnKPBHA3tdwBK5Y89j2HY58CBPBvY3cgtojEAmPfA572Xv8ahVvme9FS0D6EeZQa9nFR+V+Np69al5wMYjriFGfT55mV6VTn1e/adnBhtkJwIVco/FII1tKjPXdUf3EblB9u7m/1dHO+0jiM+hZWN4FvSKul9bJXyNrDXzJU8Pocm49v9JvLsOLGjlCdROyAb5HMKoP90iNc7E+/zzPUTQ+eOQaPI8q/Hy5daise8CODfvym/QkXTPL2ZdR/mPTJPFhI43FIMkEabt7tv9TR91Dv8bufgaxfR7nMOUSuwbBcuuULZ3alzlBdnDYm3638HXShbOu5TWuDhx3oN6Qi6Ce6/VF0HsZbPMIO7vNp5XzkHvYSU3aqfn3/vzDfzLLqfFIsPQurd7f66uoarJbq7kBS4Z1WIvh44SQCTwggJ9ESkweK62CVYaYKtANOYcB0EGJUMAF3yFA+Oil3VQ3W4btojDb8Eh/y4EGvT3F4DBs53pWY9JTicg86x4xwUrllaTDIiZNEalvpAmPpc9ELVWSohySHagII03LsFL+xIHhAAvF8p/ZbxnsIheW5wchn4OzQrI2QCg89DTi4NCB71Wu9RrymZyv3aLllAr3KLIGdtSj1ytVhRw7QnUfilHezB2mppNYlJRC+zzka7+Wb3qR5cmWc/3izjNyDzyUiW0fqopeCqMnqFOonJOzxnpr8ECFoy4oqTDOKsKZZWAW7WB2kAdlEzmZ8PCWc67J1j2KMSnF9Nzvw4lm5lF8Zp2GDiJm/6s1bumvRPg1ET6eWTOcSx7yUUi8CApEnR3crUudBte4Gx/tkJVH4ZRcA3kHlB7FwoO99M7nWy5vaUJ5v+ttuM8Ay0vyzsFnrPB9NbWz9B5Pv/uUtd37Zp1qjyLCLY+IR/OIDx9NWh0O/M9iVFC505Fny8nUElKx5SpjhD1jzGx8+fG2PwDLrRjB9EEj8R6AgofZDvAILuaLICn4F1Wir/EP3w5C4ZFTOGRCmAKSEAXWq+IkRWCk8JQ+mTEUEbYRwTRBIXUI60YZijzsD/0zpUSoSEmB7snDejREPZqNrNQkzOW7gWVyyB5JlimfWM1XqEfmsk3yH8l6dWyexEHRe/4u1aci9/pL4Sburtd8irBaEPI/2xE7Ej+wn6Qoh6SqWKCuIEFESJaGR+ipf6WGJCsRLrEANARyC+c4IXlkgug9yBGdT+gyJysq0rMND62AWTipyGiHzUjOhHWPCE9JpVRIwHRK6wFsR1jrYH/40AgmJYXUI2wXhIqUFB4dsAs6sgWnJD4OD9m7A54f9kaM/OED3uJg+Cubvbz2eviLEh9Z+Zb0DA5y+ZLqBXdG2wNudGRDszvJLwnN/QWS5cAXLHVyif769nqf3nhkA/6mD2S2eMDnfUbuL8Gp06APLbDpOzL7Rmzzr3XsHi2uynw9ow/g2h68siYE16ORwWt2BkH5Whu+fkscMSOQwh92dn1e68xga1Pc4JTa9qeYlyijhSgMj1xjjy9xeQ6EGOhLNKvELufyZG0ckUV3oVSQII3Pn/Le8jJNWp1Gbo69AFhkD7h7IH4vZt/XnqeTdAmiXwmXvMbVgTsdyBdBF4O9Rud+V9Vb5snzDHjek4d8DM7yuuVdJRW/fcAtQcvyPQmlAhtUc8rrbfQWg5zhFf1m5YHiLXu9brbKmH0OJDfJsk1KVyj4LA4i5BwPYkAEjKECB1UtbU8ehbFSg20rIhwb9ZAgbHRSMjeh+tIuumS/1ayDDmxLMqXw5IGMsFIQPuyf7KYHceBfRONSRgQ0sKIGQatZp+QoI3xI8jyPZkpy3QhJkQeig4SRni+fFHpuTafpIFdSpNviUSkppB2EXFchPYc4OKS5phcIWyF5NkIHiZOLIGDCOXLSCGFfhKIcSFAsZuGTtR0Iv93rkbzM7sGu2MmNdpBrXSqKiJeJTx75CPI6Kb3WJHme+WHGU89Pq+rBu0TxlwgHHQ4yDwPsHH2END2NMzWm4KaQ5PPxG0A9IxO2PXvjnqvOuVglzLBlw2PS//vvFiCf867Uym/lbcrxAlv3hxhfLO6NL0WE9Ny6mRYK5EOIcrSckO0d3I1xKmNKt9Jy9mR4wT3fMa9Iv1zhHsIBsTwKI3sKlt6l5Tt3Inp9Ij9L8Qmq1kYmvAG+Z6GvXxoOj4aIjIjfcPiUh6exx5fg586f/oV7h3wciv0cfMDVHSShP4hwfITnJeJUrX8Oc/4qlkqSLB5FSYlvOv5907rPL3t8t56qe3idXMGXMF4Fl8tBvVQenJQ7Cc+K8LxElKOdEBY6EpCCbMAGrlMEs5E5MkugPDUUVWNPhPOKTxEh/4sIc54ij7xWsgospoHdY3LMSubaTNlibX9kUCZy+kiVD+bmCdUa6CNU91nBKX0l2BfrIUdIHxNwAOIUCIqQlAgfkjzvD4XSWeZUk8HugWe/lDKHmEhNEQtZrDJvfRlapnHIOqW3yas2ojNRFyjFy0wsCE4KxOqw02NFYnYsKrlrZBhOlDX2+BI3e7mvC7eeiVljHfOcTdVB5p1vaWWnnj022fmNqnwtwv0o/M3Kny/9BWswH1fd7KQS7AC1yulTLNzXgCXbSq3jTTb+eyS7AKyOXKPxyAZimj6SH/WPav5kru+H9bwNLfOUqszXGzrAgQS9jt2j+XqJvgPWnUAd4pAG63cgLGzfQrEGWZG+8asx/TndPK9Rcuw4P9ieo9eVsE2/cHihYbXGI2eEexPTsfO8yhd+8ZUzZ9cNJDd9luV/RYzPGV4OD9ZtWs8kxJehrddkt/ANved7Hd8eiOtBXG/3un2+38Ln37Po4WMtTV3j6sA3diBfFAfr3/MfpH6Viy2OwPoj3hxPuagSfY2Sumaxq8e5mc/nR6gVyh/lZ7K30cHs9bOz1ml8k33MQq/rswfAzgqotYjcGO0ZhAMdOAtzCMkRHn6keVjxsLKMhYPJWL8PY6Mnx2TAWZTRGVUtj00bHlN96/Ag82zH5IyItkbgaIiI5LHDBxJYDWQBIUWLjt3q4YM4ixxNR4KJtKGsFCFZM6xEhHIEB5yl4CzXY49fx73UlqsZkkJ6DM6MEEMWW8RnHfqswoO6T69FYgf3NtylQILofDE+5Jg9jDMKu5cD75Il6N6sGtBkNT9bzI82nmh+MvnZmJwnq3zlvgMCvUuL9mxEmslBVeDKSdewoZ4L2dNisNlDFhpORDYHelmpMUVuOSK9DCPBOlUpKdOckbaQBewHcD4FdpdkK16LMGuMEof2c5EvHW8f+SjCNz858ejBawA8kJfhTPdwt6ai7FmOfBROyXEmLwNXk+raK3pldrfY5DnLTQlPKd5fzVOV9wWRDfej3yHi0d3Se9D2PpZUjby+3F+PwFmZh3wcUQ/WX6O6Ar7pj0jnDU/kTA3nZhhyCU37kSP2YNdqaMpbOb7IfL8fgO/clfqixvyaZXYaNmrziKMPyVPHSB2SFxFygUWAPbY9l4HeUJh5hm8WOmh2L/f4Puan6FMnf8qGv2CfrSdIwJJNot/H4R3iUvhHmD4P31/igQgvmIXXsi+Br7fP6n1e05ukRq83Gw5gN2Cv0XyPSuqQ0yT6M7iXP7yCZSFS1yieHzpzMm3rvd64Sw47cKpV3EdkI/eAH9zzE/NX0HrB+aJ3cvpLLBywn2sBMO/C8RnTS/QjZML9iT2scT/rdRE+BZZ/XcFRJS8yoh/gco+UWcM10me5HbNn1lrUlmmenyNpxtndPhJ7tuanxl3Frw4MOtC/bpuO7DFIG1LkDB0X+eIOTJ2uj6HRW/JHlqS+fzYoJeoa0f6QZVtNj3oImRPKLqi7cNaUNY8N1suQmzxKzUXdwj9AT+RB4FRsCh4qrQISENTkWsfew2K5vkCXsIjp+Ev9KR1oF7bJwb65yGDg+i5KoxfbV29GdUF+pTSyRU3Wv7PwXAL5Q6d95YdSR3Z6qo4nDlj1sFbDbDgNw+tlMDr+AWpIrudER3oull05+v9Yh3IunjxT2lbIs/jUwVqA3SHZF/JTF72K73Zg8768G/m7HHmv19cyesJ29sPyzKOGnDNdodyZuE+PecVGqLHC2T7cOz/qrJE5rJfKO05s7lF89DxYb6/GkW8v53v5+gPw927iWv0rO+CblGHkqvlDrg2PQF/LDGLiS5OdHgGgUrGRw5M5SljkyAe6teGDxfw1jjrQunYU03wtdi2b/51lv2f2iY3swK0FOupvqfRkjUc6QG4f3+wme1/Tj3wt5hFJPXA2h9g1zub+krj8X9y1c6EXTb/k1YGrA3+2A2/6XsgTCrTr0j7/NfuSVweuDrxjB649/ZYOtOcvz1505EvPjaJdQfE3AAVzRM7NsKy2kLK3/+NAXMeoA9le9yrlKODi3qoD4t72jpAj2FWGLLj/kTXHjDUTHlY8UMwiDME4JyV6B6uRiM872rptnWYjP2/V+5V5bYD8ITPD+WHWFmQFP2xWdfpBttmOrFkp7Hd+qiWCGRMWvQFuC7ylIho5fUyzm8RHHNILpyjZVf00Ma1af3+e7Y8s6dsz7uEj9f9yLlfoDOgRccgfCW13zfmArWdm7vnnyKWmKP/CMnxI8lxGpxbihXPul6VGOFgn8/b81NrzneAPa5/Iv0J+dgeuH4B/9vV7fPf5wPDEk87wCGH6YWjhemWOdGDaTl1J1cmi2JJlKHJYL0oEdvjIB4zdVqeR3GRdyrYDfYd6fR155CP2np+YdwF7BewHOcDqPiLyZ6I/t6MzIK73r+3ed0YnHxDbS/QGfK8GtR+puRe/xz9S+yfG/tXz/onX6trz1YHnOsCr/CyeW+Hrsl7+w8PXbf1a6erA1YFTHTj7tCLuVMEr6AMdOOrykS8eXdPFxBd8dYnoE6x4EDIhFcfDW1xjvwNubzp5D21o7ZtkRlzTZ3VAUkj3EYqQmCLCYg1JISkiQPiw9MBUmTyjyb4ISTH9Qz+CIxkvQcwH6/c11za+5OaU99DkYz9crQAAEABJREFUbTRYPTN4rQFikQD9LIgH63g4AM9rGPl70Zo+kr/3rD/zzNq9c2aNR2LP1Hv7GG6zuknOfY3qGgqVh1ekkIWfr7MePkx63hu5lkN4TT8ECpJnmTVWkj2YujvWuSTAIZ/FXv4e/+w6V97XdEC+mc7i+gF4c020YX4dMTpFuPowDGSeNKSVKm5RlSrsmcZEWZHjbpPna/77tm65H672nTtzKsSPcCa3xLzXzLnUHanKSdi34Sbnh5VPLP2Bvfmc8z8VRbpM/q9C0XuYf2iQS0KT6A3mco1mf1S63iMl2trIHtmDRwq9IDa3/t13RW7iBSdzlbg68I0d+O6X0Tee+kNL06cjPFTsseDFk2ZhnK/TvhSfz/iJkVwg9t0k+oWrA1cHrg58cwf8SMpnsLfBI7zB5ocH/ys2sC3kRf2dP/i7ASAA2YD9I8F5fc/GuW79ytig516lX3We74BCp5LbS4HoAs85PLUKTUWCyksKaYVQlCGLjyEGR19x4A4v6qF4h6O9LpAN9/ZF3BTzgtOgXo+s7bpwqXvqdZu/ZvjWjBF+zQl+44nkezn30Q5ya/al/OETr4+Gu6fCOY/gRGpYHA6F7AcWOdBBGvvTiZD95H3PvT3nfTBIv5c3SBlS1FljGHiRP6MD3Kcn8Kt+AL53vse/IZDdrm2vN+7NJa9eP9Ry57wbW88d8+RIZTll+JJ6mdVqN3lY2Bv2iLbduHfkud0L+g1+ugeePZeP5D675ivy8m7YL/TJp8Xqa+xv5id7pkZ+0UmwXsMXLfnQMlx1J7QtIk8/lJz3doPzAd5Yew/Ic7L9Wefl+nVFFhli8q9iJ36YdZHv2wH/SdjXsu2v3WrNTlkvbobllOxbTGe2cybm1MkcFNq6aJpBQ3ucWujxoO36rgHZw9TvH5zw0Vn6mqR7LZO8pqsDVweuDrxfB/JxlVPZW6cW4niWPzM2WM1g7FT2Jh6loPOr6mpFqr0rFI7MqciIScbZw+lnQxdxmcfUYxFxGd/ZAV8W+W74zi0crS3pyP0C30vqex+vquNSz47Vc2L4t9p1TFvLvEezUq7tJA+m3fjJMSkHVZqrxN74v0NtCgtYfWhkTq3xUKKb91TaY4tc0W/QAb4avsE27m7h4SfMs89OL+Rxdz99AP87k97+LD1fzzvFc8857QTs0KSA5u71xv0++R1n+R1rPnPlvE+Ps5m/6gfgMyedvdl9Jaa3lkEH1XxLUfe3eBeQPxIrggdoIqLo8eDhGpmBLFD4H2uB9J2Z5CBgMQ1sw/uTa5ahCGxE+LCODUxBRJFWr/ELO9Bf3arn67TqnPFD9x0Jr0G3g9cUvKp8Qwe4mfbg7eDKJwxXu8H8jx+cCyeBbMBu+Likqr9zZvfOVCMeEIvMD+Duf0rICz+iA75kdZ/8CAwwLX1ReVTj/883Bn8IAdUb+f+Eir9QdEB1qEOcT6INOPLu4iDWi9XhusStwF6oj9wiUz0515shbg2X26Z5/w5f8Bnns0OCPf/E/+ci/znBgvgh7P7oaOXnOr54+Urek3Pkr9PaKS+a3Z8lAdiWNA71wtWBP9sBvw7+7Lm/34lL8/VAw2wyeKZXQ+jhQwUSinUPVR8SmCpDFo6T5AiFp+CQFB4RyhHtMxzSFHRwoCPDTMZHhKSEtTqUMiyiHsJQeM4pJMuIUP4LH2hhK4KpWFEOWRgqDhvzWHKqDmRFrmMdaShryHE9bF7jezvgyyFfmz08s7m9WiPeS+cSkr0r4JAKjx4EKyLMhaWYwocKhC3rp8bpwFPVvi3In6PyM7U/c/lTtj9re/hDcOrelN32WPEMh40FHObP2DAVJqhl0u4abS7tTuKBI5ZMl57jm2YHKd6NQzFwONNk5iFLoufKO6QNYtBTOjb1EolqOMdzDpdvkvgMZzJwwXkTJduclQwve/NszsMhrmnFo/qbgC9xnhtZ5SeKvEUVebsrvkx6pRxxHZ/WAV/OUntSbKKPYBcDV8qm2Mh7w5LRaEkhE6pzPCAzx/nkpB73D15jfvH4pYEG9nNkF7B4bDjJY5jT82x9DZKI2UO2h6AK4uCoE1YkGKFFeA7bkqzuQ8IXPizjGTg185CPgaVjN5e9hI8mrb5kyCseIaofuUX40BNwioeydng+Rtw5XEd3QlbuX/sDMH0YYXX+A5OsAf22VNsvcoZ8MyX8apL3Ltth3eoDQyW2PRObLOydmVzQwtBBta16LAy2p1DUgUiEHR4RIf+L6/hVHZDPZg1TeaXhreevCVW3+RmD6nv4jPWuml/cAS7uqSUJXONU4hsG9efB9rCRAB2gfxzPVOKPhB9f+arwoQ58MJmPBAXzvC6JBy7/kGEFmz9S9PC3L38H4w8V6bXuwPxLR7Hx74KQjCVnCdbIPGIGgCKDuDVaHjEj4PeOnT7yLrmM8wJIQG6P5OzP0yDVVaeBvcbkfJ3SligVeUWvgQcO+ddx9eGv3wHX+dMBXgdnQOyFT+sAl8DFJYWk8BQRs7SGlWCSpwarIdkyQs6ylFA6PQJXTpJCmvFP/+Jf2I5yqIiD2REeGWApqWQrQlLkvypteCj6Q1JICk8eRVoJ+V8O+9AbkvMkmemx4HwGPg+pxtQzskVURM62akxcx/t0QN7KAJJCeg6hcc0NT5jXsLBLG8ADyT5F9RdpA8VCISn1uHs4LgCByFeCml8If+DMz71tyd5uuiWfk/lonF8KrPA9AqTtXFOeiUqRH6FTc65H2r2EaDY10OFA1m3JJtJnGwmszsNExlsm6Y2gJmcC3cJVvDf7ci2T+DHNmqodMGEX4Ubh0mYyPByes+vZb9Wj6DWj2DaGo3hZ24WGEa8m8870JCmkr0SE4jpOdeDBIF/GkDRhnW7P5JNsVZgMICkiFFKBFZuzLinKYcl4EOF48rMMOoDYQ3lZzC8J7L1Y8/ICwJ8W8hNCLyV79kDeji/MA0m5QsRS/jMvc5LnNeBBxwd6zLHhw1SYipThQ5E69giRfkXxIZ8Bazye5yyvu5dnrzflcRCzl3ufD3++24dYfAip+CQ9v6/NHcXd1eqxbNP3ZAwPaRmfn9d9nimHGT+c1If3//EKH97CQwXY7xoUgJtlWjnBnQUJMxT8cy4/ylm3dmfIfmCRo9eTGEyO8U2bDktbqZ5arkRe84/sQLvSSMBJNIl+4erAMx3oP9Wh9+jr/eZ7rZ0bEvTn/UU6bR8sxW7AwHVRv6QDi0u/MLYneMe9TbjD+G8rdyLG7pL38d08VmEVvTLHO32ebZnLZf7qq5EuAHflVAtOBbnYNa4O/PUOXK+Vz7wD1t3FBqyZ0t+j0e9B3ZfsXr+X1/xqyhNyym1Kk2drOd6jRE9KMc/PfSI6ILtJ9AtXB0oHpHJfqHvdFM/RrHTKOcAi7ccm1R8tLLPAs/KxVb802h/F/FNnPc/U/IPnzg4c23vKZ/eeGeuZ5uCUNaT8SFqNU6LLdq29lBJVZk5qCrWSrOVe7pZ3xhRvfRGA7X5ZEAJ699rufZd+deC4AzxnjiMe8fbVep0aaxvulaB+Q9b16yXlm05tr73MR/9ovwSt+EY1ifvn4necxf3+v/Y8xQ0jr1rxz+o1/mAHuP7cC2dOPWMJ7JT6uRc21nVkQhF1bhIm8ljkJvPYRCVQsjoN9aPFS9FrvjpwdeDXdeDNP+G9qt9/5DRf1a6rztd04LHb0tEeX7OzN13lr5//O16W33VN3rHD156uDlwd+AkdyO/b4402F3KK6Az5rwMTf1LRybgp7OGElvl0Yitwyb/cAW6fhnUfGo9c+6otvzaARSSiHapKkVKRlXxavKbK08vzW2gBJfz5yj9doh3AQQfel7hYooGC+atpI3qJcweZY59l/qhMms2jQQiYf+nGMjwyz7UCpNFN+BtMl5COMHeNqwNXB8Yd+PZn4HhbF/tkB7iej+LJpd46TfUDBBJgIivi+gH4rS/f6zfHhW9V0SXPEyKk3i56yHyEhRXPUQ+HRiKWfHGbYxBQCM8mPIfjZcQHD8lVFCEp+GctruPqwNWBqwNXB64OXB342R3gD0H8IQP87DO5dn914OrA1YF368C1n3fpgKRpK9KsN1Lacs33HVL5jbvMVgNgTTLmo+clW8bsfUQj1/EqEItZXQxqK+zxFNdxdeCLO7C67SRt7kV5SzLLsLoYE6+wWwlPNmREhOuFD8l2lZJMn4fTNsMlwkWMiFB83eHfKPNzvn/x5EdSdKsedrALC7j8DmCdHz+LDkvA54DqE7xgXZrlVyDKv18TY7CbEstceLg9lHPuvNQwsmpK17Ab26b7Um2X97Dh2cNKRiGJs3GNqwNXB64O/LkOSH4DexY/sFvyG7bkeQC7QlKEB5CseKCD6wfg+HuHpJAUsTl1bZhCmHe8Z+dFok4RARvbw7SaTxGSJsR0aNJOK67jQjEh6vFEqZp5iasDVweuDlwduDpwdeDtOsBfN/znD8Tb7e3a0NWBqwNXB64OXB34eAck+WutdgtJ+77dpCPHJ/gUWlbFNASvzoUOOuqcKlcqsDJMkRR7vriOqwNf0AFJIWlnpTGvUDCiP5JS0jKfqHUlLJMPDmmcB6tc6cGCHw3nsz2gTkpPDP+S6U/++YNr/rDpnz9NE2UtxedPbcFcEWMNb8H79JyDH3Trhi2ILTtPZz8VVzLkJHKNpEgqFrVB0k7yqA7H0B0LE0l7KqFW4CyaXWQWuaarA1cHrg78yg7oV57VnZM6OGlN7+doykIy1/DHfgBWNuCx6ZmcvRVeWatfw+/0fsPno8AM/PDIj4Fdg7mKfAvNVq+pGd3SE9d8lzzRAboGToQOQ+7nDtPelORs5LuuR9sqHHqT6I+hu1kPE4lboyXAN/0vyXbeTe6du+xosLo3Whlkj0V872h6DahL3CwnVFcRdvg+igmRB1XKszPNXzxxpuAXn+IXnxrd3IDbLPcxKWktpzM+YkZolUa+j3DUJR/5CFpOkwe5hKxwy9cjOTh4JcqfaGbgKcC/RvG8fPYytxNFidmHi+S5PSJPLDqFrOtOjrsKe74bNAxgzbVjxLWYI1+L6eTJjYk40KU+uFKXeVI9tcBqUydLX2FXB96rA/3N3nRkj/fa8bWbZQe4UjPTrCar59TjquU0WXNTwIE0BlP1LdYxt7BJM4d4AV5X6WgzZZVyGnxW4XNLiS/cVi+M5z7AZuRnhKhHqRvJoTfEnYO4OyGd+2vUM3si5tVoZ/dM3Qdy8zqyRstBrm24DnfcMV33WB13E1fxYzO3PHYtWOLAguyMu74T2+1rpO6clN06p9WnE0+v8Fwg+8pfYFEoUX649S/ENhq3VCM/3JqbRotDgsnRKTOfy/kbFE+kondhl/pjOrC5DVY7v+dfhb/MnO+0WtKv26q9tWj7Rq7xnRvP9rGh4SbSO/TkS7zzTCUmpTmpMUPTH0fNDfTiJ9d+xFP4SO5TC/7YpLxco3ZN3KSszrHxyC2ybn6eaGnz51R8//iPwXa+EiEAABAASURBVPZAyrZk1HIK8oqliFgjfMBZLEblLDwWnjRMejR1W7U6EWvEJnobMcUMbvp8MdGV4CAXCdD3gP8OslHO94i7eyRohZY/zI1Y0HH/4BTBNnLMbuPMOJRdWlstr8luvjCjCM8zoh0+N3wxeTtt8kWE9Th7uKCi/MsUeXY+wtoHhk96ukme1e8tv94l9jO4t84X+mmVr0dsEKcOyecPVtH5JjVxjkkdWUFOInLlQI/VUUMDmS42ywf0GUnrFqSDmGLT4+lmeCRfdZuLsUNnDD7DI829KcvjRKmoIrfU6wFjwsOaDBjkBHPo8EuEDxkOiOCEFyhUrI8WA4+OTLgStkU0JL+ccCXjWDmwR9gGintH6WCZu1gnFs5KRy/UyUVkj0XUwwaVHk7KhHuZdcOELVD5qQZODCRAB73O10S4WRZrnku0Z3+b5JUxRdrOR+Icuqv50tYrGZb9PuPxw1s5Sko3EzgK/KAvy3Mqa7juzWdp4fbwoWsEujjiXcyD/JsLrGGqDgdV7XWi1lwvesau5xspqfMIIsI3CMsEn81ie9yCelse5sYUzA1JfOrESmcXIBYstgjRoy8G39tDfb8fLZwye2gxk6Rcwhl+v8s/QnXS7BR687VYorgID67fAsUXtypT2GCtJWkPpLy0Jj28Vh+GJ+qB3gN6ttHC2U1G2CgIH4W2wvB+EKdBPCABWeHnIdr8xz2sPZDbw09W5/NUmPN7/y/V85x9bsgvBFel9NlrPzhaLvIR5DJO8Ej1KybWAqNz9R3nl9Z6zjvQ/CzZZ9ZAmbBlJtdGeSR2k3yeYJkKzuow0XHEjEAePHKEI182zkkuH9LiIWO2DGnMF+88S1rUkDQ7F5qCf6wtnr22ogebCY6MiqAOCBUduQuHBIcyInJWTAe1wUTgM1xf8S+jg9l2SvTwYVupK8K6p1D913RkovpTj3YoHO6hCdEdsJMpaz1sOol5HzU+T806ssAG+7EIZFjxCPSGSCLCtlT1sGx6lYIzFJGzcm46MvKQF8YX9oNexy4IHxpjdE/UWtEkMS8Gu8n6nO8IXpuYI8RTR6lY5vAq5xF5kJnKnUlZO9q5RbVbH23HBjEfCnuViDyUc5msUycN6wuZxkOTbyEeDyVHkfrNK9/M3CZpA70tV0zPPVHeF5hv9jDaNpEgOSbgoHxedpLFk7NCvF2OLIwVs1QvYC7+3oMOmgdptM8PiwrmOxuLmmSDYhdmoy9Pm/AlNgnh7kUWy9TmN5Xvv+wP3fvZni1psE7ywJpgG0+mekIHs98B5rGT54GRNhM+gF5QtgG3RvFf85MdaM+BMzLvFO6SLdR8roO+h0j/k3slTdOEcggvNfRzBzVHey3D9Wj+e5LtgHtxEUTtgI3uInw4z2NYong9b4dEUjhNG4zZZdxRTPpcX3LOCpGH/NIewDsJ41aBPoGLERzOQ6wAu4dV6IG5VwH+IC1dxGwhFU4+pzHCnjHiA4ec+ywi9+wCHx3rDWQ9SBTkGr4tAg7/AN2+bgP3v8hkCgwAteMvdR3gMQqRFB47sC/kpQ1kB1mXPCsiLDcIhaShT1IoOGS5RdiPdx9auXob3aDGBIdP+tpXbEmhDJOlgb1C8CVpxUkKqSKqbPZaUr/Coda41MBqjllPjXd/gw8K+X96BD3hmykDMqkY5tPq+SQ8mZNFG5JyeWaJOUIqMtrhnFQV9hnho8aYikKmFmWGUupSlbF/yC4RrVSsqcI2miIkDRGHR9v4YdBJ571aqnWQoJoPi4/kPrzYTkLdA6e8AT4wTlVocqBJzKZaHauRMebzzU4hdYgIRRie4cOHZSTQDQ97I5h6BEdbCIldQFjG+0O8XyQm7c8P3Ja2yph1XkJY82vNWSaS95Svw6lWyd6blQvLbgWnEUo1irQBaXhEQJpCBMQGETH5I4ouC1lXSkVYLhE+5lKK1OGADTWJDkLLf3BGAMf2IyPNS6mlS56BhX8YuCXcQZu3Gdl/m1MfOx+0wS1yc9017DoY1Dlw4/I1nL7cbXTv1CU29MT56ts53xvNduEpxjVsRtCFiuaL5rOS/l6iAwcjFsCovNdn/2mljm+Gd+RFPDvAIx2EZatt2eN0zyY5D1NlrO1kvX+P3KqlR7LPTKzlVae1lzXS4y1atk0vA77EOlza9+LeJm7ZIHuJWaH46Nwn4OY1c+1najv3Rp7lcPBjt28l+1imR3hN7PCB9K3ja2fDfBg3AyL5W9SDtYBNc82HLKuYf9FweZZfgNJ5D3rBrfQOnGSX709HdrrVRR1sRzjBMwZAdfK9ug7J+lvJfe9C1dHXcenFcFRnO88W3Bqm61r2eKxPoi61OI8pDIUCCzSyyXotawyP9ETaK585mHxpNN33SHIpFenzJPyWEKmnHYHuN5PIDadh9XC0fTa5DM4e16bMXSwxZMC1mJRumEftqXdBkMOTa9LGHOsKv9HOc/W5Ib8QNJ6WP4OWi3wEeS25R7woZ5z2+praP+RrnFt0elBn2t8qi/W9lG88O7yfpW7C6zUOtelF4h/ljbhcyY5PHrkl1irI1cylrFPxzHM5FzuJ61D6tuX7eGKGIGhqWIQ0P1yksR6rQ5rjVq6sJ439CpXw6VyseLClsE/CL7QC22khjTAkMwv4z0T1bxTUICZ8cIrAah2yLJAU/AvLqLkK/0s70BKpmbPHqiLMAqnocm5YVyjCMvKwHiA8W3pYCQ41pRghwWwRCg+FtEQoymEehdZNEh+AyEAMI2NlpiDkfkkRICwNVZisWmFm+19IhWszvvDnKRmpBx5rjgujWjEfmtU9jRMaIU7k7tU85OXKcsQYsjeyX/9iKxWB/1lkuic9gXWPgsN1NnsxT/3Kq0qzdSjCfsX8L+rRGLuiQFEOJChWpDM+dHA6ywIKCZi1DCFnCELFvk36/Pndnrh5Kk9SKx7YFjnged9BJvygmJ6Vzpz1DIcxms5bUma5BNI2+UT0i9g2jdNxzsXXAd8IBMMjE1nHiZBGWdH1PMx6vj9qq+hUDXaVTPbkUckUnLs3nXqTcLf4z6aD6x4Kd2N3CfZ6cwxAd7DFrSAjrFsy2E9uxgqXl8WynsuTF+FY617K+Waqbs2hNjwz8M8cPMBzYdsBN3tLjhmHcl32wLVLn7MdirkLh6QPuYes5UIbeTczQlLCWmyO5rN00MZ9htAgaMTNYcXblhzJOXapSc71iB1IdhiSQlqCSpLCjg0kxeG/e35nu2jEjlQ8e7RMpFxdLnQOcnTcgeSoHTybS54kiycRHzieXddLereenxuSs5+Fr9GtIiyjrxO8Zxfgu8Xyaf7P/tiDtxR9rV7PJAcoxv9iOmSth02GKY/oa6IHJP5ZSatNzY1cI2NcRJkrm0toh4/kY+eQeWDhOE2ISVOE9TGCw3tCxGHUUZU9X5SD+oSkxSW2knbVbc6jcDnnNHuKNiSLazQ7nKXkc5P9wCrDkBGJ4HAsYokSE3kORRcB1U6+2smj74EA8uxP1TJQkEZxdYS5xwYn8AqcWbXfJ/ozOLPOV8Ts7d1r006L4XCapJBkN4iQ/zHzIRfI+YkIexThuSB8YFt4pObJY4pIPScHTMXQjbloLBMiDx6pE59MP3lTzZzUSWmeWeLqMXuG2rRle5u+luHNwSEfQ4RTGSmD3m8Qq6OsNJHET0ZTiAHNjlha2Oo4BYeSkVWlZiWHcl5PNHHJwfirDlfXjnGWHXWU6OVbZHXdEaPMxt1J3XWXL1/VnX8Eqnov6iK3yV/PET7jrCRlmV1ApmM73ejUliZtyrLisAwimi+V+JNYTQ4tTEsolq+jJoS1+MgxLXJUxEEeRxEf8VF6D+Hzu+0gfNzzOWQ7xB3qaes5z+xGfqRuy0WOwKIjPp+mdiIB52cz+9b0Km/wxnS/W3ccc0ELKNYr5r2K8Pvg1VH23GKmvTTinpwSeoWk3j7WiQZEIUfA14B/uWsY0EdwDZvdS3hQuMxiAoUazGsn+WsM0pKSr7ysAQsPdYzSZkKzZKCC1G+ORrl5arC690DD1Xx8Pkh7Pfm65/OOeviQFRNfbdxZb23bAZU+6799ZF98ksivhJfM8cSa5fL4WrsA+lk4vA5neFRjKfb4ZdRd62wZzmKL5VOg3YrUXGKbuWXubvW1Af0GR5U7/3avhWlpxRrPLWYkWWLErzlJIWlNpy1teWnLZfB6YgMJxyMnv+2sYRlbwMSITweT0ltKKiKt8IFuMQ1sFa8gmUDTm4QrYI7MQFNICg6FLJRz1DnykGeZKbBiezC05USwdvhGV//iowY++ISn3GORN+uAkKB+D/vCUMguA2moInzohmWlcljCXACmIuvhrDaqc+MpxKcebYdrGd7rmms2vvjQ0So9I+fnX9kCNYq2nOHls4hEDA7B+VpFwkZ58VjpR0aZqDJj0IHpQAL0J0H6BhClHktOgDawc2mHpG7JQAdH+n9+X+X7oUX9kdEZHryXNL7lN4l7q1fWwqNcmBbkYslhn0SJ55leSxXClZZ2K1fdzdzKPgC9Ir/JWHcba2ELmuGVOH9btZaD4DoUn3nigX2FKym5+wXvWP84XGLwYhcwlyxm+0xkKuYJENtwIvxvh3Cx83Vu5Ujmi8oxO1LmH0E4Pg4P2dsh47FNPzueSPetN1zt0VK0NqZzIHsFAgbI9QndzY3dQ7s5cs4x5FwQliPgO8Io5xwXPtQeCylt7ewiFnz4UDbMynBQaeg4QZI7hnIXlJCnPdj1SWNvxXv8J22nlj1avYZY+COk5z7WZh1cyvYcb/Jf9V3i4Q7Q5IeTPjmBS+wlXrg1SgFX3Yxdvm6jT1g/SPZy+5xTOg/5U4FX0Pt1oN0FTZ7bYYku835G8zc5iEzX9mYtD9F8r1x97G41+py13tst/jdKzrPH685R/gCgLFfm6SKwXPKjqTmRHXjw1DKjLDii82oTt0YuTtRHsC6KfbYesaDFo4+AHx7ZUM4szw1qcjce8sJ3dSCvAtdkhLopYtaoLotR4kc5l83xaJ1M+qKJvX3RUr9kGe4hP1ajYSjj6PAfjtK933s8PG7bIxM7Uz465ebvFDmKGfqG5J1FmrvlIkHjmxxxzXfJqwM/tQP9K7rpTf7Uc/qF+x49fuAAp9sk+gZ717Pn5bcPdZlNR4LO5cj2flDY5m+ysGVec3v2mi/Zr57XbcIegVOMMgUHMcgFIMGCnA1N+ZrJ1NZ2kt208rPGCF3GUCUn90C9rwS72Vuv+ZBfDfbU1uz1xq0lMVuo9ZT+NqxT1zZxC04L6yMGpddgi3Bn62Ysf0H2Czt1S37hLbqr2McPnNggv3/COY5PkcWHBzjeY9Yy2kwZPV+Yr5kfWffo6rQ/T84x7gC9aHBPlmd0b2X8YJm16Zrrc02yvHWvuk647KsDL+kAd+NZHC3Ia6ThKO4zfZzHp9Svhdv5reWnrJlFWSmVebpFlOeCKfa1B94YHBIpqbNG+FhzZ22nHg7qHAb8KieX4DUnVPsjL8LtAAAQAElEQVTGG88JXD8Av6brv7hKuaG4l/I54DOFkTwzDFPNZdWEh5XlMJcpKT11GcvAO1Yt0iogo9YqelzH1YGrA1cHrg5cHbg68Es68LoPyL+kIddpXB14vgNX5tWBqwNv1AHp+NurpJD0FjvmB5x32Mi6Gwp12+r1jr7UqwMnOyDfT2AdDtfgkLX72JbdDVZ/6sjP4zn5DCw9rJSBDvgBkmdFgl8cII38MTKlf7b0j5PEtcyMNYec+BZbgqhkLatYft7wsmzQC1jzyIXXsnjrjNNqBs6pMFvU2BQ5OaFF+dzcA84fD2h6lk6ihXcGqvMQVEK6EuqFqwNXB64O/PoOtLfWZ2S8yefrhy8S+244lzxFXT8AT624lHUHFApGmWTV6G40WyF5NkJEKVAjD+U8T81uEk+vY59DZrWFLD28Liw4V+OKujpwdeDqwNWBqwNXB96zA/wRqCH/8PGe27x2dXXg6sDVgR/UgWur79gBafv9Vdpy77J3ad6btNWlmev3LI35PuasnqWYKGlICv55Ypwtc8VdHVh2QDZ72FyM6tPoLlOEpEQMDnsCeBp434jiF8SD7aS7+8FxEWoee/35PX+QzER7LZu/SP+oSR4obojy0R/OIM4kv4c64nOGt+UlPLOel7DIPZjZyLIRn5WdxGEj2SeY/s9gu85i+P4odst1AVcnh3xvwBYRlU/VsZYwrAOIzZzki5/EjDF3jasDVweuDvypDvBsfQZukowfNThPb5h9N9g8Pa4fgKdW0T6MJtF/Gk7u/expuZxHcI+BPg2+tyPMeKREj/5QkC8V2Xue1UWi6yEuXB24OnB1YLcDf/bbUD4ld9syO87GzRmXdnXgazvwZ1/EX9vma7WrA1cHrg78mQ68/2cf6cV7/KRrK837lGb9k5abyrKSQpONKqaZubSrAy/tAPcXGBVd8FpHmPDg9hTT2v0utn9Z3H7ibj8w4ilg7rfMj5H8MNk4peLZI9VFQjHKjHfWsKYfQeteJu+klKjPmFkCTLW9hzyvlSQGqsVhZ1wjUsK6dw70SIYfaafzK8Y2jciSas35njPIRSYaLgGTyniy22Pl2zKrgMu8OnB14OrAj+sAbzfP4MedqDfMeQaft3uYPzOuH4BHXeL/CSjvjWDkf2vOtwP7Bgf7dFRETnHucL0W3uS5xEGUb1SPaCDibM11XNoUosgG6e3Y2ZZmvQt4M/Vz9vhmJ7najs/Z91p+Ju7lKurDppfZq3HgGqbM8bM2DBySzvEYui7y4x3gHnKV0uJq2O5H8fXMT9U5P+D9TydlpVL5mrJrHvYFmJmlpvy+mZxreKRapqVVuPF8PpL8x6LJaHg+s1X4Brmz6R16tcFzUaukTzfZ1QifvvCfWODo9fq5Dfj8ldtd87nnca76ei/Y5zKvqL/dAV4ne8jO3LuVSM7Az5vyz8n39nF6eTa8h9NFvjFwvfdv3MonLi1xnhFSkfFFh1TWk4psy0pLu/G9lO7H9PFL3bk5clq6TlgKRRmWEVaLjDuHHMm4E7brbvkpHdWk1ZeMq8jzHRhfC+0WVH8j+F7WMHLMDkM7Mn9s7ew9dXrMT8peZOXrD4zVSkGqaf9mme8c8/fC9Jap7Kf6TZFj8cMHZ1HO6eyJkLFokInsXRZwrWqkwJf8cio+xy7pu1beSUwukNfD9aek5Jrl2unLqZG5bYdN9hnl0fgzNa+Y13XAj52ni30k9+lF+2fm80WeypR48TyV+ueSPtKpj+T+uUZ/4glfPwAvmtvfluhgEfCGRttjk2yx6SqPUh5qAFdhqqYIeBDWw0fq0axYHzVqTQ/tWmrlU60t8yBCqjJ8FDUQDWbTRgaxFfjhkAr/U3g2LD0Hh2BqfNqKkDxFpJSU0laV8SaH6j6arOZvFHwGzf/oQiH00OAszREz8JynXMOjlEchs0gJCeAiJIUihgj7wkfxe87hyVwEsoNjsTZ8jbM7Ap2gPcRLjz9VrLXU31zpss/dNxjfWHpsfxl13E8aPqfFdtd2+SG3sP7it4gtBu3INqA4MIUlXnQk3w4z24QHLS20E/myCSCQIOMz0KGWcOSnbHYnS24X2/n2cuBZh1wk9hAZMNf2ls14Nz7HYXy3dsbapn4PZ1eXNfs3dezdcDXOO6ljnOtUj9yc45bSJZJDjurnHp3tE/zS4V0ernfPf5j855z1ycV73gJuRDYSv/UXDUqCF5V7oky/OnqHPFXsJ8qeSvEC9Li+Q8QkwwfrAqvXuDrwBR0Q95/2Fxo98xtH1qTzBgFR4XcavzV4hn/JLX2wybpmcC4T4s2OM/t/sy2vtiOdOwdpGSfNtjTrq/ILUypxUpE4pVnH3oNU4qT7UioxrZakkJSmVGQEsiHyEJzCs6fwYSFbZSiQE6IepicOHbpJ68KpCMlTRGjwL+rRfA7xUHgaI3zYvfCbShtpCEMRkqeI0PQvruOLOzD3XmXlek2q4SuDhs9In6VZqchAGgo5UJ4LwlpB1EP+XF/VTrTn+VoSsuZGth/6/jbg577nuN1sWvd7wO2//6Kg2nCAwomZT9NTedsoM+VM/fiRZ+PzDjA4qaTNuxureT711vd2AbOmo7FTd5ESU3JsplJ85fs5BDxx47y2AyILiC1whouRz3lYTSIzTGZMSfFstgQQamAXOKn6i515NR+f1fSjW3FuzpbbeGJzGUIufEsH/Njxun6ueH50tFzkCK3eyHePCz/7JPY1gr3QjrEWsZHhIwMsHxu5ZNbb5kmlpuwfIewvfIQiHkLUXOSXIiLkf+H1H0b4IM9iPQSx48N1hJaLHIHcEX+G4xyJo8aPgfuYe7Zk/w+BkyQP+QSuH4A3TeNSgI3jDYm2T8t8p7UMwFaRBZKSlTppfRGlCEmR/ywDxHMHqSDC1ax4RFgviHLIIsEUIakgigzbwWEpCc2UQtYaAn5C2FTCWhmKCMMDEYQmEdsjfZ4kOe4dEHUfTY73FD/+kM+gwWrI/8Kw9B9lNQEufMh4bpCpUjl8mQ1bipTho3EmbIWFNjARCh8ZjAzbZhjmJIXUI8IEY4vgIDbsQ64Qiut4ZQdu+R8Y0NUe0wq3SfuBCptvaNvnLJtu6W9ktxvSyHtr6fdXOBz+2kqdVP3FrklzzococcyG6RJRZr4wFq19RbQkryNJcWau0yTuPhd7CzLHLLmTF6WHU9Lf7YN1vQE8hyhlMjrDi+1zclYhYDAGOHKlz5NHqeP8Ts8VbXts3KwOjxyh+FzvG4Yf15v9fud+vqEFL1tSbpz8Oh0hm/yilbzMopJsjfDKNb3EzmA3I+yEf4huZ3mmSNvTmdgr5upA6UC+hn3rLKRd4nW9+Jxoptp24w1p5qRZx78H3uf2fI3nvaVH45+Tcto9OORtR7/3t93k4cYkzmEOkbR770jFR7S01aXCSVvZcpqUhHp3LanEZbAnSZljNaUk1I0OKRVfr0uqsVFlsUO2yxSSgn+eGDhCMrNGmOtg1cNcjYvukGZeKrqDPRSeJghDNmuMpJAqopPoFRYe1efY6A6p8A4wK+MaX94Bt11SSEYuLs/AIhQS+BcKQwVhPczIEgS64wr/L8J2Ij80q3yUj/PHmWf9VM3vQXx+QyTn70Lo1OC9YLu4WQJKsN2Tkcx2qv4q0l/XcHKO5N50YtuAHi02m6Q3jVzDwfSP78Qtx6dcg6sgp6oOt+ZIrre1jK1+m6UMCkje18B6Ua2jABea13UAYyrmuGrXUEezpi3H3MJ+q2bqehgzHEL2EMVX8ptOIPoIrJGLE3ThUzvAY0VSSEtEKDgkhfQYIogPHxpCUkjPIxTh9CHsqbwsR3CEk6WRb59z1k49BYdCEa4ZfoavoVD6JIX0OEJOj0B8HXKfXjOlQnoQEcMck8EhPVjP8eSqJAf6GpK9hiS7HkT4eCbvO3PiwXNc7zVP+bkafApx+jV+Zgd44/bOq7CW77kp15NvmqSaTOO5SSfT5jgFyzacSRdBTkhZdUSPydeT1p0WxaciBWncGbo+rdzp0Ge7uVCsYZkfki3zCjZpX3+v27w/BgmUu584jMhUTx5D/0PkS4o8tOIPCW7XrMm67ZP9IqwH2djl5U3NHngj77L4yUeeoE8ACayeG8tgOnMur0U5w6NZz0p/rXw2dZl3by+d/2VrLndw2uJL8+ngLrDkdSfS+e6qXxXAbdXgNXO32NavcaIDf61heW/kSZ9oziAk8wf8KYpkMApmT6D5er1xl7w6sO0AP/pu2b/ItNdWk3+xB9c5n+vALfj+TmyT6FvcNpRCG+5RQtTQ+SzV+JTn0zaRma8NfRFv3wEuWsOZzRJ7Jq7E5A99Rf3wPL1i/AUi9ZxGZf3NaPJZKcN/W7RCOKLVSLvGVy73bB1X/ZUx1Zzq6VMi7Tebcl85ndhYjavCCUUrp+6ezIw1t485Q+xLCWH0us27o8YXUea7OS0gw1frN98JWc6tBBY9Cxbimt+/Az9qh/Vh8eV7/q51v/xErwXfoQPfeLtdPwAPb4DXv6lREQyXe5ikEqiJ/Q20+KtDF1NDXyq8bq7ANzXrWbtJG+mz/PrRVm6y30Hl2GePPuTSv7cD9RJ9bBMUMfpr3PTyS6DL2++5fjRPbX8itoEodOSF13Wg72nTLfOZZvnkQlz2J1N/eFrfs17ntLAbsI/guDtNdMRRgfSdicnAa/pdHbhz7/yuk33R2WTPeMVsAcPfnZ9Z6cq5OnB14OrA1YGrAz+jA/luV7fa9Cahex37wtWBj3VA/nDVY7+a9l0/2TO9pIqSs3/tm2TT8xz9Y2Iv7cOELSh/XeG/5ye/wS0m7FPQ1hjJVy5I/VYPvYC5nDO+1gN0kN6csAzrHnOCqWtcHbg6cHXgMzpw1bw60Hfg+gG470bq+Xac2svflf15MT8I9bKudF6s94dtLH4ksT39yHW+ch/pLYakAjskhY2IsAwf1ZaWdrqTM+/hyC8enDtL9hIdwAP0EfBd+Nkd6K5r3n+dna8JbM5wLeH20GKbv9nIhua75LYDrUfIrXfJ9DGdnteSyI7DvHCiA2d6to7Bbjhegvc0IohGHqJeR2J7kIONvHB14OqAP336tcJra438v2N/NWjTgev5sWnJmrjsqwNXB64O/IAO8DQHbNUy/75RdUTCfMprujrwCR3w56/y96ywwIh6oIMISYn45Ud5pfFzZnei/rHXoyOKyv8CGB4Ups5aSj7XVuYlgj2Co2L3/Ee5Z31tjXZ+2GDKb30wseBtX+PqwNWBqwNXB64OfEIHNiWvH4AXLWlvx5Z84ejeqBdhDxqudpzx1Dp7VStPzYbj1e94XcQfcgPhSNRgsm0zf1JLGyO5nCKqiC896rmXXXnlZlvNYfuF1zVLXtMbdcDXN3djmfefZdrrqfFruY5b28QD+CbRL9ztQF6Pu1E1gN4amWOZr+cma8glTnaAvh2F4gejmD1+G9sim9xGFAY/KNY8N67J2XNpVwf+Ygd4JYzQeoGv6ZfMMCu37QAAEABJREFUbvj9gj+6pX615OrA1YFVBy7z6sBP6ICf4H6Wl51aL4pn63x/n74PmLrG1YHP6IDvP/mPWA2bJRQheYofdvgltNkx3IT1j7xdNDEbE9LwwFUEcwEzPGg6EvQc+svAZdmDF3n1Z0TqueziqTQ6vz6O+O9H2+VyJ+WHe3xg6busqwNXB64OXB34HR24fgDeXEe/6fHhYcOvCcetqU+3R2vCARavcm//hDwNBR9gWAFMZbq1FvwU8I1K7o1dgX4f2D163z2dol+Fe3v5rf7+2vS6zzf/AGAZ8Mg1RjxcD3KwRxKuR4vruUs/7kDfM+u8XLheXLvUj7NPeV22j3tV2b7m++j9yaKvMdppixn5GkdM05+UXeMfqkZeD5bHRl6IqRU0dYXJ9wl9YqlPKPuyknwGodhD+zzTMGLWYKGnQbGnkw8Sz5/5+ciD5d7cxTmC9TYX3PBSjEg4QLVeNh3+DB6NP1PzinmnDrQrjFzjnfZ57WXVgcWDYeWbTK5oM9BBs3+wfKuttwvRJJs70nsfsReuDnykA7ym90BdfMgxNH9CHwccsbLzDBzG4M5fA/7sFsjN+JzqD7xLkm/nRvXVOBMMWyWYOf/XvWYiPY43yQ+GFpE+Gx7WMyin9FUNPdXFBAsg19IcvbIow2sWZTEX1rn+GwP6Hh7+v55T13blesbtzL28ffDW0pfXw1xKSIDdS/SXoi1A0V7HXoLrwu6LLL5yzcz6RApvxWeDXoBdYq/56sDVgasDVwd+Twd+5w/A+T7IG1cHfzDw29x85YhZwLFpM81hvbb/H/yRsw88sZdcnBHIAfggU3xtfxHFjphkRKrhNSgRLzi8mj8G0LHcgXUzHq10fjjAMFcibFgvGdbfcuQGD3aGH4xC6CwY+X4G91W7zJfaE4tN3Z2UvSK+RusY7IQnj73MwjvfdzT36gw8e3zzIS9sOkC/G7KvLYJ+Nv31kiWnqk8vVRLLXKvZyOcb0lR5vtmwvhkO3PHMoY7Jb8QLObuLRpU18MD1En0Nx1Ab2mpZC2OEDLCjnJWVwcBHXOdyfRgAi+wB57efiO6iNFVqWvzKY+/sGo/cAw0Z+XgZjXg4ckDf/16ffeU6PjIf5c7Pyn61ppPZodFN4rLuwaltkG6cKEdwDOdDiNVapzDMhUNjt0gzOYq+nksdWOLHICbyxqb75+Al697GNcd+9tHwSN44NurBWqmijJDObhrFwE1n1MW+Ut1pbS5tH7LH7tKOxUcscosasHXMTCaP4kbcnBZ5n4QPx001rCdfZf5XDOgOu8bv7EBe+995ao+fVWtGk4MKuD4I0mN6bfH6AvNa6c/XIdzSBxOTL3ys/djArms81QHJ/fNobcZshXodTi2oGLaEVoA6Al7zcjQDsyCZpGQCYKhMgZgQ9dAshVPVfgMh7we0raA32BVDRAQxQ58iko9vOFh7Z1nVTSFfj8jqitjIZPyw8IiGWB35Kc3fiVb0XZN6c9Bo9ZnL2PULoyanzztH3gMp7JdPicTmSUEukB4zSGC1jqVVSLgl2gqsMsfMGtFYyDXgjamf+G3ncN3k4azD5R+YVnZrm/1NHUm7a9fQSo2y416ffWXFzsfaDdnIzsc+bZacUjVDXI4fWtHtrg5Ig+G85FP3ZOPGLvO9zLYHtoVLKOEJs9S6FZXv/am6XjLFcEwqpryzVJmabjqLzVxLx1OAr2jXvO5Af5etfV9kswXfL1+02g9ZhqZsIRVO7tcIYb98hiM0H/Jh1JoP53k/H8rxupmPfBD04CgX/7NgK3u5rImPmIfhfmWuJXV+BDhJ9ot8Bh/I/YU/APNmZXAX9KiNpVegmp0guJnWCbKICkx0ZIGiyLgrCVD4GCWEPR6BTESkgDNISbtMkYf5qA5JVhWewvMk0UF86PCHBOfz4SXhDwrubP1AYc2fFDIiVU/4U3iyz6k/aHjP027RwUR8k8IVBN+0/AeWZdePoixX+94+ZPfS95dvvgzL2p58+0fCrM0oUJF2yPw8qO071vdm3s9I1zTjEHwWw3HkGya8I/k5e5oaTI8AyyANfADqM8ASoNZmKW4XX9LK3BFcf+fzxSlRw6GKOmtZ0/EZ18mMsD3dTyudeGKGyFjf0ZNE7+E704l7tXue/aadG3UNS2d7ec9Zv0l8huva6dH4Xrqa/dRzZIkx1YZdTS3S9YsSIWmCFQ8FhyTraL8MNMOQT2sNU3f/g3NyiHsYXnMvx1fSV58r9wzIHldmSS41WC8Ax/2SsJMqI/hm8qZcqSRMOnk27HaWfdhL2AtPbdKbhMNGettW7Wmxlub+MzPxthd6y0MO4RpOsMt7O697yTl+sabPz877c9n1Ns57IN8bWvbHkTscGcARZG4wb7Sc6DjOJ/HJw6t7b+x0CZbFh+zR/X2sp4teX1ibvCmJgIaSknMm9HzTm8yoOxOxhDSJfuEndoArOAI3KvzonPgMsucbxf96jtdUPpv8uk7pJ0wn6aUZi2dmaha4wKaVdel8xM3+dnWa7NPgABwSoH8/2vO+7USSP1Nt0fyfJSVNpSXlHhohzbZUdKlIYqyFihKp2LA79SYDJXlVVdWvOPpnp4dKLJrryJIR1ns0HrmA45odolROVou0AhnfcYjF5ZUrtLa7veNbwD5nOmPBzrb9kn1fDe+AsQdJsef7GO+6WYA/ga4R5ciHh1XLW8a2nMJ59nPFzyw/y9Afwa0Ft5IDKZn0WCxdbQmlFTmW3qEfkFEef9PCxzlrL2kzXNGGxyLMrG1Ya217vBmaZQM8v1LNnTiG0Em33XQHEXu7+TNw9rb4mLMOftfPj3LUt047wKhXPddi+BnVZcaDmp2HdSd4P7lt+1M69pbcFMEW877wVM7IfodbJ6Og5Ji1DyZjq15sfC5lw7QVD+vEgUktYVAV3ocTSv1ON+fQaTSzyckxUIih3sD1xynfeO4A91SDzcVo/KfKvMEXy/46Y92/WJ1z8SukY5AnyWIMhQ58EUFuPH64apCL/FJ4v8+uN+2XGjsg5hlI3tUO7MlePVU3fLguNX4MvF/vOp7ar3MzD/kE+OTD2r8Q+Rbp8+qlTb8N02n3Kpa4LW2HZmOrtIjthwYi8ByjRMn5sUES4UMdrJZxi9lfdeJi5/AJpdsywE7YWTrf+N0vrzynmGx2Sk/+mJF+qyl/3tTt3B/oIps4OgscX4nRHn43R3f9Uff4JAkawqRHXr92/2MvqnGtAaSlR35y9n1e1k0iyi83VY/rOO4AfWoRVed1tOhp83+C9JJ5mS2p3uvYQ0zPsZq0CfJTza784lNjbS7OCJu0JtHX2Pc1T5PrzGb3fvQRuHMrb5F7Jt06oqCbfT4to2M7lUTgqCKseGReF2a1ua3ujrwe6Z21NH/BNJ0RjVijnd+arza5RyD90H/orIts7thjHi/PQ+Qe2Nfa57sDumDt7GzUErSdj31+PTqFGLSlLKtze+JzWD1rLCJhxsBL1Nj7PEvdyDci781G2Zv12EPZBXPBQRz1dusM8og3alMGAWeKuYCHIz9lnC3NH/0a2MgoDy7B64OgsyCpXrOScrZAi7PMGmRbR2Q99DXSeU0/tANcTbbOx5w14C8sO1BeFmVeengcjfl13NCeUrkiaziDh4XFw2ORR91Wodcb97ly+jx3chnp8/YoPV97SnUJj+nJyB2AzekhAXpBscpsZlKsr4aoqPDsKephVWaqNQtFYS1TaTJ8oKewksNTtZXBNr5psH4DW0FfbEW2RjBNPOLdIG9shLbPke/jXITkKkIuYSs48jNbe740iSOclPK5qZVqMrIeNZeYH0FLnnhyz4FPk7zCopv6TGhs+w8HMYa34tkfJZlLAiuk5cnDvsZTG71FzN7yTMPGD9Y6dgHZVEIC9BnkzvD2droZyUc7CMydljXmetVub+o1hnUT8ObQySEa2cqW706FTY6byEqeL7RRKaeVKlZc0UEM+zEQmJG7nv/yfLMNiAmOmydgQZ2yfmo5sVZx20zFa6YkoSgZYxUJW2AiF0EWxhWacsnaAT9CrHEz9TC1GL3vM/TFYr/Y6Hu3Pk18jWs6cgn59ROH2PdGudihiIcRziUP+aWIenj9h9cllTzkJ4B+jNCWGvnucZwjMcgfA5/w03t2bp4n8gn8sh+A25tVk+uONB65xl4sPLFIgN4D7hhEtwj0Ho3fSqLaW67ftB0A06P8SGXH3dGyCOx17HMgax2ZN+2arPY6HrshjhJr/sfFtFothV3Vkcg9tZgmW2A6m3HJb+tAuy7IPbTN4W86cs82z+XtkR98ybnwWAdqLw+THPMF/eVyHm7jRztbD3tZT4gvqIcnT06NfUK07PzjRFuHD4noSNdsMVZzZGxqf2uiJZwxcgR8R+BSHvnx0etTcPCZOIfFj71eNNknwHmuP2PAjeDwE6MWPhG5DrnlRp7PX9dLm3KJW5q/fWpnuXdfwhPTsO4H/Jp73KbhZ7L6uF4/k3vFvGUHuIHWeMuN/tVN7b3OGo8cgX6NeLjmQ4LGoX8O8keCVenGIQHuJtF/HEZtHHF5YvVFt+vPoGu6OvCBDnBzrUE5OCRoOhLAvQBnSxH3LBbbHP0dkdfYImhj8MMgUQ19QKnov1M6CJ1nU8bZnuLY+2SgOGLB2YYOJEjj4YnMHkcFiJs+mrOXDunrktd2ulp87hmmRsFjjmBfjUovn1tTOTstEihmnM2tcf1lKRQ7mpHXz0Ee/Jac8NUtodf8czvw53b++Gvjz7XoOuE/34Ff9gPwq64nb4itVq837gnp59GLKtXFz1br41a691SLjYX98qck/q4vyTEG0iJSWrFUyL6oc5SjUOXjUdWL47Pneo65JnqD111wtq/xSzvANefUmkQH1eY+SNhG4so71XZKiKY3CXfhdR1ofV3L163wdyute9rbr+sKVbMaryG/D6Te3gXWHHYJiBYS13F14OrAEx2YXnmR/xEg/6XAGrE8fr3VP19+/cleJ3h14OrAb+oAf3g/cz5n487Ues8Y3tsa2g6x0auc3uvgLlwd+JwOSApJn1P8O6v2v+7xkmrY3RMB1UluU5s0RwRIynbKOk08rTQmu/pfIUY1R1y/1j1/H3ukL36XPQpsvlUPch/mmvvzZa6Yf+lC6zGv3diZubSrA1cHfmYHrl1fHRh14PoBeNMV3vg25IeJrMqb/BpUhkOeRlZzNBJYHY2pLjFG2pa89U/6KLFwChWlScwEU3Hl52ObkifHFVF0ViIKCdC/BqwGvBpbsSj/FVvlFjZcQzqu6Ud3gGvJCcySexLAch/wf1CH22ICf1AozjLjQEMCdF4zKa/p8Q5wLdbYq0Lcnu/i9zvQ+tbkXuQ9/17eEV9fJIiKm98LGDdeeOZuTgeSoG3JuMbVgasDz3WA/70F72ZbPFfvyvrFHbhO7erA1YEf2gF+9G34oafw5Lb5xAhIt8yPjJaYCevJpXFNVwde0gFpe1NJW47FJIUk1N8Fv8+LOzkAABAASURBVLQ8fE5ltjKNfBZh+YdedNT8n4raTn0wUaUh3K7ULQehD1PUyiTqNSRxfyJ3jftZ24i+xtbbMd4fsY252Z50Kwuf7a8f/Q6+fvVrxasDVweuDlwdeGkHdov9sh+A27tpk7vnvePo3/zQwU7okzQVe7QycE0/lsvIpdVnjjw91+t93krnwy3tRK5czRSf6DA0TSiJow84GfAlU3+u6OBLFr4WeagDH70uLX9H5v3pDSF7mCqDvAGILQHX/IoOZD9rn/PH96q/ovafrkEfWwOs09s1cMMhPwFetf6nEv6BCsNWik9Y6yp5deCvdqC8ppi3gPlrfclznt5XPvvscyEv0qTVa1wdeNsOXBv7iR3gxxXwE/f+kj1Pj9d8urvkWpry50vmC1cHXtkBSSHNWNeWim/Nb211VK+bbrez1bcY/IDLngwPb6nMVqb/ynB6HjkWnQhkxnjqdZvDQU5z+Fvi4hXssnYRAayeHbW1ZIGo9tn0r47rz5v9grIHPNZoRA9TeREIBNm1EovZY/4xHtaJKZgKKLuoVehCWecalhjnep1ZxwYOQhhbn8nVIKZh5brMqwNXB64OXB34pg78sh+ASxfL29PyEwDc7fSnglsp9OJ5VHXEPbbs+jyb3WREnCr4aPyponPQorx8JUBYxocOObvBapSC97tKTn7i8Qec2BzFu6Ev4hM7cP+afWxx6huHP36V697Pp9Z0gsep0HVQySvz2nfZH+yAL/fDFZyTV6PK1B8u8g4J3nn/X9984pb4Gup25fdOpvkLpD3VkZyftUWyGRxIo1N5Ji9Mu08PJ3qcDn9d4HjVMbtclS/GS+YB68wCD5S7Qt+lA37tnt0KoT3O5n1G3Lfdjzd/7Lv5jIBFjl5P4uR0L49mU2ot4S5cHbg6cHXgsQ7wmWid0XN7+jpn1x44pPb8GjhPUNJj+RLx8nP6RPE+RBg5WVHNl/UTw2GaMnQi4SDkwXTVdQ8qHrsUrpBTXMdP7YAib/uQT8DwsOKBAqymD/kJaF8u7n2k4XuZlyesge9hpvg6hxiC59Iay0CqtUpF+hthUTKw+L28raovNBs/eNAbtj+fGdYMeADDpSK+9Ie5hyMcQGzPYucFsm+SpZmeS2RptnUHtzA4dOQWXivHnENM7s01iu7ZBeCseWkcDZncTY1HOrqIzn+pn92B8gx6fJVn8x5faZ3Rno1rfmy/ap+56lQMq4fXvu5dN6EMOlO0x+fMnfr8eP6V8boO/MIfgPP28hug32z84epWEZbxK45yfuVUis45Rp5fsdFvwdFsdKCMapNM8TqU0GzgqOpEQT+KWqOUa0YENSXbHpHwZFuyjHIoHU0vMuzXpMpmQVL2pQwVwTxxGBGSjMjDqnVF5JAFiOnAki1J4WFYYkcv0b8H3spisIsFMTC+h+IOfATsssWjr2GfwlfBMu4dDswQS49UnbmUxSqz7FVRrYUhYTdEBHY1EeHJAxHBbMMDbQF88Mgh7PSImLJiddjrMbnRVxE/zjxzCV9wUtkq1gKul7blaBz5RvHvx3EGDd3u+BG4BzcSdhfykMoXPxJqT1ET5nnHnWm+QGIVyZfFXeS7tbOpkSl7OSVmXcffQFsFb8W5thYzdc3Z6dke2x6YTm32WDqAYWz9Jl3PZeqesdfIvTrK2ZvZRCZnjDe0kQ7YcBnnPpRMK17c3HJdO6/xQzvAa/h9t57//ZRvOd+avve8z163+bWjLV5XxZw2BgfRgH0HtB5MNcjtc9JpwnLtMnuNqwN9B3yX8G67Qcb4mT1+tpcbK98vdmIyf2eSWHXHWWl5Rz0q/QeFyjmXlhf9i2fugTNLno1rtSSFpDSlWUpa8NJsZ7AnSZ7LkJTxUpGwkhDJp+JJKpzVzZCKr4oQ/zDkUKRFjmZbyjFhICVZVVphXdEONMMjQKORtgWpCMlTRGjxL3zAhNkZGMkqotdVjODo9cm2Ag8ItWmBtYIieU8oM6Ie9uNTmTwrPMVHjiv3tR3QdEHkwksofUpeqhILtfMFevrj8ODRxGv/Kbiy30L8aSbfTSwLUWr645uV9Fsuvz+YYBjOqKPUwIAG6OS1vaXdTaW2Iz0KbaWMyVwpxfxBs0/HfaU39BOrbL4wlXMj6NF///3ndjWP48ybsMKouSlygjTQnedVXK3a5jwWdvO75rwCWoX5Eu8SOcy7BnSPdE2TAyYdpeT0dchNzzrUJL4efZ7d1/iCDpRHjAL5KMr29nMj8CnC8nGQsZdrH5uNchSV2GL3c/MhC3S4G3LlaYRwAYWq12IxzOdgegLUcn3EV8I7jXhyXXL3EByuu+c/4tkPfkoMUesS9zAo6HzEj8KTe259RD6DX/gDMJe9tQJ9iVvgW3I/z+IcluC8bnki/H84RSlSUkggLCOYbCFS9xQcDkmu+GTK8LDy1Mh64QIMG0JPhGdFeA4faBYhKRGKkHJCSdgqEj66w/bsi8xLO8I6UMrIA13WQIT4R36HsB6KiCYDIyKaPcmIwPUNUC4c86EISQWheI+j3InlAx/6WZzYvU/RpxtjyDyIWYZsRB6yrtTahFXhgtK/EIh/DlAIHdi2FSA8l2HLOWEoODxbx+5RKJkaoeWF/UZwiKnA6pQfNhLF9cD8BqFt78iv3c4jKxIL2CESoP88sPM9vOBs/K3OXwXLy7srZ9qcX+sMYF9yljmSc6ZJD8eaNcd3V74g27Jq/2BuPuQalOCLNDVHIL7wGYlpeJ3eNDMajjJN4BYwue5OhE8jPWVtn64Tmm6H3RDWLGw4oNNR4S23ww4PcqpAnZCFcGwTL+ZtOzB6vb7nZt9zp9zwoPWs1xv3SkkXXlnvqvWbOnB0dxz56EG+5xzcvpJCGoN8qfgchDnBrCnP9ocm+m8r+R/DuRkp36MV02chPiystiR5ryvuyJRKvFRki5UUktKUlLpUJKQ069gNklKVZiktdUlZj0BJiAol3yhbIXskz4ZsNUS1w9+9IpT/onLyd7J/hmS+IapuWYaiPySFNMOGh8LTAgrZ9iC26Z2UFJIRhqWFgz2sS7LCKLL5llIhrRDVRlZYeCg4hOYcC8wL39QByVfCKNdB+TE70lBIwH83yPvyn+1/EWHOCHPh+1jWJc8NtolZIuaD94CPIm6lHs8Sg3L5RSEnrIIyl1NqOok8i5yW0diJJIhKazgtvUuLhHyPs7L1mPxpg5OgJ943/cpmmfMw457al7ytlNjW20iuGU4uvSHb8DBlr5Xbf0UmYduS2DW8YonzOnw/TRBb7SpKjOflqHUtiKNWk9u4FeOcJXNZX9UBqXuudHr4GWMzwvIZtFxpp75c9SkoXNJAbhE+mj8Cv2cTEvoMs2EqIhSRiAiIHUiOMyQ5bIWoR/r+2b8Cz/D0rfLOci4vPZn7ZJ5PwuP5NZ0ce1D4eGZfTsuxlxsK6QNwcekD+T8w1w2LZ/AvfvUhn10HX1gTHnAWv26UH30jRufXcanmtI0sdHz8KIXK7GoohuTJ5r1BVAOx6MgeIy5cXyGHAQvrksID4xBaezfEOuDN7Lfa7xt+Gpz6MynHF5BTAF1UyfTsAV0F6hN4INuhHk+scaVk31bX8agr+b9yqwGZW/UfIThPMG12rbzojHKNnPwd0V9B+ZZowNjyotY8rHTDhIe/i5aczpOq81N+4rRcwpvxeH65cqbP5C/38XgFVv7Q1h9f8sq4OrDbgRc9VXbrHzlYu4cfLkfhBz5eUcAhFLQ4HqeCjktc3l/fAT5PNJw62XoLnop9MkihYMR1fGkHln/s3y7d/Gu5jXx/RvI9dnKbGZkTCaq3pjAqqp410eUYVZ9FUy1lD8Ps40PxUKpW0Ws7zhyqQU1W8xLv2gFfqHxGW3qL/WxzNYp3JpuN7DFHfKqW+85pWqZYZS6fndCN6UsK+hSeihn/rsic5t2pRaakrhWPstzd7J8SkGd0brP0wJFTRipMBfn8d0z5nuc5dbcLCfgSbemLALkAuYms71xirTOo7mCr5m1knOvM0l7znqcYdIfkUmvdQeapRdIsiSsg4sJP7kC+5X7LCfB8bAv3euNeLcsaWr2nv3qV31RPHziZ3dxdxwcWu1KHHfjlPwAPz/l3k9OLR69/jOU7QakrWYLWTYXX8xTXcXXgvTog35mM5a5ks8HqOwy2k/tAAWlspwPXNvhiRh3g68qIf2eu7LnMZ/Y5jhyzZ+qtY8qXQr70FU9WhrSZen7xtL/acGD6YujYYjvgGp/TgT9R9X/2zkTBVR0Hoioy///JL1NHtsEQQ5ZO396gXZZUWrxAyMK7M+dV9CdO83dY5HmpfYez8GPmwIPfHzPZPzBRPo3wEgY3y4X0ZxL/op0uYutHGH9ksdPNSvrmDm6EOWBf4Uf33rtnb/k+5yt1SSEppyAVmcYzndMUWjJmtSoWqv4m01RJqaIY295OEaytY7GFfzGPNdkNLM72t3ZA2px47JmalQc35dn4B8t+JCzvYe5oDVkv74K+DVr63si9CCz3yAyaO6c61qZj3acOx30TilxXMm8WomiE1pLwaf7aziv0qr0jrB94pbkndmACezMmNyUJR1SJD2A6JeN6mTlmc69rEH4P47ZoNgat+OlBG6dI5kBK9aTIDrIMay2HXGgzZ/uyHfhWA3PfazieGLfXowj8DUdxf93HbrMHyGdB3onfvQPnA+Bfdn7lLzSSe3lhlu6fa3739ts8Hx94z59zs5wtSSEtsBEhWnYhKfiL8/iSHZC8+0fw2fmSiX3xoGrj595E7gJcAX18i8PT6+a2mVea2UUGxXk8sgN8Eerjtnbv+9Y692Z/sbLw/XkzU3hTFu7dMsh3ckvWu2B1W3fge1obt8k2wbQ9h/x2mMZ7xjur/O0dWK5nX+N/eysOV386zx04d+DcgXMH+NzjDyBu5bOI3zf4XMIHlSbR60bZS4IZNIBp6XzeezIMvYuwd7bSf9DNNWrM1q60p+pBmvFNpVS/kzwzP1IM8UVGEZJi/rMeHIrk3IVkIyLkv9g7FPa6i3LIVmkK5Iyoh2k0pQNtH8Q0ZLj2Y0/P79oBaXyyYSX637XeshruO6BYfc+9KgGZ904U3x/RG0wR4xsYjirG9XzTTL8DZ+n0P9jKO0jbB/aPHUvQeaPa9haf402k3kvvnE16I6tZZgFL24ua9uNdG2/JKOMs9qmdOzDegXKf5HbZEPlGGvPReGTYh5QUkqI/ignXo4/4fXqu1AuXlPshPSYdHGI7HB+vgNwTv3YHzgfAv/bUfmBhfEAAmxLSFJJvJ6D6FOXPwk2VPcW33YG/eIpyzdktpwWzIVmMVL6+YyogZzIrxUozu7TP7tEd8JcXQn/FNxbfnN1YzgITrM3IL4SLY6OVOIdt+E8yGc6lLWpfNBtnO3fg3IFzB84d+LwdOCufO3DuwGYH+AQCoPkchJ7SSkr/0F4ahKMs6pOJahRRP1HaeKzxuYzIJtG3wAe2/G+05V8MVutSZ/k3Bu0dTq5FAAAQAElEQVT44UFxq0uyalOSXQp3bpYRKeU+6oEOOqp6TnHuQNkByVeIUax1L8wdH64fj7znsQqvNG+KvttZcm/ChWe5J/qhYhJL5+g0iAUlFg2kKzuXtITrM0z9wcYu5PtOKnUD2CCAmTyd4Vb2FMcWOM0hgNWznTvw1TtQbpe+n+SbLnI0I3iAr0n0P46yeU9vQu7gi7lPD3YmfLcduDuf6W7EtwvIS5r3ySHeM13G2KJV3vKP2CWXyKIt/Ygr3t7T68X7eN/n9vrjFVaRbyixqncaT+7AN/pEx7WwRb4qn1zSTThr3OImaEC0nIErKSaLggToRqfaenN7pDgxI4ynQuTY89WsZ8YpOJyGYw79OFuRJuF6wG+BHw75fmjvuvaXs7Iixh7Bc3FMflnrpenXWxmx5KNvYQ9TsfherZ8nM1N+FUArkMUe7Pph7d4pwL+Ho6WSg5+dyssSogfOvwTWPq83d6X+IoUOZueO8kjMTmqlmUKPSn++6AdF//wR//kI7ew0+ewEHs8jEniEp/ey5jn1bOcOtB24+rLo0fh/I7/bKN6M4ZT2+GHwQj79Gl1Sb7V7xdoci7wXva3PRz84HqAgR+h9qT87yKoo8+zRnHDWqQ2slgYPsJrc0/H3IO5ZkN9ymt5klM+FixnzAVehEjW7VopWVmdsHc1GGqs9Ic0cYoURtwo4jbfswFfu852xf8yP6l5HXtOWd87J1a+na41BFtCXj9Pck0B+l61xzwnm0MPZNssI1mvDBtVMsbWT7Lu7AX3wv9LrpLxGb+1Lg7bPDiTXaqjlax910xp3xIOx94h9JIsYQB0kaDryxJ/YgTztXIj3wG4Qg9zDPf9eXs9/pEYupi926ucO/OodmMo7idfItb9Bmu748gIctW74XKD8t1s2rK8DRhYv0EdA7m0co0S+m9764Is/XjxazUF6fuBr/q0cxK8o5YzDPVqPyAMmFXeqsKjxFm7aAH8BU+MBxRoRKm73MkqTq0QifMh4c6NkD8ayLUt1Q6GDpFhAKm/q5sLP1yN1BRtMz8LFPnZ1ucAHWxmfuYywFCduH+SW2P2Y+pHfYU/GULzB2U83cp1UhbW+MZetDdfQfL1t3S09yD1w76o+RGeidqgz8ydz4kD42o7DQ47Yx36qqgv5LEglB/kMyAHP5rT4muv9Ca96QXQHMRWruC4kdxybHe4BNwIx8MgxVN/E6sg5OzLKtY62k4fLWN9fr84Hdniufc21XmLWnHOuwJ1bGR9lC2IqLLbt6hlsuWftqxOAxaot3KKtAo6M3OfyqWAbxj4UrmnIBnsYroepueW1MltVabnISrEvedMuHOWaB8n0QOqtI2iE5kfugJU2lHNZAz08JQuHBuwzzxStRcpmdzIjbSO3iO5wyE2J2b1NfMBmHb6c3dA2yE3bcHOkV9nqzxMYKI6hzBbBKnZ8xKafmCGiHM73dIpO3Mqu9EYQQg5yBMJH/JYjbg3OzJphnGBeQ8TgoMYYGtaQayg9Vj7Q5NwRTO9UZz/wFoxyj7ioVYmJncMj+ELgHt5Qfog07421q+ZdsxaVgK9KvPZdO1h9oLWMqPcdxoALd25zhZlPpnoseKVkrPV00VUdkXlWmsy52k6ZiST8ILSFPClzyV+1zIPBy/WzPzFxpcn+DTDN7raDIXdzekdeVz2x0akPyutj4xyY8joaBu4V1eK2chV0Y8gMsPBYcYPwJW8/r7NdELNB1jHHa8WCfUn4+uNBBTBtb7IeA2sLdgps+YE9h3muuIdztSP5KhE1z9PKOTTpiaWdMtfiT5iOTb9tq85mrCdREiOcvTRqVMt+tzKsx6lKdbY4JIBGKvhIFWEZe4dmh7TokFJvr/ViyZUdSRywmk1hPruU6vqoR+PCvhU4D8EhukTR6EFS7jRnRo49RWNkb9haEPUoHgzhF9oCwS3monnjuRqTsJ57j0ziuNvWbDYSkI0cgenAI0c48lG3QBb/DowUo8m+lYvhkZfB4TglTcSo6PTCRjmA7BvBtBseize1/tIqern60LnPILkGU+aYvgchcwOs25FxdPAb2E2672NoG+fIJKwCUZKdXmOT6/W6HVUUD0YHpgpwNjr1ZjwjnTjfNtCNo0bp3p+2blaRIWXnrbKXwCqtj26XDxzAD1J3cSRocfi2wA+2MWV8PNZy/KKX3S+6PS5nHb/R7CaXWIdlc2xKuqYjQc85s1Iumx9NqknQjwVr8co8f1bTYHPV9vhV0MtGu/b7AnAN8E1/VkZeRL7whtJeCsYjBzW2cXA9en/Py6MvCFs90uN5SNaER5sIuIIgJnxYoq8QClrsHXbvue7xmcqY9wIH/swd8Cf1+g60V2QvX6/2scx2fpHP4mMjR0y3N69uS1DzHTqVvGkvAxauucuNcPHe1Wr6TZx5N5f1hw87i77MMvwigrNrp2mHf5SWhxggFOGxJVncws6IUMQAsPDIG7hecCB3IGqufE6wDS+rNMmaG3rBdpdwGo6T64n/OecS+HIvMt1JCv7cuaEtMOGmcBeRnUJSVZEKhQ84i3c06kkKCbSKaspQptfxTooZwZGeiCqWK5H9/deIyHkwlwGYfplf5LHbObfE1gi/ePmx5GH41VkzD0QdhIEeRilHOOtMmVTb5zTWnV2eft6b5vl7fnxgLSg7gg/N4fYWbdFt2yjxKEUz67GwiyiJxWbMYpeoYMJ7YCEHkG/DBd6zTQ3Z7hG2w0fhfPumru3bpkohn0FNq+M0a1d6O4qvjYFVdXwA6iW0ZEtvOGel7Dbaf97+Dvbj4zxvkUO7REo6dMcTVy4ck9WGo7qZrmVCZ/cqPtvOL7Vsdzo7wby2KO9uzvMquvBNCWZSQVCeEypWrIei2BNYJ9uac3Mod+zFTD6hUAvkYry+VWo6IviOLNZjWxFoEbWP/uDbOJh9LbpISfbIGd5R61fDRNqBgo2MdnjAnJP31WvkvFgzs9M7PD2OZT9u4EwqOwyR1tXTSZiBX8ELb7bdGY8cgbgRf5fLRLoX4BTWmxOzvpIeeEv1tt3LKe8dVb+2TSFwA/Y1x9rwzby6Ro/GF+kNz3NcpcdxeJZLmZ0jdyT0EryOY8xcFMoGG3MTlrvoYq0xN+sMtoXpyPlHd+zEbyKI2qILebPKSLxibrEMVGJyPxdyrLEP6SFHuQOyvUWORqw3nOukofDeZ/PohXcBYi3mZr+jHIJjhDnSMejdDBxOrkvgSGBzsufxYB2QduqUyURvgyX97He2dVNuxUc0gCa9AS/jNPtbS0+e+b6Cr1xXd6Zvrr9H5iVnbRH5nnOczT4dRxx4nZzXGns+QF4z5g8qpIt5h6w2WN1txOw6w2XuBIQPz9v9oB3nksZybsFrya8cB7AffkHF9T+4NeATNyM78SGuBXmefm8ptaw3eiULT+UEnf3z/KyXRlyPwoZ3siB84Lfom+vd7kPbgyodT4xFbbVOnbtLrPl5zBqXdg1JXe5lYiqyXd8UMspYCmgJKceGbc0IH5Low2TIf1YiqpQUYV0Ja7aLLhu0ImN1wBnOCUMGMjhYa2/PuqNcm5DouPB3MCC49FtbSfaW6yqsBFEh1RhhZxccphEh/6XSOvaqXDxZA9oVzZS+t01i3kBSZFkLpGTFbatj9xCGSJW1W5h0u+WTYQx741MOHVRVSAp3n4QYHPJwMq/Y/fOcms9BbrbgDBvO3W/++F/Ova+FPMdNOlFzGtrz4HW4BWMUzgNZcfP4vt6scE+6/vdf/Ocge93blb2lCbecUZNp1A4OhOskKj8U7bXohBzTOUV6nC7B7vA25Aw8wyojIvdVFgUmIkIRG8h2j63/EVsqFZgLiAcOjWLmE42TSoD1Fpks+8AqkQ125HZZHrVWBbnFKs/zyL10fc4T+84sQPIev5fbmLQdUySVy2jXq68aYF/Lp2aCDTHgyUjOcehX5pG667jB/VyUBbCkhu1aGp8y172NeM32ZRqSEhGK/jBtE+7jkFzDLYfoJSPgs0MJPhscoMaGYxsUEZJm2IoIRSRiPmDCcTMimdkfacNV9LEbnYiAi8Fhp8J/iiDkBhGFjwiHPIVwscxBPgly4zzesgO8YsGoWPLlJEXuuc/TO6Ukl7uFyVD4sD9egVNfbVPemLzykaSoXfW2hQbTA66h3OZ7733dy+bdrkeYOwCjhf1Xb9QNohwlpujP9QqXdYqGUMj8qMGDkQ9OmUkvmz1s2icjNoBTRGVlWQCDFmEqoeC4plnOwhUiUXylTyK7rZ3k853LuJU8K2IGsgksilkMevYWFJdwJ4pN/3FIigDRDtkEzd6XsmsF13HLfLt+QLsG839sotcaxsc09DeCSbwEJ7nViaXwY52Uex2zXq55LMMtb1r9Tc0FMAuPUdETNQ9h71I2jdYtMyIONM8rUpwxOROgW52nhJ4czgbIkd64JsOB6BZPNefMi7L+SC7xDTnfljTKhxuh5SDnYjbQLXJTiuSKTRNXg4nkCbkBQSYt/H3ISm22nebzPCt2jPTIVbV/edbL8MEVMVoRHF+cHDJs5BXHaMzGlYjsoVJ5T0c5MKrW+HzN5CaNonY4kkHnzr1IW374K2uGY8TOXuVzACzM5ZiWgS/6wzGzKXtVLAQolme7GFdHVbqciqutBlR0y/3mALddvydbrrvSj+JIb+j9cNjIEe75WOUI5HkTcr2jukecz0BtrOcW6aT4ANRtYw/cPu8124HetjK/qofPk1UHeEXz9dDpsTmIcU4kwodj3c+NYhVXx2zHa3bYx1yv4aEHMDVsxJeM0l9d5wbXbSpzHGCOw9flJA/XgXU/gq7Mc2o3ltcUK5S1rqg+PB3hoycf0Z3CWndAhTLy1SMs4Lw5s7lS7Tvu07PtE96u5pIwexblilpGQyuwzX5j4K9A5PgohhsRWZpx8DWJXpzu+8BqQgGbP795n1cv7Gfs77j6V08Ml43XQ/oWpr9Nk19RDXcnJUfswa77zcm8lrbIRPs8l7hB5GsqbvgWH/ORrzdb2/3e2g7ZaY6k7I53oVsQ8gAuF14rL4Hw/DGxE7E9Wp3GY6MjF2QN6CO0oJTkOtjzcB9J0QEIzyvF3NX45JuOU8kEX4hDJsqn17mMmUg+hodEToSk4M9ahLXIQ+4N+6y4WXefbqtKBWIDhT0KqaBY4UNG37Y2PjiFrDo9GiLkv/ChhISsl2D12OFWeCtmFx07zNDizpHXKxvYgxxs5A7k4qC50UGzh1KRWe5QbhGPHi60W+QVH+Me58njfRp8fiVXn1HmYyY8rKFbhA/T6bc6S/RXkedcbylVp3AjcgjfAVL6psT1V3Rf31ZM2cvrWhHej/BxDeuWMctYDhIWa0dr+bjRXf9ax/NosNyaQOp0hkPcj1upEjmjd+vx4tHm4ZW5Qjf7mx8ciPDOt73rQp24bi6KG+BANjR7tAktpkli66ipenTvvL3MYQt7Wixx6AWkOgeRMam4M9dqJG97ls60zy0/EtpyvHuHRjsFoAAAEABJREFUwFlL+2d3Xky33sO1EHoY8IzTF8eD4byUXwVDMNINKGgnfKCjHMGx6+Zg8tZkZ9kfj4I0ObohrI8RdUxFxAhDsg8MH9R4Fk4LcpAnvucOcJ7DnRvibbizWoaLL7o2pjtz+0S3l/3WG+InTnVV2vOOLVYBTxlUeiphGHzNGeHar4engcgP4osu2A/O+oPpV+d/Z3h6nOL5A8nRXB2bccjvCub/ytzIA9vc3Jwt+YTd8nuJ/hEwfMtvOnIPxO75er7FIZ9BX+NVnfFarvXRqWjuWTpu1rdKK9AkfvQecKDnmt54ZJR7pV1HI8bqcLDbiqrGIzWI2aKmf6L4HV+vlg1iB23xSwGwWhr8Fvbw/gSs/ovWLo/V1P7FwP94DNY5wnoa2/PRbKKavpEULa9Mgp4EtUhpEv1ZkDvCUR3i8TeJ/gqcn+vvctM231HfW21zbdKzzTVYflpjgIb1IG0WTa69WOQh97CfuZdx8j94B7gcRnhxSZR6MfXvpR1u1ie9Dssv0JH/VRI/0ifi8eNwztsyozXA9XDOUzUdv9uoi7NJdNBsJIADvY69h724PX6vzjt5xi6QilxXh4NB9oADPYfeOCSAkz+ZCMNo0uqfaW3NTf6VhX/Oeqm6Re5ovv63nkdtKhCLfA+uvuo/Uum6Sh7NrXFNrhJ+uNGvvtePl9Ui+R7ZdDKwkY+jz+6z9vg+ZqRv87DBKPbk/s4OtNcu8hl4h/LyGefAOuJs5w58yg5wP92CgfKSRHknvvHF/IUPgN+5w2etox3g+ms4invUJ6l+NJRTgMXZvs0OSAppjNEkNSK/Mcd8QYTCy4wIRTks3QKyR3H+iJ7pr+b/I2b9vSe5vKkXrfTfe86j2eW86cAgoNClb27+K17Q7Cbb75/f/r8BaRM+5XM78Cej19f+n9yCc9HnDpw7cO7AuQODHfD7Ax98gL35uchUfgbaSvuTRz6FrPrb/uu74Q4o+Av38fIhuYZBAWsR6IoIQ+6ARUhoiv7AMm1fGFgxH5JuuNlpRZL7s507cO7AzQ60e+GTN8CSxv3PSMNdu9da2hpXtK93OPtP3D9v9h3Ce8E+5T+ZtQ6V6PUkSsf/pPIKhX6wz5EejG1heXaaccov2IHRWxdcQ07pJ3RMeDDPfGe2Dwm2IXA9/Ea/DfmVdr/mR/W2EY/Gj+JajVP+vh04HwD/vnO6XpFvpHmDRNrDC9ziteZkhUou9UCxzv6H7IBUz18/X3OSQnocffq/1D3FCEWA1K0gJYVbuK/IEOsRgSMOjlc+Bx+Ue92lTKVv2M49+XvrySpnN+9A9+Upv7509hzzIxRmXzG6Zr0uN393bDEOcuPLNUxbIhQ6Xxz5pp2SRMjPBAN7HMYDnznUWfsv7YCv7ryufDUj/9LSd9Z60ucOnDtw7sC5A90O8Pmjmn7H8JsFDW0Av48QyueUIfyhasgzRs0l/7dCoaAF30WqGk8ekhNrjlR0ekX5swiAhZwRx4ekOUBSSAtmhxVJ7h9vkuZaj2edkecO/Lwd4I6Ys+Z+lspxl2Hc96wg/CV0TuA+mUZxpJqdbcZxCnfTAnNW0v1nO+8Be9aDvUjbSu5XjbG5buYbQfysp8JuWykF6jZjmKsNC1RzLVx77CssPVgnHVsueRxweucdkMr7T4SiP0zbhOth6pu1fnYS1nqCUJJ5w32E5YzYHBtfxm9CfpMpeYVPYN4350iv5/6mPTzXcrsDv/YB8LNvRBF+kcRPPR6cOzeCDywxR3Gnulf6QK0z9et2QPquZ+74VbvMGg3E/pXIGkHcOTykG78E5Qfi1Acp8Hx8RvLlJuUg7kMUS2LODUfFiDnyf0sfC/ziiX3KifuKNXkhbrsjH/kyqQSUPol/0q3GO7/9/ZM9/zuD1KvrvK7+zinfW2m9FPbcv5w/l3fuwLkDOzvA53hcKblPjOCA/gd0m+tGzpr5g9bHP89LCkm5dynoiplcxGLIOoj50Kw1RSqcVGTjm5TGfPP/XXnuy9899+uVz7e2WVn7x1YJLv0S0e6hMz8rNQa7fV5Hr/RfErwPHYG9aPvIb0+gbRX8Cg5uttXyuxbB7DGykqm6czNDX5Fxnk3KTHdnu0Yxdv5QZjub48h0kJs123MMegYdd4Q1HEee3h+/A7z/guFCnnsPIrphWO6XkKzx1aW0XOSzeHXMM+/Ld+DhCfyuB8Bc4d3S/XaU71VNdi6rBPcw9aMac2fCexLfPZCrKPdjHQfbzT6yoeXjQBdun0Id8ahac8oEHk2KyPiaGxGLFufxY3cgr64y+/mEKvjf6S+kP182ZVfOiSU4S3bcKs+1bWeIuytX0bUSKVteiYvk8N9c/SZfbHzqfTE1P2Q7t83S6jdvnmnbw6dn6tzMaTKNf9wx+eeG/NCV8vRwLaHJMtfZsrKez85eztfk4p+pUvLh3kOWWCtuRX+wfzZ+W5YvwVvutL/DDrx+ZvvrMKtk9/lr6sf9/NEYYXntYX1//MT53pvzAxfXXOKB2O9/Es8ZvnEHxOdJvbHgU6XO4HMHPnkHPuvanm+lDADqOvovgnz/B9V1inftQLffc8nGNTk7TuXcged34E+9bn0zcxtuUn055XdyYoaw118++C5rzT/5uK+2Dbc+qY6C32rmWP/PKD+G1d42WQ5xs1Zta/NPXHZk82hOyj6lB6wx5pzg1LQX3mHOzLGLx9a95kIZi3R+EfeS/pz/a182XKxbcArgkCf+2g7kmf/IRfmR3Ddsds7/DXUeLfGvx3t0Xr/rAbBXnd8TdnZ79d6C0eC8pe0kLwFfrHXzy8UyncZZ+oWlBn6EwL2BJHsM2QGwLCWF1FB8KmLu/dZvnVY3zwEKRTZyrUjVjnrYDPPRjvSbpFm3iEBW2IjVYT5tS0khGxb0ESiGpFCcxyM7wAc04qTXd+zxzHqdzB/y9mxmZGRhd26cUMmKW9HtR0Ek7CgtJBlhIAtsBYetUEwhKSIawp82QbWZVvrMuWFe/fq6plJDK29x2GrFrloNp1gP05S3KA2j+jlHmHy4Ls7Sw+ErVuklRiz6tt/3bCM/2WbiDw/BrAEJWwn3frCnY5SxmD73viF8zka5eck7fexzJRcd+ZKryS7tS4DYLbgme862g91QMrvoaXoWbjlesXMM2xloFw0OmbCv5WPjM+Vwj1l7V7KWXqvmSTCsmXc0umGnW2VtU6tm7azNuQ7IOMc7yM351t3X2i5ZY4jbwq7MSemuVLRytk/cAe8yjfO0gU+Gz5uHth99izyvm5z5nJJJnmXjOPtLjq0512O4tbiSRqRj4Ldw3nYuvZ353bitLjGpu97bGoP5PcfDva3k5xTintzDozBvi69ozKSN2+uNG0siG8YRhfVJkZFGk2mUbvYV8+x/3g7In9Qk9xuE7Y+sxhUjFDEjugO+M0/13IG37cAnF1Je0BG8PBQc7jFQDd4XLQ6b5JybiMq19xJut4ZbRvJWXRT3jbR6tnfuAOegxztrn7X++g5wZeWNg40Y3gPsIOi7wtN7pvHNg/tW3hNR8sM9N68F1/jP7BrztxXnXK/2gRqH7+qMq+3/4DPmmgxV+W6yzNE8fntbHnKBI+3PHKTNvpV6XTQxjaRm6s6At2jU1XYPKphyBAkF2A12uDWeOZNh6mz15cILYtkMXjoNC3tq5w68bwfyivNFhtyCixLupdFqTWoMQVHHIF7CQW7OObsIRI/wcZCKdwBTdxpj5GCOQ9/CdLYtX2w59fMw5cjfrJPn08PmUy3fRlyA7xE9SpHq8LZGA0HBYR/i26ObZzd3tfX4YVcAX81KrluQubRETwea3knHSfa5BRJXDzbZtkLuo/YRTZHgFQj3yUvWQEQoIhEclUMNdDul7GwqhMN2SvQKU+mbeYjq+0ui/6CFfg/93kjz7vX0fd15kkIaIcy/huCQO9dtRTRNAcIy8Nm9NBMy0jGZBsWWZHZKRNM1OUYV6AC7l9avRgB8ivIXlvcRHB4PMYNPujZ42fQw1TU89YMv8aDzHqmSZ2gEcKCM1K24YX0hmEHD0TRaDJK4rYT71+DLCOfFcOMLTg9ea2nvTCv99rmKw9Z9OdMu6uaQm1ZOv3PsR+9BLvaS5KA0HI/EaQrRTCR5Cfs8Idrqu1/S7tyWsDScTTH0CgTJKe0mIUfPuI61CpWDZZwjk6jGQCz75lj8NR7e5VzKvZuVEtDrXXxxmsj8nJ2Ns33KDvgclB22sjkxMO1aQd8iw91teWzTbtbcrOTU83SmRocDCTyDlWk7aZMkbWA2S+Z1ZV8vSTuccwa8q+Net8W7ar+rTp0fnzm3yCHwp/LPujYi8rFnsY7kpD89w5bU5LbAHr+NO+3vtAP5ccmXRGzhSUJZfKjJhcG2CJzkvmLrP+1zB77zDvjKrdNTlRG+lOOZQ1py9/LyrurOb80ZcuV9J7W+u1+nj/7t+sfWx16O8LGqZ/a5A20H8uryax8Z2VWPdUkhfW+E6nwfFr6B+VsG/fx9NHMLk+qm41tLj/wecjUD/OA3/OA3rAOzznYtN2wb2TBR8LfvNWV8e5wLP9sEVthr2r1jCoVetNabaeoiM94eNy+3TqUY6TKJBCUJX9Wswjd4AtmK92/2kkKSFw8saksq4HpU56eIOg7vvT1yDgyIH3nit+0AZ1ZSSBu0hW75R2xyibOUNnWbfeRrMS9ILyQ8YkjuB7DDbeyTGj89ENNiFQ6OCIUki1tISp80kqQ0nnHfiyn+4OH3mttVc2ODHTpxfDeoTqjJYmI1FGbQ+0KLICrGR+dSjVMX+fAWZZK7bO66Go+oc4bnO+uPJL495uEVv33k+wV/2dzecqIpUtGEr6EAoZAU4QfBklJX6lNoJXvfrR7OPUS8duTZ5FPwa+lkzVBqpU/1R3Vt3pa5KZYBPriIWoKS4OFqDwYT1oP65YsW2hotbs32ljMJ6ql36139Tn3sy1dLsHQrM5uVYh71fCmt3xKPwm599fXh3bn1HTBtavlWX6+Dg/DT9dYdePZsLYPnectu4Y61TXC9Xo5zbr15fd7SJ/Odd8Cn/v5L+37EeokuuiY2Vu/v9U3YXzTZ6nv4jvvCnJ+ZF/F7eKbOGXvuwLkDyw7k7ZQXlj+Spo4LuwfciY/tQNvPj1U5s+/vAJfxFpnFKUjlQ93ryfP4zK6V6fXG3ZMtx3KueS/nL/m9LzwMZcl8N9kBdH4/tpLfniyx+V6CXeAi5uGszY0RiPUwlSP6v7yJEos1S0cUG8WZ1EM1qGHGZdybh3IRN2eYskJIgZ1JWZZWYkjLsTonXIuhRkFhzv6b7QDnDXyzaZ3T+fod+NDtnd/Qv2IJH5v0F92qPjTp3V2edj2/2THay/bPB0a+37wX27Xl+uka4h2PXeJnHk++67Ut6+UPWLjEhF+ZKPszArXgkXfA0A0ORc0LDmUL+4O5bvlD287MkVONybAtWU6TuYrkq77yOS4fDCMXTMT08Ny0gc1oXDi2txuPhNQcRXkAABAASURBVN8FeQ0tCBu9SfSKrJddIZqK7FG8371nxh+bY7sKkYBqTaKHh1jZSb7Wjerkw8bXyr2YdaaNdmB7HuZz5fM/iv8JHGsY4cvmXvdyO6cvm8858A/bge2V0+wnluFrkKwnMj4Q+u9G+sAkvybV54H31ocGfyb2oYL/OIj5HwzZrpJ8D7oTe1DmdJ078Id2gBcKWJYsre3Fc2rnDnzPHWj3/nl2e5dw5W/i58RXlUcrEtfAWNbbb6KYD8N5w9gt39l17cO0X036AWk+Wr2VZdnw9XmDt6tY9qAbTk0D1YpNNDSjPmFtOdXk3w5nHA9kHVV09zRGogJI24qb6ewLZZVcC6e7eip0wNSwNR8SlCDm1FCYsz/aAd7+QItB79H4Uz6xA7738Lm8gUyu0BHwPfydJoPP7tftABfGj1yUL/S8eNdy+pFruZk0ZwXcOAYEcQYfbnpkpPmUf7vrL5GY32H+6p5wTTQc7AGbVj4iOajFWyZv6lObxxmN/cSYknyqH8UThR8I9aiR8ByiaOPefsmRr2JSTDzM9YPfCVhHCr2Dpks0Xh0PN1UfdQqoucwpPLdEhIXoEtZSxuBI34B3gcA3w7VvdLgOgR6OsoxEWPS29Ygoffzqgw91LLBJFs0rBTmDACN5y7e1zQZTf4t5rE3szJ/K23dgvhZcmfNhkXdO5I/C3jXTL+KRmD7+HfpgzLbP+Zp7xxhnjd+3A4PrJheZ/HwFJdV3zYPsX9t9zKl/5Q7kmfEEjqTdv6SNVsl9D54lIs/rlJ04ce7A/R2Q8g0gpLW8n3lGnDvwzXbAlzD3/5yV9ehhcvZZf2+7V3nj53fRNoHU8YNGPiKJ7+Ecas2w/TO/eTHxbwA/fG3756eoWIeT8rXG2WgxfAaZc3pHC9iVS3DRSr8bfjresgPl7c8nsd40pEWP5KIcZ//UDmyv3q29LXbPv40/7XMHvn4HfK9wy9vERk5fP7l3zoCXJzioyQYcuKO9qR7G/AEn+2S45XXzB1a8u8Q7V1TN24syzybWqPcK1+Z6pf78wdoceg5kPeUndKsxGGeLJ8dkDaQ0ib4HPvw8APmB7w0uiskPdXmwK+uJjJsidbi0FbIssehTTGnX/EuxJfsqAhkRigiJ3jIi0CQt0nr0iAjFgwd5LbTXK9fqIEHUyugNMciLX3bwBYclzdIGV6gFr5gVgo3B8S64HmPNY9vOMbbyXeOddR7aAc4JgUiA/pPBGnbBtfYPF8c85uEYe4P2WphjTuVTduDnFvUVxGeKLeYF2T/ra6X39Po66rT+2Q7w2s/BHj0bNW7Oy+Qf19VVPDbvH77WxxZ5Rp078PEdkMqLRVqkVPSPVz8rnDvwuTvA+wKff5GM1HTsHvjeC6q3ir3euK0kBsAjAfoL6F+eqW9rNbvJF8Y4U9Y7ULeSf6GLo5r5Wwd2wuei8WnXbsRV1ym+2Q60tz4k+GbT+7HTufcauOf/Dgs/53DuwHoHfMMvbfgT9LQO/p6W538wsfaybPIgdOUifotVwLcwjtceeVLjPN68A8t1kf+V3BV7bwh8hluJQOkBi438LAzq80PqZw031x2MO/teUO5d7M+UzFp0A/hTk6SQphDwg10JuyJt+5AJ6+lvssYlp5yVpBCaJQJIZhpMSIttzcyd5uuOHe6R/2crd9LuuR8a+16RL/O32SN7tAn1HHrji2Qvi/bevq+7p793xLPaR3eg/RBDnf6cYfcgrrf/iX576a6GzfkSs4dV9L8xmNMemAE+5AhHvoxnnamc3Y/ZgU8/ZwzQsN6V9pq9e12t03669Y/nz+421KE5HVVdRIsZySXqW2usaw93Js6qCWlyq2O/F4z0Cj4yC8b7SP5HchkbtBroI+CHRz4AzvcDYWfIuQPfZwe4aAc4vOyJ/z4r+FUz2Wzt4Wl4euFUayAZHdljxPX+qm/mWdkDMarbuCZJRwe93my4E6Md2NsheLDKqeeO3yrnh7/+7YjfijLWekonNWk1HwynPefDnjh3oO1AvTCa+UMl13hDv4T2HREOP5IfcdG3SN/Z/Y4d4OTurGT/scnmtTDX2PA7dY/oKxedA65DaL5Pj/3ln6xW302sS9bqaLeYbqn3MmzPFq+M0LaBWixZflMDj9YqeaNoPA3N3+xe4sNGbtF45AjEm3eL7iFQ6nYlFRr+2Z08cgvNxKLNVKfgbejoT1PbWPLMGUR0iaohEnRRoyLCG5GMpY3Iw4RbqoGCr0fxRPri+JCD5BBgNWZEO3gZcXUtyFeU3f0HK/QFJdYhVpzvljmztOJmp0NQnoXT7jR5IUMoot+q13S5Ro/wYdu9HRGK+AiUyTEfactmhaSQFoQW35EunIqQdBcTD4EzbnIsKDmFLzb/+lcqvGQZPpAVtpy78NhA7hKOc0CkDmcb3eqqJWdfNPg+xwf5GY1fZb1mMFbDqgJjmBj6zH+rVid5DZTlVbbMER4szEe0q5MTLtk+QDZpV9RpxOGRBcpcV3Hmt6d75e8M4jCRM0y4hPt1ww9TviBac5CblbP1O8CejEDMiE/O1wH+GSZzn/0mgNyeZbsdiqdpJQLrFsSN/S4ydtwWeSqO9A/VzuT9bq6/DfE+7vociw9YPdun7YBPwkHtcjVyORWN83GLheEzEtFb9NkZww2qpl19M13B88EVvrFebxCHx7W+j5Ug1gaKdfYf3YHroEDP9fog9CdRD1w232O1bOpHZvKRXMb+DjhYw/DXHeL3wHqOfPhPfGQHpPLikhYpFf1eXWkdJx3bo3rSOEca83MN3A2Q1uX3J1oxhbCpRBruiqUw6VaklbRThg/TK93UqIkgrT2YI0SuRzH+C/NxeEg69J/Of70D3JeOxrzn3+ReS3z2TbfMz2er0IwoH+nqd5z8PEdsxjU/bNNxWHdzSslFh/5jeHXZV7/8Si49e7tso7e+GHUviaiq+WplkNkqK2vCIdmXrvGMUFD8RacvdokuOjkgz2060kpt6Zxrug6/0FXb8s1GDlHz/qJgP1g3EqCH7+DcokfA9xrChy+8UVE4e6NJ9AO4ShzFpj8ikCB8IEcIjwmPfASSoxtcN2xesVEqhEwuArFFqPIo8fzh9ExCPotMdPdsHvHhhaR0/tuba0e4OvJZxPFRzs9xzNDr6Qz5SuKW5FmPEXc9RBhzDeu7OYyB33B8gFDEFlBbbrbjxYOihtu6AMSCae18n9WGuKnoNwG+hzX/SC5vJC3bSVaJ5UFIStu0ohc/9haSQlK4o8X6MG+iuqtfKXuu6I1HbhHOgUOOUH1hGeG+A8XDh2LNR1RbQYj7uIEdbgEyOhQ3B84Og4iblI8TjGLQGNvzQhQIqyJCUnBICqEYSJshKfhzFxIaiFDEAvNhKPyHBL2OXWHaiSqI7jDVLH9MserriXdW4IvRljl/2Ek71XXngJK3phfLAa7jCqZe1Z26atSB6CaPucKRbxW4Y4zyFd5Ox1vWHu1VuESEYnXIRMIDSda2aP4DaZebVnVXhl2SQqqYplnnwe9ku0CBlOxf/Wtg54WPlm9pK6TCS5YH6GPRC5SCvsEFk8uOelbwwSMlepPPNvIanHtTBZ952o0P8ivQLvlgRgVX64DppGTewHyAa7z/YOhadS5v7goqvye4hXCvAOV+sETOtR68V5Qv52QB1ynF/Rbp6qbcewgrrld0x5ztZgfYoRvyJaJWQlQgVqVMcJp8Stw4KztwkEP3Y9K/k7ufddfjALcysi8eT/0ZvYZb7DZeIwO0+HwNbfy8jJv/lGUH8sxzDQzhM+fTZpfvBc/orpp5yFv4wnA9AjyHYfH/cjDuS84mKOPTdnyTJt2IcC0XLRq901e2OYc41azLbVve5wvpsKK473Wbbr6g3J/tXTuw3WHbfKnL8tbHZyu9P71rq9vK77eu7Qw/2/6qHWBdjI0EvY7dY+Dj1jACoT/tOs45f99OUkhrMFtJiPSl8kQnldyWImlVRyq2VCRxUtElYa7iIaQ1Ly22pIx3Hw1W3BTu3Iq0ElKnx6IXtdiysYJzmm2Xmy24Aex0U44b6Z8iwnYg1xC8Y4pfEdgdJIW0j/Ah7ful3+RjscaDrb/DjPQHyzwRxigtHH2E5n9c8vnMH8wyIfXU/JnMH8CwC2z7vuhPZtlnPH5bTUcyo5lKZZ0359cxfpNg7UOorHLos6vnw7FpIw27syVnLc/FLMtu2hw2cnCQM8s8Zz4nSOBzlFWs/2eQk2i6Das1ynloJsjhfAN0xnCoTVv4Z+TI7rZ8sbOiY5EF7ld2Vs18e7LZ+DMtt8J7Xha+7Fmx2zZwodxCuuWCC+wBSNqPOvJFrPKixSIHaH4kkOQCY5gtvnj8oFyQCKxgA6vRUFzZx/iwj+ZESSE9DgeHKOqceAGSs1+As+KV8R7JoXZOKSJSj3hIhg/JGW7jBAXu7FCeQShocZQTjhlA5qTs0cbAD9LLUEfxix8t4dzYIso/b43hIbPA4pFGaNaPQMTqsJPWgU+Jq5C3Gpt7Nvcvj313iHUMRUhBXqP4riYqfGcsnKm77TZyvUmKYsuVtjAVcMgtGo/cYhTbx4SryojIThG9xIRAbhHdUebdEVaP4u3+3ObBlQvxMDKajjojHRFt8siG6I+duBqS3ux6ouoroZDthMeR0Eysmq8rX1N+i+VyTfjTTJGruN4gh7fikvW+3jWZC+VTuvIsu/FZhyKWxdnH0j4Kl9lrDPm28fpBujkrB7BTC2ROcn8PjqM1ODykLi863fxkSD1XxpTMoSpCUuSfZVQougMOMyWeNRT+w2dIIjIkJSKQ7qstCcNsRPR6DA78A/qIcvVoiL18eOBCxFp8g+aZ+PXARHhYhATXOk/0hhLW3lydF6B5X5RdiaxvGwnuVsyg7A5CeY3zui8hfrlz+7lB8Za4jPEdisrOTldKE25p202znh7Ls/U7wD6NwCUD38du9eZHsrsN27jezlg6k4gtTNfzhXYL4jMA5Y1g7tR9paSvxtuJVoZ6VR2K9Pu1NHKmb+T4y9xDm8KGPov9Te2HRB+jsr4p5bXExbSHOYYrp0QHL7gV8C1ruNrXED5Sx229b1cbwKI2ghoqdYo37EC/y73eSo+45vtZ8ues5OfM9D1XQL/eXt9W731NR+7B+fyHDVvM9zP7z/ahHZC4Jy8lJIW0YPHsa1KJ7yOkWw6/JMQMqdiSctzmkJSqtJZJ0hUaLeS/0rTYqYVpJdy5KebDqszQVpgDwrToYu+QI/AhFRGpe75usUWE/Bc+dAC7zuYdYI8snm2kbUENOOTbwX3r40WpAlolHuKhwwH0BWb8uY1PZYBPbaD4i+YIm0Unhttls+w4G9fDHZQ9XLYKu0d6fB7g0JHtvOWPBSZ7G78pu4qWvfPhADZAB5wv0HQkIAaeVPSFszYTTTE3N2eN6OqnHioS5HVjAn2E5nfIn2ltH9qCF7ts7Pae32zi5bv/KwjnRSu0lVGPLT+yCYVHDiC4jR9uhJyEBcA4AAAQAElEQVSP40e+LReNcHxpJtxidmAsQAvmsYFCJQUZzx/OjqBmPH9krtOQz8Jp2Z7NeyQ+18OanoREdaaFHAAq3LkhngYJe7n2aQdReeQYsTlkew92uR49ICpY9wH4DfsWvtM5+foowoFtwKpiNhSKvuBzHwB71DJM5LTQ48NHvdm9VKfkvpT6L5KY3hYe9z375kJvajkfLuQ8q28q+i3LcDLaxNAL+GDVo0W8XzIeVZtEfwbkvYJnxvjHsVx8j6Kb2pVrdZVnww16gQm3kjYrEd21XlSFIhKRh63isCXzhiKgtoC0K50Smkw1TKnbGRHmwodjhDBKwypaOCZxDR+qsEge+TnIGXheL1V/NS8Hy5GtNWl11crDXrYDLK69+CXiWW1df5y9jeFNnEh4gH7i3+7As/ve4jl3I3x09q3+Xh38W7RY5tP07yCZ50fm8dH8j4z9+3Lff897ao+eHn6c0K4JJOjnsLL9kMY/MdltdlzKvrO9dwe813PBpiN7zAGPKZy7LR7L/BZRbeVPT4Y1P530GQltBc/Iz5jHKzWZM3nIEfABfL1EH6HFbXzf5lxt5vULTenc7OdPK3u2BVXgkCfevgMHW7tzF3nzFK5RvvYzWo/wgW0xbEe+YUKUcWJztDpIgLvKg70h6leCNW/hhdYdsfZAI38nLOtUf+o1jt8lUbfST36hY3vu+tzwsbVNZYMHadDVsVFPnDvw3XegXbvtNxNssJq3r+kbbhVwGu/eAc7HFozxkfNAPWo8C5/+TEG+E1n0C7pH9nD6gnm9d0jOVFZkuXsgAB8S9Dr2iXs7oO0nh3sJv8bPtdIQ9XNUs4ucf3j8jDWrFWWspiOxAfonwT+q5mlnDj12hpOD3wmGkTYVsY3YQ8hpGzjWLcKdJAsQYSUhKSIUCPeWCg6FEAVWpeyqXXW4SSFVTL6lWg8hgcLOGRL2ZKpKx8uxSqmQ9fI/OV10CdkjIuDChwokKyAsNxC2awZyBxljH3LBkhFZe20rfMBvAW1kztZne84jJpFMattu9jgvQoFoSCMUUYEWPmQbhGVCUY5MtNqk1fbqadLU21qryYcRdEDxJpve23Cv48w82oHc53ot5Dnp9LxUjpK/sY+15PxZT4+vmjNz2BmbcwB23Cf9J3egv2C4Ohq2m2E+P48g7evTbGYzl68H/slJEmf3c3bA53Vvsj6ve67vwjN70O7Fqd+ZHNdqwnHEN9g827kDv2IHJIWku2uR9mMkPVVD0jyepIdyW4Kkph7mZRSxqcwpp3LuwHAH5nu7r5emb+Uw8cOkR/GYpYz1VJANEOjId6Kv2XRkj3eO98drXb1+thbBPw1FGrSkfQ2kNDFLczbPdu7A394BXgfgb+/CePX5GcebM5CS+XHWfZZcp7vFFveTz4jbHSi7SJ8b6k5G5D7L4YZbRHbRjqkpP1u2t7TNKnKt+MDGd5pP70BeS3kBqfR6usQPT/B1xI+Q/3oV8z57/PxxE9km0euNe6ek/ha39ZVXxC1/l/FFJTl7hPZgFdnguDCkcQ6+kEetkBSSwp1bkVaKHWHVXCgIsZUtZAFhGZaSLARpuGG3+fjBLf+fwZoukQ9usS+XkKWTImK6gTSFdImM15Sx1JhcQ9gdZt71JIVUYCWsFVROMrOCa7vWlFzRZXuBIuxzZzFFhO1ERMBXwKYd5Wg28gbkOOyGrxx10uc4SZgG8hYRlQsfMmwHcF74gEoVxfys20YHQZdoCZah4IdXNK5sZDhGkoWRxOvdXPP1EmfmG3egnY8mW+mt3fjvLrfzxr560r0MmfjC1s8F/Quncg79bXegXaRNMtF2tTTZc+ig92E37PHNf8p/uwOcj4ZHRm6xW+nc/hKx+S1bP0frrOKRebbPInnPdl7KRxLPmHMHvuEOSAqpoE1PKra0yN6HLgmRkJQ10ug6qfDSrSRMEiJzpbUuaealohMsFV0SZsaksukk+90KrVBRsheWrAKLs507cLMDvjbyPcGSy2UFB6fP8n2tVUQCV979/ar6HfLx1mohARWbRG8Ycc13ys/YgdxxX38p6wC9XqlT/LQdOOf72g7U1wKvAbBbxHHNR9wIzf9rJJ93vBiWfoMj315O451b6slvgWrsSjrE9tke2QF1u2jVzYycabhZiWA/FbLihqjgV//42QcvRVaAHKH5miQG/Q/j5S3gqongYqqdjfilB5u0RVvqHt/875R1LD64bzEPQ8xsvEG5V2/tV6iMibgDrh1JIT2AICboE2ixkwcfHHLnmLQt88c1c1J2pjXDioPdBJSm+5BNmqwJJVG1Wifag9TJvCFZJodUqNMjfYpbOYUy11JADmkSHWxtcxGhaAeabKsSi5QUkswrpbRIk262QxHmw4ekVCXLACZpaVuxDGA1G/oWOOCQu1Dn6fWOtjqXsaJQ0KIeErZhUgYt3CkGx0xWpQqHRyK641r+PX9jbDb1ITm/MjxGXnvOQsIDxkMCu7L1ehJn92k7wLnYFj/3f7sjr9vsJdhWGHHbmNN+fQd+XqZvkEx69IKEH4KrCOBssuhYIGJ9/8Z74jvsQDk7tzPZ4/vIR2L6+H+r5+za5eyh07Z8pD0T+0i9M+bcga/cAam+EJ6chFTyJIWkYbY05luwdOxvcb2U1jlSsaUi+1j0MYvnxLkD6x3g3g5g+ZjTdOwb1AvrMOYm6RmCyoAcZA+4d4CarU7TkQAe2YANsJEnPnMH2GWuQcZAR4Jexz5x7sC8A/WeNNunUnaAfRngK19LZWLv71mmP5DFDaIefE56FjU1KG6M0lvI75Be5KctpNZGADa1SXRDRiT6XhHmpvimRz7r8tzKNMNTjdcPiviHodcLfP/MvPnkOpUrTfuBaZMi0Y+DqQNG3sI71/nXJ86QwyPDnRo2EPHocRP/VPajoxzEXQe+ETcIezP1uaNSfQ/9Qur+V9F7xnoNRHAuUzpyTwYOftatMdjOiy3sjiB2jGv6wof9ftgaW+BPzv6YQrJMTDUHe9ElbIPYsLQtVWlbUsj1JOQeIkQM/7q3PQie5RRCb5AIjnJYjwYYdEtiLKLzXYOj+lEb5thK2Cb26tyrqQar2bBTcXd1jMVOa2MhR3AatGtknaqbrQ2i4gplPaX1lLadmzc5U0uDx0L2gAPlvoiWZawggVU3Pzjw097F9jVn2302B6waI6yI3rhxmnBj2kGHHo8dPi33A7t6TRXjDDPVsb1e6W4DOrU6j8QS3TS2r+ilP8p+q8/Dufm8ZX9TGhbgaBL9xL/YAb/OPjBMnq/acX19oNTjqf9soMen9JsjOb0Nuc7BbSr52l1373UE3EkmZIVrZ/V6R38/9QfM6Og8sM97+AFLe2KK21X2qfiwm0Q/ce7AX94Bqdw3pCL/8l58/trZ4y0+f9RzhH+9A+0cf8W4/3rMnzte+drx3KeBVbQLrOzNVvS+RX/w+9mS0FU16dYRn6KWtwKu4U8p/8uKsk/giWURDg6/V7V6GdiMl+S2QtrlJL9U7+GkHOix6HZZNznKeqLcKP1vcb9+s9oCO3l08Xzs7DubcYDV/nXbKOjEmpiS+67dp27Yd130O+bVTnKTpeb8UN20W0ju3fCimohqhj87JLLzeXAjzP4WgYlukJzgcgLNZ4nbWdbcbLgP25oREc6VYKxGhMKH7UCzLHZaMMEBJyncDMtQBEb8paN+WOPkPIKDrVE8/hd1n0uGi8rommL/jzCp+pVWSEq4ix6SIvwAFOTDUE12K5Y/2wEKE45X2nALIjlFIKmBBOgryCWmCD+QBbJsCJmXIlKiT469GFNykqwryv9k8xTyvCfnbwE/Q5PjyTEcq5ZzMW974n8S2lJyvQoXjlDEAhtuV7kLH0hUg0vCTGRsdiZnGRGOnWMibCrhLvKQe2ARTc46xACuGQQj95B+R5GeuhVi0e8i/GDPIK6fPBRcyr5z7S3f51nnVZT3O6ddrTTYrM1BVesFlcO1i4w8chmphT0RYaL46Y1sgrYv8lD2UbhQOCVhJjia3Ut4kJwVZ4Usw72M4FAE/mgHywBp25mydXZ47Wxurp8n7AtV3gaqTRgxGet09i/D8dumEYOfRNOmiLJmR+ZamiTNIfbZhm8w6dbxDsZn0porOx7FEa5x25uklfAaS/yJz92B2zNRGEZFayeFc7kFvi2HzUnkFGa+g1L6UvJVYJctO4lryLFmDsuRs30bn3kOo2QPU1kfaYUiK2TeXl3Pk7zdmOon5nuC+8MWnz9T9v/1Ufr5vlClpee5aTNp8oV6fz6FDWUTmkQ/8f4dOCueO/Dvd0ChqA0Re4fkuIFTGvPbUKnESQpJW/cftNkDwNKRPeCehfN33+bsi4Zn657xwx1gr0dwMDtt8abWV0M3rsZcHR3MxCco1G+gfK83G3litAP+euGvHuU7y9bffHxcdYSFLyqT7jMn47EBhh1uaEavWSfGcJH0pZo0HZQlTgQmulHiTFpxD+Ox+ZrkGcElnFCbTft7X9Gd4QgqWLgRt3ALX27/XEMO+srGlLZ483zad8eyD88WZ49ARO4ZKsojiAyOPIif7cZ3EjUDj7sWhtwiMz1O46PqyCGcoFCE4+5BoQhDwPEKH8hUrLs1NSW+ymH3MB12I25AXNAZbk2dJQkj/hEuPChx1HgaLdeSOg1X2yOk379D+4fpu0NJL84q07K7O8YrAZ9bmeo9Hpkh8cRZXncQ5gkZwr6Wl3G2b2RLxNf0KvM8mU9ZuSqmKr+P4KZaZ+Mpv3bvq/l/QrBJXijblsA2JHfms9nBw9/UfeHgUS8zFqZEONwKPeAUFCmzTouo8cEx6/aiJ6aQ/8J6kWHVmhYZ1guUIjiIN1J1hyrLsKJQ0ML6jOiO6u6YP6L6A1T52HXY52aU05jqsGMPvb+SvMVHcLZjQkhj1OyTFNIGfnORKhdIJ9sOQ8Je0LjJD0EbZF31YaioBeTrzWgPX1vsLO0jB38EsYr0yQ9aG3jYqkvI9dNne1qBvDUcHCKfnCbRO1wulwDTZYqp45kLdhtPXgf2jMslmk7MDE3BuAAuJNtRjtRtu1bhrfccfMLhlafGGgrGTa7GUEtSKHMnm4bXkjEbaafjpgjzN5Dsts8yhGxQzHZYn2F/6sjJ2hQRU0iyVMh6VMhWJKaIykXaiv4oL4HSF77o66jimXucFVVEMAdDMmNIMqWIUEgFIayIqLbNiHDvhpR1yT2wnpzc23YfKcLEAJJC6uGMtCNCbgBlBD5MxPooX7h8ry/bYaX5ub80fS0zh84oUU627m94DiyMlawF7RsUbUaJy4ibzpVWHF+GIOBn3UXRtyhxjszWzQPHic/dAe/5fII7nXPEwJyNEZoPuQVlykXkHsNws+FIFGC1tTZWsT3axl/42vsaSg25QUuj3i0yq3YtspoIUx4ZbQz7x47vwPrmwfy4TzSs7iP/Zo7zFBjOU0LcRwtE9rifeUZ8xg5wDj6j7lnz3IFzB3IHvrDLV7c/kS6hDgAAEABJREFUd+bbw8E8pIy8iZDG/E1gR0gKqaCj/4AqrxFYZOv1JNyNONN3G3l7uJt8Bjy5A/90p/kMF21EJtp0ZG+jfyYYb4vPHO8n185Pv15Ak1bzixVyjfl7hkPd/L0oe3+9LjKj/d2G7zCUQKan4zLGHbzpphFuMII92awTgG54MMfWvvLVSr505KCRANDvI8s53M3BpY+8jt1zGcXXHPyWzvAjeLPePin24XZPj4bxzGgJd94zAUVIOoSdBC0ILfrmNzup+CSFdAwHhMKH42KA5pMUclhYpnCHvYJ9bg7RXTjArcRFFKnw4QKSQlK4c6syfHScpPRJx9JBJIajIhy7haTkJdn1JMLHK3nkxDJW2G6QFE1vUjLHb7yW8rlW1aM7HBGSEtBS0aUnZDjWyfSS+zfDpT+35fvpI0PIQcDCa6aPlHA94vjl3W59NVeW8m/cBYqwHTkn9HAtZMNkr0IyQnauMZn5Vo3pMaEm0U8c78Dm+og8z+GjbmIVSaMrNfu3TVtia98GzGNvazrULaBFFxyiuw9frAEyUqGUdIuGFXNMWn+2+4qFb87EzRQUWnOYhuAVIWWHEnn0dqdLxMUcbwsjofCffAtzjCylSyjlFNqVJefWb95vePKDyxE8oNs0o+STM4WEXKM94OVhasElkJfpEmC6XNKGy/E0RcqpyJ5HL7jEdLk4/38xuU7B5Dl5bBV4Mm5Fl5Q+EzdSkukRpspHWHFzDPuixtvezcV3FNd8SEA8QF8QYd3wBCJC+YeMHDd8mLOedlR9lmEtIjtiIqyWGPepB7yRdpVwirBQIlaHbAGLsHQO2gj2zrSIna07imIVfTBEvPsoXzD8ueGm8HJ3Ly5Psihz30f0+hxwoBDPl9GDkH1Xm/R+xOn5bjvwD88Z19ay/LW18Hc0z/fFzFL4Q8mlxL/v/RrPeVv2gyfXE/9A30xhf0QCG4hCRz4LFgmclyWqbvNs5w6cO3DuwLkDezuQN8w958m/dQfYa0BRReQ3h2bHeXzzHfi3Z+reaPf879jMfzHGO+b502p0n0879XgVNfCF7zZ+jHtT2mVuuDHhbA/9eHxXxXlY7TeRJuH+Oepc/vW4L+1bP8l8CWbXs/f1OWVWas7yf6lWiUOR2U+euMw5rPp5zq8c+62r6hbSqTG8jOeAWXnrVG6K/aNhbsb9CJEPWinwyuT3cvZ4xmnoY3q9+S3zpDYfEpjPhn6LKX1n92N3IM85s+fcIj8M5deJqH34aIxVNxmt9XrjLHdoex5qpIPwHIqM9x9sHKCypT+e+KZoxTa6xdwKO5v7CoHvwP4I38IjnxcmghyhuiOlIpCSQuphWkYopH2EHGN/GG4WWiOi2H5IOSWm0GT4geVkCWS9YbGpU+Ik9Hsgdh1TasHh28BjMw9iesABOKREPiAf2cE1Mo75Vx17ukxxuVxiKlxMuoQ0hVRzo8jAjqJLvXSs90rquTt6xk8ey3GpW+aYrtXL9MHh36D5kIC8lJu4Ni/WR4ztyZB24gb8Et/NZXI+GMRL9u2CawzIXZzHuQPnDnz5DpR3afr2lvvlU/o1E/B97qvX8uEpfKxAyS79V2/FOf65A+cOnDvwpTvQ3wrRZ8jfMNrMlIpUZBpdJ435LuSuKr1WQ1JIyvpSkWk80EmacyOqrvgGx7eYxDfYh387BfkauD8iUYbuR34w4oH0L54EH9AfmOUZ8r4daFteZOnfV/3fVvLt1wNyDSuKbvPTmr9R7m3XHt/m8uGntK3Qrfz8dd+OuSxXt86TudmBdo7YrS0+dOG2wv2IcI+gz3lUZ/J7sYxZfS0M+ShqagQJ8a8PrYaVh+8RK290R4sy1am23BpxTzq0tb3QHH/g7Km5hknOhSEppAr86JYySlu0Yi/9tKindu6Ad6BeK0WU3qwvsCiICPHni8wi9g9FOEYhywhEIjtzcf9wemR4+LBBVoOZDze/1ec/e2vST4CX/9kU3v2MR/+FGjXegVyUx0351V3b7IGUTLpxfiSFZPBwDaB3mOpDPMkxK0yhQbzUxYX1RGQv8RCyQLLPmCqkZtvvh4dzrPV8WNpypxInIV3X0n3YMtDWCPsle40p4Xm7lgzqyvXRpRIjFRmW1woqosMlwod94RoRNd4SvcFsyH7GmPdwUqTtMYu8BA+DwTRdosRNIVUQZx1+jUtkPDmGgC4hTZ5SwURuhSx1Wfi0PZciC48+EWdMrneLKab0WYqc9VrIB8Q0iQ5m23nFJrdAQrpelcXvMXKs4oNruEzNV+Wlyi3vsXI/kKH4nsc5q1d3IG+zfGlL5dUqZ96/3oE8XXScuxzcxqwncXbnDry4AwpJmVtF6md37sC5A+cO/LUdUJS/tu5i9b09MjZNKqSkkAoIkYouCTMhFV1SxiZZO0lVW4SkjJPWkgipcFsdG0hCDPOlsS8T3Ela8myf7ffugM907MEON3t9PQS42QZ8JmWc7dyBT92BneL+PuRvRf59079KooCd0O9Ml5eXxi+zT5t42TNvoX8Pzi1M2YaD57fiHnDv3mLWLrF2eWhgcbZvvQOSz9MInrU97g/aKA/OKavcjoO/B6e/2Fy5tLAISSFXkhSSwl24TxnVviclOcSIimZ30gXjY4drd/WkalM09QhJdBvE4CDOtEVEdhFNZo2INHHtgLBw52ahuP2jBCxyhOZDGi6kCNepwO4Ry0HcYt1q0y11Mn9+B7ZXTdp0hi+0vPK8Sbaaamvd5jAHyVFS9mFRA1XlQBDUQVKIMEvEO+C3+CyT0u/cSFBJv7dj2ZHEnY6wN4FR74z2T93yzm/RJtD4tBXrSJ8rwSABulGaHKwwHYoISaGIsNhAtrVySAo/j0teViTbO5jgJ8WUmEKWCbWcCEnBkQIVZQOF/5zLA1TJdeyXzHUI62HfCiGXrlCVlbumtJtWfZJC2sIBjfMc5DEkx0w8tLzEtPOglTjmm8hY4g+gzmf94rpgmszbnjxmotnIhGKaOsjx2C1+JadQ+hbZ5idRY4rLZFymmCwnx/LgF0z4wYSvxBKTvuTgO8hjGC0m46oNt+ASi17ypVJfk/fZuvsIS3ehKEeTxfo5/XU11bXlm569cAX0hWt0MtWwSGe9Y+ECphEAN1+M/BUq2RJpj8mH/sMaxznx5ZbjeTgKVIF6g4y7YX8I8UenyflMfPAa+aPbdy57uANa7u95vx8GneS5A+cOnDvwd3ZAR0vFCW5jpDF/GxkhLbGS0pYUzxxSiZeU+S1XUlNTSms7ydpJtz5JWU9C1sBQU075G3eA07sH1ovPsgprrSl8maSh7M/u3IEv2gF/N+I70heN/sOHZefWyN8JvKf8noHeA+79C37gDvL+Qc+KH9wBztoIj5Qd5cFtc5PjjeZRbAs8bHukNgY56EjDnpjf7OLJg2QwSOuGGHjvU7v5Hs/NBZYebQsH1GZPaSH+FCHJqDIibBnIfeBRcJQebQXXLEXsdyu6I1J35xZJRgSx4QNpSOmM5NE7KBSRiN1j2vV8kePKnN809lzK9/FZd+1et/l9GhPbwrPz9N1/pFF0Pz/rr0JWxpJYaQ0vqqyyxL5dG4/6zDDqgpvey6Z3YVVta7sOV16Dfp3QU6vV/fVnSHZdbLMtefH3yCjzKfvOnFtOzzc8aQolFFKHfIC39kUoYgPJnCHzI5iO/UN2KaQ1TLgp3BVEOa4WIMK+FfgIyf+vRo/CBQf1HS8ppA1uHoBeoj3U5MGnNIXuwTUytsmMV/CAVuayXuWkzfgbe8KeHLMFfAV1s6ZrL/VrjmMm5/YxfWzGey6NuyuJBZMf8K6k17cZh32inuS5VIQirBqaEYqHD0IBCSl9AaSEeBtaxSI9RPmvVlPxICnd+QtMfnFBppmWY6skNHlfe8i0e591+Aoe8gKbiER2JhxJtmuXWvAeFmG+cGm744HwDRw1c85K3RyN2wRyhDauRyDLIZ6M+9bYoYbG7Usi972RFwIxI0QejL5FOj6xY7yc2tNjsI6nk740IdfqGSCB1SdaWy9yhFZq62v818rPGX2wiyz/mcEGJUbpWXYVm0zeM0bxn86V4Y+HeTbmJn614OOxvrW3X1jTkT3aAnruGb3lf5Fkqm8cmnJbtPLw6E2i/3sw+rP44CwZbrfE0Wtl62uFkCO0QfChN4k+wo5/O+wo9eRyB6SdPUzvE91DZdqJabLVv2e3uFdkPzF0QJ0m0UGzkcZ2SoQk7Ev57q7VRW7x6FjkPRp7xvU7IJ9v0HPv1X1uPEbkh37rs4w7RyZ1MbZJT8a6v0Gl+nQ3F3k681cktK3rpRf2oV2hlmsct4eCBiVaHhK0kF5vHBIeoPdo376br8l1DN/NC3r+++uj1XzGrNt1gtyivSQbPxw/J0rE0PskmcU2OSNuE/JtzfW+rK07kz5c9lOV1gM51W3NPWD93JB7q73n31v5Ud7ax6k8wt4Itzx193Abfcxs6xxHH3opdRgQMR352Zy82Vhxy1D/Vps/ziCTuNPxdlBwJ3DjZjyQn2M2vmYKJYMiw7B7MPdmx+FxP+re95h9P7U9OAGoWzBzOOQI6Wv5NrIOsnLkwCF7OCSajU5MAzx6L9Fn+K151x83RyuPI3WUF0DuC2mrFHkN8tOBlNa5BmasIm3Ua8fa3FQ15AzHqbvgeUTnHXKkHbvF7f5I60v3+tM15V1QybJQWrc9AbDIeyhxqmFIuSqm3Bnt2knWNnLmCKlczyfljrgG/DO4Vdmftmtks91iV9LO2Ua/B9eh7pxju9MlhaRwN4Qku9aYkuOB45q3FQof2TVpg3h7tAW8EeYDWSE/yAxDkzNkIP2AUxXTZQr0Ke3m35eT8wuYM7nEIqutTp8Klw9oza+kfcxtxdWYnA+6Y8q8XBMbmMNPbspm57wcV23yqJ0xNQ9OUiCbD/0yeZ49NOW/MJ50ics0xTRdFmiKrGk+pCgwZ132hSHPpcQoJOcLSSiyQ1hvICbCVsSUuopEr4j0ykIhGVGBvgMHh12xPlRNBX/V6IQ6vaqNymLc2QrCFWI+4ModL2744ptvg9yroh6+D3e3zTkEL2HPoOX0Ej2nwxp62NFqW+2ag5pjlnIJdTEblTgoryUGSDfdAFCZQ/4eCBoAKrLbSyz7TsgWmWGSvbfIMmvp9XK+R3Dy1TsSL6DkRR5X9z1s5jyQqfRO63xGhEfewAtxiN3F067ErMUaUFJ6XZ731YC6uitgr8ZwiOviK1VLfNHxFVC3aDc9CTfko8SHku8M4tpuXlxZzMM6gZRGLuA/vsgP/i7IWSBiDPaqgM9hkeei2L0OE6sDxuA8GpL1ndySht9LK8IUSoPNnUZElrU/dUtaDue1oa+wCrKn2uWKsU1zcqG9X1bczF7DdISu4VkuKE7bpWE2FKbv6077+s+9v5Uu7fr/nPccPWy/XUzBrOfjfvah2KYRgLkHYnbhHSJv1/+6g7JgVIHd76dNDLFbwOdeDBxQ6T/ovLoD7yuu/SQNwScAABAASURBVIrMZw+vjLTkuGpu1kAON8dxjUdt+kama8MtF1kZnRhQrIOe9+/Z3fYIuQcHk7NFtHj7dxtXT5lp9nWCsCPkEvtaNb6nHtaZ3k6wmLvGTuGzq0mrUanIQ+6Bxahxv5MUUsEo5nmubIRIzA4FrqG3rc8x1t08FffhORVE8zc5b3yrhwwfTVqtjfdALvFqWqiUy0GKLrNR2IhZxuAokXFzbRGKD1jHn3WqbWq/ETMGbLgOU72FvaURsUH4UHJW3PReMBlXj+8Ez4mzv4foDmJy6tmxN53TqhrvmmHI3Pvag9XmsJythx9JOO5MuIturbZmIysVvd64NlCTjT/lagfYuiex3dG0s4Y7t3yPmc8JhOGg8jnVevqQnkkV+dE0eXPZqiP1voOvyBtguU5gGLdZ3KpA+cy7eNBKNWeUQYuZvbmUt51fLjOZw9pCfhS55BeL3O4n8weeXBa27Gub82mIhrIX19lu/Fa6SsYgb+Bgt46WY2V7gcyY2G1Xexqs3jZFzPtvPc8p525G8eMKH8gjOGTVtrHLYKuwgUEmu7h/Jtq6kKUAOfIQsgkscILAlvuCqBpyDyXyto885L7B6l5rIU32cY27kSbmk9In3OosraF5sZtOmS2a71Z6XO9LGKVGsa+24V5D+Ch1YlgnfBz593xOG9YjnusG/xb4bpH3Moded3HnGnTJa26yC1hHDbot7I5wQIwOeMMtnIdoUhElIclFxQTJzEpaN91UPtT6Fs5NyzerVcTMeQuyucsYpDeziFVKM3DN6UnCpDJ3MFvghAsmDiA+FQrv64wIRTsKr5BkCljsNmWctJVR+Iiw5xYKH+7c7Ixb2OE25CPCw8XIbU9ISqCvYD5tP8QoUhYLrmEdzHG20Q2p6JJCAjU1IhQRpgIZzx4kOkd6KZtMY9Ou1UYm3Lm1S7iN1GRG25+2ZYuDx5x/hIPAyQUOmp2ydX5NOYber5RGPiTJGSGTcyKpPdBpORcK69mh3EBa+zDj4Eg/148VybnRHpYpx5Esga2wXCEU0bhQSAb5gQSulbalx1Dq8L7hOvbquILwYc791QjzYT9AIBNRD0hQzZWA34PHD+YxhOflh4YagIewk/l88Ecu+uR4GQyOTN62Zdi/QJG6Y0Lsg4K1KJQypFDWsq9JFY4xmQ8SoD8L8ibxkNPwvFY6tsfMmNRrjHVVHrlFib946p6zpsia5FiXUfz2mUPXLBXsJbZcHzlZJlizQTzAP2HPmPJh70VFtjEnP/y9VExTGVO20SdL5iMpovomywWXrKkV5zlOt7hMk0v0IKbasvQYIg+ZmIK6YPI8ppt85ySnkIzogA0aZz1WiMAmAxkKH+6IwahSqtwsIyQlQhFhHUgKRRilDx+yFeYjrCl8+PXpFye3SWDCd0UcAMt3x85PzIJyFyTKIZFlMWrq1V9GSsS6d8UIYhpsoHrgdM0y6uHiy5gO6Wwi9nzwWYugDVzChbLNbxvEr+Ac4kagLjxyBOqMeDh85O7BwxK2A++U217uEZ91HcBnyu2iC+f9YHKjkcmDt0Ss4MLk47JaXT7ndZ7h89t8UQ+GmWGu123Ojbwt0umL7eq6cYiohydSta3IeXvwG+lVmPY2eR1Wbvx3OfZyD9S0jzHehLma5+WSw3nDb9fvl+jtbwfXEqXc28g+dU0R1YqYrKkgzwUzaPA9JYpuMWgacGvKJcPFE6lHhHSbp/CfebdoR+ruJHyVTd02piIkdxGRvTvMREQgA46uQ/Jxe7Bd3w++xnzC83Jgcp526siE/eaTQyZXzplNZ671uHpDur2IlR6fesxz9MRu9GAdC3zhe+KDQOIMOz1Xx6P3xcweNXm9K/hikMxs4LCuzJEqO9e4knw1vQOmy7RfAbll1eOefRt7YP/zkMhbzHkeYO8e6eS27V7ces1rH2EH/n5fXCnYr3jtoBRzZ0TmkCvzGtABa0E24J9HcvLKnh37ijzXFXzdmLpNUJjOLvpDZrPVPMkMMGkt+3AfO4dD7ZGxNKnYUpGL574mKaQGxyvCzZ03J7qDN5jeRHegU0PVhx7mAGKRtVaNIzXPV56UCPKkzIj+4DQutoK/cL8gfMigIY2b+1vzITvUKSHW47QY12qqpaSQFkQoYgRikp8i/N66huxRhGPCYg2FpPRJSl16o2QurufCOca3kMEhuiE4lXl+8DpM4T9FtGXE5kjenENC/CkiuSdlzIcTVzr2Fi1AIdTsUJi5pW03K7bzQrO0Ve5ZvAqwe+AEjUO/B0YA9+J+l58VD8HWealD3x2eW1LmuUberiydUhsGwKzSwW4RvtBShg9cnOtEPceNs7s0E/MA1j0w71Uzqk02KO9T9CUWLutkDTT4KtcTgdyFp20fCaDUYA6lPvbrYLbHdSIYdYTYPTwft/b6aWG5DclXpuq5FvRKI8p48thG2QDohNxLCskIA9nQbMswFBz0DdgLNsOGU2a4ZNGDQ5E26gZqtgMkW4+g5TTZ55hzFffPNDIeQIZk5+JbGaH+jzn19la3fxW/9Ud/qDcinDsjNr7wwcUC/BqzlRFEFWhl49/D3vltw2ehveTeKQe1pCbtpz6ITsd+DhSP3UOSq78A5+0WdcUwmGdwyB3xKdHXgDZzpxFV4VqSQqoIS2fLCOsAfQv48HF1TEO4Rg8Ffw4yL4u5pZHdTKVCHCAPuQM+DWY8He8LyB5wIG+Y1+zr5WmjD9zq1Z0iu23A2M5QryflOGTFOjR/YFqR1cBXVW9DzIibg8iG3gnX26/orYal2zyJpkOgI4dgzAxAWaPRPrnbVKg5GKPDleC0HYHEnmEudaSx8V/TjoxgeBA+kHzhQtp8rXW1XyxQ0+RrQvVitaxsXrhczKByeb+1jkxYp5EF0HlT518A87MjoDA2MtHVy3h3V6OMlxFYj4HEHZQPLo+VISrnT2eIM6ZwryGiHs0bjorDg8ioUdYVPug2yHN6xDmtVomUm9gbLrpjE5tjFTdbWDT38MBqNuv4eyR/M1at73jJ+gDyj9YTD/Cm9mBuTyp4+CjHNaTtfGok1/QbWcYmLjwHpV8hKdy5Ia16HsI3yylknYeIycv2XShziJ/qA0jmNnneW8i1t8g1mUcOkXUuMWXtS0hTTDM3eexilzGZS+FKnErspXLOK3E1R9Vvfqq4TPat+Ets53WpcyFH0xRgGnDwYHIMD6QvF9eeLmVOs5zy4fBlKnLq5KxripyDfTNXdexHwZ7IefJ+J+T90hSFs0RPwHcgXrZbrmOiclOVSkkNx2mKID4xWS3zl4pPQsol8FkP5BSBDIW0ICoXITcDuYXjoyEc4+Zg306tuIWPa5W4h3BM8rMsCaWHNFyk2PRjDG7tTlwa/hE8WdoxPP5ewJXJX8t7h8VNGDO4OmYPYd8ersExXi+eOMg99sXh0d6/GH+LXKlJYkZohR2Se5FTrCQc6tXkENesXvIceN3GXe2vsNtx7I01i6tjre00B+x47tLXuxEfCPjAvHJUJjdCOr0/+Ire9wvL+MdQvfaJWmpglftG5L7b5j7Q9FnG4HDsoX9JIbJZ8+e5JJcVFH+SRXVtpgIg+KyLjMZHPeaUa2SsbbfqtNA1woRb4O+BAzv6Y3Rz+RacJ+mluC+t6ciG4il940ayRIz7Fj/2fpilvF/9eU0f3Xf6gci5wQ1B1TX6Guh5KTgvpYm8JiyPmkJHbvvu+z2k17ueG5yThzy++yBip4Kv1+Kl34Fj+J51A2aEDznEeB3MJMOt9CPa3DT2aw+EHvnw34Lx2thIrivkNhK+offB9fauvnW0qW75gS1fR2DgSs8NrzAfw8Mu8wruXRKywKQ5IT4Gl3BzjdzZ8Jf7gnlT4ResYyMPOEBuSuc2mQG2y5VUrMd6KjSQ0XRLphOW0D3gwewjpiAv8+RtzzHWG5eyL3arl2g5co0wE5ybiFDEDQoTuwc5cZMF+0GQ/hl1P1wzjg/mDRgn5X44bjkOlChZvAKnzY382RgoWz8XlGGazzzAU3Keubz2ufqLPr7/FJ8THmwe6MHIvxT21l1pp6TJeh7ne5wHm88zMfhTesd9s+FzB2d9DfuyEbgPrhFAbpFohsfEJpN5UAobaa9FeixpvY59hBLrad98RHiGYwtKAY81TAy/LBjrWYSPmjPXNdW36mYO3iZ7rrlFnIdiK3yLLrBXHaxGb291/OEIGcjguLoDHZem6bmpnJVoMZ6ApJBA5GHVdqwQqnZ87HAZSiWeqkTiQwkEarf+4pGryXEFYW0Lad9HLF5kQQwPmZ1hxSWjwa655fdL++MGJkYJNbM/v6k7PGVXSE1vdVayFFrnwMndGnyFj1braRk+1vViW2M1L8c+Ym9rrOyIZjL3axoRKVx+KzPG/EpGeb1cNzJz3V09xwWOrbZdUeCC5mKF8GHe/dKwQWVq/MxUO2JmYj7sG7Czu1f4taW3/5nOBt4bjJgeR/EseIuMdwH41H9q98ICvOxc7XV0gaRnr2uDIfPjwxx4nbWtcutZZ27jP9Nm3qX+Wlus4j3ob5czDH6i4jD/o+T3yG+70GSEtOhxc2x9zR7JnkPfohSXdDumim+vl5Q50mMy4iiuPBDLh3p+WNZLTfblw8FL5IM9YRfgk6g7hTo+4zLPvCW+dawiokBq0rHWJYVk8AAPuK6MvuatXuPJM3L+jJu4RLEvobSnwJZ15A3gd6GYPKcC15kqZGm0eUqeD2h+SzmPMRtu1+AajtvyEmPapwrHXPJ82J4KqLnO85ovFY69XKbYYpou5npMAbfFZSr8hXjgupfL5NyK6VLykr8svGOmqcQgb+FY+wt/KTVqrUuVxTdVH7JAKnsisc+Fm2M1BfsB4ORa8t4XvfhSl3UDvUGTuYTry3Beco7j3ILJvCaPC0R81bEbiOkQ4RhFWEQe+DBSBtoKwcG3qpR0BZSIm8jCxuHxSMyowCN5xIxQ613tG6G69wRvYXvYy2k8eU1/Rr6a98wYLfZ2LO9Tcx7I27xx8KNx4+x/ybLuLT5r/Ed2hbk8O/4rOR7DaasZYQC7Hmt9cK/fy26xSLCNH3HbmF9is1SQy/EJSUnX69hHqLHU2eIo7R/4ttPB/gfDfnAI9nOEe2XJuRdz5D/anSPfUU37HpoWQVs4N9/vkS/gA1N+YbQz5aEd2J6UrV2LcCmkuuNf+TYx7bNjxux18wB7AZUnDmA2iQ62NtzjGEce1Mxl4h9hXG1hyVmsd2k5JYpR/qfgI/cU1vo29BtGUWzkEeYdPwp6k++R+bxpqF9e5rWdHJ/rVa1tyMr5+KbyFTWfZs4ptfB8L6327D9WeIbqxycO8uPj51Kd80jbK7rH36t5vbkrtK1EbsFD4G1FYpK/2rOFqXc3hphrMjiYie+r9PO+eteP0FZBTDj2BtfwodljY79lbHHLYgtTLzYK93ixTJdGtc4MXp89csF9wKHOSg8D/o5zZyuu84buBMz+8VZdV3R7ekYtOVMr7zsCOwj5AAAQAElEQVSN6Z3Fzlo/dAfm66sqVbCaVP1Du69CGtSDcGY2dzWjlolAieODrAYi55RZgf0A+IQBKNGk9fJC7PrOZ/eDzfluc3Dq2c3Uz1Y4M6xAIQuJPta6OUnmDKQRhltEyE0hAdQ9GT6aL9WQRbbMVUiKcNtCSURE+pVSkk2lbuUJSaiccguTOCPywdcUag+xmhRchR/yTZdLTH6oVtAevsncFpNL268idSMVkmZYicgYFRkqf7J8CYyrmDK36Mr66HVek2tvkfHmDyU1uphWo+a0h8rSEjOxv9WeqpQWvzTW57xp7V/GYC1ep+snh3QseUe4XJw3XWJy/OWy6JPt+yh5GXeZloe+mdv50p5yjGmkX259l2nDybb3ZtrybY0X+/E5Ls8vOsBGtrjUifVeZT3LmqvOJ5k35DzqTZbTRF4BsfBgsg85xDSFtJwzG6GIkBQKH+7cImwPEemNe0f+TzHdCzr9334H/DPBt5/jOcFzB84dOHfg3IFzB37kDrSPVEjwDRYhPufJE2mw+hVNYgJfMfI55r/dAUU51fKwwGLV4HqsnO80zlrnDuzuwOrXxjSy243/jg5+egXfcW6jOW13+EPfSftbiHWFRkOe3LfbgXaeNrK8aRzMlviGvTD8e77CtwiGA4Xd74kfAnI/7Qd4WMA9eBmEWCwNYgQi4C3Z2A3SYw4pv1ZF2K4MewrCh2zJMiwTNoQuW0bUY1bncYKoFeLJY3oy/gz/hTsgX0KSe3lxSNs0W9mS7olkDzoS7BY5ipAU/FlzU9w9HB+AQEup5jQJ/wz4FAEGOTwA4I0bN+B/HqTY7pMYJI0ox/KGn8hUa3Ag0Pnv2SzRD0DUqPxXcJJ8GvYx5QOc6kefpozngY9U+ZF07DTzUzjJbTLIabLo01SkBF/Q1w/qhGM2CB8SfNhjCCgkYD0iFPEgFDy4YtwC29pgrjRFxAK1eU+XKLmW9SGwzGmaAhRfeUg2mZ/MXy7NtpTjgPm5pu0IhSzdR0LZh+B24RjiEhGBjEAYSkVR/myEpIjw+KHyJ5tFu+3tE6xzJGsbRProK+yPekgqGsKQ3JmRFikppFs4rPBW1MFq8hFmax5qg6mQVFD3drK8C+/tNmZ1voY1GMfnMn2XmKYNLvhkHrngYn6LaSr+yzTFZVowWU94TSkvU0yg8bNkbPtk+DU2zTx2h/Q3u87tUu3ma3KiZo8at1f7iPf8Zb88NzBhayrnCT0U7zp4D3hXrbPOF+1A/57r99cvmsU57I/eAd9TaAbLQEgKSZgnzh04d+Dcgb+1A9z6QF21hAEqgbDpFuIv/ZD/ACpjiHErLAr5ht5f3f1zgD9Y7NSStOM56Z+/A5zbW5RTrkA2jNbafMgIxXmcO/DeHTiolrcs/9boGxjfba0dBJ+u7Q7knrW9uyNvc8045x1fQeX7RoNVFz7b994BRZ4nbvpWo5cRARUHR4Y7CLkNM5359yRBt/lkbSv2Nv4RgnLx0w551vKk74IAxy1Nzoxg/25hn+wL+Q+5RjhB0R22A2KW9mFb9A132lbcghyVjj7yUETzodgsBOQA6Y/HjumxsDPqb+yAQizUnRuasWg25nYtkdUex6Tz6keafkMsH0Iwkr3fOSeDLHlDbnrKBzuPxuD5Xpz6Jo+6yXsMB9rrWZpovNU5t9cdeNPw+9tiliF/FZBOM8g7yKk4dNjIZUbIhmHg55MS59xIGb4arMfgwJ8ulRjbyjB6I1t24YAoh20MhGUV4dQEMYWTbYW7G0jw0LLbCGGEpFBMoXyYtCcdQ9wubvPCsUeQqOk8HmoxtuXUgJ3+GpO6Y5NHXmJqD9c0eZjyYE1Vl5a8yLUpIu7AOVEhORaEpSEjbKvWp5ZktqLYEWE7FLGCDcmkm9W1z7xUHUhDDpLcDxA+JLmPkIqMekg7NnwHiTg5PwoiLG3HgnCMZFvVl7pimsB2r8v+yz7JfkOCU0jFnjop+6gj4acW8gjUKih56Lfxs2+yb4g+r+kbOdkm13OU5WQbMOe0mbO5tNHl+RvFtp4+r7lKCd3zsZSsGyV24aRndc/ROWG4xXJwA1ysP6edC97fgfPS2N+b03O4A747HfpP57kD5w6cO/CXd0CjxfPhrDqkqozi3s0xVMO7az9QT2LwBwLPkB+3A5zaLR5ZBDkRXBcN8Y0O5vQV0/mqcb9ird9gzPM70BedBP+G7JGzf8c54GUDXHPVTuNb7gCnqkD1HaDJo+mqOpE9Kk0l3lTS5S71HUmsISPmuFZnRyqW0JVuI37aUeeMuIfR0sgJui1qcNLu5r0tuvsSkHxR132NSL/1Jj1WqhksrHBHs1REaotECycg9xBPHNMTsW8NZfJvLdiKcdNtiDYKErSgvyHZBlaK7DFvC86XUPaSmpHFsBsiH4K69/NQvw2WoOR4uGnGeiMd1am2svEAFboBklyki6bIbibTKl0m0RUze+KMrNtLnNiWi++/Mj/zOdaedM7SPJ7j3JxifXG8pOVc/KA398pyVSTL0wF7qrC2asrzsqKODYUz3EU9fJOp2lNCajWQgPQm0cFiy6PSYANFcXPw/13QyGW5cjSIKtEXFJbbmyIcETy4QuYD0imEfQfkNCjkMtMMzbnwzyFz/dCM/8lhWSZcL2IKSRuYI8Z+IfNBsDlsYuHQmzTnAm7bOr3t/LDdw3mSOSMMSRFRINePtKeIUEiymEJxi8jYW77F4pdjGkJymyLMBfVSKvLPepMOCGEnFBEKpT6FUm7tyge8gTRCVUduEfYl1x5uIuGQQDHlg9LGWU6Nt5THtK0Ok+NlngeroOhLHfwLXGMCxb/Ewq3RfMgeXFMF1CAHCZqOrGBeBvMlR/J6jMlYahau2E3vpdc8x/c8evOh7yHC6QM4Pgw73aNFuAfzPUDxlkNZ97VSkl5LZMxXU18c8a+kbbd1a/+Gffj1a+CkAS90fr1b/5zGQKBV7/XKDajqOcVDO3Bu4EPbdAadO/BLd0B67R4wZ1kRn5se3R+Fo7OLdshM0/el0sV0QRrupMJbvdukday0tu8WeGiefRXqg5479e+2A193hhgZsCNNov9D8EMOH+Ya/uHQ51DnDrx7B/JVxLX8gcLlN94XCnxw3BdG/IIUdngLptE49O8C5vTEXJ4M31Z+n10mwuU0wu44JW3X/fUOJvgs7s2aevdien+L38o+Br35rXeqrWwDKvl3dNM7iryzxocWyxWcH5ypApiZZfJVTz/6ieBLCbjZCu8ZvMWNa0UQAPzMNJDy48omCURH7qCeFx6c+smpm98O09iJr3SmOS6luXxgiv3fkg/ngp6PA2pr8Zipk2OD2AabTit1GpcSRwW5Cec7mNZ5ipo59rtSErMNt4d+tjmA9zWlO+fIohRz33SrfZPPA0hOUS0rEanH6LBb9s4un3ulQW/YDh4UzTCX/tJJCqmgMrbDMBfAekp0RViPFm+ZdsCHD0u3YlqhOUZKxbQlPXbKKSR1wC6IKFLMOxRCrmLh1gj7w3FAlg3YEYpokHVDxDBO6PG/lsfDPvJth2VILt8hii4pZL90CSH9EFgV+eDOdaQak/rkOg9gUoTjgahtXRWhya0gJLeiq46r2e85Nc6yPeRUrbNI4lxjzmt64VlHy03p/Fk6B72BsVOHrxhx1GT8JptOrrz2KTEF9qLLNpjicpmsXwzkGke+aVrH9vZlwjeu2ce9Ry/rKLV6fQrJaHNBX8GxnHPvj8S5b5gisKPZWznZY9RaQewRYps/sDNmqSk5pnFh/iE4hzwQ4eweKkaMD3vHDrPSrRdGHkGSI7YNrsLCbRtw2h/cgbanyIYPljzT//UOcOI8Jh9xgNVPagwE9sozeo+9uH/O/4wB5x98j/b4ZyzlnOW5A+cO1B3wy1n+jENLVHorJM2UVHSpSBzSomOPIJUYSR5K4c7NMgaHadnbPKkrzGQX7ZAUkmwa2bKLsIibY01KCqmghUrFlhaJTxJihqTdXIIkWRRIRUY8KuM8fsgOHJ3RT18CH2dyEGaRyqY74vE1bNJ2zRaPJAhZ0T4fQJ84d+CtO8CFfov8Pda/pbr5d1tbVh76bdZxTig/yFadPBNuHset+DEx6mKsEncDfuu1L4Xrpd+GZ5S9OzdbzddJO2rxRdidNCUX9gdr9xZyz/+Opdfb1PIWDLEtDAci8i070EH4sHQLHFvYG5HOCEtp0bHXiHoQU9W3CD+vyZJ0t4AJ5oWyhcdXyP1nNWo/DzEn5vzCtDLX+cgxonqRawSHx5WlapRWumZ2qzks7CyISLX1UQ9ZAgva2zC9rdILhVjQFlnmXS9uPmBkQY8y60n8nY6le7VsaYPNCF+ssXM4xR45RBFusTp800gbB3oBVKt/zSR4WL8hFjH3V2v5hmUFaTPfO0tnC7KHKao4PDXiUndMvnEi//vPb4CwftMsUbZR4JAGcRWtBvmzniElH36G+T4GExtZqpcc7DLPwqZttfcmt9fdjb2WnfW5k1T0rlZhTKhARChCUiIUASSF1CEUHJJCMjDCEp2HOTxkaTq2EfbH8CAPh9wZzgvnBxJYlxSyjIQiqDcDu0ApsnOMQo6RH1ohTYSkiFAIHsQUtgykYb/g8IFex64IywZZTzDOdDHdQL1bOCBCMm59arUGcnIOD+bUxrAt8ZrpYDuc25D1mJc8J2NqueYmQ5NCKvPA3ocifZpiJV1vShRe1BT6JdZ8s0fyfzUW2ePiZfTx/7ON37zQe99Wn2pN+KrX9Zd5XeLCvHVxHP4et5y8T9NUYy5VNnslL3GZprhcLjFZThOyYUruckHCWVrH7jFNF+fbl/mWFyP1i/NHwF/4S8YWfZrW8nIpccgeE3xDjkPcPjjHUxeX14/twpfrJDlNIdlG2k+O0LewD56H7sAZMcOxcOROPgc5Bty0P78Su/gzZ7qEnsxj3JI7xbqmZ6ctt9jjnOKXeL2tEcmFReVDEQ1W7Q5JwV/h4zzesANyjfwPpK5WaE2in/g5O8CJ9Gz//emrA3vsud1Q/35W81x+rHKziT92Jd9n4udMzh344h3wy1pSSEboZjJS4SSFpPRLi5TWuqSMk4okQRIi7Ig8bCoU2eyTFFJFWBrZ4FIhVMEh25LCIvJAtS0IRUiK/OtkWA9VH3qUQ1JIBYW57SUlKSlj03AnFVuSraVJ2MpYSXbIOp+5O8SUfIQibhDn8cN2gM+rDW3qnNmmv1XmRxeqg21lOGP3N1L7til5/d2Qdwjq9CDcds4N/cS5A+/bAf/Umz/T9pIfhcvlVvpnRpszUG5gwo3ff6mZvx17MH77HcEut0wgPNPIMZk2OakTskH6MmrTsVBThFv8kub7Q95retmWBtf0z5Ly6A3bMRR2Bm/XAANZoMKHJTApWU84MmWzFeH3dkkhjdDe9x32juYxPFCEwge/N+fll3qkb7KYIvy7mJXQzl982sGIEdIIMm8EmNyvEU5S7qV5z19PodQM1xhjijHvPOdIOQ+DYgAAEABJREFUWzk5HOzxU9YTc2TOUeLCdUKxHOjJKSRj8XxY8ww+XOPtBfSWiq1Kky46f8DpONM/rj0x4XwzYLkdkrtTg3BCiiw9dkG5aRSdHrvFFJnvRR6ol7zBpU1KB4d11qI2PvOgndw4TLC14VZwgJs/CNAXj8uU99ZU/HZapYOSb5IM0GxkAzygYkrXyHligKyUSru7EnofTil1UhnHe6wyj7G7ZxXqTVtre+W8MZZYOfPGvUvIHmBBXqp0oHKIe/DNLgBxTVqXZNoIw7opN0Wg+2ZapEK+qQacZdORIMw1YCvzfDtsMv2KiIbO12KonZhCctwTkGus4IdgYS7kOsGB7ABviHkha7wspUuoAfsuHJ8xlh4za6TtdaQ0j7zxwV+CB2jiIdyMKUT8Hcx5Odep1FGRU9ZadOzJ9S7mp8slJuSE/xKXyfKyAf7kLjFdFlySvzinYHJMcvAJ15nAxXlVzrxyXZMfVk4Tvucglfgmn6vhM/3CmDlGHTf1nPtOLeIM5tdQcjzvjk9OrlG5fJha9ZYn4fd+WcpjSlXfytk3heSY2baOvQIxazB2zifP0SWmlJ7vwV61a5Pcpq/laOzXOS8sOLyUCLk1xHn80x3wW+g/He8c7Ot3wK+15yfhpLxWLIfJOAHOJtFPnDtw7sDdHdh7Wd1N/IkB/+D+8EO2RXr9xEtP5m7Dt/bBns2hTWnyIKe5pCVYUkhqrrtS2ovd449KvpJzVO/0feYO8OD3M+t/rPYbr6W8Hbpeyo/N6sw+d+CjO+Bfez9Ugp9eWwFf1U0dS655MPbus30Og2zhzD6k1/N34Y3f5qe11dgvjEL+FhEsOHw0abU2YmP2x6cfOYPsHh1qEHxDQWzR6m957Ob7TMkzHOqX8co+YxuFsvKd2t6kGo98BaxxLw/fq6AmuU2ig60NN8bjkeP8ETuNyJP75TuwuZLyewhcjwe2YHWTuBvfRXfqKA034M1sfsO10rhRzh7Hw1Tq4EcH+UTW9eCzpp1I0HOms/U8OkhH1y0cGmjOXm/cYzIzmafD2xcGTJvZPvphJou82ElcLOtkSeG2kNUwmzymZEthWwVhGRGS5QZRD8k+65Jlj8OHRwoXdZsMzbBS+WNOWvySMqflLnJKXip+SXY9Bgc6dwqxBiB0I2TeCI4mm25bCqki85ruXD8EU30gptQbN5aTY4bwXIZ8jaf2rv9OLnnkN/Q2+hbE3XCXS2y5PXuYX9exl3PDqz1gVEze84LCSUh45BSy3XBTx7n4bvmSu9Qt9ZZY7DWKz5zH48HmCh5nqdVqPybZr4YyT19fk9dVAYcfuUXPo29BfJk3c/HcPU/sPUy+zqepxC2S3NfAfJjDs5C8Bw8iHDcjbvMi/RGhiCPgJiDDbWxlnMdqB/K90vu0Irf2ynkav2sHfAXkhyTL/j++W+m/a8Xnas4d+Ak7wCvyJ8zzkTlefY/J711+b0HegipesePQTpw7cLgDvo5mf6+b9FU0v3ulXv2pD/ymzvZDdoB/i9Lja6ddr6h6feXvY++aUNZ0/ZQUtT5f1djG7LN+tnMHPrIDq2upv9aa/pHizu3qU9FM9N/jC0df0cXHk0etML9amt2Xgevtf6l/ZGzufTlX9qeHyaxrDrmF3dnIx5fGr+m86DevhYo9KI/dX7ORRiyHA9wW+9TetANfsKsMeYDpTSs7y/zoHZBvASBSxr84PnD3/kBqrox8kMadrsUh91BKHHnxlajf1Eu+ZjqUtSl8EYVkGZFS4T/b8sMqqelV+gHPkG9xsRymojzEUfAQR6o1hpKHRFv/FFLHMXZDzx/pLR6Zca3mFKHJ9Z+BImIK8mKaSq5l2qr/RZalHY6JCEWEwrBiXlLI8Q3sCZAfAkuXUKLWVZPOkYIHhpq5tU+5NnNd7eSSJ98+7aDl7PkZ23UmYF3TFMx5so2ui+sas20+DCXsm4yaJ/QG56zsxnd5UfXJPiDLeQ+ssyeTYxKM0WBOul33ZC7riDUUP/YCOO/1VJFxNdacerhWmQs5rLHGzXzhSgy+ak+WKzgfW/BVx34IxBuM6bmFocwzl5KaBZE+eEXRG2+ZY1tuciSFnEd82FegwJb5hBRShWMkr3UL8/0eL7pjV77FVq3PWJ8JiblHhNxSV0gdwnqE+2PgdVrEYWScR7cDvMvyxRCqSfQTf3UHuCL+6trPdZ878Pk7wCsMMBJyBHy/ATz8zXWIRyReqeXt27P5DCKmKqc4d+BoB3wdtauGzy3oYJSyx49iT+7n7cAD5/e1RfkaK3ekNkKTfbkRh3/LYwN8z2CUM+KeqXnGnjuw3QGuKYNrvsccZt+sP6/kPbrW7SvxH4OtqhEzP75deR4zMv82lPH53NGPfRv17xjm8yyY3XD+rNmYfdZZ6wokn1jtAPsFVuTKKBspWWaTt7RCEZIWhCAK4jx+/g74fHJOB5h+/uLOFbxvB7hQ3lftQ5Xmf+rav612t7jmb7IfzFwX2Xvy7Tg7x6TDMmMt+de/ybnjXwqXkVtvsiRaIWNBiTDdteYtH7pxLAzWb4Tk68ctuNEgm+27jMwpIqDcp+z14MgAK1VKVnqEyp+mkKyvEJWzDHydVERkbArURNTDrrRHMjI3Al+gR3dgJ9w5QCoyHpVBPPUUksFDqlzbFCbcZBlhpUNEmC6wknlTyHnhB7+hyf7JQhXooNlF8hBMsu54ciXrfngmAGcZlv9n70wQXNWVJBpB9f6X/N0nUhIIDC7XdKdnrkKZGTloAIPL9Pvd4KoZffXjS95iq16cRi6W3W305QCTUy/rIoEXXtARbyePOZaMbolc2zIy9U1sQzhi4eNb4RO+OPghqwb2IXeJPWJM7WBpcikf80RGn1HzIS9c1mZTe4eW13zUW0D54Rkj61qwC0vLrf0hbimbOGT0DewvnN3kkd/VTMwJ7DaWbekA2zL1w9voM3b8Qu5CWItBoXWduNQ4QgvxwVyz6yTTyE8u3DLL6DPw28T+gZAl9Xlp0m0MQJPtJyAOS7RL6IcOHlW006fdD434rWUz9xSMDKK/8K/vQM70Ef/6ml/re+3A79uBfNrG6PkBcOj/olxf/q5Pxfxll7/89qi188ye96a4V/fagUc7cLxmsI/hdU2d8Me4l/1n70DO4xV+fOZ1/WT0q5GufOEHrnLP+JFzIvO/klDzOct7cec78GKf34HDNZfrrZ7fz1d4FJnq+ds8Mmix0Y6IJ1zk96Cq/QmfnU/OYcw/8oixQ/lOefTFHv6XbDtwtid7zuInJ8nqBwptZ8cTLhJEDVBf7W/fgZzICywfXVvuoUHyUjNyYPD502iPEZHLMog9ZPSvoM8id4v1iu7cV8q+cvsO/L69zBUS5MVs/szOs7vJ6mP2OXZBcHtxi80L3aGXxIZtlyWZhFK21UGBaa7BJzYpDWEnP84wA5i71qriJTljJzMSk6Hg96ORe8Xh+tb22XP5XF5WMaY76+JzmY9noOnYxeyGiBFMwe+qI37Ixwnr2M+FPy7Wvan5IdTY1VHBshflpeJ4CRjdhi8vXTVXf9d12rbsgFqpVxj2kN23IAvwkZWHjqQIrek1j/4CDpIGj70Q59RfYlMLPXN3bDe7/F0vX/SMBcruciGn7PjXunkBSp0l0lqIyVyGjD7jih8xa/2l1Ry8U7ePmZiGjMe4BsQ3btOzroW8I7+32Zddfq9ZedGbP7WCVm/jy07+GZY2l+TtMHjkWN88p3CxzRwEIjewL+yDjCzfJivWzBd+1bGVcdzihG0T8y6IT84Fan7xMZb9Xr3HtZw6Pw5LzJMOkfl0Gw4Nmr50b35Zeg8J0eH4JSZ3sfaw4tG117F+ZAZV94fWW7X7rJ8douLmxJ7/En/bDswncdav1lFn/sr5JP8dNZ4c6hX22oG7Hch1foa7wAORnAP1IZPrnrZ7rK35cazGx5SvTutjo23RF1POdLYXwlt4tPJFeeEHdyAn5gwZMvwso88Y/ve42f8deht3uz76/8ITH5YbmEe4dSN/L8/o9OWvB/EnPvIUTCG1z3AaP5HJmczvVzPAr8b3r+Ldilniu0FPB6TaQJKiR54hvuDM91PcPB46119d6kP+1LD/YF127/1VZV/fj/oDI55aXZt31jjQmI/1yf1YxjdEj/UNmZJNz2/FQX0uQnN3z3eLzcuf4PCxC+i79oX17FJPi+9G+mZjjB65R6byaLD3/I9yf4svE77CN05oHWJs51Q7vsnsagK7+keKzO+IP3Kiv2RSOYcfxXsTW94LGNvPfWm7RyUpMxly6LED7ORFbYBoSu+HHfkekpKYyL8Y+w3ZFgJPU21ulCPKIYkfkO+gESwOY+0BkVY+lWappB4f/BVRO05Hq9jIgDeY2KUh28OpFC6Qxra+cXOfsSf7YA5PZefH5xCRoHF9LAwaBj2+CktXgIuEp0VrcU1j6nnUBo1o0ZsddlhNJiIaSMFmUpOG3V7qNh997UBk6mDQkpDYYuhiA3Ix3m3jT8RHgVRjACJQ5rEZPG0FERVHWHFlV5cTAXJ91bWBHhm7VDqaVg6jfJOMb4dE41eOIaPXFJTQzEPTYcgNKqv6vLwpC2/GRVcdpp+BOXyhow+56iPGsi06ScgH8OSzTfgJphgCpA/ZRFPXpq4k2x1LSRiaCzZSOSLvYbtyli7tZjt7WHpqHpGYA7e+1INf4g/Qq05kbCsvAgvwov6AsZ0ad7CcegO26mVf2a3ugh6uSfzuLzqX+DvQ23/pii9+YPJqXGrajBPApVb50K8ldVKTmCV5hcbVOrrd6rc5LEvGSEyXxISbkfjYdmKCFp85BWf+cEHLY6zlHMs0fvQZmXPZjLsAO2M3hLejMxdk/DNGbuZgE7cwPrLmW3ry4KIv+PElJ/EjZsjiK67FDz7yDFXDxPaaOcfHGrOtxE71k3+PPkcjM9+fAPNY5vrdLi68JEtC7TAymLkTXZKlb4e+cnDjptUz5ChH2SM/7PiHfpTlCxnlBHHl+RaUGyL6GeIPH3kH8sJd7WstLAE9brXDHbE+xxP8UeRZmJxj0cd2vPthqRHih5Hy+71g3CKGzMyC2JGPsUaV0s5W9QxUktqRM7Jje2SMFAiiP8KIGfJRbHxcIXwPjqb1EygOePrrNvzIGgq55ne96ka/rvLyvHbgcztQF92D1Pf8D1In177KZOXanrFe+0nmmp99Q19j8N/pPS/iDom/Iz9HpNQK7jr9/5q9fozteu4900o/N84r65M7wMnJ9fIwm5jyd7nGd7t86WIHQ0cmNqjrDzstJzuI/iFQu/KQ5A31NteGT7ulK7TYUj/ZjVpZxhEpOfzR7/De8OVP973w2BMzo18NhjxvVr6rS5ZOIY4LH/QtOciIU5D9mdbmNDJvQ7mQR3+fUNFdr8xNd59s5Ax1/l5uTNNab7VjyKQ7XaP/8d4P11fb/zDik87Hw36y6AfTsji+v4+smHyNH+Yk4wlCNVm/pVZw7HvEn+cvPwiiSHsAABAASURBVOIi8NOSfYcr/hCYsM/gUObTZu7PlZzzBvjGoXxEVp69yPxYrDagfrEx1L4Cg+w4bIbex3zaSuUrpGh8kWcYvsg9YonNinwPhEl0V3G40hLSoH4koXk6sQkX74241J6IyX5P+TEf4cw3pUv1kMi4DTchaTik6AO50G5qR/zA5WvU6FfOMN+JjFVzoOhRMpTi18WR+AvX76OzjoyOrLkfZXwPMMKPIeGP3Efsd/KXR7Xm3FlPzrAjC/1iyt9KsROz3riKSMBAvNEjT7DGx/cgLu5CEmYU+ed0TI3GZeETME0+tGee4qyeE3lAfBMI3AU4hHdUGACp+eDxwzbn2V2Iq9t5GISLzMMXuk5rPZBjgOiIzkeUJWVdoMmYlnV9VFYNlhpncczzQI+cMYeSjWS6pRwy9uaIiAziHTL6GdZZJPAKtWHJbgF5mTsQlsmxSHxZ7wFzXPSKv+qSy1g1p5RDX0Px0RiHhq/4SFD8OBucI6Pb9BOk3B5MGoAXMaeID9gtzrwAEbodW3cHw28cIYndEwuUwSbzwsjUTUnJErA36dhS9aVbUvwl1Y6DvbqGciGTpvioEnFE+Y7kE3bqerHsQCXFYceeIXyqw4ZH8xVwmJdi2a8B2+RnL4Po1lJc9HADb3dx9vAlFizB4CKxq1b095E52ckhtmoxl2m+Rre7P2MnBnsBXsI3CH1G5hnbyZ9ReYwVGcQXWViU+QSmXmpELuiBnbk12G1ce8ipZjhyKj96R2rkJWZJ/EvxyWuocb3NIXaLyRjw+Ozoj9BqtbGHbmlZOiwt1orUw14KjLFcIeteZDe/x/8/aeJdsCIz5ybfJju+YFH8y1uX5GU/7FZ3luEX/Knl5a1qOfZJbPHM30BmnIdgrNQh1n4v9pP+qr2o1mAk461rYczM8Qg7YzE34r2DJXw/Dn324O6dh8cF8vy9erbFdw2eUTy7rv084RiaEMpHYf4RJ0iNEdd0gg7zDX+G5DEAk9lyDqmbu6bQ5nUZs5XZ8opLl2GS/zGQRS1yavxYP4+MwIxr3OzR/XrxQtIq5mxvZ44gWtYAWlKtBouh6MNloBW4+WhoRvng323M7S5mV+jgjW9QV/rwn8mRM+RZzKe4V9JrB57cgVzzXwefRD5l9z0fUuZB/f0f/HBXjc8C4afehz/okFdJkUfEES7yOzDW2WrFalr6q8nH98LP7UDObzBGiH6FxMSHrGsqeoC9f3Bw+YYPhi+yY83t9qdEq307jtvtW77jdV0lxZGcAPWb222UjTzBjfEScwp81U7yaupf4CuVvTCFfjXEmGdgOhK+yCOgFU6WzmGVX+cHXvz0BNnPylEr8UMfss4cxlFCzS3usl1966ID5iEhxRH9ANuyJyi60qcr4C6pKIBWdiTRTVe0fxsskecltxedwJC0nIqPYq1LjeNnlJI1ZuSfgPY9n5nUd3jkaLXo9lRtKjoxt9v/iICJzkpg7/rsZvjIhp5DZLPJn/RYFD1v7OG54332Yd2H6SMz8gxZxcynGHbmGsT8Jszlhj7k+0NY9oZjvL357Ec6v33o2q81V1F3iIEbhyRLD4GzxRIY5QDjby1aBzFNk+LTOCzZ6SQhggg9PBJxhvskzvY9+TQzxkgCes2zy0w09BmIM/7gzI0LOt7vB4VpvgB0DX7mj+93gfkcb8Cxazr4Sn6uM+s9g+DVjvd7E5Jz2qFjbudty7YWPXG4x0QOhIoeObC358u56yMgfzRWUvgrJCC+yH8EWf8RCsH6Is4Qf/jIh6DGsZHn5BjHDMy58dydzTyJus3rx+MpwKaVf3sgY1aReAJl1II4MjSiNS46Bc2a+paXPuDXwXtfHBknwBszcbduR4emtZmNhSQuMZHtO0K0gFBa09Jvec0aFSLjayAlBKWafd5XFDGRRGSOa9FVwXmih8JTgyB3+4d9bCmdgRilUiKDiqNW+TGGRKWNc2sZS9VHm5DzNBD/0I8yPsBQElKHI/fH+AbinvXYWmuqVHpkm4tt9EX0En0w9CFFzB3EccYfuNR4BAkvObZR97At+3MgkdZyUWhNtx9JicBL2I9y42MfeeGkO7jXXJADg4sMFzlAWKlmOifgJZjPYGLDR9YcXIVsy7xIW2zl5VkDnJdd/WWxIGjeA94+cLGXno8UsIlJbAdFaFZe3jmce3ziVuSlHnmr3fTlND75E+YY9IUaAzbjLhts6mLbyAB9iTxFxuhxJ/5aT60lcc+jjZf1krPMYCzsnBcvs05MxsfnAYdLjRZn7JYHT0z0I9Zc/NFr/qWnxgEZj5qpG2joxCdvh+LYY2IWR34fbOYVqEtLmB1WxosBrTtAbLHSplvtH5yE/jPQxTHuy4/kRWoeQeW6yi3nRTeeV9e5zbPFxb4oBj3iUFtLeBALaeQZ+gMU72gE18pO5KCu/A/51E+ByE8iD/SU+AXIULU3TPVub+HSMo0RE/sptCR2CoWW/FYfg0HzvS3cOd4bgRojpP7mGHbO/HDMEj5fVopCr09fDPSVj30E/qKQY4g5t3R8O1kJr+61Ax/YgWdD14vw2QTi7nNW5njpzjaZrc3kmZ6oMz7cM77E/CzW9dbdCKumhiy73YF+dgav6qc7kFOw3juJiH2GisG/yuhBncgo/SRO9hobbqCFfr1PvValTZe/uTGjI7iq0g9ssYP5jEztM6TWGT9ziTlFpvZTYP9/qvSjulnn9p1bmnWssnVypKZEPyfMurjEcGvmdjoBH24peJaUs3fGz9wcM+pEnuOMlWZWKjMdtJGBOIZkB7CER+1wBB2tyH9ZZqnv4RPrn8/isfzDr6bH4F9mP5gx3+u332rbhObv/OUbMV2WHz2yQPn8bQB1Ft6KXvSkKnv2UdS1e1HzOTojb5E1PmbY/C+NoKr0KPX3SpTO5JqJ+U1IuSDljjJcTaSUfZdb2Z55z0r1M5BXxc58j7l4yaZFe4x4xYmLPAMuWjxqR9QZje19HCJ+g06PFnfqWslnYtbgd5VcJS1o1I1suDHjGcLeoHePT54m7YZpU9k45QgZeQZ8N/gzQP+2lvmcDs58i4+8QgWcds5mGdcF6l6B7z1JhWqJS8kY85QpEWrFsmoXyi5hrnQRf01/Kfm67H/J80vWujvjv2TEq0HqQZ8nEZdOHvb1pCcYMyzfMxMBQYs/POquhU9e+fJtgczoUZO9kzgSj6A2DaX8yBSNL5IStE4W0bsRfCfjr9FQkhegnrS2+9f+k5QnqVZZdVcYuvpxtDu9Cvy01Twq8QVVG2fpyLP2yFfxCQjKoLvSca3NsgeEDiQknDis0sVBGLpWCN97qBy14xje2M/1ZmCbfgG8oHIkL6zs2CB26YtsUHaX0U+giie3S1myDSIfITEN8oizSJ0Qe2AZQXfS8xooYI+cyIV6yDH37oPsdbq/83aPzfqjg7w8dPLRbfwDJ1zq2i1miay5ZYyg8YnR0nR7ksWNuPZCc4EL7C2u2SNu4+1Zjz9wX6cZdo+lx6deYONfQOQJ1pg7XxvndI/m2NQ+gEnRXHO03fXUa4CgRfcWsyxd7xI7YxNIs0rPOEbfYZGJzfk8IrydeGJKRj/HMvsXYmaUb9SI/AqoXfXc1ivzT6rOOhyNME6b/kmo4iiFjC5Zv/y4e37xPJq5H5oQo3y6cnIHroo8u5PPxl2N8+J/1Q70M14/lnSdb2ZfH32+Amb9mcpz/Kw/k/uKee3AT+5APiOpH3lE+ODA3322Dn4+b2GS+TMYn6HIM2TU8JFfwVgFci2Xv9n4O3AuG1/tyUwedWp0atMaETto1gf7Vzg7kBOAuGp3mzviI4M5cdhDzr7v0lM7GPWiB7GHbNfYje96tz0da4fy75jNqB/9NvOl/fAO5Fwc8d6Qiec0vxf2CT+V63JCck8eV9RaqHyr9UBJ4BFzeHyz/UDfhWZeD2L/NVfWfgRr/NIupB41/p2W3Rjoq8oaz9Ddq0jMasxK6s329+mj8pDvVz6LhFu/P6DvimBnXQBt5ykDvmTvElM48N39vEiRHv3VUr0M4r1K7/kpcdGm6V5E/Al01neF6/nlGf4hUGrbj4wHkd+OEM80/8zD6Jmh/76YdaPN3I+A+gP2sqaYqTGdWcesVlxprVuaePWvHfgDdyBXK6Ctkyt9/BgdFr24rkdcIXFBXgjXF+RmdDV/7Bex2qXkyzQP7O4hdYqbBsrL4cQ079YnJFbKkFwi3GfwZ+XkLjOQmUWX2rMHnaaALsK2bCBXkG3ZEyRhAdVhu0vJbroQprPpB3jZs0QPPxB7whLerY7RhW/AhnkCibefi7Wfj0vdwE4OM12QvBRrL8B46fgGF4Q3+pDRL5B6Azb1gIh9H84mkWpC+1iZC7neIX6w44j34CIvsM6/+Zeq33TbWuIfMDXR8190Gll7soQDBkMvmRrhkBU7y41fGMMLvsgJC3rNZcFX9dh7t7zi8c97EK6B+MThX8g9Ijnh7MSBJXWRw65cxokkP/EDS7cjz5C4Mz6cyV0YI/oR8RXw2/Nc0BfmsjSpkujE7HRsGx5/8dGvQIxNbFC1F8mLHMSOfITkJ64kda6k8QFdYmFcfxGp0WBTi7lkPBudFn2DOCBpUrrn4Ipd6KOB1MbaauhHD/9o9Z8pnufuXHnYkQOz/6X/6zswn/VZ/9fX/Vrfawd+zQ6MT1XkGHHWBzdkfPXDFkTpk6zHG/Yf3fJg5O/A9jdhZsoqVhu9/rIbMn5QOUjaWDuq/or16nX8qh3IVXMc64xbr5txXR3lscjL/iN3oM7t8dwN+0dmXCNSeZbRZ+D+sZZxfqz4q/B/cge4pvKZ2T134bIXKx/jm1G1d98Cagb7UTKPICwyOUHMj+AsB46Kd2Pm+8VHSn9X7JhLZGpGPoMRG3mKvs5T34v89A7Uz0nJZn9tuugv/Ns7wGmu+0PON7pKoiCXf3vlr9Xd7UDuznfkLyR4Yfvh0cg5m/YZt9aecioOe/W9o1Q8MZEDmMqH6AjxOYqvyUSXNXVn3OT+K1XXcrl/qCDXKuxIQFN0QFN024iGZdLtxjkveUpfKo6kknb3D7nGhc/LtBbvBXtgxO7kiBs5sZ+DPOLMtBq8csP3cSmb9gCsZ3l7U140elm0vC3KPkVeghwHHnV7Dvu2XILYyiG28tgjYt+WNy3BW2yjB9HhDeJbYgfDN2S4K8wxs74o61vBuE3P/Gbf0e6+Nb7bfW5mbUt0Nz4vlMsO19HGaf5N38ZZaq1varKty25yocbbW/T4IxtW/xS3MJfUX5YWs2CvqLjsR4C/bOSSukeEDy74NTcxG8bYZtxAyIHYtiVgG+GmE2NPeuwAzl7k6CsWpV7j0W2V31137OiLDOcFORAb1PkhrvYossAaVt9ev6sz6q0yYwbTWKvvM1xqAeZlu/ZIJSVhNqDAGcOmZ+525GOkgL3FDFtwsqSSUfTOQcyI/YiUZVt0ewhOf95x+nRlqnc83J83+9eMvm0Hji9jVvtUCvcrAAAQAElEQVTbRngVeu3AawcuduDufjvF7Xy5Dx8xxf65av2f8SpraVqfadbS1b1okeE2DesyHt+r/ed2INdGFj3kqnOdhDti+I987Phe+Dt2IOfriJo5573kffcJZoyQ1OjI+l6EvGvdf8d/F5H6Z/iu+q86/70d4HrK5+WIekr/4G5kPMrnt2CE8qdxdGaj7dUw6jqPeEDPi+cZkFEVzmTGPNZI3JH7Sfs4Xvagxss6gzLOu5EbeQdywyUz8oiztSf2Pwn2qvYDmf3PXh33wbbsBqlJer2O/8YO5FwHnHqaRbdi0bcfZ5fgtw/yKviZHVhPTZTgM0XmHC6m1YweNCLV2ztX/lxGoWn8V7Io03OSyDiTFtnRYntu9xFJXvVh9npj6oGJgyGIoxVNzVKROCqmVJzhGQVtbgeGoGKQc1T0UOWrqhuTOTQMLvL3I/P9zCzu8upUpwNpPGC2uhDduMHb2LTceOwoOCODRqaXbSDQpOpw9aMjpPyCpqkkpFEGOinBCV9BQljjCK2YTyCxgehaOH3aN2DMR9QKbBTa0G0rL8LqRRm6bdnXkJfy0+l57HPsrf6y6okJNp8dfXBHGd/7kEaeme4F8rKuxnKtyba8AD+LPgY5y9M51J7GtbFP0Wt7ltF5SZn8hTywrLn4FrjZTu4aiz92/OEiC3NO9MRFHtH4pcaIPnAfx4bTNh5DTh4o3c13pocLbK/nJHZgh5M2PbYxvXL2puO44+VFUmKQjnwM27J/DRhIUhtLjCmXRYcSoyCViL8p0hPSTg1xRFq2Sx99JARt0zDuG26aPopKoNoxb/C4/tiWZ9QtE+8zLH2yO/0S/6Ud+NT5z5X0aJNG0SEfxb58rx34d3cgn5Tg310hK9t9zMdqIzvyUmUGfwt2D9o+PzzMq7124G4H8n1lXB+3iy9ct7usF/Gv7MCPnNvcu3Jvqk0aI0TOKOcPdhkr5SMHYr/w/A68Is93YFxPszyP/A52HSWfKwrGRrSWz1nnz3/73UW3nM/0jJFKA58p8d05eXalZuYUWWCeF48xha/YETNL9WPmZr27/0lRm/LRlbl9z3wmLfv4TNwr5mQH/tLNy7QDPnTjczoWx6+rQ/1+mTGD9ersF3dx3z8cFTPADKh1cPTcoBHbzbmMf7djK+rlJHJsQ+x6+QlHu1z7mW/PjbM45CiFnUCwjYWxTiBszgASOnNJZiRmVN7Rdq0LiOIjQxVIiGyOqYf/Hw4a4em7Dz5WvViO3kFQCygn8+p8xTFnZtl6/KVH7oCRCiWqizXhwFG/nEOW8bjLXOaIq1TzAa84hmy6yzx2uBvV3WV3vRz10qG0p7rbGDfRa24KBiGD6ONBFb1zFR876FzVi53bU+QRPa7n3jBnYLaWtKZ9sU+hGWKGs/1RXZdH1iGqi7XZW10bfUDoF7CbL+IjEMG2EWb4PcxLWhwqaPJFL3CeyBUv7Wz8xLv0RT5IishwShywiV+x4I4dGXRdXRJnRzeMiZVQOoxq9HskBYdEhDDs+5jw8duTT5Zt6A4hJ5h12JbvZLiBRcavpUk7PPqwIwPD+U2OjB0kNvIMw5f4K/Ai15XbxlTFudZjW+2/tF120ra8xi3STm++cEHi5CNnSSOvydimjlZYytxsqcNuum2oCULXQv8YIuY5WKLaZ9E+n5KYp6oUXenIEOhrTOwAjtZyYj8F1TFq3ciJfkMqyHDIm3hmHSB4/eCRMT9b/iu5Y8w8h3ko056oNoWU2rurZ+gY4yX/kR2o8/3sWhIcJH7I6DPqgwexyUQGkK/22oH/3A6Mb/XvLTyfkSOSEy7y78L4/H9g1p9I+UD1vyLU/vgm2C3H3svPLNhuNZ7JtS3ba6i96St5qvCJuAu9I04z9+RncvYVXtZrB/Y7cLjb/vgldhhvncwVvwa8lNcO/NE70K7g+muUv0XbVAfXrNE3dlgtGI7W/npfPddKeSqhp3S9+N/fjdvIkGNGmeUZhv+hTOJlwHGky8Bf5GA+tA8PtuY0pfqs+xnUYJWBNiTqP9+y1it8dfGpe1YDniZVpz/1eDw7LiraPPdlNr6mp/KG40R2NmE7+2sDk03BdldFn9r8wnfVJ/+/qvbtqEcTOq12p+yLNecl44rEkBQ7T5vIQDf+sCk+AQ35ITUQH4wb/hZDnFpg5YkqN0YP0NeXronBbjE9Hvtho8aaj165XUYPyg+XOlSNaIAb/k0yN94Y/+/2PwXhA1jK9DmTt9n/g59xI+/GSoKK6nobuVIZPd7GEAMZPePMoDC5BKcREyOizHSFykxoWenyWbLNGdAKcTigs+nQNWT0AjwcDSt6BBKxxsbZKQml27foQWxk2V1XXvTAJd5nL2bKz63H1OtxN+Iacu2Ejz+YdeyKRyb3ESouuWDEhZv12JfIGB09xiUXueZvSZ/FIl3kOjxzNPshYFsC1vZP2HfQdtiWMscCut6HE2NLSLvJ6IWyM2eQmsxLcLYRHXAGCuBLRt/BUvJtjX+KDueCpYo3MlhkI/FJrn9NLghseA/IjUP6ABw0N+ATNT3yhpRlW5K3f5MtdBvfAYMvmZea9cJ1kYdM/ehDoue/6A78Rlz4ArXn/HDEOtL4jhi+ysG/k4s0/JXX7XD1PyfNS1/0BazzRI9dIKfJHmdk4U1GBnl5bGoVOhfeeYlNrZVHXypukUtvMrozZ8/2rLviPeWa/Css+K5QOYwjm9O7AO4x6LcduC/jvr2DqiGCRHwkNTwkuoBrrDaOyrZKKlKKeIzENdibtC27QTVG9AVuDwjhkeifh5477Iq70c/Pruh5KA0Z/YjkhEvMHfrD7o7PA5BEGqn0qx29JsGJ4OlafLggPOC5ThJKQuAZg0iMUGjkHMfrHtLij0X4GtfsrScGAzfxxKH/VHvVfWcH8sGdr/ey38k5c9flnWslzsggelBOFGSnu4B7tdcO/Pd2gE9CLZonKjKfhivg/ltblsTcx1pRe4PJfeaIug8lBH/Ev453lmlbttddsF227ZWLYu/tmbObz96k7bWO7YSXHcX2Tg83YG++M872oEvam23f67bXsVqCBENnjSOabfiJsWRXh1KNrtmWmx45I/F6Hf+1HXid9v/aGX+t99M7kOc1f5Td/W0H1/5QIyD6+Pswescxp9nz772bLn4zrr8AkaVXDfz8nZm5ly86w6l8ja0eLv5Go6FAETbp5GLR87dl/ATUfKoAHB6oyqEL+0vBE2obj4msNjpTywT1udcua6WqMWrt5DbyL9CYz+kNGH48m1Fd+hPTSS0TF1k5GNE7bMvewz6xBUcZrVLvH5ybcU1twUZ9BNy/oo0psJ7dcKxdO+CtWLodb+Wfqo/2MSRP1DvPihePkScQB6n0H2uUagkotKZ/sq/8dyZRf6dxDYzP0vLJsR6m1UR6RPQgZmQQ/WcwraxWmFHg1kHRVz6+fxAssX3AS+mrRY/WxbZqIuvBEsfG5mGSB00Y3BHJLpRBFz5oJJdVSoDiZj8Ba61JRyUqjaRJZOwyKRTPmtvt+ALMtURidkgAGPnxYe7iy64iFRWzIRxaCVyRCKaVveJ5hFHcJHGmdWeSG9ZxKyFcq4HWY6cixNCKh+1z3bSWQx8KMVou7XtYJqCBniZuDF0ounj5UhLyJjqaiFFJtaNsywa8YBk57i8f8ruHZBpQjsgGExNI2OQ3ye0GXgPabDMfe5E7xHi2ZS+kLjLScELKLo5OUtMNPyD0huZr+iKt+ehe5AdYmE9echWWRZGJX/JC6kFeYt6H5Qc1MtaSMUHWR7Rs+p5TfvRIi3XIEnYBGwPGK2I/g8pInaqxcA1uqNr4DGRLiSl9kVbp0r3a9z6ZGIEeY+SAomfNyOgycTWOUVstl6/Z0fe450UNkzMgbGFHmrEK2AZMXkYODFtOXUtcEw3MhVwBu+mOfgQ+k5OYcT4Xrp8NXFeVY9mLDBbsOq/I2E5+9I/C1Jtyqi72I2nGav43Ndnmt9ScZ/1NXv5PCy97F3yOXgif3AbjW8CQ0ZdpDj7RNy41lj6P6I9hxlkeYmHOC6fUAKkAXYE4IoHfQ0ITM+UbvfIWGd2sa4bw2ZbX/R3rupfJW4iLDCp3oe7EhbfDXYPB5MScQLK0Qk8dlWFXViXUw4rHFcZtIMrQDxKTYJ5/KAk7gptNGt77VllJwNUEfbV4GijevPBNxxwtc4WPyCCoLSTKAeOZ3VKpHX8z6HdGSlEnXNDcXcN4td+/A2YKA6gfao/P5G37JLTr4EO1Pxz8SnjtwB+1A+NTFTkmxuNB9YtffvUb0L91ZL1BrepWPV2YGVDT/SHWvw7bsvfImm1HFOxND2F7l/OIi2/A3ufZLpe9lyHtjbNd44UP7L09uCHtzW+/r1Nce0g7Wxy9DkJUDIEUMJ1LWovUtcgN0Ygh2TYG0Ov4b+zA61z/N87za5XfsQPro3kqVly6gfiGjqSFOWCwkXvw1yGx6Rv4Y7D9LUBYmBj5mzM6FL8Ro6Ec/8bEQR1aC0ahDZ341Z+CuNo4OGibrxy/vMtdaSDTW/VvmIn7M/AoBa9fdLSxpXrc6v4oni5x8aISi4ViX0jB84x3IfqMBe9zEPmBbQnYRljvHv26ySW2xSbviM3705ptbf/uRzOU7SkmezTbXe+/d4nIj8LJFXUiTxHfA1TuA3/mfwVydeWzcb1flyCdHpzv9c8x9Lpn5OSD5TThm0hPdTKByfxGNSuiXAbIgDNyR8KVG2ZDGf/pLruVBxCPoostScTzW1TR6XgbeNPYfPJvgP3nGovCNQeRBlHjr5JpFB/JrFYe/X//q7xdPNXKpjZOGsnhwNqo8T9wm/JjE5ysCms1GBOm9MQHeGO32NQGnU/0OUi6aKziwnNG92jGi7eLqKfIbg/HrIdb7VKqE6dIt5wjzFuCBrCHGrn6On/jxrRxvOxPUOFE7znKOAG5pQ8ZTjks2yjukltRbG68EIKVoqPJPujY4givrkfGBrZlA4HIDh1se++3Z3uRbS3MwQEvYaIHZQv/h0F9AeraH5WMVzlDWqpa4jCaGiyOdEdAf0Nr10GrfWPEGzU3bDz0oTVfI9t1s+W1T5WopzpG7CKxZrHPkbYRQAEuCa1B8RFn4+tonAnokGV7ssWx2bbLb7t4O1Iy/9LfQxIxNhG5Ru7Qea4dn6CupfDJiwyGXjV7frhTXPnDDyxM8QQZi5eKyw7ELeOl5JuWNzBeqkY/wLHjj+x467JexkZfUmNR1r9Q22W/KXpguMixF9HDNbxVXtOXh3rlmxgQfcDdTo21tsfeHCWnU5KlB8BLvnJEdphxzF6ugLctG4SPfBbsiU1esOptbfaQ8Q/9RMqZ4Y8in99nB/hI7FnN/mQ8cx04RqLljvLZHdg/d6vYYYx78/n53ee+mC/uQJ2inO0jPlO3ij2ZyHi0XfDR3jlfxmsHPrMDf3bOdsmffHbyd/mfPf0vzm5b/VbojNu8/xXN/nX7YLex7CY/ssf2Psfe3728IwAAEABJREFU28/Usv2Fb1yuIVpfKt3egrhr70fcpbyI1w68duC1A//ZHZi/ocz3z5nfNmewQ26edzVS9n8TQryb1APW0FXBMeuYf3ib9/bDU62lzhWiD+gLz1l98MiYpHSB9kT7UDD1Eh+gfnBlIyuZnwNX6N1ez5W+PsJc7VL/yDB3sSEm1Hoy0sTVvj5jj7zIfwdZ+dVqlivH4Gs/q8tParDRA1TeJqU/IM4GLi+SoveQ/LIWlDnxZb+6yx34VkffdwTtWyuPYjnFqR3JBcC71LoSStLRYgMC8rI1+J/+1/jB9WKtDrGxh6+Rdfk1lX71EYtOseZHT/1hrzL1iMBNX0brKBWlBF38sUceVMUPGYMRCQmDuGibd9MuQn8zbW6XlviDVtMBU1akXX2zS0cNpep6D1ct3EARdJbtO2kbXsDpRN9keCwXoCTZsSQ5rbqoBfXDtmxjuWSpctlC2pZ9hmXlUWixO3ghk5dLeaFkn+U+4lIj/iGjX+E+Ji+wBuzzvLYuTUfixBoivwGiRnA1vttYwn8PcSRAuHwKPKe83eJlIrpuW/YMCWIFHkz6KQZCMAUV38MlTDzhFDnsJYrscDNCz/aJzrVin/Art/S6QyZ26MjKR64v/WZ9jo1+wKOXjtTNNTyupaPMtb3nrL29XNhvG//WYlIrWBhzyOgz7BYb7iomvkeY86IPJGfoNQ5jlez7I87FR2G3vV66tJvtXrtk1lt2fIvWOYR/hJHTY9oY5Dt1JsR/5CZb6BLxIHJG2NmedStH66N9CD0t4gwfqvUgeH2CRhl4EP+troz3rQVfxf6qHXid/7/qdP2xk/3nrqN/bkFPXDp5yj0R9tWQV37tgP337Pd/8dNQJ+nV/Yd2YP48ore2W78NCdNE9Bk4Xu3f2IH+Q2n7LfRzS6p7ZuqcoUoSQctvrg9Rzkq47HIVXjpfjt+/AznPNYvXmapt+Gu7nL8TzNTZ2vLA6EjoWYjqty29ji/swJKXYwPry7p+Aw7fXnxxW68PJJKba/XYTdJP8V1NWsoRjYAkvOmZLHYZ0V/4R3eA64KTXKe6Tn66ttRcV4Vm0m8+jMctBVN3RGG3kRqRSkFZ+HIhxs540Yv/YJcyD1NqgH6dV3CIY8Y8y6Pvsf1rvLnNAtp2X8VoraZgY8SJsC3b8J6khEVXvewuJfQBuPBgWTZd62G0IMLkARmDFkGebRhLkUGvEzuwjdiw7OxK2/ntLdaOnpjIDamxvOVFlbUskeDtTcvbs0h8x8hfZWrOIG6JvTDPYJuHPfQWYw/bkixMSU1Gb4j9U8j8gp+sv9XOi0t7s+29vmAPeNn7bGsBxS+Tr/ZrshPjbU3nY8b/HlIzMZEdjKVxWLKtpeYy4tQ4eNvli/8Ie5z/5M2wHB/wAp/aR1CXJiLPgdPG+2FIusjBgWvUZF6ZX6FxOIVWqNjSBvOEZFxdwLZyDhf2oWEbfxk+5rLkf9L6Eux3xUQyn4UaYL0XdN3G17EsjLu86Q04IN/vIPUSsxAXlE4dL4tWmLrA4SMvsBRPXsnMS7KRC4i8g0RAWslSiCmpJw8TN3LOJO7vaHma8sSlVH/WdgHxoy3j5rtEwNeQHx3rVfy1A68d+Fd3oO4k/EmC5G+G3E8G/tUVv9b1C3Yg19I/9GCy84VCfAXZS/2mw27z+JXDv8Z67cCftgP5FASqTkOgWLY1H3azI/Zo/Bz70v/eHcj3lzx6Igc+tBr+hqOlxB34otQ5vi+hPe4/NOor+LUDrx34gR2w8k/0Zxi+SGt38JAIM7DzvYxv3YFlrsbfDquZG3GMkqMrGTbAoEULJhUzVscoOiTeV/sP7EA//fOPtPWlYF46MeGKQi9JVyrXy5BQlMkjvzQe/8g415jY3Q+XgHIXjRau6+t42N/ZGGUt14db7VUhiLaaf5zCHZfGDduyQU3Q1auLSNPhlo3m7u5Sq+wKMQoU27IHkrfp9qyr4jQOowQRxOGUsG3LBjoBvGbI0oS4ZnvW7RZru2VYUulW/eMFytvCi6CCtWC/jxG/lzYVvcg7hGtYlkXtpVC3Kz66ZEemXuSvAnNdgBvykmphHrO0rcbtpY29BG3OS+mxG+xI6sJ7oLixNnzYzYe+bMj4jm24jqViGQs7/mVJndiMg28BNtwSwC/JjY4/XOV1u3RiSuInbzmBTbzFuQmM3AOCtudsa1mA+/jYBNGI0wWIsclJ3g7UwLbxFcach2y8Td33kLErhpol73MUXuPAX2rkARXXuJZDTe2hWj8cMjEfhU39E4w6pq4X6rM/S0dxJzn2sRZ5yS8+e2kt6DNsuGXzpfaypE448hdQNZ6XuW6rTmp3uGoylqlbNTPGHguxXuDAAmz0gjg23Y4uISShqx1GzFALgH2vJeu9mO/x51ka8OXgewp+uEob/cNpr4TXDrx24LUDr9vH6xr4zh3geqJ9Z8U/opbdvlPYm7Sb/jsmaP++sX/Hel9j/tYd+HMHr49BdTVHK/9ED+ozYqks+rI1HfFN5kv9J3bg+Pw52o8XSTQtv98eETovgR/nv7yvHXjtwJ+xA/3+HnEHCJr6s0FXR54ZM67iXvynd2B5N7PuvO9G7QJGSsk60f3lXL+rF7/L+JOMzC7InIaM/ll8R43Pjv2deXUiKYg8XdIpyRknnqw7L8R6VfDGNHpezqLye26siFkmodn5IhAtiE55tXsJMTUcsgpJjdf1UfFPuimb/5dWM0bmVRmPCZA7Yj8rb2ZPwFn+sfytxj0Gd/t2VmFw7f8/a1k9vPSq17TrfpewhtWpqG6lDgp5NOVmr1LKb0cvddfZlu3iLCvtHvDaH0mxLds4AsRJu6n5bvhuXUfdtRtWi0r/CfQ52I9zbcsOlpJ0tNgWCs0d+OtFD3KNj/7NYIyF+nkpHXih/hGGu0PmecZvXKtn5aXXitSmVnw7hJtg4ionsmNwkQ1vSg3nv8bsWJAjz24v1JaeH+lJH3Y4L6znDOyNjS9QpGRHAoHSF9lBs4mQ5Nbwi6OJcDHuEb9t2fdYTjh7xI1xhxz8iVw6N+Rao/PYC7A3mwnRLNHuAZlYcaAe/bZlD4z5RR4xYq7kHJ+Y2BbF5fzLGOt5halzkZj3cIilRl0LPT/XkX2IKV84q/kzRrPtIc+47ssYVSMxwajT/alRMZPd1yh8qiM+lLKNctZmftZPYnPzg07UEdCv9tqBX7QD89X3tSHz3apVSM2m9cu8GaPf3IPpcvre1JnT/O57idcO/PodGBdv5BFjNuGH/kGZC/4MvUwqHxFXuMjP42zQcKk4ZPQLHCcwpcQV8IfsLrm4HbM3Tv1T3X30y/qTdmCcpsjgOLeV6yc59sAxdmf3+B0X44qP7xQfTqDKMzmJeQTKfHfLcN9d8xfVy9SP+EVD/xXD1J8bf8VMf2CS44YwS4bJ9YL4QJtCU2sy//Nq9uODuNr/4vMb5Ywvb/D8N0GN8OWKVSBrLuWqezdgnzhNbc4802duXyTWKDRkOCnWEXrn2HYuI854J/HH3ZnZWA2/x9fqfnzQ+vo578LQvzZy1vFMhWfjzmol94izuCe5LPzJ0L8vLPv0fbNu1Vp/VXWZr6wKzQ2Q6Kaj0GrP1y5KgGNOLj3cHokM8jmJDBLRZOtj32P2RR9I5NAjY1+BVdD23hAdiO1LSmoFI3rokV/BqPd3yKx0m2mz6pJIFzM4nMzhysvYW/5/+XItJCxIrVviUW4B3RoPj0k0J6L03FxzUyVwbTf8jYtWL4k7UzZ6SYqWj4I02JGzyZRsvmTEAiEQI2H1UG9ktlmJGerkGAXiMjENVQ+r5BxC2MGEObbUgDOgJX6dV7fn0vFD05IAaBjKj5q3BMaYJRe9YyMVGXT9pnY0mShDBIjEFWY9PpDBQpcfe9VRYoIMgYBIQ6NFa+hGRCGdZDepHNGD6AH6OmxsJXaDbRjjsWyXlCYZbocF90IEMXnpIvTyL/BcBdBtPBSa8NlGBAsyiH6FlOk+NamM46bb51KJ4SVPSZsiS8EHvmz8Jta2Skb/KFK3Iy+tjqi6pn7FIHf1z+zBDbmoauzyGldjwedl64xdfMYlZsed2AsvdxOz4Ku6yQNDj6w9Sxx8YgvRg+QdfKlVOfEfIdbnE4QH1cypW4ECaVt2A95Vh5r05refkezlcW53duqcxYV/HkyQKXuFZamwSNrg4uiZv4DddLtLWdWG/VAuMufGi5HADfJCjcDIgUW2GzQknADxXtF9I/ZUJoe4Gjc6mOootSbbJlYgsmPp0oldkRhqxafoE8IVup8cdTuShYpoGd62JEATuuUyVQd67NKPXXzhIs8QXxCfqkrTdHdc8XeBp0R7yuXZc0SFn5Llue+IrWo8x1Hxpy+m9GaNJ/wmFQcdafk6Qywt3ADmw0YcjQqt5sPYl/NkB3IFnYH9ZGPHeYk8Sa59n3lSGhcFR0S7CobWrAQ1hnF6HCJ0oXQCMi4iZuO70QXXTNNGHxkkITL5sx57ICNHb4UT9ReC+44+it+0zJyP49DhBo6+77BT+yvnt1+tVSK19oiVWebzE3kGy9D3aEx69Qgjz6Hzw9ABYm4n1Oz+OT3/l7rvVs+eBWK1Wo+ac6OLM95WztiAPwToYXUH9WP4c7Kihx4y+regzzHXRbDW7PxqZ+BgJZ5XzAqD5zPuI20XaVu2S09ne7Vth/o22Nf17OazN2l3/TCDbOWMuk/3mPCxGzp5FK1ssYmfkbz8bhFn+MiGvdW4qZDQCXHkU0gFp/sCvpp/MXTte2ofcRH/J9Ds/dU02n3iynvNZ/XXXqm2SVaTUinW4bgjVn/z0NMEaAgDFfTk4Smu9Oom8gPqlhrtI/jAIH9aaK6dM3AWfAkWwYl3xAmgqsVPCRX0/DGmwxdYbkmxznNXT76oBoSFC1AvW/PvnlD72F5rT55YiRvIg/WTyD23zSYzG1BtW/awAB2phwdB3T+0G+fpVpWa43bjt8Mb24qJ6DOOBvGwWV79mUkgKlumpjgMtjbXRI8z6CNucUetghoZtSMiJJUixMDaH4mYgHrbBUFUQuQew1LFD6tJtq/R0olX69GidRozfHFGjzyF+pGgYApazR6iTKzIdi7LxnfriD30D0lq3kR3gRv1L1wqXjnO8+1zXj3Rjr9Z0QbUD/c4lbT0Yanzo1+/qzPz6MgoyjhZeIexC8TYpcFU1E6WQUeIPgpxJAfxi5ul1qQoE4z+WaSWlSP9OZZ2Kbddzk2x3Su4Nd5AM6jQ9ERh9Na5xIGtTnO32PRHxN+4pLUxY4dvCN+GDh80vnof7CKPXF8sglYRrWtWTnKBzW38sadehSKPrg/b31Hjw4N+PoHp1jnhBOQ8NH0rh3v9jtD8nHmU2+1/+l/wv//pBkYGLiolJgwPQsSNfb+VhEdHrZjIgc0PU+ec6y3nBL35sFHo27gZm8FiB2TRCOh9OGbGOGhFI/FVw44VxL5RJ5JgRQ0YhMkm8AgioRLL1IjpNiLJcZrbRn8AABAASURBVEVdkWKAFnfSVleUWmI6DGdvjNJb5jXqDVmuupgJpCWluF0XR4gmXUHpAbn0OA3SIu/hysFfAxtlNOOx6KTqLNuogYQhNKl6tDQgDoerWIy1edXiFn4vVsEuX6YQlJEudHyRShd0B7wdeyA8wLQte5ELb3JJbF76LcADxSe2QU4+Ha3pybFc84weNFtwLWbkWPIGG52XWXoAm3rERYo427LDBU1X8YuatNztktGPcNZ7jqx9IT44zffS6rO28pvxCvD4rvKW2s/EJD7yiPD3WBinvayN75gz7OYT85jR5kfMApiba91Dn+TqXyT0oHLRl7c3zKXBXYYPsB3InNdFtkGXNW9spAN8OhyhFrrAtpaFeCe/jWPH/jjafqXOWW74gaP/npelGQdzdhGH92TOqjWJw8S7pNBW2FjGHJAEdwkRN1BxmbdlXyH+gRbDAMTDTXvumif+cKcg/jCGsJU8mZKLFAkMZPoDcm6WwQk/UB1WVKebYMMEncOS0IcsHb+0yLakgEdRE8p37UAcJeErrMdB0yzbOynFFodLKzdWa+FmiBgrR+ujPY+6n6dbH4wYBz3P5+D9quQmCEFjI8iKEmjoGIf6eSDjJb4nV2yYDVBxXoCa8UQMxP4C/jOp48I8WXBO09m+D76+F2FE5hwG0aE4l5yI1kJ3m/OJs8WgU3zti+9hzAWz8ihBFHxxPRpn8XSdOcQQn5iOKkRExkXQSKQnKlWbu7TRIf+ils/9Z/GrljnveI3JuSlJFx+C04E28cWddYn5BNq1clawcbk+rpDLJb66WO7Gbvmtvz8T5g6t3MR5VukEthW/bUSHJEs7xDIMYRqo55mKlR2ZqAZxQCnsBki2OespYH6uzUWOeioeuYPtxAzcmKMK4ti5sBXPTVwf4EGrvwMn/6hT8on8KfWxSq26lrgO2jVBOFz2M3wkDLOukaOezz3uYM5t0a2PD7gqHXpObJgWeN7bLofdZAx702fbtuwN8X0F9lbLdpWyz2WcdvOpi0gbgxZ/9pXtZmvRsl+QEYPDXFv45IeIHjS95dJTJ0xOC16KFFcSDtm8U09YJQ0fdq63QPUMnWJ3al9ATSj6R7Ar9L1GppGKkXfg9yI4lqjvRm1Dxv0KTibFdKtizscp8CbmDLg46dVfdFYuRSkSSGjS6CyO6pCHVjTJJSsBDbvCIoHduYO0LXuADHQIlNbwSNbnDvJsi/YxyJ8b74ezMqtL5Hph/Ef+Sx/rvfZJ4/lLGM0NbKrddIZ93HI/AZliIfoJ8r2jnjW9WunEdfNexNcR0fK5zBkk9goyoegvGk7aeh9YlZl8Qs94lZthKp4Ocqwj919mhxe+Am/sJeZFI5Ul3UgJECPO0bl/YePplcJlBBgaroeNElLOXyAptukx6Zut9bgpfEZoiONGFyDmZowVKLRKpoDV/glZCNcxbGE3SE26SfXfH7rfNu6guTGxuy6h45Nk6QRW4mXpDDaOJ+AkOyWMdg5RZ/U4sQ1C13oMw7KDBY93qJ3GR4A+BI06ujtGTRNjWzrFAu1TkHDK2y1++AlC9Q42tvzJf+LwA+AajXHmSDGi6misHRkisqOLCp11iBY+k8/pduKUCp8CSfr8kbEtew/JEvCncX1t2OYTmytshjhme+jQ9zeW4cxNrQLowiG45UULmDsWnANikcU3tvf4phZ/wN21s7GCmMjdt6twe7C2DLsnscIjHjRql7fL3ThwH7ZTjLyIvwh5sM3nO3awnSxOYnaYpdF6KBpB9ISlbw9AjLSOzmUvEgJosbq/leIqgWue9AVe8hbPOYi85b82rvFuXCaACulJRBt1mlX5qJHxNNm0yqEORWh40rDHlwLINEBk5+MLIFOEyml9T2pf0PMHGbVqMnHv0B0RO74buVApEYtRq8QIneXQE5dhB9rQ2esgU2zFXAGSbUkzxBE7sajli5Ts8DNEULMtS91vtX8QNDeIA5W+txiWbSkNNEVS51YpnDQVj0LbdAyagtZJkWssDnTDrYi9IjfGAC8/htlDLpRpcPGLbMMBdWBHEzKIiDyDTeQpllYTn21SH0PMhSCayVu63HQf/In3YtmJPcECF1z5L/i8vHLlpfYAtaZ4OXy4IYfe7eQfMeXbiZsx8hfWDk9uxphh8nWxXuGLf8ObXC+CIxd5+Mm/i2Usu41ZccRkD5bKJ3f4qwZxiZ2x+k98FZca+Khb9eGWDtssCX/V/ogc9ZCnuYNHZn53sATH4EhLzCOwjXDZtku3zyXOitvLrGHEH93wiyElIUTdZ2Gb0A4h78C44dY47NK7VOQA+azdRl5ixDa5GFn1Jwmn5MtSQe0YZnwdGrJFSMRAaYOVf4KwchjVKC5pe9VRdu3u+VDexJdy19nNZzd5DAh7jrDH6I/ZmesZUiX8eAjmeRjuColNTMCDqtISG74ZwxPvHvGvcaUk8zkkPJUHnst6Re12IF9clGtpjxvcDd+M9VztCrTz2aiciW7fGpN+UmNWQHF0tJQF43tT3LMeu6GSkxBlSPQ2amKaFteKKMTEGxFzIFx9p2T06JIS8sJ378CNHR841obH+/QZmGOf0dfhErwazyvvp+Vzc10v3iuIz9ge4kg0Ymphzh4PxRMXiVhb7AIdrUaJc9Zjfxzv7cYj//BFDmwzyNxiRQbRAzP7IHrAn6I6ovh0U9nEhPoR9HHa3eZ8hJpz4g7u8MGgH9Vg6bqDOAzeaXYLsi3bFW03WQadvbehvr3ZbQy7yTGA7XVeKNCWaOIY27bJtkuxA0LqfjHL6AMVM2r1C6FVyF0+GhGthWhp3IeaMvXElBXJs1BBTTLFg3gjzzB8kWdIzhkf7pEv/i8i5c9QZXHQdsv8Drtqf767moI4N/E9rExM4k7xMDFOqtOiad0U9cPFtK5TQ1iNznUuNV0SpnAVxDH0WUJPLR6t8VoPeNpqPq18KkltAp/M1e87Hs24+dLfYzCqhQ9rllJcbl3pGoejVBflMc7uO1NGLt2Y+Z4aRC88yEtOkJvbkNH3qCqPuyQPPI580ptimUVkg/s61t0K/US1LWz8rdAq3HI+TvJvcAHitCV7Bz6oppZPotuIcVCxP1+yqjDXSCVAE3XTZjBc0erH+qiJnZwCHU0jEf0WfUqGCnOH5DSf8e0xfLo43PnI90BxWqJ60lHgoomghighAp0fN9Z3w3WEyL2ByI9DHBn0COin2jHvOftRVIZlqVLrJD2KPvOpXYa3Ewl11zJOUI7UK4UueoD6zhxauhX5UbTqlmifgj5/mAFtU2AH2dZX/onsR1g0He565ECnJpGzOZmP1CqSL7gEcWP6QCYJc5szZ32O+Q79J2t/x/z+gho55zXN3WOpfdfN9tYDlmsCnQbfdQxas5OPQWs2OePLRmTQ7izpR1RPQqxMFOxjW2nqMgBFmANBxdM1C2LXyrFjYsAiWo9y+nELv0XEeh6neese7+skdmDv2RLiV81Sh6PFlJ+bTnM2rulzf887NU3MAOrcUtK27AEJTUq/cjC8OLEjAS+EbOQlFjnxictLm5IjHp9M+Q3GduILlgSorQOs9k8zL1d4icFjGCi2LK0QR2wEzd50zKmFfwI9326xNhLYlm3RKYeNLstukKz7I9wE9kITbHwdtkXbIUbj4ruGzMgtUJuOCm9b9gE5d+GGjH4EvnrZFr7ON+d4yHCsw3cY4xCLb82v+PjCR1qSZd9jyRjwS4H42Is1apXEtpOLfyfDNaTO2/iviTMX6ixrXuq1OIcLTC3kQr2PgbzkLJFHZAy4BfnIT74zfkliZ5nc2f6Uzhyq/pCW5Ot/NcaIjSSW+S+Zy9Lt1It+B1Pasi3JsoMtZ8FeQW7TF86v30FqDFiSZVuS13/CpiHgUOyjTD6cQHyRE1JLOaxi1WPEYVv5hzo1Nx2f8KYpR9lRQIVU143oA1BJqgdB9BdeO/DTO5Br7yfGmOvOesZqF3j6W3cNGW9DHEGsIaM3JLdprY8dxBoy+guvHfjcDnw2K9fqZ/DZ8Z7Mmz8Us/5k+uOwFDxiZBz52PENGf2AB64RyU8aQz2V4wzMzjNu9r/0P3AHctL6tC4viymmhz4WH41/XO197/pwy8BnoEQWdwT0b2uZ5m8b/IcGzv7+UOk/t+y/eCJ/z25nJ89Qv2P+nin91lHP9uI97jjhOb752oc0fLOf61tWYveZ4Y9I1IeQAj1hrR4u6PxOVNCVs0dWDD9/d/NKrI+OBJCTqjd+I7hh3yI7J3SNA26o/4q81UL6wvJ7yhHlb/uZ2I+gp56INt6NsVLvJODnqd82cJbG+tfx0UO98G07sMyXa9vn9vor+gY4XpbFvhw5/jWgK3Drg6lTW34nElNkt0t/dbUDf22XcxmMBaDT2rVGj04bzpJlpytwvYXl2qChFYncWuOb3fTEtNr0vVEHJ03tpXGLrx4yGUS0S7QZ6FFIj39C5aSL+4jBI4cL9a7Fd0f+doKbKm1MwzaPcQ8TOesSbtWxpyVspyvocBjbsmcs8jLbQ9cah1Z6ZEBE2Qt5gW01SS10u0v8NtFDoi/AC1zkwNEe/InMy7sBe6rTayxwG3h5tGRufT747CnnB/TMzd7GEIe92faVLuGa0ONk5TCyQJCNFijrOmDBZs13e5z4jyDjXcU/8q05EuqEPmeHd+cj98CLb8/ZzT76luJZ75CLlZfAOQfneNPgzT6V/pZr5IAzLvHhP4rkXSG1rnx3fOb+HWhrzfqD2i/DHWDs+DdwDthfGwkW9BXYduMNr6E/JUV4y5UXjA4hC9642V96fA22e52sZegm142XJeoZuWHpFrLyIwFxOqkvogumd7om7ejGa+2PZpcbr1CKoUMVQumi6+qooDiHMmS4a4yoyDNcZ37esz5Xowx8vtyHM/mawBcG0jI24tVeO/DagdcOvLcDZ7eL/D3yXt7L/x/ZgU8sM9dU8InUPzLFzreIj0/N/lze6Uh3G9prd3Ga8yJfO/CP74Drj4i2SDehUOKzR1OOyECy7Al6Hf/KDtzdHqeFPfJNYZOajPdR35P4wyu/655hKvhSXzvw2oHfsQPc77np6z1Y90dLtRzX1sV64Rt3YOEeyssxfr+qey631S5XsgIYsfNnN9twRNCSH1Cvv0praXB419ZrdkEwUbTVPykX9BTxHerJKEXR0b5jhO+v8cGJjfCS1X1qSs9m1rmly7WB4HLiGiCZ/slxRySSvCSlVmShbgqlrd1xnNhchjU2HdcZoaNW1AR0G/PdxkzOY0aNqoeBpN/HwmUOWcOdbx+5Wj+t5CY7xii9dcpd124b3HrVYccy7g1xrBZ+GpTBvtmNs60F2Ja9hywJriArKkTJ0uns8A15EWQ33Z5lexlTL5kWdOCAlyt2i1uwr+CFmKDH2q3GfTxx3Vf1qdlk423rPue8lp2czyFj2PvcwUXuwZyIXVYwH2+w93W0s3lJFXshJmslb1svXOwdwm2QLF0CD7Wb2yqOM2GhAAAQAElEQVTV4VSH7eJkzOgREzS4yAnFY0tWE0jNKI9suAK2B6z5n/APNNVaUHKdmf0Y+/y2LHp7W7Qsb2Ap/a3/l79vS+w3uIYW80ZcsHTZ9Le32J/FViN1NrzpbZnAGG874Ct7yEXDvxSPvYChPy2pt2xY3t60vF2AuIUxGohZdc4G+21HLpyKWaIvls6QeHjbPceSLNvKYbt0e5bUF/YdNDHoc85uDHGQ3/3yog1G3+BUxG/WaWNFDzcQruskyrakhlUVj7f+YCkOO822aFGFhnTBWALxDehw2ERZstPpuaNiE3+C5yp8Kqo9m7MBASW6QPuxliHyPGfnGSPWJtBe7bUDrx147cD9DtStgo6/CXL/mJG/V+4TXsxrB57dAa6rf+wisvku0Zdvn+vdXcLeYor4bMdW8hElu327QFmblX+YBrQSGbcUiG9orxKvHfijd6CudTpa5tlE65XPRz4PakdThw8Owp5sqFf7e3eAWyU/b9K3G2YtBIs/jbh3hgNll+eki7PHlErIqYQkjLrViDpv+U517vk4y5AfT3plvHbgv7wD3Ntzd38Gx22yk9XZUqvrxEt85w7wq2Rubw3cqrmrpr8Ad14aN/oKO0hy4qzZUY92CKikERI3xIgued/1qCbKvebDRT+iguhWHn1u4Tc7c96sTaM4f0S1WHQaZpvuR/StIBqJtLs6RTR3qceYkOEidyDnaBPHirZ5VkiR0Tgd6ORkXS0udrnoogeovSUuxZpEizJATKID1FSlfmKwiswI/4NDkkPrOn6iMWjDRwIBWHjSpw4yHMDaxdbDvVLmmNQNJo5crFbzqGPjoKVQjdB0SlR95NwGN+olY/ipULnlo27s4fs98tkbpjXfa2uurr51ca52U0Ip6hla1q63LdvF2U1C0Kz2r1zVDdtYLTQaRm/hApE5I5ztzjYp7KCLqDuIwwEBNHyWY9PbTt8Q3ZLtEyxaTvmz2HNO/bDv/CfjncekhD18yy4vvj0sAiZIgtoQQ4ptusJaGyu6GCO+0uFiRzdpO1j2wNF3sGXlMNJRkBpohDRs5VjJGOURY5UxdSdRUsgVKDStR4wByKgITUlGLzCebVyWPaG/yFuWcOxV9+WFpvNyr9t2/DO4npJTSF7sJlse+vIcaqzE3o3Rx6sxolOv5jTk4IYc/CSr7mTv8h/wT+fNY8/6XHvwQ8Y367EDuHnc0uHWfekx6xriO3Kxj0jcHqqanLMuTU2ByFOI/MDIGXDCHsDLNSbFDo0SVffH+ZOn8u+DO2NkgDhtzdf604CVHDGRZ1gDf0jJ6oPxbM4cfmioXVke+Xw/CdVGj/bCn74Dv+rq+NP34TW/37EDrzvF79j17xvzj7x75KKa8X3L/e2V7G3H7Wvd3nzfNels6a5WhghWMkawEi/ltQNf3YG/In9/1bv+LrG9zt3e9EbGDjaraa/+n9uB6cZZav2h9M4qK4boK8kvrfn7Lr+1liQuv83OGCPM3LlOhTEUSa0mCi36QPvjjsA+NlkV0STq3CqMrrXZ89JfO/ADO7DdS3+g+NdL5v7/LHajjXUNuXO+jG/ageV4T8tN78itdgblhttufNzhVgc6rbmpQEy74RKJHr5QOv4y9l3SWw5+4po+8huHRVLXiakbc2TN43+bT9EDquIng4j0vJDE978bMjxIzTYWfuymV6nqoBhm9j2hM1rqDhG5qwNBld5nGOaJxUA0PAS3eXQd385e/YxCKuaaR2gadnzkV3lkgtDLOcmtbuKDFhseizqzHaYj9YIULLkVZUr6HxzbTH74YKuT2o/wv/9xfv73XjwxjJHKwWk95rbyBK06eaXjby0zJoAWPtwd8NViEhrErqBSalMo24woQbPu+0e+++jOrIPWWJ08iNwsg9BDRh+Yuaa3qvn/1xw7SGxkcD9Ui09Mg01cgHlDRUwthPmjoGE4UiP7nG2IHv6mzCHjDRl2wCiNRzlp8UP3eaBNLb5HSGj8yNN8eOaWXiVND+rFjqEWCUbTYVu2YQIEzY4eYOzaGbcL2Bl2i7cjG+xN2k1Pku2ahz1LdW7I7pM1DqObl7rarXGs08INIgfEgd4cJ/qW285zO5c3Ilckvdu6rKM6XP6oppuQYuWbuLITFg457Kg7xH8Bh5+CY4YbWF04wtUYWTMoG1mcZQcLcpFqf5fSfafD18vKLqMHu7jUeg/k+yzmER/fT8Gs27IfYYydmKE/knNc9BlneW+MH5z5PsK1GiyIeozJZ8a2VOfJjcO2z3UCSPUGWfaCTes5aLTwDRpjyPDiQEZ/CMLK3ySlo8Akt1S6Wce8a/EP3DnfJeqj+W7UkwGj2JBJiz4Q+w5x5vkyHM0e1iOZ59TwV1Z1g3ksb+yy7qDX8a07kOvymYKJC56JPcbcjsRkP/JNYS/1P7cDudpmjA147/9/7Ij7k2XW9SfP72fn9s7qX7eEn93+V/XfsAOvi/o3bPonhjzem2IPpFz0yGDWY7/wZ+zA3zuLz90l+L33m5ac3xafK5WZduSPPNTKRean3VCjTvQz1G/CIwiZVbR0elrqQFfLJ22g/hKNvzzPdi0h83g247NxbaTns9ffFLLA59NOI0eJyDOcJn2aZARaS3f9pa7qLe2kOMIhTtq15yT4QL2fS0SdEOQu92jvnO8alT1O3LvRr4BfvQN1fr40qOsKflSCF8BcWbmjBETWH6bRj+BOVj5iUOv+NWTje50iExTAlUBSj6YbL/Z4O0g+t0pohUxOyQTPSMBmzyHxbKAWYa1HWVuPSOIBudE3b+uZ0Jq11yf6A2qrmhndI8tdSyUwRpeO/jSS1BFBXkbLnkYWlXXD15qGHgnqXCDjrv3oesUyycbhhW86FYceP1jHaq5KTWxcZNKYSeWgpvW4xKwgeNWJ3WqO3CZTfI4718cgSMaiNAoN/TSegOK5LrMfpTMHRoxnRc2JGpFB4nAyJUjiS2/D0LeWmDvgIoMSjEAePXorg2uUKQI3EpaE6BXbI1IXDy1XTIBKHD2t2/Xx3/Ry1w2/cbehd1n+kdM5ndhrXGICcXR5SzzljbTpgY5QXgACt7w2D3T49EKaFx26y+N2JZIO/E3ZJupF4mv1iEvsGYhR+CGVI/HILprbiAahBa55LVgDzT/3whvYG1u2cphug73pqrxRd5EyVnFG3+C8JJJld6hJdWnHXmKdYOYro8WQk/8p48B5gdWh5Y0gcjwj9Qdwk2vHTkzkPUR+YBHDiEKqpKUhe8xqD36NTe4iwTuxxccOqHPHdZ44y6R1RN9hwTKIPIFN7gIs25JAZDD0Lt2l4gNm7KYnfw9nvnd4kz2Q+OiLTNwGRkntcELvEHKF0SpmSMueIPQzrDFjTOJWruvkCe4Mdo+5kMqc7UzqCSzEBGfxg1+YRmDkBRQ+McHYzzdqv8nTXtsjrsv6DKCP/1q6JDWKJxep5JSER9e6voX65Nol6SShz9j5pM21SPFBlECuTohbbGRxkR2uefQxwiXuAJfd5iZimq06PPVSs1THQSev6ENX87pxLz5BHlvQOEmqhxnWk3I867bnHxq59NTb16nvolD1UOWZnnGjE47AgUIj72QeBBOBj8oE0aMTFz42CBE+cxoIV1EtuZnotNKT1kAmCq3mssnBb7ISU/SFJ3eAa/QGKnrIGLMeeyD8wOCOMmdwIL7okTPOuNn/0v+LO7C7snKJzPgXNiTrYR27dWL/qy3rvF9b2DPcR76Y1w78vTuQ7yV8I+Ez376z/Co94/4KtPVs52eMeeS3iL9D497EOePrKwsZM4YrNTKIMWT0F1478PkdyOXGHze0aHyO7krBcRMZfzttksDiuVRJRaXGuT6u58SQddq2uvvx9kVJZayqV2oMxhwEXKmNjnWHuOaxKr51xJaXgkgmexYH3afEPCuDWPJvpScVHooettm4ThoRFKPhqwTkxxuZNc6a+c6tIe5A/F7QfhaI1WA3Gd8R8YSLPEIcdliUs4ar3EiG1UOoH6exVtWRCXL1akTZkqUJsWKazhL9BuUg98g/Y7fUREbbI2yBjoYz/QDmOovo93D5Vb2lnVSf755tUVb7Vz7i9EFYHOREfhRkVrP90WF7XonPdf5c2leybAalSd79ix3YlvB8FJVFZ3KvwC+B2o58+jdrp7lbkXnVMoPbUvfeZO5AG4StdtwiqkMZNysk1nrHIbffDSk5YhOwISE4O5EYQKu8KpSa12i5Sdj+C+GNC3/rc77tx+i1j7GndiZ5B8qlJMjs1nLQpUeWQsAkY7W1VcDDLg+YSk3UGD86ZJnorR6zLgUZLs6KYWboqdNQTjzI6vEjmw99iq05UrP+y18kLoonJrkN4WBGKDIWvopHJ6BqQzFM+gL0TlK45eJo8Vtu81VPCQonE0FEyEJyih75kRVdgaXRJWQDLgaloRBf/pLYFYWMXXoN00Kw8aw6BXCGwZFWObGZYYlIEF9lEd5lUVNXqdiRt/HjZ2Tq8KFXQRz51CLKRs8NhRcVGnYktDhaagxQcZHcJkpHViyf/rLxkaPoQxZFVxxSR+QlLsFHf+z1BQs50ZmjjQ4cvV5wjDk0eVPza8R0GXsDseRrQAsuq/7BuYDlA5hD/qd0C8TUy9HEjHy4lpt6eyyJi585O+h2asywrdleFuawLKoxkVVfcJ7q72xL5bMcqS6jB6mxA/47O5w1xtzLt+IzRoO1ya5TjyCxELDcw4s8QKwLpgx86U3KcMRp5qJ7kSIHvBC67VHNlxd5tY/ElI30iOuy2VYbnxqJWfGmkXeUTm3iwq+5XuQAfpYUl8N3HO3ZFz01z1DjUOPeZ4WLP7UxVPAi2fdgftqBmLrGTPhyD8GtIGbVGy9sGf0C8QU+8YcXY9+Yzwxhl88L819k5AbLO3v4B29ygsGfSOq3Gm8y57JQHHbkFWz5yhc+81qoEekRa+aTOVjJpZNk2h43d7t83OMx1bkmINir4iIZT4xDIUn4gGPbsgF+GwmXcfNZMHqLXSRZUuSCZtCkkiPjo0VHtT0YyNHgwlsnPq3HrTSeD0TdVrC+8LfWRXwElXUjg5ZHYdRwqx6+iHQYtGiFOZiE5mrP1+g7xOgxXW1WjICCazn00cJt3ylYa4g4kbT+yJ/HbMVmhiwywgdS8iBe7aM7cOMCrRzkqhcxdfgm66F6F9rOz11O/V8e3LEv4j++A7kscgkd8a9tS9b5r63puJ75HO59R8+w91Ev67UDf+UO1COvOqYf+WvQvgNlLIb90XY1Rni+pUX86Pg/WXzci4bMWENHrt+R0ON64bUDX9mB9qGtCmcfm3BnyN8/4SPfA59I6icajfHyt9cRBHyspRwZVKzhS/LXX4zSGaf/IQdFcOzuJ21q8cVEItIHqOTRY7TvSii0lYyemiDqOhYpTUfBR09LRIBKC72COUWH/lLbql+XGXcM26IRaCkNw1GAjXYJSfiOsK0ctrWcQf7QP1GjMiJ3EEc8SkjvEILbxTVbSkQNbAAAEABJREFU/J6CRoBPAVu8bdkfg3JMOfaWTzFZi5Tx77DF2fc6ibLveRtOOZCWjvts+zrvWV+Vtyj0Idgm5QvQF3K/OvZn8jPfwCfbpHZQVh+FqCe6iAV5jtwtBrh5tJsNH//BHWS70XLbOoRUXvLPQKw4MpH8NIjaG7dW6seNdp+JL3XbmETEJqoEshVp2cyIRkz4BFwg0S2PPv8bxcQnFEF+uC4IbON2u7nmsA/prQpFemszZZCqAplJYEaEisQkLZElshUAG+dubgSWnTIkRycjWgP+2CQjYjQkrpCoUCVTf4Shp2aN1zjUMB3/I4MX6ZCJjFX1sInGRxh9zCAWJtNgsCKaXHPCFZVqADs+EmibDZ0yrdxswCT+DkQXFwkIq3pRww8ZnVGYOj11YxPY7AQF8MnPtRxZgGPa8RKeXFg4+g+2VNmnUG1PPLBufMhX921oY6ZDwo87CeptzYl/gCXja218Ypu8NXLtj/bqoK5t2YYCkTy8IJpNL7WaCFQjLNEHjhw5XbdhgYBtwoxqSZZtxB72sCWh7gGB35Cn6D7c5FoqZZG0yDaIPEN8QXxDRgf1kgbJPrgw/JEDi8bLm3ooJwc0bsTMMvViH+Xgwh8R3z1klldrs1zza3la9ZmPDhbggRY/55ZeMfjysoy1GLmA8q218UePf7ykQy7AK9diikvsO1jK/yaXbLm+GHfJGOVL/AHl6/mj1sqx9uhjD8ZaiROw8Zc85D/JibgztDW12rIlWutKQUXSip+kbShL6aM/xPWcdTUvkQMEfAczavyRGwQrG2GES6J0uSCPSEy4IRfC0eWLf/EvEudJbtK5rtA3ablsJHHOeYz0Il+h/MTHj57aLbZzjnSffyRQoN0x30MdP3kCtrVKNV2dE2OWrvCZo2U4Z96ODfr+U0RGF73qcPWyaRYdDanpKLO6IznZz6pbnXmtz2Z/POeQ8ZFncaVWV8/z1j030/lZXd8ddmnbHuzoU6ONf+r6CZKp5XfARxAxPzH0z9TMZINUjwyifwY5FwMn+VU6/uGb9cF9WL4S/uIdqEuC+bcf+lD+1ZZLfeBfXeO76xpnewQe7cG/5GsH/rQdGB/eSOaWS/cI6K31uI14aX/bDuRL3t8259d8T3cgn8agnPncoqw2+r/cap3Vna/y/u+vFpc/BYP6uy75GCVCNAUNhYaSVondLHvVo5R3dO0vwNCU5bdg+BibeO7PKJJ7Gpmj3TPDs5NPhu1yunFM/dKtol+PvfSnxDeUUDa86lSn82Pnw+B3kRaIngIrYEMhHrXs40cwap2VTp1H/uG7kmc1j7Gu9R3Zl/3LdsB3I23EI98W9VDzg/O75JY1kDtW9LNquRCDM197XYQ37QSXOdzoMmYQda2z3mYbM+e3OPh5HAIw6WkotLXCrOO9a/FTjfhoIAMEa+TEhf8M1lpdoSQDZtgsHWTXG0JGi8TREhI/EhrTexx9Pmik0NPiLJEufnLzQFzrYhNMWAK6II6Gkdb4ud/iqUJg1RuSerHX+c52FUmXPKpEZYgI0isFDww++vCIZpSyU2GIrkTU3mrs0smmVdHY6PEF4SI3pC4BxFGRfmthBxd99XSji5UupeaEJ5L1F/eJjgrPZ7mHInd52PvPfAhi82CrlwOxG0LhaQ2DVnqTiSmzunCBKD48zZa0KtofBNrGHQjZoH64pJV/UQmVbdHRvIP6Ybs02zu/vbdx0vac3W11OeyjHP7IYPKr9pAXLD6rER7Ui5jN315GYocfqDpwJZMDdjWbXbnkRAbmZVPJHjvrJs5OTTDrg/uQ3I9vYzN2xm9gjKfqtby8ZG2wmlzupRvX6re86HP80Y5vcDVHapRkrvEF8QdL9mS5r5v47GNiT0HNHR8btJpbvdQpTGPYz+7TIS41Kpf6GSt6uKyh9B6vRYoNIgNL8sm/sCLONur7sE34BQR/gKb46GfwWMsUOyoxKQ39sSRy5JOBJduIM0g4ae7o+8U+qoDNvq561YFjnnoHxm9qlHTqL7KDpqu46JYEsEtGD05sk6/Bd2mTK8u+AmOyhlyjRpoakULKbkMq0rr7ww5aOZD1HClJR1NyClqPEbMSKMUhr1sVu3Z/wTOPHT1IuSGjv3C+A7kWPrJPH4k9H/Gn2FxfAz81xmH1//wbvp/ax/9A3cOl8rEV/6PR+bwEYnPyUY0s/IXrZQk6PBf1Ol478NfsQF3A02yP9uR6qa8deO3AH7UD86c13+EzucFFBsXVcxZtSNS/v2V1V9hWt/3Wy6+5/C4bO7/6BjB882h9/TbcrZHdPIyRPHzJuQfRhNDvGzmVUt1ZwD78V1iZxUCN9+T1kJyK/891T27QN+zL2OPII0b5fMbjG/ZL/r4dyHn4bvzkaura4XI+k8t+4CwrTOQV4j9Bwk/ohxSTyv/ecm629zfXFBx4WGV1JrqMVSnr6e6TaU/XPw88GfU88MAe8452wgeHzF6fPZDysIInIgkPkQdosD9XpFCjeGTzwdFSs0BXLsaBbiFwpX+wa3WeT6pr63SsU/K0cEVWt7kP5ub4Bi21B94rl7g5pj7kEOEHMJXfKmyLJqnJpms9XJplG81IgchAHC6kx5HW7IpX2baRxpBQJEU3PcBXNlZJ6+Kw7IYE2E23N1kvOibb3nz2E3q9tLmOkxm5QJc21VzQ8cr2AcLukJUXiuYFjE3cAiJnDC4y6D5ZCmzLyS/fIpcM15D6weBLd3zEloz+XaDmbnxsH/HMWFtOzuEK5hvdb/hn8DJrCd54Mfz2Ji9vWtAjZwxueYt/YCEeEL+At2XRQv7bsuhtaViQhbcWdzc+/EKMT2HqkecmExe479MCf55Hzmm9jW91Fg251jExAfl1vhf2PIBTScl2ug5JmAPDNew7qXaMlGZd9D1o1OxmBQ99L81wA6xDE5i/O7QWtES7B2Ri1I6oQeLwRBwQNrGWbdHRupT5B0Xvmg92zSPyHSSnYlkHss7HkFxnRm+wVHrkAdrb2z278U4e51U2zdRxSbvJXB8L/qXbsOXXghau5FJ5stYjz4nYTeKgNWdTSMVEpyVOdNvctkf4yiVO7QjXtF/XX415xf+6mf3BI03n7JlZvvYyu8QujJdYMcd32tJf3WsHXjtwvwN8Zu7IM+4u6L9JvFb92oEf3YHjZ2/YkWf40cm8ir924LUDH9iBfEIrPN/fA4wdh502uCHD/d3ISoK+ir72bnURf9DNgzjznHG7tHcDdtF/vPG3LCfzvMJ3bvI8RurO9qy/6zu9HpP1Pup3mISlxhHhX/gjdiDXw09M5KfqvjdXfhnM0A31sowfNCKPWAvlDdwd+g+CKbMGzkocVES0VBTGaVmJG3b0M8Qf/kJW0fiDHtNFmB3gaTX64GOXviqxMGjRvg8peESqw9FqUpGhOprJ3mFHjzYw9i887stW/uwREdGT33JjoTWBNw1v7BEfnYnVC16kVP9Dz4q9onjykOE0ZK+RquGgUasgcjRsWlkl6VojZVVqvIqZuow4zIyb4cKRRe7w/H3yozOu9fLQKHmWjM82P+GDSM9BGHDFoBJUapMhpOa2LBXUCElhVEejuo2wLZpcLyAIMaAZuQI7QVDRpFKs+NUP211rwjZ+l2HP0vASPUDis7GuQBReAiXUHWw8AQ5LrY/dIQ47HpRdg6tWnUhUwmyr/kXOCBs78gRQvMcxyItAKiQ2iMNSRGA622W7dFTsptNHfxqSiNXhMLZ1/Lc0hniabPwnwCEWUcj1UC+t3rKmCW9v8rJoCWwtHV5MOuNg2+hldxl9RXKPfOPyYi5wrx35NGpMxn8L3uTMs/TYA+GHfpCZ3138IWb4md9+XlnPogV+eWNP3tBX2Wvgc8YITDyQJSFpCO+AUb5Ie++zN/s9v91ily6xSKHHXjl0u3H2QQr7EqztGP/A1vCJmkOfpLoeGdhe90Co2tlFSHpC9jx7zPdE1vl5kxMTvXIWylO/9C7VZbjoOyyym99uEoLmjqXqxQUhS7LpF8uBkV4ah65+7J4X4Y2j4Pao7jqJWv9AIWTVyw8RidjVw961PJxXIpHPYE14ShkVxXxW/anM/2ZQ9misPPp7GLEv+dqB1w68duBjO3C8u5Bd/4cUyFd77cBrB9Yd+LVKPpcZccjoB7w+p4cNeZmvHfgzdiCf2mDMZtbzd9Dg/y2ZVXbk3rTD+yvtmRry/Yx/KIK/jf/61fzgGtbfNk426aGvx9c1xfwS+xEkveJRqsYkUV/tD9iBnJeaBue37q3fJavoz3XrvE+GWHizxssyQvoPdHmRtuPCg8ETyY2zvWabe4pQHqbHJn4D3iSSiUYcfdlRh3KVO/MtniGoBI+ZPhVK4ohO9fK0dWg9V6qDCOLii4gMMtfkVZ1UT9iQ0T+CGmfqHuQyRIaP6GjBmU8Q55DRW1BimG1EWwTGGI8VhMMXBgtfDFB8k6lZqIJEdl8ECbAtLmPe/kcVHBWPDFcx0YkcevxNpx48FQilJ45WDFaXo2aPJQCG+KoAGavpuLDRh5IK0SmWMYMKgB8y2cGwm9z68dkNEz2yQM2S6bq+84f/ElItGEX6j+3DvJPN36ey887c0JvsORmmQDd+4N9VwIgrIn7kWbvVJ4j9JzYPqWNM9j+no3jqeH3ZsECRpA03mABB6zw5GLTYiDU++ozhv+KGf8g57nl9zC8yOMu84lVzF8cTczgPIXdrGSdYmeQE6zicl9X5O5Wa1OkEbDPbBqEHJtI26oTxggypDnuReYml2EY38eg28gAdbJsYYkW+g9gfBfk2ddzH3unhguGPPhAuiB35BJhj1hAY3SYnMoheaPUqxujMb5lgdIdfY4kp+14K/gjvxmJ8X2OZfNEH7CdyFmIewZkvMSWjz+i8wkUP0Ne1o4+84izVnCShBrZlG/uIpXNDHv1728aW65/QnXFrzEU2PDaKzFrpUDceb401JIYkV9PhuBUf38gnwBYNRUhLAjR10jYqYOyMX4CDJNS6P8IF8TR5Qw0QEtSq6+TAf8KuN6jKTfcs+vN8lG3PmTn5dLSehY/EikZiPdUSvws8y70LGhlz8Kx3/5rXfWVHP6LHf5egfJ7bR3y+PAU/n/xHZWYl+f0okxoy+nrRNoO+ThYyLfqNj8Mtxoqq1a3oXd2Lcuzz9gEv60/YgZymRxhzPIsZvt8nc319Br9yxplfxosciH1EfOEijwg/cH4mkiE+qfcQR3IQl+2B/4FrlMvYwbAjYwfRj7jij3Ev+9fuQE51kFFL5kQFIWaEC2buSn827ir/o/z6cJsHnvUUjH2PMNfe9qRMzHejPrYM/N1153qU/9PaF+fDFZoF1uahf7HaK/3P2oE6tZnS4dSGD+KKDIY+y+h/J44ruloFcbU3yKuQHU8wTfV5afcy1RFyoIjnuothU+m5Ai3qqfgEnaGVqH6ezlFfbWqsemX9fPdovPIxp++ZxbOFno1jVgk9wVfmXbmUPmuPfHP8yZRm91UvGhEAABAASURBVKmenFPHf5R8d6/ZsMR8Br9zS6/mu8yOevvGLGdu6Lk1thdqYQg6tHoBdO4iMg6yEYnLD3mQNVzsqo0v8hwVTZcaCQRJLITGRlRbubLabT3uM+SnwvAJjZyx+mbyOb2+ayc0dQsxLpD5JiYyiL5D8kJEDsw2emhEtVXvStVEr0bHutJXbLoYxJTAp9v/OAVYxbHfcOmF3TDcPQa+nU/sxCJiQ1MdIxwaWdVSI/UqpvOJTWR8A/FHL5kaCeoy3IyUaTZDEEdDgY0CUjuA6Xxp1fF5RrquE6OlRQalJzGI0RFf0M1PiRsjFqpQXtg2qPOqI1yUCkKJDNegxPKDfuqUrhzxNZl+D/Irfs/eVtNUHIZVBvHKURIO8gaEfYMPJHjsktEDtxcVCj+gHMSqA95uum1YJ6CAiYztzkdCYXEZoBiMdqUP/wdllaOj1XCRlMhaC0cbX+IK6PmhHUHLueioBSVxAHdviR+oGnNI1zOucA6JihmnVLo4GCN10KrNehEPOlNkA4HUgtL7sFRB4hj6JFMn/khomqJWF2WCjbdfN7YJAXl5FU7onWMg2Zttv6+ToELVez/e3mKSZ2+2vdeXzO/A+ZTb59lndpsmvey9HwLaBYt/8Zfks8ZLx/lFcHTDfRiZ90le6mWdM0zssJ8ZJzWS8xyyPtbFGC0+9gC8XPtAh4ZePZI90Qw1zkaiuyAhaFjw9E0/9vE9AvGtkBHMqcdqlZ2ra67pip79JWbE2UbtkKUAToGa3fryyLUnYfI4Q9KUg3jLShO6UFUShVZ6xoez8k8cBmmRlm0MIxFyugmWbewgY+/R7su451Y3rOoIjgwIiHgEQlLPPL/zPaAQDow01POWgHiGRI/akG8fTIXi0Y4gFE/zV08SrTj1G2rZ1SUiGR3hSu37s9pFti4coGHzbEDZljhmg6saTh3BmKHwR4yMh3IboCUPm9ojD0eviLhsbV3n7uFDtoltJY/2eYFfyGZC58Mxe2245f9DDfatgjlb6CpOp0eLa66mt5wbeTfoW5eor/ZX70CukT9zAbcvTGvOnfWrkte7YK70q6zmcnNHBGVlzCNwrH70YysfXT2XTpynfOLIiajJRN/j1vNu+K9xfotL2VvKRelytcM9wO2B7+X6NTvQT1kNVnpOCigdNjJArWdB9BnhZ8THo7ao+m0IrbhI6iJ+qKX4QIaIHhnMeuzza3lEDdkif1HPoLTvHyxFO/JVaAwQ/QzZmfAjLvY1RlQfoE78rA//F2TK7dLH1bQju/HI10Ne4g/agfOprM+PnM6AsLvLAO7PbMy0NT42KCeTbOz4a+RMkspnKXFBSkR+BsndQIW0gGd9+FvfbChGDAOGsZMx4kPSEpxTM4CnWt3z4y/rvEvOqSd5B2eo4DQesnzklOz2rEOtbfArgXLGQX9vY36PCn59DhkgyHUz/xV21DOLFhftDnENlDNGKd/auV97Z0WHzzgfAfddM3VdbPo9jK9cdP5mUE7iO/Rn6oqDVPpPtgz6TmquryMy35aWAgdkQoH86X8i8wyWytP6YTVpPFc4i1+5zBXkVmaJKudY9OHjuG2TXXe6+4IVkS53yAIfyluIhlLv0w5Mi62V9BpUIQY+K0Rb6egBrvbDYSkwBxkTNtMeJTDXFu4Ka9BBSXybF47Uv0DiAqJO27hNxdl01dKTM9DWmwHEgewbGX/5YkOXTkT4UNmTyLige8Oi1dzLiXEnEwqfgviaxsM6eoHskvFEb8h4LZPYnhsRvl7cxkgeQT2CxGowyFaOcLyJu7MH3x1kwRBPLnrKF/4X/632MXThprJdfdOVAz4FUiem6WzLNtpnWvI6djXCpV5kznT0IPaQ0ZvvJnRaRLwDtyhr3QSEOGCic2MIKqLzLd2yweqwxAsHOlr0QBxINdTY0Y09QMSx3RJT5ByHPrjy55YUzrKBLE1SdcBF1gK6LuQt5NdQJVOCcimpGhti2KhrG1xJOmJbfNNvQq7BKN1f9Kpb9gYMiRdEBXiytmbhTtelOBIDhQNDCIzivNMx4tzBbjH2mSRU8E9A5F9CTqH0sqPnOm4oh8Jxzg1Kx46c0fNC2ZZ9D3HYD/jy08lK+whs9/DIE8TP/L2CmM4t9cJtkVffmd7ixWE7PUgbepPp6z5WF2ksy1V3SGovi/KidbyY/aj08tbyqWMwatU4w76SZuwHGDXWuld12LMad+dnXtSuGsp6QSRQR/u8Wep25I4bLvxRETS07PkZ8KbGJcixTZQJmQAj+AG7+cy67EWOBFmjbdkdshQ9cgBbdbj6ubPhaEpsZIEOniZ1vvTWqQ5C4hJcVKn32NHt2IG2o7hmNk/r84xcwcV5ayGtL6M9QUsNGyWI/giJATzuq/wuFJ6h4KlNQH2HmGSe+sURRARxxXQLPbEU7GXg4VY7GRi04R8B5RkkklaJlKsxEjf0SErgJypGoZjWdboZ6SGGQK35lzyUSB0Gih9PMh6CEkS3yDu9Eym5gVXCbza5k626VnLujxAH3HRv0lXsMYb6W6x+0ZFBB1Qz1XpsPKsvlpWV3NkJ6+wmbrwUuJWZp1wpvdtqhGgx0V74C3eA01fnE3n2ASvfL19WJjMGjf4VjDrvyaw0OMRB2ZYN5INTgpbXf932vSQkTRV/8AubDFoU0INuOAZw0jYfBqcrn8yB9om+aS8xKy7yEpRlKB2RWsoRP3LYJcOB3AJ3IK7qIIuPPAHUq/3OHaiT2CbAaWzKRV/+Hh89SOiQ0YP8/hT5vegDr0WHHRmsjj9GyawKfPnI9xu+iezmtvONmM9IPtmtdlVs393g9neA5gvHEMyDDKjoj/E4rtVLzD3iY6APNq4m5qW6eaCvUq/jH9mBPA+ylDrNUcCsY/6ZLZPkw0Lj04WBQs9lTo9eH7xJ5jN/5HZ2rZLcVCMv8fdIeT5bxKa/xMivOHIiKQ2d6tOwqdD9PYaARmC3QJSWiLK13NfziRzMrM/c4CseR9nMBXVrkLkOgkEm5Ay5BYQfcbFXPQq1Igbm2Fkf/k9Lxsl8U/OI1CxuxEzybr4J/hAotsbP+kpOyvBHBveusA3pJz9qGDPhAt8/bbRPgBKyz3Nlya4uyh1s6/KfCY838gBo2Zb1A8eoi9QHYWdG1qf+jVykTYUDhB3YJz62wbZEu4O+dpyV3HGMu7MZbrVRaG1KqyKRcgolRu1wDKNfYMG1tnwgV+NUIYLWbnooddPrkviY7c4It94l0Wm417QWQw+/5STiHO0W3H2VQGLVHxxy8HFhjhYzroFKKzIRKHFEPQJXUZFXqIDe3cVApPYZkoK75lJ6jCjgEF//BUwCD3wootnENHaIErRGz7EVRFcccm1E02J2gZo6oKrAVk6TjaWPyYvUPHjbCWX8cKDZpTSy1ymmukZXWXwli09dlCIyDezyI8OtOr7oATzeEAyLhk11dKjoKUccFj1++vFZCFcPW2LG52JwszzqsQv55JXygY6xxNOwRKW1HyCi3sbEMpnohaymCN0ICtT5yBv6QOyGnkMaQ0nE6HDcYuOPCMqOMrgub6yxfMi4VbXibIgvKJ6Yodsm0hL9jFts6CZRYgdRI4Ft2ZZ0gh0vjhGDWvGzjP5x3FJyl9aIG2Pf4AuN0g1ZNnxa9MgC8drNieCyI8WBrJio6IhqUeFLhEBP2qgdGaxc9yuEOGIjykyRWY89EH6Ck2CIAh11HA6qmumBbdkbMCRXk6IcQayAZdxA+6OtZeKJrYjIGWv+FFuBW2ef++zOr5Kc6M8iY5NSIqVWoEw1bMv+PKSW2yS998CSeoxt2RswhCWbfoCXp3nR+nFQo3KtZa2FvjTYyAk28QPEjJebV3IhJrjyN36RlwPMOOEiAYulWXRgkYQOblo0Q9jlI8f4NY5hRxYWvGDoqwx3DXlRgyUqBHbTbcs2lGXWjbFJL6Ub3sZv7JIHXa585cAfsyHPj5CAEMWHqujpYqPb1eGJlGykArWj7KjhLNsYGyxjtxZXUNRGs9957jS0yEOfD3o9k6PEF/ksEg8Svo6EXXrkPTJUsckB9fSPBJllicqPtkesfImIDFInMhA3/ZJswA3EVmTHTfsj8wi3A0Z4IRMdfYWk0JlvfJnrPWASREDLIxol38fOQHQiGY64i37EEPh+62PfBbI3qn3QJ47pYvpE9vMpmXywz6jRoUuyR00Sw75Gb580AqDSwkXu0N3D13LEjsRxBr2Ov2AH1r8TOIU7vc895/sM3f2bBJP9tpG/oVY26Gw+4d9B3MrGn+Q3H44oQX3aSoGcW7iGuk3NLnJ0gltx4mh5Krvpw3fTduec9QqdfLHjh+Lu0nKiHzFijvzL/vU70M50G/dMDxfvkNEvMZ3Yiu/2xWV9WeZzjgwWJHvI6DP4blAT49pE5jOyQ0LDI1Php0B5Ph/MBeVsDGj8zBHlzP9hjgQe8VWtSdTTxpyI3UZOUIgzDF/kPR6N88h3X4kTkhtLOaKXMnVn3OR+qX/FDuRzmInmSsvpjgzC/fkYM22yejra3ed4rKX5+LwRcdfzAaG1j+FIuJOpEHLI6HtUjUERRhsWo0Yd396jgwQkKaiIIqZ5xBanp0nNB1Q+icFMRy8Of5UM8QAJG+7o47oY3JlMTGKPvnArahJtKeHW2M6v9leU1Dqgxgp3Urd88EOifqKleJDUyCtk7fElLogeRBfnVFJ+9ChI2lxqBwTtnm/ej/Zn8SkfPvIM5cNBq2nMUjDNdmn3vaRam79VUq3qRX4U4siU9NHExI9c5MOW2Dv0z/0dTyW4zOmzoMLlcoSH8tX70DcfLAPTS90feQlitUIcvsQy/2hUP3zlJneCFpcPS27LkXsM6ySVwfNRDlBpiRnxkbFbfWpjHPUxL7zcK+kpRd/0tU+lIM4HYPy1ERb9ON67NmPWSPNcz7juzxg7wA87Y0X/f/bORLFtHYeigOf/f/l5zgFJiZIlL1natDXDSwAXCylqsRJP3ygbqnKv1nSN2+Nl8VVHWRUIVieyeMyi5VRWG6YRFHbO8phTwIVceGK2/v8MAMVyaqzW0EZcKKyifNZp+I9K5I7axPQKxJFDx0WMmRqCIDsOaxiPqsBJx7caaNoEGDsDD8H2cSOob6FnZrTFzH1Yd10xV+sPGgqWq8uhY7IPLX7lWo62MGbAD3r1a5/jqrHot3nNX0HLsOWyZ+fk57xsg4jBz4MmE4llDwfNWHcdtffuwFpLZWQ2RGQEyI44bXnjuWVuQu4TU4Fa22TvE8s/k6xfc/BKMTj1geDYosfHmEN76NH2zXjUpe/txTGUnj/HzfoIK0ksvdRnh1wWu2YkaiYjyMzI3CIio1oXpW+Gdm1GxY2gIWNtgxpy9TzU5j24sj4T5PaQP4RzilrjUUTiAdTO3Evii4tAnEKH/iZbDXWyIiKjWgmHPfTC0ZuWkfkZjC8ikcuXk1M9OXEyxwX+HlhcvIpM5l++/GVd9WXpLPEbU/zQdzKyzRtOzZNcAAAQAElEQVQ01Oh2ZkaOvMukFzfPcawH+eeI0JeZYctMTEGtmmvo2PqK67rzR0bIR5MYEerRnhGq83UcxEZklAhlxmhymc3ORApihn9I6zV9xGihI/RdKycZBeRT/bqN0nwGZGUHot4T+Hjns5HPIokzmDR8Q1eKzp9Nr/s6xWk3DHLIxrKYrgyx8w/6ofxo3sPCt0t8nHIQsVufmzRjk2HsK9gk/yLDKyC4jmPTxh/lx+r7nVYxK1fmbqCeF2ex6Mpum6f5BN4hf9IO9NP8s5b82UWZP+PZo/vdV/k8v/oRPBZ55XOYd2LoZqorz3Dovzd19y152nucTfbmv20HPAWj+KwX10+W/EDxZ0OP12288tdhmnyZVE5I8E51Z1F4oz4sjfkuxLt9fAfGSfl4hXfmz9oBX6+/Y0Xjjq/aXDYbu8jfMYxVDHm+BiM+iqo6HbN1imMY+pBQdztlbv0ky4tb58QQN1n1aC17xxe3Hx4U35QgtmzkOsm+IPbwDwn12ztrce17uC455SswZ4/omzL4oKkjqs96EfuBNe6p77LvruWu87tW9IfW5Zy5XXvcO5p97Ct21e1zln4+3HhIa5wTNq3GhS/r48Ol/YHD6r7irbJZ6zjHHen+rUM8u5TbL+ice58tJzq/TABHr79sHcke/m1izDlPcMR1v8fa1UXICYkh1Wtvq1YN3USnb493S4wzVQkU0q6/mKLLGb3aMg3dvZSe2Ap3y8f6rle+xIW4dlRAFSDLCeDRqMXs6MY1dzl1YaqrErNY2hhk2q3bvPItXu8KvNTX3nvxVAl9BeN2QV9181T97xj6AmvZ6uAjL4OVP9ZHjaE+K89T9AB7IeNSX15gxGizPrjHcvlegvT0wzmDkSGiZDLGaBlYCSLCxIyIjkQRcdYSB0jiwtxQyyLLRDvrRulTZjoG2Q2BLSNK115ADA5MXCiRkbkCLzZjrkDrXCJF0JoktXM5ceg6IiMzi4/YytTGl4kGNIOGNVSsiEwYEV2q77HzBf6BzJbX7Igmc5JRzet0oIggZgPZhMkIajZEBOaA+aXHQSOu/LrMV07APVlHKhH0qAlUJpRaQ4T+UhnoUXOhKO8haPgz+EEGyMwIeoNKRNMjtjLD0CK5B9s/eE3Mx8hMcs+Bk978KFUzMxeZmdBbQJT/TGZu4zMf21UraCOW48zCBdclGJ5DJHHEu0m9ViCjGr4A9JD7CFiTudfDXObtfCaTFC6EZ7RjyUChI6mTOUn0zCQ2IjJ6U8nIvGDnilIzCC8uUz2jEwh1zGiy7gtiglY6snpzR3RfjAYfA6yzjnX4npJtlvY5fT7eLdVK3IRIX10bHvVaJ/q7398B9+oZ3K/yL3jdJY9zSPU33jvwVTvwL9Tx3tnjXzju9zG+d+An7YD34E9az3st7x1478CrO+BdLJ79XadinYTfkxYde9Yxf3B3peKZJRp3BHLH8SOx3v2n7oDnZ48vXKtXx1KOecpWCh1dyu+he+a8B7XlX0af5yhv/E3jyPfmfv4OLNfEnXP8XUfh3HX9MLfX5x7+9XA3tyk7ajHv+ZagG6W+g9ukdmMsqr6yk1vhf/rY/zW+IX4NeFP0DuGfFe+4v8TlSr+k0FzkWX3dmJ4xVqOc0d2T0OsXrIWJf6S6pwOVy0n1C94Gs/VypmoC7QEJvjjmHF9ZtxZRw3lXtliiu8KUd+P/FqeHK+pm5aBK79KbWXsA+vt6u/mqfmYGvXQH9Uy5jkjojMwMBhDVXKdKZkI3aIt27YyIiIzWMhM9g4G+lRCNn2Ki6xnrD+oap38PAoxG2AsOhEWoxLZlEp0RmTUsMmgwAVHY6MRmJq6BSyRfmmQ2e3xpnqmND0mRiMiIjsyMzEsYK4auzNR3iwt8iz32Zd7ymdmnzMh8AZdt7IXcgUx8F6A8ABMxZ8ba0O07RGSQrujIiNgiE/sQQcvIzGAAEatsauBaEGsbdPkcBjHLPb/YBNE1w7nXsjdaJoH0WKASkYl8Erns88XEu8jM09q4IgJ/RBslOjITEuCJoe9kZuI6B85Wg7i9vn+2+WQYqNigkZcX7oe8hLKw6MzrPtzgEuZn4jdWGRlRiAjsWMz2r9LHvI8kydWjalCkZESgRukqF9SGYH6MiMjIBK5VCZ+THl0viU4wKTkh4pbDHyIiqmbQsNXVkIEZDkrsTJWIUHZ10eWCBu8+oLWOXTGBQt/4WsQyLp/Zi7K4PqfsJvXacTkWLVdfV+kLybuE+hvLDiz7w36N/VucB0rt8wH/71Bjx4b8d478faTvHfjcDrzvmbv793a+d+CX7MC4D5VPgL/b/JJlvSd578B7B57eAe/cCvbdXWVI9QNUfI8ZesmD2J9Jsdq+/vu/yRF39wC6f6l1N/ivcHrEA3/CAd1bq74vO4ZxDQxJ4Wfr7+OGrXwJzG28v3/7+/UGrOfd//wdqPPbD0N9hue9u75NzPPN+qU9SGfqWG9f1hDNH/Lo4zvARa4rP84nkz58I3pr11eIvXjpfGm4TmAsefib5ngEY5yKCsRibbrHsSGcY0ss1m1sczlraUPpsotyfckwCg5Za8XwuAQ2R8nIbGX345YhDEuHFqqRmkhj9QOs7sfXNJUOA1a4HwsqFp9y1FMH1mRCaqD1fzW8nEdj8ZRfXZCj32q6lI02vzHO2zVDVZFE2iu4qPOBOJ08axWfQ6/1uSK32TJL6b7QxdbZOdXC3i5yNxgjdvSxOQce6XIZ43uBViMRADITibXvm2PYOTOTeiAy7LFvRdeweHIE5kKdKA8CcGfVSvJnYB52Y6IyYtf0iPB48KkfISIjs6HpjBnVMhNfnCAjIoOQiFiletAy0zFKxKpnZmSuwAgBExGOe8iCyhkyUejFZWSugA0sRN4gM5uPMdAPEbTsQEQMY5WmxtLkMRR7QM/pvkiFxIiLuQ1ylUlsJmNHIAumJcOwNxLevnBlOACTEPbFD3ejV0AErlozMnpMJoYdSR/0RjYjYkjjgpwjLL6II3cEbIuhgH0CrrA1Pxq+4rpc+FsXTOtLTM/Z5kPSZ27RTSeZHuHAl8CZiQpmfXCTJIieET1OCdHqRMbc6llFboDrU+CTjLiwDPLaZSSvVomxQxoIl5kRE5IveTPhXGPXU10O6Dc+kxiQeYlM9MjIzIjoWPSgZWgm2lAy+EkIHQjMEHXcMTe+CN/FtZgil8DMjGS9+kQ5VED7zOYzHBKTkb4o6I86sWYPnIUTduOaOXXha0bhJvo5omoQOiTq39GTa5gj8bi8fgvD7hLxma0zfQPn2hBlHLPl+oED28aq/qw1s+B3f+/AL94B7xHhtMoZcm+8d+C9A+8deO/AewfeO/DMDvgJ6u9tBRLKRj7Tfb837pUc438fXGlH/a1X3dUMqb6HviPs4z5pO8UnS7yc/jvmfHmRX5Pgoe6xVG6/gC3mR5Wj+jN3Wpf5jSs/+iLVX0ElngzWOXG96V+/A57vj8CVmlfPa8/pDJzlQ/7qfuFbNP76w/T9wVp/tFPfo/78Y5xLRA57yB5v/h5jDv+QV/rIsVSh16OGMYJFEaUG5AeMH/pOWrvmJtMwoa2cIbeCmXZ19FkLD2I3P7GQuOCZx1i1hcMvRwBT9uOquP8IOYax5pyh/NY4AEVxt3nmfEhcrMz1/NckBDSxdJS2PnViykYfKs6i+kAqTuoEWOfBC01nZZXRBogW0/4/f4mCL7Jk87GmnuWceCtMH5O1OMYiS6oRRdfsQrVgjcpbHNe618rZB++5rt74Bn8k57wj/4bLg+gjbpM0jIzb0MQpENVnvYhlKM86LHxTytHUGrWFRoY/Q8NQBQm2fV2fPrH1RwU0/rpz7c3MFlf8pJb9YBjhGXkSmd2T+A9Qc8vjtk+qZvTsOGqV2xyVNtmNPRkreO+DbG/k3YFdcx9JQ+SRm83t3JKHv/rgy3hhuM3Lqv1CiSdCs2LaWOrDYY6ddZ8NJvOlFcKtEahLH/Z1dxzXJeLjyv0a23UezXLta2rSeEAfsak/tRyOoG8C12NmRuYtIjICZCJ3yMzITNxZMuMSsUfCHSDlRqz6DuW3duTtD3xmMldGZpaMWGWqyw9Ea9duZ2YEX5YW8nZ9CZf4laGeGYGMnKV6QmVENCTyFORm4u2IYF7jqy568cjiMjJBJKXBLCc9MyNzgNzSL3C3gKTWBWREZGQmArgO9VCPTUs5fQJPZjpucIUSkGsfcSWlCbLWAtcBcPn5XZ/s7QO5fcKXzj16BcSMsdTTgWB9ig7rSomah7rKqmeMjg5X2NUuzJ6CJrUHHArDRM1BhFUQS2++xfyEMioNOWbcl1z9e8+hfSf8jiuWU+tGgs1x300M2v2A2asuSOodi96NWsbQZ8mSZvMX62OBSLqTux6h/sZ7B9478MwOvO+YZ3bpHfPegV+zA36Y7fFrZn5mFlf2TNyrMbxGVsqQZfz64Qtn3D9XtcUXTvEu9cfsgPeNcMFDqv8ktHW1cV0XtjclYv1tSKOjBEPFTLL91rmWmTR/jyGyIvZyCjtQb+8f8ytw+YXZmMEOWRE3g5H19+obzyOi1+3iUfSNvya+Yb+M+LLyHy70SmKP7SL4bXP5E0eMtv2botsuhpeUKIRtKaTxIj6Ty1QfSP9AChP9Hf1Tx27yK3iwZZvr6SR2ecSc+BfadS0Gyt6Gmjt/teNLuhAsgwdpu9y1d8DXHsItrh5ecgOHj1Rii3dKdGLrD3b/UfvakEpj8I36qT6gz/SS18gR3+0lp2wDrw4bOOcRNkHdcL9ENxHWO0ayxoGxjiFx3WzRwlF10ynvvjcEz5MraLLqkdjmgSs9inYCTHQ+1lTcG6Vf0rLHV6QxDeZcie1SnzB+gmuoIE5PScKrG6OiBLWftefULEm06hRT8+ojXqGLKMQI1FIHxqxBxJz3NZQzVXdGRmaSIIJrJCzcgGpvHrWI0okvGdu25zK3jJYwS7kCjVjGyMwGgtAilQzQkYky24ENl0iEnsjUQg1lqgBlwqhmBDEMkeNHOwfTpRx+rRk5cZmJC8ipK0XpQdOHoC+U/hNk8QR/qJPNJGkuQ+5qaWcyJgFK/ejZZcANFBdjDLQZ8g2ymRlBRIKN5MucLGREJD+MFYuMKDu6HWdN/0BYI4mc0czEF4Wg5Q6Y1eVVlDMGN6Q+dG4rxie7OQMjRTsis8n4VLNGh/dsh0yEY0YmiLOWk2PoyhmGzPakO19oE8M80ZHZOeiznnk/JnP2D12ZTJOUvQfc1TMSKRB0NOsKPCnQMzNQV0SU2UZ8ZZ3LzIzMjojIiAXRWw6GuNghM4nK2P8ETOjruCL3CO6lOWbRIyNENpmZkbkCA3cWqmYkbyzJp4UcrzDUzQG/6N2DWlH+RPT4S1IPfUj8OItbai2csTsE9oTM1U74NDfQJj7QYRCOlybhUJg3C5nKy6Qn7pxsfR3R+KicSQ/0oHWBNpio0MjITOiGzGy2MnLlu57IgUC/RWPamP1zl3eS0H3csAAAEABJREFUoG2eQc1YPr9VDkEJQq0wQCVIOvG+e2grB+pdA1/J5jS4A4J6XDB0KhqHVrHqCwgvHglnbWN6Kh5z8TWNaxBbfcQ6zdBNKpt4dGhLdZgn3x3UIFQCoEnLKY+Ab6ytFyTvKNB5Vt6cGSRZiRLGYLFIetlznDqrgmdsoS1vNxrQ8qk1+f5Dn1GrIlCudPyVAacMdjbqXZaX0C6925m9OlfYIv2vU5bNukriGRL1l/RfPd8vOaj3JF+yA14be3xJ4T+qyNgBFz10pfYb7x1478CP3AE+U/3sF5v1FR8h/6XwPcDaTHZUlwmJ4I2B94Qj/yvcUouKHAkmE6OvNVjEH9+ffcaOOOU9/PEb8oMP4O9cWrufODbuWUbvsLrXGr/eyzjgiajbkIF4unRDoyqmeO0Rvpf4toEQm6TZ3ur7dS1pFca9ceU3kQ4Xpp/pfYQwJUEYo0aRBF35HUYQAEUMSXQ8mtMekFudEGWL0Y8ltwCFPtcj4hd0jr/P0rQM/mSwMKveqYcijyOgM/LQN9hlLokFKPRYnJaAoEfkzQ+EHWSEowKpLjIlEgagZyrxZAQkyBJRbdaLeGEgN++F47Qzf9SMGJPMoevfIYMGp9wDT8SJbx/7qh00cxAf7B/NHnnKW2SuXMb2x4WWGz52MDJwZmZEvIZM4kGe5GUEngxCIiM2iKnx2Jms2MSZV0TEEKXkasVRu7SnkK56ovhE6oCTQth57PHFmsQWxS9FrhXTvqxc9c2Dyoeh8fV08+F2bfPNHDqeGisXrWTPUT+dw8VWSSoQfz2AIWL4rNcAS67TsSj6MD4i+eOVf8i6wWu13F8WMi8MPWqfa50en4qS0h6T8SXh6ri6XyEyaMSWjxh6qfoWqFRMj0UYxK7iwUFHcSo9oBHOa0xzwFkc72LP+uIrcilHVgtvtNM2rRxN3Y4cEXdHcrGL1UcCPSEKi55EQvZRbUYm/o7BJ4pAVPcPj6XUgKe6AyguIjPBKsuIiAybY0YmGOZGwicEyMwe5x/+0UNcIjODAUS1jAx7FK+asfmBz8yIaLmZ2XSj0HOWeDJhMgIBUMKWUT+QSpmvAiVbKZSqnVFzMURmgmFnVENkZLSeiIELHDo5wbGGX8ZskBFEi5QnJoFxZcNlZmSKC1JkoIQNLdQzMzKiEHdaxTAQHnNwJmQRTSZ6so5MNNZwAZkZARf4wsZ1roiyM1qbJNf4ysk/CecBWXN6vCIjM1u5D4/mT6j1Z6w/F45OdIb5MtEzAhG3DUeRygm9bsTElR60waHKEZvIBRyznhmZeDvkM1c785Hu3okkNSOpf4zET1xkZGbpwW5kIWP5wZdVIyPUI9cfbXBZwF4S67VzhMTXQI2bL0pZC/44gXnlI6/kSdxdH8fGQfB8z4ZAztjVTOyBVpdPxCSn43pBZz35AJfhJ8/YoG7IJcesBMYcwpiBYL4NLhEhMnLEKKPb+DKTGEEceg4OPYB2IIO8hkQYe8GdwQAuHYnZgAKXwNc4ZAB7ZmRm3LTi5DPqBzszCWtI2HBtJbP4zK0Mfdw/JYeOfQUhorV6DF0dBae6dH3Nhgm1I+gzcg7wnWJAn7qyQBFt3z3qZYG56K0MvqZU5KJK3wKmutVaPCY52BQsnUWhMjb/PNb8nSCDvG64T0PtmSPWmlWPgc7yi6lca9yCQoZ0oXoPfbohyFq78w2H8zQP1ejFT7KtlyiTbkAmsfSmMFY+snEoU5cTxpTER+U2jto6QeNx0duViDJ1OcI2O6w9hXyrWvN/6wzv4n/qDizXhhf5AAez/d0B4p/p7sgR/pkNeB/oewf+jB3geUW/s1a89Pqs/UJpKV6CDudtvkPXy2TVMgvFV45SJ13778B43j46mhE3y0c5b/97B57Zgf4WP260g5QW4Sjq158pihuzrCHLYNjbUL3rOcZa/8jf028eazM/nONwlMIYf08aMyjFOJrSx6QWGUkkXtErV4ndnoEE00ufpf7KR5FHfHdPf8PKNksXUX8aiG6VcBAR+jIT+QFEhi0zI3MLCHoGAz13gI6IjIjM7EAPdWSugLJ3QoGzmIzMhvBvIegQEZERBf4Oo4SXkcvMoKsGmlkF9UzGh4hqmWexUXVrPIiJAy5zqhU0bOP2SFxymYn4SYhPrsf8WwQtBQOHzBwxoZGZCbcFRMBEOB74M/GeoHLIixN/prlByzBmRmZiHgPHJp4oqCwuM8OfoGWinYCr2ScI4MHjg2Z5CGnXQ6b5Zl7dWKEu1IX6AHP3zqNv1Bs1h5QHV78YLtlirzt9X3vvH/ajuL6gRZj3X59rm8tju/PGLGDdrPDlcZmQzJoHaR1mwYXGXPJ7OO+e0+askFojkq5aNdQx6BQ2VGIL/+Wv8xNj/QJcSbiWZHbHUhe7/JZray6ToUJK1kDg3OGYr+oaWK6Vq3lnPzFUJ5wRndlKN61MFbDRybci9NohUgup+CpUzV2xI24b0iKS2zK8GXWmwzMwENAjHERMbW+vLj1JTkIlMkCGzVEMXXmGe3H6ZpzVeJGnZLLW1rMnD9nNQ9FilrEph5GD3IdoZ9Y4Qr5AjnqztCz2zfWZHrZOMPQsnYGujqg+60UwyAnUqqQ+ob6omeyKCUa5+J7mMQqqH88y2L0k4aaPmBuHj4otOKo1iry+hsZhL371xn7d+Kjm8CszMldEZMQBZG9pWHLjGUTyE7Qms7Qobk3PyBQX5IrwC8p6tb2Q8BqS3MyMCL7ADVpTUUbPyMxgWJB5367Y2MbELqfZrtW4SyRf9C7IjFXHV2vcyx6TyMhaWyIXyBfIiwlViygkSTEaTGRmMNCzwEDveuzkiIUP9cjKZaAn1qXJ4YO5AkjGjNYyMkEZyETBjiglomTQtBFXUF0bHMWePEP8TOZTu92D1LCUHCqf0NAQ+hFSh9BnDNH4tVaBdtwNAzVXG9a44qlY/EofawbrIV5Rqy6lBrwlT4cpoKns32nw6pi1tsyWPfMf1R9WWgJQ6K/P05O6GPnDVM448ssZo1wuR4zXd4+kX92Xhf/qid/z/dQdWK5brg31gfE40f6pa3+v670D7x34t3eAxxYb0EaUX9fby8+vme83HN6vObAPznKzH+9PqQ/u5DttvwNcW3R+patx5z3iCOFZUH8bxl1SihcozPp7MO4u+V0No2KQkER+bXfOqrgoZTEc3yOsqB/rSEDSIcl50DmG29BilsTjWRf3lyo1Vw2jLAZ9WD9K3qwLgr5f4wG1C8np19DEJxAP+iZqY9xPvO/9skKH03xv9cMpfy/5gQNeUhblhUPoOV28kNieFt75R3ip0EnwZTw099KpZ8587Xq4+oDqkBf6Zuy51VajOkfkQ7IwaiFH/SGtqb5IPgCGLbcBvo1NvdluMzs3s3bfysGT71jQjz3nk1Uu6NdlJY3ZkBy/FNMgNCiJWOYbLAHQHDKzq3dAEGEdvHBloFKlOp7qrV6jmk4dgk2pGuZogOb3P8xHKnbzG49NzmLr0xbqHeYbKWbdsMpFqWoV75q0GnAZgtCmgutC2A1vspHaorhl2Cga34L5f73/kRv684v66KwfzXtxxe0UvZj0XHi/Mp4Lnj6+n0zYhd3fr/L6xcgeo8rgtdWVN6gqEfpnxHHr0TfOxmekHusoxaxrD1TgMLrkvLm/ojPPC+rRz+N1DpxHvegZBZtsh5qhHJgLymkrRUTG3GYuc+ub475Kz2xzZK4yMyMza4rMLD1zyNjaAf8RLPXSgpGZL4OEyr0nM7d1w3+pCxcZESVRNjKqwcZAEdNQ3znqrTwcFeiAfq9XSIZpNaBkYteXwcjSkawx98gLKfgWmQGxIjIyc7Vv9AgC6NuYzG5HRqmRESBzyKBlZDZEYjJkqmRkgsiIISMjE4SICHShlZkRAZCMEegptEVEIMJWkiE1ngHPjZuwmSu9Bj7wu7xJgNC1wzBJJIDeiXpGoSsHlpgehjjpJJ54nqVrTl9AxLNJ/1jch3f56QvvwYYu5+b+Spq3jV5DTVvHpt2f6wuWfH+Ct/dLduCZc/klE40iTPi+NsZmvOV7B9478N6BxzvAY5O/A/lpvEWzHud/LMJZW+by6tDMZTzjl4BSeDusUg57VADDnh82rjpy5SPMOY9iP+N/f4J9Zvf+yNznLvT10IwHXpGS/u0XU/UYOjfoYaNAmdxHXS73feVAKhGNN2kLrearoJOBKHrdbpNUrT9En2R9jq7qnytB9ufvSCrQQ1DvXn8i5F76L/a5WkCvY1MerkBHRmYeeiNmftbj3X7UDnhu9nhmgfucYT/IJYz+IOjWXTk13Po6E8G1SFd8CrFvY17lAS77+GH7EB+6cm/LCXmhPkNuYObV22OQke4DeDzq9c0Y6525uzofDGe1Rp5rGrpytkmvZ3/JtjBDVrBe418GtUZN1zejTcjHlQHEobX5tAFTQpmBwKM9YG6tBV5viypjGmCtAySxTCNcDab4pSIEHZNeq6lgYujYgyUXtThlS2HcdQKIrDxU5sRf8bAS6DiL9ziaYgx+HHJCXlkpDoQs3RrELvZb+Tt3oM5zXQm///j6k3o8n/bSJ/jCEbvorPxGP/FHD1REj1EWqGPXl8kIGEOfMjNRQURkxCHiqLnHwLtPd2ZG5jlw0vFHRpzEFR+5/hAXIBNuA0tk3G/NT5olNojIkFcOZGa0psydv3nGiBc/IzmZq9SfudqZt/pZzBmfmbpqPpXMLD0zNUsvZR706UZmZuT+i8pX7CT/o2Ce+jL3RI51GZP9C9YgNjODAytkosMNe5VRjUsw/LJ3D51yQXpYowCLLX8KQvSZk5kIwNourKH+M9mXS/iffk7kHpf/XXp8RhCfmZHISIouyMgE8JlIAFEBHgtKaGdmyUCglMjMyJyBB5sRPmhbX0Szh8RCZcxLBL4gN9Ez5YDHVPolMkD3BVxktKaOkZmRKaCVCHs6ACj8AWDo8aG27Mhhts8eUc4e2oRjB6JikNGhqByHjSHxPahp9u8j3zPVu+rTO+CVIfq7QjtJS3aZXDQlPXeATjA5jWyvvMSMJN89ixzEW/6oHfC0PYNadJ3s0n7Q8F7KewfeO/BoBzKzvXsQmJmMrWeuemO+b8z8dXN931F8fWU+PfmIZOT56uflh+HnLjUoVp/JW/n16x4V25Rt/YPbyvYJYxwL2y4Ll/zAuZ9Aio64vVzz2jrO9nCNQ2slqfru7x342A4cXULztbepykVbvk6qd7UuxrWW1zDU4kTBSfcOv4E3FBkIxprDeHVqkOQ80N0vN/u0VxBkB8bsYZwcklWgbUaSsNvc6gXMv6rzEZax/uyPbfVkRH3eIeNntwx/glEMPeO2wdErEGdTHTHe/Y/ZgeQEemke4d5BVJ4ByXCApC6etSdqhwIrjua8x1XOGCiyj62C+gPnJ5HkZzIOlB2Oh7j5F8AxtfbQ5RHpk7fzg+vmIs74JWBWqMczvR60VPdJXCi9s/5//C4PX+KXdBJb3G6Wl2AAABAASURBVMI8rbhGg5VCXTSdwhoFdHqpDB+dj9TWRy3lDmX243Mdqs5XvNkQ6qobdL586mDjLwMvvVQG6yPozoCova6t75qcIMl6AhMLv+NioLRelXpcY9axMhxE0UZjVEcnzzWhde+0FmKKZCCM0T6Rmm/8Ezvg9SG4CH/+8frgdZXIEOpCfQ95see1I/EAdMYIZJy0u37z9jips9DeZlV0YQ6VJWRRbsMW16JETGqs7Zht/gwPoenHY/O3OPUVOSXkeR0S6Phzio8bOw5a5jZnhGQe88OvzMzNHJkpXVxmrhIWK3KRif5B9Lp++ZlJjQ38klBuSPUVsYld+cymz351kZmhLPAlaQg5pVAnhCB6EpYRscUVW+x5bXmhfohRKlobZlIzk/EOAl8sX6JmLDrrzo6KMU7AeXyZGfKZTQZiAcr4Qjqq4SSOjpWhzFQ2RDSZqQyaMheZ+ANkqiVqYnn+VoxzHcYMBHFD75LkCPiwpYPIwK0CEnxPX57xV98DGKZptAb0+llgvJjCvlf1RWQGs7kmxLv/xB0YJ2fIvkZPYbt+6koqdoSUr5g+DEc33+KH7oAn7hn80OW/l/UP78D70F/agcz2DpLZpMmZq679ncj8dXN953F8Ve16B/uCz8kqUcNXreyjde4tgqMtt8MRxpzHPv/eNSL20o+v9Y1k713tFrfab+29Ax/aAS7Rdi2hTAW21uSYVRLpxXhNi274at0v44NKUjfgnqrkeZg5E/SdSX0rWlQbV3Zogx9y8E0Wy0Bvx9Hov2/0I2zG/gi7TxE17AN+kt0XqPCzWdkXrXm00sQv4izgKOnN/ZAdyAh6fKSZB5ICR9iXTIgkNgbqesmIYT8jp5w8iM8IWMbW0bVfx0ikTCytjBoWalYus1FhPtV3T7/iDZRXgnrgTzZUdXmxfHkrWzUJHrK4GOuN1vTzuYHwydsFZdoHgTUFEa1TS1vvCipVIgN+komddNx2j0eU38mANQjGTTxj67BVB4+ykbvR+EcwxRjlCahfazpxN9oaAzKrbq7gUHTssMatDjmOywTmLk0p1qCutVhj6qQVKzcgccV1RRGIO51drVIjpNbdjf7/ENmtB2Kaav5PMz/I+pS7/nDfK0zTu4udHWI+qsHNUr+IaKy6aNbhOE9oQLc3WSxQOzkbhjyNXuvp+L8wMOdjYj+0jzCHfUq3+KcKbJOfLlcfSC2Xw6xrd5bN8w3jEwvchszW0JUH8ABcMtd/TKhIBrreeu6oDzRSS21I9d+HzIzMGbGzZ9+regTF6OTxZWXmJXID+M3cez+2X4iC2CGxrRV5qTmiWjI2ZGYkPhHoERkh1AeiNU1dA9qPMGJvZZunLgvKe6k8C8IjM6OOrY5PHfTjyJLaIiJzICNrf5GZESGitUkNfYudmElMNokvs+uREV3PRI+MzIyIjMwGdYy4bRlhr7iIKJlRx5TIjtg196iorLGGhStrDLJi2JOccif2YypTzJ/zlhYWm/myHT4ApvhA1lekLEfSi822+kB3f8tCnaPXPxOEeB8duvE13sW9ipYZB2lL2R7ylLDO3cCHAXez384ftANfdCrHdTbkp4+QQi5tRsB9uu7dAp+dwPxXMRZ0lqdfn/II5z737ihDbuubLfUj3GbJ3IMr28N4OeUZDv0u6Syh+5Y87T3Oct/8zQ5kLjt543uF8BTs4xeuz6E9sI/d2NOSjB++r5ej+pDPzuACxYif9cEdyFenOSjRqC8r1Mp9cjxfzbnn/pQfzZurfkWNud6kH57uF+c7DD8sPE38Vj+0A4d7/YFKvU4XNwU2/OZU1l9yb+KPCauc4TjjPmut+xHn3pGr3MMsOeUB5uOfdULvZOGd+/OR9QerOfWTuksWR79nyZXvYA75gQP376dc3PxyrQ3mnS4dbiz29PdYN2IEdd3vJUxdUMWWoDpN+iamuI39G4xa5s3CfsNCnp6yLbbW/XTOq4FtjleyRsaQX57bC3tN3mA32Y2fXLld2FMmf6KMum2oEWtz+0WUL2xlMtD7PQGL4ReGAmvwo5b/ilfUnWCMMAjpDVVfwFKi+S3QITcgRbyiII8y5rDcCj6QKtagA+gTa0JNvZilULyktdQn7HMrbvKfqHWs5TtYEzU8FmGIsUOv/ZEUzj2nk2f3D5+bPZas2P84tpFAAdXhU0JVfWO1u5+jxtIYmjrBFYfEG06qhHO9EW0uM6zpF/NKo/fw2PawVDC044hWPqJJpjceN9diFuf0hQg4kWGTK8lQjL+gDcDZszLUGrQbAo+aMg5awg10lYwQ0sqgsd4Yeslyenig69FbxarnEqk2ELBDz4jIzMiIFWXLyCmzfFpRLRmzc6j0BAGjnBHUki90Xb92mZGhzKDV0OSkQtCLYCA4M8lpwLPpmbmxbwz2pl1PW09GFpFdljGGRBlAfbkz57iG7uXem2LJ597wHtjbcivCo9iir8G8uh+sEzRk46LiYzTiS8XvPaI+4tTXuQismC7LeTz4YUJUlXskrWBZ5V2MQvsgkxdwi+gfscj0aJEuJnc+uQUjzpgNzGpIYw6QJ/FxEPv1XDzRXKEwVHkC76kT13ooGZkZDBHR5bAPZYRhA4ZEb2QPumTRkC2mKxoDRqkjE4T6QCTpYLJzz3XfFfksYtQIW0aQexdBzAkyL9H+Je3/4sKXwYW8RGZuwCQbO1M/LJIx1gYfiQn0Ce0uMy4R6h1ZduMyyYmMEtFkJjJCyyFs3joQy21y1ZhBThSITkC/gqXrw7iGn/Q9ALv1a9QHcoyGrWoY6NYyt66Cjj3KcTBMcZRcAkofvoVtyuJr5nY0xxUpj0C0NIJen0BEKwWUxQfwwGx6RVlA6Jmebf3pJnuAkaCLvda8MlFJuFliBucl4/gn4Dewzp7b2xUTsaeHnZnNF60ZvofH5/G71BYlM7SPSua1YIGBXts+5FIWovYaApXxtsuLW88tU3E1LD4tUcSi7I7RNVRAG3wXdk+MUg53pTtMUG1ZRqPNBOa7f/8OZF3wUWPGg/YwgHxjZkDVfYP8SLfUed7wKs9wnv1xD8+rO8nX2k0DztdkzBHMKp7nz3WHwNZf77sq4HglVzwdiuUBAr3oOlbUu/eZr3hyvZnXlHbTFtfJEgz05hw5EPQqMySuelcv6XAHPUdxJ4ryRNDvxfxuX2ZyGnNZRmZu7MXxASUzKyuzyTJ2Q+axz20Tc7i2kCvJQG+nthRrCSMmTNQShvs68ZixmhUFpbyP+kypM22cS5GZ5T293S0tk+lGHwvTcQApphzRn5auWLRCVj+HcV+BsSutVpt5nIA2O6N9Qo/6anFQj0lrg4/kQfgU6+PnKELOau24HWEIlnMPsOjNKq++AnR1fSpDqp8jazOTAIHAzoL6QJaSxSf6AOqP72OtL0hD67hUblG33USrVvgyrIza/Ogqe4mLaD7ZuG2e12Lnc6l+eCUskS2iro5Y1lreNugvreoPC4ld/Bhc1h76CFXUDIvemDaa1LSIWQ8aCc4jsAKz6pSiMaATDFOJuXaIKo3c5bbdcbxF+z14zUnXl1SVQlTXHijCwQAgX/PBoW+fzPihw5qxa8RuGGx6p2YtN9lJxAYY7ZqJiqt3qj4trmhNLRd/4xwbp/Y08n6kazGkJEpmRmYDCsk5wTOtDVW96X35MOwmueYNrq5fPPbiTOloAlaFgKzNUNkiwx84uuUDO2gJVOXUj2DIFkbJKPeApxg9rHuDeNSs9yjmzG/u9+HKQW3gMuCiDjJoB3NL4TnvBFjjCLskImsm5c7VzVuPzCuwkEtRnoGr7cwVtcBo7erETT0d79baZW3+E9Dj+bPE+DC1muhO5y/IbdAM75X6RaZy4WZpjdnG3WLbjOaKZq1jzYepRLRnLYq2QF06t/qi3yo1IU8L5FiHaxqAu17/Y0ntAW9t11MYxUg1/FqxxA0J6dxHqFTiKLyde+bIx1mhe7WRbWRG3G0Mv3jFCrHUcv0d//HFLL7bX2apZbw+VASjB4aoPurDEVfHSlDJRjElyjy/eu0dcyIJqEo3g2li53CviyrfdbnmG5/YWSWzaYxxg6AlGF19AXcgvVyZSS7ICNSGyCg9kAIjE70jkJERKzKkIoNWQ5ezDmWvu3bm1WcYNNm9cGZS/gICqCuBvOhs8sWA3sKGh8mIkENm9J+EGjoyaFClLbKUDFLL26RqOsBn+BM46LHIgM242zJbQGZGZh7GegVyydGvdd4ryFCQkdE6MrYtcQjE1vGClcQKRHX1pOCKomHiBmFjySy81j2OY9h7mcTPwNz2qsVAr4IWQDdHdX2mmIbD3u/Z5oeHu9Gh73ZyXPszcF3t2UB0n3u21zVa9DhmxNc6x8II187aZUjuo0TIHSGJu0UsbNAyDyI6F0TGQcsk5w4OUhYq835u5rP+iMwHsRFBxEMY1RAnLU94z/SpqzvaJ2Cw1gVxVC9hB0hd4i8RfKk6kOjJ8y0iI8AVKJ/FNV2P6x5S/RhhcxrlDsm8mYyuZ5GXyJTb4gKHI5IamRl5yfDL4kz0DFpGZgZDXBEoEaEC5NWRGx92iMjITMKzyVAGrcvyYdKvwD6k+i1yoYxrc7I/nS6OOZagaAwRndLuqjmC+GLRS5ab+17ZCa09qrQxgrjhX+fSEcv7X/Tm+5mqUqhXLZ5FN88enNLWHPU3knnLRxCd9OaVEz6nlA0UO+gtg5ECjCylj9odFKbDdxuBTVXmVz8o2yj8wf6Grc41m7yTOfzGvII6+WbfopVJhEDcdI4FzvHKu2DB98ADXOGu7ApHWxlV0YP22DqSY2ggxC6vnPKscSWvoZzLkGiiNhW9YpBjzlJPhz5ZiRpq1qrV57MOalHqBpRNzZpLA706JcpEGuu6TTROewF+OVH1GKAYl4hFr7p/03B2oE/wPtk9149Q21X1GDwhCLk5j8uOPhi950gjufcy0XYwq5dXXXDELc4nlcyMOETEMT/FB/o34UrdIwSt8bfX8bX7EMfd4zz2TCxVOJ9eB5LKgZoRn/dbg7+ftvjgORQb3+C9Q5vuvXiD/5qv3YxDH5IVdLXmxmxzoDgXoro6ca0GjDaiYoeU26HWQpIrXOob3yE/QFhnf57I9Do8X1dmRuYWRtfxuycaIDMZW89semaTsplNz8xNvb1PW2SmYoWmHMjEoO9P22yvif3sEC83YoauHOgfu83s8T2bU8jZ5HjruMvCQ4w5eMhxHODvPhUz7CHJWSJnXX+3WSDT1OWHusrKM8bYBp0tBtskYj7aqUBqVWMSJeZJX2Kd85No+8mUNddSOdzXTiFczwDmL+jPHNZ2GaydJY68ra9ZzWcQx4uo8wfpHqgHXOktnJGakgt4Zi467rvdi7MFZCRKMmZJlCZLkdNE0qW8vWB+fE8W61qPgCtOEbRKUg7MMjF6VwUVXjKj6cqOQA7oRDe71K5rb+B5lxiS88rpb5cBSjvzKMaI5JqpmOZBlS1MUWW3yK4i6po2bULHAAAQAElEQVSqecxtzyZjzmCUOaTM01Bp7izo5tjIZDH0yqsapFQdyK00FhDpeLsWEvE5CtIJYexFWm0zARwjYW1EaZmEqw+YM/Raeh2COQ3N15P4BVZ3xVmNObQLDOu5zVBnRDJiZCIjI5ACLdIfbHoUopiYW2bjxrjxsayEyMoLxugtSzqSXvoYmq1nME3KZ2ZkggAZkZmHwEPPiGjIzMjcAgJ3NsR441NyymI0/YE3woESSLhojcML+aiW0fwYCehlRzMcGxJGRGQqB5oNGYO5K81d0HIx4xZWiWrJeIMbYg7CST8oGgsXZ83EICw/BDJP83Dgpm7s4MHLKQsRmFtEO7+euxuMHGLOOrdY/Q0pe8AsKx2iSZQeoyjrZkI8cgj9yWJPQdFMvDsENul3u+8l4m4Qzr4UtOf6ZdmMymSg+9xZ0Ykutls/TbL4G5cIb8UCDzE/YeqLyK5X/TasJcsehbpUUMv8hjKWnOGWFWUvc2BNumtZEmuuliEvmk8OkNpsFbDU0YeNuPEXdzQY/wj7PD8cttzKUIv1NPsaba+JhWt7hAedsS0RVynXUlBV8BKDAdnsRS9empjap53/iOOX6SsIUX7yF6l+jrH3yoY5NutmlUGrJc7XbOKYgVk9MyMzg4GODFuiKxuwIptaY2olKqCjTH0mrIvranwBY5GzTlLdtUjpEXMtYxpWf1YMY82RUWYbGLOj0RmtKbN7tjKKjWp6AltkjOY0CZsSZZSGtUppCHrjVhuqeuPDOqWmWmRmnLXMc9/I8eob+kaSmpEbam/kA/9tfFRGxtrGdSYj75JFEKkvDpsnd0WL0z4MbtczrqQmoo9qDakY6V0OruTix0mvgnKFIko7GvSeo+3+ub/NNPxH9R9yPGdGfskxlNxly0nV/aTyLJLnR1Zwkltgl3OHwI5qyfirwFTLvOr38GhN5hqjfADDCgxe0DcgH1ct7SVJMD32idaX20u5jkQeIcwBmRkRIj7QRp7yHNeqv/UnnIgxPzKTL35DNiO0Axk2JZArkZH+S2Hi/ZfDfgncAJ8dcYlAP0RkVNN/pOMs1/Bhj34dSi+x2PIm7XCdaxzkbPzWKFxrXJ8E3dzlc9vVm8AajUZfyKH39EV0nscEU1xrhb30os/2Js/iV5gbQFCQTs0DP3lEMOpWIwaraY5CbsYRp19+hlyDbNOOR9d3CMMr2SM/g0E7nydhs2s7f/nMA4cuSffkHp77zGAGugchUNlfxxJFMZdS4MixNu098I/ufgWD75CDKwlXkglMb/r90SPZxFJDW5jZpCORCEZoFMbRr+Sob1kYCDoKe4limMAqzqHq4fN4bmDAX4k6YI7sVUnKEz0tyzVgLzA0bk1O1Ho0Ij/TayoKKGdAfUmvdVJpK5M75RyE0xOc9Xu+s5xn+FFXeQRrHPHjTlbewqw96m8MC8nOtxurM9ilKYWG8gCVd+Xd8QBcN3VPKi2xwbWsuq5Uqw6UOqLyBlf5OgTOwQ8JddgNn7EPGr49/8PsTM/5+aIy7/tHZuYal7nqw38kM1tc5iozm77ED1MJ3NbFh6I9w9OpjWvTiyNfsj6GUYpTdh41uHmjNbzFI+taQFp8D2Lqc6Lzs97qrOP6WWSUaJ82a2WKjXBJdeURyqdD5bOgjsco+nHsV7bazEWcq/88qFXz9ep1w8qtYKq6XVfmJ2vsYx3PkPNa5TxOpTuHj4NrFnrlDdn9xRnhl7/6Og72qXsm4bU0IJ1c2okygLrpK6+2cf04gxXSHy7LmBtIkOlz5gi4YvBh7IxyOmwwIjbkMHRWnUZ4NoWntmSja9QWZTD4nCqoHwCqeuXUPJgaXlcdME6l6DCgqy+JMcE+qfNLWRVBHGtgvNON81pXzmHDVja0qO3o3SQaa/7QzNEOdr6vL1okYtevEbVDI+dKjiFXh4JvPaUsw1pzoXaKESLqWoooPWw56dqx2BlR+l6GjQthzw9bd4NMhFMyxnFrMatvb0+eyZXZDEVmhj/BuEUcNpbeePKCnGvB89GAGdX0Z2kxuPqXvxGh1B29GSY0lWLoymcw12vxVjkDEbgyawgWdIvAdwRpeeURou8D8qhnHiU9x2U+iNN/iL6mB+ke1g08iMpjOKpdCQY1EIWSsMB4tFgQNy1hDnENshIobxFPNEosT4NZP0qd/bN+FHuP46+Pk9tKmyV0X/HqPOTQ69mK7KdJRx14KTrxjRfO4mowtxxl3Q76qdhDqgy6b2BDVxIhRTrxrlUSOJ/Qqce4PQhrFNmtMwEk3bRCC4Cn9oaXakk1Zo37YRe0dx/Y8/vUcc2DpE7NuZ3q4lrno9W7wl3LRrnpY8/q4PsBXyuKsRXAQmdsXX1A5krtqwqyxMmwnpU5YJliJru+9TVruUeXmOSXdIxaAjpqZjLa83RNqbtjo1ed5lh46i06riVEUsCtfU8Me5ZDJ2v9hMKgT644XX0sbRMuuywOozsVAmbp2oLLvHM5zdb07J636Dvg3oKX96XnmLdHr7wRI2Y9NzGdm9g0YzfENJf5+vfYxGs8DDDom9HXHXWkybiiHUfGaIlX7mmMxDPJ3Geuv5WvPXQfX4R55wiq4c24bTxDQy8ykfZYWqIBevGTHGroIDc+g3jc9pdC2c65T5XbY8Sw6MyM5MvfzIzLRV1c0FdkyoG8BGOMlpmlZiJFWQyzjkmS4wHIK6e/Pqob0vRr8c3OHL6ISa3bKg7a9YA7op6NO8q9xz1bdz2qe9We9Y1Zu/za4vHsKv6cOPfpGXBEh3uZ7X0Od0TyOg7ie1t7M/3eOd7Vn9yBZy6dj8acLeGo3lnsH82Pe0l5hM8cnPWO893eY8/KGnOE4BkgHwftim/QbfZrN5UieoS6CNqQqKefdNHz4m5zziMcJRl3xN9w8/JunG/iV+zA/hRoi+OLYjqzpdbweJkPw2rGu3WOIuSOcLz2u+W/3fn65y5H9nDfnl12m52KNwly4sYxEf6pbDJfVB9Vf7HcV4Q/2lf9539wPF/B4aFWMXKGRP2buod1djz3fGc5z/CH+/xM4jbGMmLL3lqbmI0xx+qYoU9b+SrcuD1erXEW//qaNhkfuS9uljIqIj3MejdBr7ghy/jQYElRyZRTF9pDqt/ivvc2/ucwHGYtxj+xD72I/XB0iEcceSc0ntb1P0KLjPpIjq9qZ5N+Vf1vquN52SM+uTPWi7PmPnXfl9y2vdZ3iWm5H5riUf7FzZqxPHckMUrU1Gh0/iKD1V6ecJcuVy6IJqHp9ZIkIbCXPhwLPxRlw/hzZcuR61qpzK8U0F2gTV1yD9bnWqeorq6BtbTOttjmc2x000YcK6HqxOl4AeaPeWa9zcU4aqEyEaHMBWcsGjYO7PoCtwKwD7ohFYzScslGH6FYla2U0yVKr4EsCLpWgwYJ9GZvxsGSR2VDESxh8ASj1hfQqOVTDpCAe1iTTB4PoP5inY1XR6VHoGcmQmgqByJw0LH9o3wGzSGLwwiUwCrEqBO0oSsxy4dMIddRf+z3D/ogAi898AUy0wEWEeiZKHYkAqpG5CUikp824o7MDNs6ZvgT8JloF75YUIrA7tKcQI9E61BgtY5Bj/JHa4Y3O6P0opu+2kX+noELw6vq90z+m2f12Lk3PruKtn8U88Y7qycvPjvZB/NrdX1+dZdqqbZ2tTc+tQNJ9leDkhEZmRk3bVCzVF+QlZeZgXID2MgP/USQBnKLRkZ0mUgR0/yZ2d3KPXBBBTAsHEBGliMzI/2c4dnsl8GXSW/2JTJ5bssnsYDEsGWmAuxlozLlByLKjKwfBnpG1Kh0nuxWRqi1hMjUjta6PjGN/0FjfxycrMinxK98OvT5EPUec39xJ2t+01+9A+00eFLOK+Nt76IGY3j+hBlSSoFL8V14133vwHsH3jvw3oFv2IHML36T2XwYzLVn/RsO5A8o6da8BqM5MASdX+18b7sPovnMrvEXDK6qTTPeB5SisSyFEO0ZsO1PcSPoRnKM5Bn3FXDumynexHsHntkBrkM6kW1EWbuUWJmuSYp29To2q7sfiIr1ov1CVM3dvHK+zw/UTXk0p3kG8wTyWDRX2ay/bXz+YzH5+0AU4se3ZIVbZGpHtDFu2+JYlNuYN/MDd8DzdYb7yzXLC2LI0Ii1Fb+az2sjUfk8oqY/ie+Xb9hGiLrQvperr+UTSdc+wmXzYOQhWM9CZxBl8MIiz8NTTXpAN3SVqEGinEMxo4ES5RlD5UG2BzSP3JEyAhaJg76YzyjE008j25ys6zCo8a5vW2DlzWfFHDIF6BwGpgqCJLVnQTh1yOsJzltqH0oQ5JysgKkcJYS6IB9z360l1yRxFGOs+Sik6wQEVgDRJgOZFtw4qBHRJ18jJPQ7UZMtU17NY9HX7FZPXX7AuEfwAs/Mfl1nhPqMS//D98xt9K3/MvsuSbkVl9mnHqP1mEuG/3nPTGXn0DNf00eNzNu8CxyLsgP8FwCXuZPFc2wevxj+IA7YA07IRAbdISMzMQait4RXTQYR0cb41pbMIhBtHi8xwBXj5cL1h9E8/8w4jviV++Rsc6w10O7HNXLwJesmXn2/TOvzuoY64Uxc5x757j9/BzK5ezvm1db5hA+QucagEZaFjPYT+IVilRUSkRGniKmRnNmehz5fC3AXnpMzEruALzMjM4OhIyIwt2hEJhJULjVCYAfI7D5k5nYNeZm+/CWn/jPRxLWJGNHpkZkgaMosyRClMeDGzCjJgBYayXwRzBkZgQztTHSB2PSsqCj/xvELDe/uhnG/z5P7zJNXitVHDheVjwthzOr7Ss1JzuvhZeoaz4Penl+yA14HXBWcj910np5CeXmHMETCOKSJqgVt/BuuHO/hh+2AZ/MZ1An/MWt/L+S9A+8deHYHMnlH2WHkZuZQS2Zu7SI/M9RngE+YtUhm8rqUnRiym/+QqF1xf14CG1Qfrw4C+1F/MuxRmWf9Hld7z0Tz2OrDQ90KLKbbvCFANLvC4JVnMP7M9yrPxHe79e4GvJ3/9g5w2dJv9oCr3KuYPwvdeovxwgJ0co32ql5BMrm4Nr0ydX0p2hStduksyvt2A2Y04gbGkoRo60Who3NMTcH79/XMrM+uzLw5uMzsPl3p8MPBGumxB6uWinLE0ji8KBTTIkp9D3/ODnjaTpCRd4+jvOtwE5uZkfkiwvhw/DJYLfo6lNqZiWjIuP9DYO/ncdt/AVxPRx589bDsEm48B+cHKk9InvarE62y5Nc4Q/BQwGoEhA2GMBh5gGEgAk+3r/+hD3SOANJbnjoaghH/Oid2TdRkGylvJiU3cfu88hM48jf+lbfaUofYNgcj8SwIdy/0yMZfdahBEiN5jvBlKzuoDoXfDtfyWFO327yGQEC3ThaxsOVWUh6XMfjQ5LRKbc4ei2d14NYQqNXVRRmbYbBNOg6sYcUw1PKgh0StjqvkUwM3RSYXeUa7JUpPdOyhH8qtP+aYIH+yY9IzZ19Uy5y51/W1fqAe5+Ow8So9yAAAEABJREFUR0T3D7mfu3ijwM6Hi26+vgiMyNSeEOhi4QkrXQnw2UXGnfbSSbxTZ3IdXbWT+60+uwOeG2868UzOs3HP1Ho5xsX2JFXRzbf4STtw92nQFjqFZGIswD2b6NvnCwQ9IPMZWDfWlkkWiAK8MlLlFvpmnMWR2VwZmXvgTMFAJyACSRgyIxPwBXCC+kIaqS4ufBmcmdGasmFQWhFtjGoZzYfsdkRGgARRzoyIIwRNHoF/aFrfgbp1a9hX58ku39EeNxotrjQGeVGvKtjN66jR0QVvMDiG0SXJajie6sYK5yP1OEeHwFuxyHd/fQe+9trjTLR+sxCuNE8nvAEAbfTFulVGyFv+sB3wfNYJ9Zw9wg9b+3s5//AOvA/9S3cg82s/QfaL89GycNNU3zztMuWPVTYb8+IqyaW3xzeKr1GneLH0p8NZjzVcj++SygY+cfA1Hc+kY9Xfz+rvcwTs5fArPwdXdh9MTwBrZXdZYpsOBtNxixbcXF3fBnyFNd00X1HuXePDO9DOhFeF2JXZn39twwC9gof0otLdL3pMPBBedRitQ9WFVZIB/z5+sddA5iF2sTGXPvFLLZydViwT68dVZWrQOwPniFEFlVty1jrxglj2YMpp3ER8s9rO8zdP8kPKZ/39YjvG6Ydzsuo8d+P9l7p3xJ90vJy5OMPj40hCBGLfT6+XfeDOrnI17BxfZ46lvTyLCSe4xPU/nnIrrtgruCx8OE7wi9kr9gIeqvVQW7j/Qh9DeTx8qmAatfog6HBLHlEn+nVe03+u1Twkur7AP3C1Bl8cl1QHMeCK0GffrFfcSUwwx1FsUG+BuYAN5bA5nmf0OX+vm7/jXEPNxwzKstULzomiEKjVS2eg19qUgvqWt04D0UUogxssaATSCa1UpdcSjsUufRqa/0r+dWJRy6wBo/cW3I1nhUlnaDUyMzI7Aim091JOkJZJXEYgGKpHNQjoKAf6XmZm1I9SaOUIz4AKRgDHmKkVkRGR6dhkZkb70RZY2WVE4I70ByWDxpBlXyIzg6EjaM1mjOw/CHoGAz03CFoCu3JFVlwwNkSUyqAnDlruuMXm1O917YHl2iJuLrH4B7nzD3qWPCGa+URsC5xGc8Z9MNGfU6soJWaJSZdpNxPG0hs7TI9H3MaNiM/Jmu3Lj/nxmjy3nvd95Pa5tve+7fMdqB09d5fnmZgKfGGgZl1Etynbc5mR2bCNzMDREJM+YpXwmRmZj0GhimOgZ2zb3t56n7esI8xQzuCZHLM9xbD+SPyZkSXVAV/8+mVw4zICfyCEatve9n+OEdV0lnI6XEkW5wHWGBhR2upDql8dvgxeEwt4APjo8fl2w+GQ8/1Ef3v+qYHuQ2zW5UrxjtBFGqevamFYd4O+jk0xDWPxqYqqrSKqoMoJHvlP0r6FntYyqdOR9VlnZ6faJi7GlyrzdF7dVRxy0SHmKxGz+uD2spzfOvz6Gb/1cN7F3zvw3oH3Drx34O4OjKf+PojXgz31lP0O+gk70N/meN/o2uGiPMfjXdF3IXXlHsbtudkefuUzOFzMHZLD8PW24LzOUS94XSkBYdy+TB1TC9i7uu0dILrJ7xZDO5JtjjneqL0tJ1p0G7XfeGUH/P3wKN7d3uMozmuleE4AHbPGQdUVU/eHtCjPGPBw3dT1M6gu8ZRmyjNgooq/P3hERFCQXimzZPE4n+19haz/2YxHcW0tjK1vw+WY62ivtoEftdreOIrXq8xZGWfX1XndPHc96WlzHtWBY/+2ZeCqM2wdG+u+t4XOMbNe3pt5I5Kf6C2VbeFq91HBc0jGs6lz1kZ3fQMbx/PGSB/STHXldyFfLvx6xstT/KCE+WhfPhckZ+Tdo7lE8EXqHnzZ6RtE8qCKzePVWixDvmLI5UtYY0XFl8+HKj5irh3BHFd818lO9IQTgR7W6hhxyiBm9i36Lif44rdiia8vqrXBlZoDLYbj4DAqFn9xyCt5Q1/lehxBnXBO45BJzobTD8Zcz8hWr81xo1ufeYovnUXX3EdyHJOS/a84dPLquEgJOHqU9Lx2rmx044afIGhJaoxYVWCcFKphoMV5qYniHaAp0vyVILE4Iub/F+5NIq6IunQHPWT0lpmRueIydP1OAxK9wIA70h+UhI+SqYhc7FIi9IEh9WdmZESDOnBO/7OdmRmZGbaMDHsb0MOGpIcxyqJQtNE3NeAyM9pPdIkFd9FSTsgLvojIRG4AFxGwIKqpa5QshiHB1DcmezjOn/doA8HFI+/0UWcvTfG0D157YHBKYwY/S32zfU/nLmjusV5lY5bRa/kGda162VKBG4LONqBPfBWw3gNY29hWw5oLqqY+y+pXlo1iWfUhoUiEWQj0r+q9psL1Cha3qT779H8EVdMDFTyXxjF5TkUdoD7RZ3ferr7F3R1oO9hC1O+gNhX/9SvRZg4fMLFtmcxTFFJ9RsXDz1L/bKMbEchnUSWIT3CbE7SMMOgMgf8hIuIkP5N8EcjCJSJE8rEHFi7hQeoT6h0Vg468ggDXoEkhjrp+n1T61JVi1U3mq7Vx7qkZC5xfEKN/4WNq+Ba+6ZkZmUmMQNBrPgY61lFfY+s5YMgcPOv6Bibe49w/h1pYC3Kc0Xx3RoNZzKiJehPsnPIjRts0Uc83MoYPlVAieJ4N7hm5r7PN4SlZ9aiOrNidbGsZcVj4WcVmLSPP2uolKUkQnWhzZuAz5iW0SjX+x7iCtWFTnqldn8WF8zbJaBDAX58V15iumFW/ViT3VJPfP/ZV1P3hbN1WfePlHXD3xMuJ74T3Drx34L0Dv2oH6v0m6nMnM0tGtf4BxOdZme/hi3eA/W0vCu1d4Mt0lknpOm3UrPca3jP+W/5+57vICCB26oSXpdyDRfJOU+6TwZq6rgzq9zHXJ2HTuQxDDNLYNvmoOTxNytb6monajtG85msO9doPHPRtyXK2OPeuTN6FRtws9Rs5uGFHZCxtOCmkuvAoRhXwlYT7s/pY9ZCuXl15i8x7vtv4wbS0DKWIyLjX+O2Pc08E+1rnhI1vKteDBAad846Nj8ilwxCBF95rBKPV6hFyKxppDsWIa3mHei9ExOIuqpWo0aMSZRBIR2VkLUtS6X0qCuAtQ1kulL0kgEhGHG3tTa+aztD5YUPt+rKqHT+ZzDtZqwrv/tS8rAKTyVf3s1pyzgsZpUW7ECIi60cZ1bAXXxHToE8zGTKWMJUbEBIZIR/IiMhsMo7azjVClXtEGJyR2aCNFhFJH4gI/KHZBuwI1Rm4YzT1lpKhjGwehdDKzEEjJz0DO5aWWhmOhVjyIOMOKm7rh4qonLhpRjZy1Zq9jnqssWB1Nc2Apm3GokdSzS+zRRa/SXvSyB6nvEXmyiVzzDCx3PBxA5jmjFdbmkAuPQ6B3xh9UcogHkvDiYpX8+7Fb9YRU2OyjQ/7qE5KZjiegr/2+cg5hx8WAz4AF52HVXtSkcsDctEHXzSPtu6rB5z6BL/k8Uslc0tOPuc6hPWnuEd5Y16lqWGb8uWFdJuvNAYOoBKQPZ6jYamrbbzzC3Wc27yRf0fW3NQfsupgN+kXw22+ZY7yMROSrrKAyNKPa5W3/CwSyWiBTrf5Jk5+Bq52GJD0KjAkPq6zolDrj3FltwQoAuko9OtyMWLQrx2I3jPJFtrITGz0zCQ31QqpBde+QL2EMrCzvAzRtEQ2RHDBd6v5U8svUc0bEi60J1S09sV5Mi7q4oIOF9Uygu6Aq2IuKAOZiRtMsq2ZDLigZcfIaTKqVvIlgXZmRmZHNElaZDY9c5Z6IjKiQy2iGwjs1tEXuvS427gbvH7uxFB2uSYM0xbqYuhD7jl54WVUzwoDnkW/rLwXxFGaIUe883F0q2scJwmDt+YzsEjFUdTcGcOnnME0tW/GljI7v0VnRo9x4Fvm6EfCVGzF3Rk87oGedTf+z3R+x6q9W343jo8rMyMThLgwiiR4iyuegUBfcYnY2Nu8W98lkudlwz72QvgJ4hIpllzsQz0j5QNp/A5RPnIHjx3EBvaKjIC7Fjf0oPmWdYnIxqFEhHrQhkS96VcYsd41/G0GrvXmaXpUPWvtYMKVucsfu7atUE7TVZTCvKqxrkF3gfSzR4z3e8XceziYb5ASqDaQrQ181jbOEaLqzVL+OVC1HURPH7ayU+21iYMadidqgu1aitoOJm2ZsoqmZhk3g7NLNmnsHh5y8xrXDkFuj/0Uy3r3Bct2sN6Q6g9AKL2m3UayOh2LRwPOoLEopbTcAHa9ByAHVZfc3h7Ob5M167dV/1sLu2t71LGO8zdkke/hvQPvHXjvwA/aAd/HRC3JJxmfrfXMqqHY9/CVO8C+Vvfd4KvAOWOJ96sZw8TGlXAYgLzTfW3RrdxDXuz5+zYrNYB3pRIWKMizTpe1+FbOWFGhDKVXLIYdYjXRtEvUYARVqY9G1eW1ljAYeN7x1UUF+t5/A+MqvEKoXLIx7f5Rb3wbyZBaIa01pPofBh8ZmRmZOa28qVKZufgym565lRFbO3O1my9oGQEfiEJsW9HuY4GhTh4xqMsJxqxzUFwZuDBGbKOW81jXRuduhXmwq6g8zFu5kCg1l5VbbgVv1O7TYfjkw5RtjAZWE4zW3YNIQhjxN4XDV0fAcvCOhWLNL4uBDXW70Xa9Incc9ch15WLjHOFIfwcrP/om5o6RnOzEf2EYv7mj8leFBBGuUTszSw9apvoeOEIuAndUQ0mUjIOfjMhM0GTQMrUPEHIRmUoQAB0mAn0LrAxa4rmAjOixGbc/UPbIxLcDJL3xKPRstXZxmVm+jIjkp88amckeygD0zCYjw86QkQnChsyIC7bIzOabZERGgEwkyERiB001MyNzBQZ9tTN3emCfYR+7swO7EBnh36cmZOnyGZmfAaXzFkGDpnYcAM+dOYOGm7x8CQRHkhs1JuOK4lrRiI1njbmnBbmZRHwhrLngksGF1cAc8pmJOEekRxI0lWNc6gHHg+lQ8kCsB9LwT/bgm/yP9P98wjUQh8LEPsV4nJnfOazGw5lLIqFTLnzjyFU3b8ihD1s5oE8MW6nNbHYOn3mYHd55B/QJbQLIuI0ZPtelXmiRNcqbW5L6L0kqjNyqe5Zv3MbHqrURuhTOa42y9QkcHrtA9ZpAXLtENfgaZftnZ+OUQVOvtaEbNvTiydFedYOi6sRBs2aDTpMHtG9Rdb3AdSmB6h7pjPqyeRI7M8twFBrKxKc+UGFtiMyEzpKZyGgIdJGZUTLWlpnhjwxqiNIZik8VBrpO/SIiI7MhEgs9aJkZmQ2Y9AT2jPrJiMyMjIjMjPrJmNoVLnbIyASRzRERmJH9B0FPyGjt2oQjLL4AarG02ZrCF7/XxYCxh3+09YIiWZ9qSSvIKQsYSGsgPtlbrbWI9hmI0oW46fA8IRrtwh7Bg2vRN+NSp2IovEhDtZUDsz3rw/8HyN2y91tXh/8HHMZ7iV+1A14BX1XrXp0X5nk6dAQOOc0PRY/gQdsuea3E5NeK8VuvRmgAABAASURBVGIdtmS4AD8ZEdXlSmFAp4fAuqJcSzKgO8Yig9YD0eZuzggrfRiLNHrkDtnWFRVjlogvbb6e+L4ivPeVCwfRbOaFVB+fKetzc16OLOixCF+HDjDH7HTnnEuiE1GsEgXmpDshLlbLSO822of6UucD2bXWD+SZ0vZZ7fMYx6Dcw3Mppxwz+Q5QV19zFD04eVGkAzHDVg7o+j44y/dV/5crv3f2Xz7772N/78B7B/69HeBD/Jcf9Otz+iq3oL8E+o5VwOE704DvM+rKPQjtR+saXkPLZUbS1Bu0hWVXOc8LyztwjbVy0nFrm9MgJ3A0grHZKNW3n87OXXQNW19Ry9B81/odQn0GQXyJzHjer81lVtP+vJFfAVn0LzqCj0yzPZms9bh7Ktp1jV9jFVw2XE/UWfz4RseDasIjUIbIbV+zuYhxtRpM1XRMOrpdbYLqoLnyhyn1ClpeG81bNS2RdXWrzXAv2upnFt0C4FprQoG66UXXcON6lsh9YLsQO3vj7fyZOIs/45+o80RqbnZWKyk8A/MLu5UtN+Re136E3Kz5NjonatYbfcs0/s54lnLGH5XaXBst4HNXX6vxcHxljTfFPpFMKn1b8YbYuv9o686x8Vc+T/Uxrv7nh4MvZ0F7mKkfx/r4NqbAE/o6wc3DRLTcisEaOT7c5bRvUInkKQUPzjlm5JWr++REmQyb4zdwAJ/rdH5rSiuPUHHELz6WVHlIOnTNOEc8pbsNbV61c9zG1KxjCUhsgxAs5qCQDjFce33Ys7wuj7O2h220gppQP8PwD7mPkxfyQ8b0MCoOu6RBgWYHw+yUIggFeQjIiAwag70FR2aeIjLshTAubJCRkZnBAKI37NKQ9ACZqQCzRM8IXGHLxEDJbBK1emZWTGaTkUXXkKkhygx9UsUwlM6QqVHuPiCgjB/QVDc0bEWEVFTT0bmya7jWWP/Ue7nKG3U7Emu+f8mtWCPgFGWj6y97DHDl01ZXilnXPoDzWG+PCn0if8SZX2sgx5pDL1lBLwzUeCH6NnTkK8VtxJ/G1PZ+96KdRGzmcf92uInZJPxxxu7o6oodXB3MX3a8dUxfObg/T4Egej0sZ1lrkYjIRNJR6Cj24lCCphConiNEnS9lg87pC2LNqKG5a8Qef0wpiV388TDmad4pduvAPXxKAfWoV9hNoZus9X1quHY5Zdaw7IeWrzgtQ6tpN2O5HI5wE70SFc6wTrL1rdantb+9ALv42iHuEuoyeqGC6QMvpL1D3zvw3oH3Drx34L0D7x349A6MT+Bn5TMTWuuZuK+MaXM67uHLaP2lbzh2045XR+Ue/l1Obpfy0DTH9+XnwCysrXKsrK4ssHIcUGU5zPqw95z878Kr74G/a51/wryeV3893OPu2iuJiEUOBc6uqbwDLjkuSgKMPYM31hxCnHnLNY9/0XHQYUiobjAKokgl5m/vrkP89oX86Qv4RU+BLzxXj0r96Wfkvf6/YwfufgHcDtFLeYZfAp+BuM2XJa3C8Ujs5mk927Nutjby7nPAlxtiqqZS9Lzi1E9Qax7xI2bYZ9I4fQCVjvJ6/2ieMy25fhpKHMIoMZzqQntIdaE9gF370m32ns6fnhnp4R+xQ4W4z3TqZLY6mdkqKjsuXWZmzDpmxWbQGDIzMmdcsC9xuTRkdt+lS+wLyFztzDu605Q/qCuIjQjHTMYFK6cW8JERMcmMLDsTGRGZq8zMsjORIfAPKbcAvnRltFY2OSUj8hK1Z6SHb2DJqJ4MmREihowIbb9qUIZtUTT28LqYOe0DUN+510hjtJDl6/q4R+uakxPEKPRt+CLvDOYdoOY74K0/Y4nbTSEv5thn9I/kbOq6DteN3NTCfvfjHZj3aVw7Svk9qkLf39L/zMEj8Je72B/fZJf/Bx1eZkbm98LDzXxyjkjCnwFho1M7boCzuCYzqQkylXB2deWHQa35hA7dC+HDNe8lMt/ivjPJHLbErwpvahh38vHue0XXsPfc2hVWw63vQ8xX1vrQAt5J93bgDzw99w7n7XvvwHsH3jvw3oH3DvxBO/CRT2FzxNFhdr7eJdX3OMp5ldvXHHavs/99EdoIxId6+zPdRyvw1kyB67X91xb/+6/Ja3HN1/7OYn3s+vtBY1xsY9UaN9uNbfzQ3/Lf2QGvhWeP9pXYZ2tWXBV26Jiua6/x//67xoB24G9XLPH0qvEe3jvwm3fAS1H85mW8p//ZO/BjVsdXRGdr8TKekH7pO9n1grG3iZkfzEtp4xZjp1yppF/ZHunbAH0y+HttNAId9e3RYgmY6rbY/WhkxVlXkDE4+RWy8zzaB5hDXtEpZThi6fUhh+WyRFsLxEvdIzZT6QxDNq6VWvnhLcmk9GVHzAhfxkGiZEv+9LjUGX8MRw4uUy0jsyEyAnVBYAu5JjMuFwBRkqs7MyOzASWqYZeOzGy+xJGZ0AMRaLG2nNSuE7+SQ8NH11I0JLUak5kRIlrLxEbNbBJ17VLyykh+ohAHbYQpKyijhANqDF49GOiKKD6ipNyilOG1EXea/j324frllGLoXfpLlldZzScnjBNd3/jkOkZIN0vURatjoFhn4BIenFe4vLZyj8ErJ9zUnnw1w60ts3lZ3cQ5b1uLcQMsVEfHyjZeu7uWWsN+y/MdcN/u4Tzzj/Gc3Se7Axi7sKP/WjPzyY1xBwx9CgTR63lp3g7ucVE1t4FlMaiD4jG/pFMvhMWGVP8qWFNYzyMTQ1fO2PuGPWJmW73BR6sRPg1F6brGM64CJIRenoaoC92oZcS16BtlcahsscxLgh7Epjc/Hno905WbiFvD9zhR8bfuN/MVO8ClOf63D19R7l3jvQPfuwPv6u8deO/Aewf+kh2o3+E9Fl+IzuH70xbmDOzz5ImuF7ym88aHchQH/VLf19DeFmDm9ubJ/L6/FYoZceYcQb+88hiUrNfBZ6VV1lhWhlHrKTl/EcwOMTW0KTWHvxZAle2gTgWOZB717GCRGXv3sI0Z+lv+EzvgNcQFxMXWDldbaA256J1QPAQBXk4NXJ8o1/4/eNjK4WMJ5jAZYlnS0KHf/b0D7x1478B7B052gK/IxuPykbQCMfyxxZeKG/D45bFMEF8Co/NoRie+HuKoo0O1NxOi8Q19Iwff5RVJNBUY0a2NhmDE1o/BrM1W39TDU9xOVh75+q7R1i13hIph7YuPWtcJy3xwxt7FPsY1gKU2OgdLSSZcYq24tT0VssYucnkZH4w5RrDaqrvKFsELpMeur8N1BB+8zW++sEbUaW9DxCJrjUEzbgbU0908g4dUBx4PB5qZkZkQropjqDmNHbqubleYPFzpQW601m2rbCA/o6KtV8oXDta8hlNVUfe8KStX9m5YEmb+2g0lcK9qXzo9hLnA7RuoyeRQikNWL64lojblzmjMCtZwNP+GI8aEm5rwFacczqErd8D0DAujS7KXSlGldJRCMHLhNbHLfToQ5DoFMeYuwFW68z1A6HcuchRbVBUuQ5zEGdsAxZw16iLJyKLG4LnuaxtUyeJIIsfzWTXUb1DRJ4P5upRfDet+M5Y9cJ6xfvW/Fx7lODr1M4yYt/yKHagL7bSQ56CchKkP1H0JV75PD3OhoSsHxgR7e/BKfbNUHxi+Ye+lR3XAVdre159iPOt8x0C0x10PkxuPqdIpO2JQm4tYffLj2WbVZhslCCK6xeHFuegLTzZhuNY1dJuQcpqjkwoInUUzATojFuPQUe/0inKyOzF/k6tOfz8g9T2iboKg6UHQ3SOhq6QcbvUBqKXLLQbK3rYOdJ1O5QqKatS3xug3iToFvlFkkfJ3sKll/p3Yf8j13om//WRvLvzNwT5z7o05gs9Y+U3BbvhfK+pqFyNSKTpd9+6wh9Q369q/CO9pfvQO7K8K7Rnz4uUX+/wWWEIW5ZXYJekHKcuBjwMZ8niNzeu4hRYvV97mO/DWVU5pdMpqroDD8B3t46A2NdoLwqJgUpv5UBw30ONrXEUzlD5LkopTHoFYZqWmynPw+MxRCv8lZEkm+q9Du8CcFK/e1lojLJJYRkutWCJLaYPLatoyVm3zhawSqD6Cl8oR7uUZf+RfeNa46EeBv5Njbcv0s76Qv05x+nu4WYnBN+SOIKauo3ZVcS1JwHg9gHGteF/DVpT6Mxi5XtdX/gZ9/Y8Ke8A3Pz7mu6nLjLsV/zyTLTte1LiqkUsM+nHwn8vW715ny/+e452r1p9P2d9Fni3lDk96eZWiXjOL2Q76ZpzFbbOaNa+5MU+OTkho5Xcdc9fLu+N+hvlzV/Yz9uerVsEXwHdKeXcs7n4VHT1w4XgU1weB0gf38lCuhzG5xBQ32+jGL7wxg0MuU6tTYtgVhjFRvYQMqAAlQZWrfoLJ74dN8OES5hfIVxLTBDXQOVA6umTHFfkROJd5yhnFjbmQbZ9Yz+jMxyKwWAd+9Wv/Ilcp5IS1KpzopVcaX3qXlFXpkmA6qXClRD2zlpsSOqotCtasYz7sxFfBJktloLfMUvA1i1FdoOobwKzOtapXNLvGNuArxZxSlqiyasBXX4QuMiNTBHJAG0TADdn1XCVaJD/2oEZkRCDpyAjlDYJGHN1QjLHGSZYzQhE2FUDXWpAcr/UN1NeQmElMImNB0BKcdf/IsgcXBvnXgvqKUeU6lA9K84XpQ6oPyE2oa/TKXQBHR6Gj0EfGkC0KB50g+mBWCVmH1O4beOsbP4oYoD1j8W0VsotQHoIaR3xbgGMF9BolmL1zJRhgjCyw1sH4PBn6LEeVip9zh26wuvIrURO3gvPeDl23e+HURzDOmC1avc2xsActX9+IRqc3Hu4n6CzjlX5vyVWHAHqpZ4Nbc+bb8j4VfjW2K/hzrON9Sp6QIeqXnYxQ3yCmpn+Y6gMzh14nePiUcEvNoStnjDi5WdfuqLpdn0Xx5uxhkJySoLqwkJodwzvuzfISV/d4jxlicEohP2TTGavAWo1SPuLqlpbV/QhU6fFqRxgVmk9rJLieAqTPIudvUW2UU8NdKWUbJHAUj1582TD0FlyEh9GAebef5cmbqAR0rfMpCKBXzNcMnvUJXvtHYLKURwbX76LGevgzBx2EbRGtzetXH2jes9E1Dt/Qh5Q/0S2u+wbGCx1Dou/jbw6KmL+8T7vxlx/p+/COd2DcBMojmHXEX+uW94mw/x1E2yyvLaHeMFuzjne59+RF5+T3wBU1u3FHCJo84t3/zh247g5LW+zorOtkR05mqve8vEZoFocybNTf3PsCaxVDVz5CJRwOLbPemPBj2TfA4M2kRexHUvTxvoTgEUBs6ZNsDgM/CGpRw3EtMCzWw3y+qxUqDm5IwuhYLI3koaPCaantUDQ1kJRu765P6FYx3pmalAFzbpkQXTYNw64B6JRoT071AkPVRLJw/CY0IT/Q2D5CGt6tx8LgBSjkO1dbSdTd4/3gvTCgP2hED7UvKsKYsPU6FTACn5XmfwM8jirLOha9iNuh/D1OfY/bjB0zJVCqwYPCAAAQAElEQVRm5/ysacUDSLnh7L33RanTVHIVAkfIcs7kngFp3Bct0vymLWWcDn9FIZu3jWtMBREy+L09eCVFmltDYDXB6AKoA8WI3RT03qXgSmyptpiF457vccaK8Kr3nSN6Qy++Bk+s/JDqK47Z1f+zNFd7BFd5xMvhYz8YP917tbUO+3vD6YVXiEnlrMmcYBTqcp/nIQhP9Qa93BxviSMYWnwP9tm3R4tJpkjUhtTqkw89sdUDX0P8tpbO7DEdYfiUB6jcA/4R9dG8R3X/ZD9fAB+dgcFxaIkuuBXGY+xItgcpnnpoIolfnoJyfLF67ajYzqkvcT3nUyfKuiy7ddahPaM5aqwXkI2PY+1raGvSJlRhHOrqbrUZoSqAFKRxL+BqLBVIpvqoRp3ioEpi9zjjhfEli/+PbeTLXGKvfgmM1F8g1Sq3GI4rj4Pr6lYtXKmJQkehFErNde3xStOuMb2RxWuNXBLqfDPQg+Lhl5eLHrYWF5JcseVvQ/BMi2V+/SKm+Lp2I8wtF4Op2rfoToS+vGQUMsP/pHQm9g0ukSk/JLHa5ubKQREX9f/Je8HI7HGTzIiKWSQK7sapRARUDZqFoEGq6yypAr10SEK66XlFdYsK3XbPsOuaUheebzjVBaQutfRhc3HUqPSeav7F2X3PCvIsIJZJ4bru+lgxlpw1mwWB0fQaWfsi0ZufkKnrL95SE+RrHvKUxshNqVAyK2bfA33nZmI6Bd2+Dawur2Qp5KGpEI+Gi3seW9171LUOvWwigmfuEYwNcg9ReU5i/a8Eq6s5OZSDjrcd/4HPJUkb8zwox3wea4Eiz+f+gsh5bU/onqtHqzLmLtyDu3O5Z4KZvAR+Geb51G+RmZH55yAi47glnsQlEEvXFguBgl0fcqiHHf/CD105g4C7NfCzIscoaW6ctOHrsq4PzhXXVV13SjLL67lCXzvBq/Gy5iEIE63UZmX0eoase3zo2EfdvCP+hjMQjNeHxQ/HjP0o0ZivjltJkGtAPOwjjgrUOhipZ8wRnO8gY6kz+0unlnKPUUN+mccqxC/2ovNMwHf/wOqsLyFaYiFmZZzIut50EEmfTdk92P5ahVLfUkZjh4qx5o7fmlPAkjA4pTADWX71eyCu3MqOWmTXN74y/qhhHMUr8o86wPdiP7wD7d3/yi28hQWbL/Ad4RqnjefPqU9Hpc5Xo+SwZ12u2+aIWo3cEYivmCOfHH7FG3/1DtRZ9joQ40jR5ZPrJzOLTXW0BKOXTqy2uhi6cuDmHWM4frl0scKJkS74CLo3IHZj+64gMfGodMmOZi23N6b6Ct5O4HrwA2HgRzDKtrn2c8PWu0ZFWb6UPhztC9wIU96g+XuBzwvrV5WprlzBgynnPBBYJrKCMPZSqjhiuKajEB9uVlmTKUyvTWV99HahDK4HyosWBzn8SHnhOyse8jvZg9s5ezSSSRrjt3SPWbgkpff3EZxcv1LM+pEtt6AHexhi4T+oWG7AdZ+D2eir/3p7hXCC/P2Bk/PB1TyRdm0xTMU03WhULa2uD52gvEgCidBaoWassuBABUWBvCbJ7orHVrCanPHGgVarX3/YarhJ7sHGA1yGblBxhLXu2VBDEh/zLkO1j52MTBF/YMs7a77nu5N24pqrzfpxeItwy+vXNoKUR8C1nrKWJtWwtxu7jNZfDJUH8RVykyT7APscbJ9Fa9YTE6/BX6o58xmcyHUeAudZ3j2etCg/e6D+RsTl/ibsd0r7GO1B13w+HOvJVrdH4+oJ2J96i7/bFate8axInTTjEBBmM4P8sHQI7C7QRpdZQSaVu02N9stot/FYvVBflsATs6zpRCeKyRjL7xewbZaqM9d8pFc+uUiPd8yrDrtk39QlPvuXvcbpv072lcxRg4X2DsuSjR3zlMSb1gPlI7fkEktA71myHGhDolbOLNWPYI4YPvVr3ZhtkL+Ges3FQMeGi6lJDkgvOseI7gO7jmH2cbXjiugfmojS4wKLQddVXMKJy+USKVKZpReXTc+Kw6edStDjL/j2yCQPXDaIGDZ0rSEzJzn0CElcioCNpic8HRGgcZMdNEhc9V2557rOe51vfMra3hrKVbGc09yhnJ1zf5s/mPYK4ovalToCMXXOLNbglTAK1oPmcgAEnUD0GmtY/GXpakHye1COjp+OQlchUXEEXUe8HD4KOJ5iP/+wzVNXuuIm1ShM11Z4TkpK7CB/iyvn6nq6Hus5y3nARz3O6REdo5ZO6XpucU1uJE6zEG1p+Ns6SVhJjDZHD8Ke+t71W2zW47yIV7op4ixH3zM4y195q2j5BFD+Koz5xvy/at7PzuO6T8AzN7jTbhHVzIryx67p6dhsR+cqetLrw05bx5DqA4NTDgwfsvKRh2sZ/JynLi9c4ID2gDHesc3nvTzfk82zjt7CWkoxdOUM73krWku5wihZ4LOBIqsPjmVpD83oI5BWIa5ekLb2VqD8tY5uKwo1L25kO150shcfvHkFeW3kq916tc6TxMWPQl+i1GdUDQj6ElPcak0aUfSJOFHdtS2S6+oWpqfDMqXlhaRyAWFD1zcgN/TnJIVYS2wQt60KGztcQ1eKwZ9JYqrGkR/fEf3m3jvwB+/Avava3xHaoXlTHCG4I6+HCJr5/s5yBNy7Pq1k+VwbIcOnFPLKI9zzGa//jb91BzzDwg8n5YCf3UOfpXG1F9cat8PEmTNi/ePmNvB3WvMih668Aw9AHC7bPN5/EL7mIIhyHNDXdYTvYjBTDOrYqEXKzSCxfB+Rcx31ucawm9SjNqZyrb7fHcE44yuGhFl6fMNn3PMwy+i6elSCh+WK6K1+3+g6Ysw95mU5ds2SVr2BBLn7Lj1QPk8qihzivBPgqgdaICTK4IaEqrXV8/5khauP6L4GtMors5Uu6nx4Kug8/VOeNXm5dVyOwLVw6I96T3kU9qLfqvdAOTe6oyLRj+4FaM6iEeQ83Ud81iV+mjZd6y2jjSNea8BntjqLqetkIzGaj9EFWwB1DYQYvCpYu4HcZYpOLupQkEQwy1pxKtezVkH4aiw7kBO3qusWZDQ9cSZ6IkdXF83OTPzqyXAL3PB0FVARDKiVN2TAEdV7N7roJEKiISvBsQEnvem3Y0RmRkQHItUzQnGDoFU88qSPVN1DH/Km3uxQN+kQOOnXXqCWgF3mYfxKGjYs9SQpIT6GNSurzvkY+IOFGlF69JbICYSEcVFtcsRzulGV+mR8THHmpnZGKG4AceZ6xFfBg6ANtTEimO4h0qB8GGbUL0VwIjPOfy7TYyn2esLsuXt2Peh4upX0kYfuw7dQtdrgh3iro000cX6AmGIsDOoVJxg+LHvF4W35ROKfc2AwWx4KYas+cpVHmOP3/jF38c7PvKUrdXZurvGUTp515liPgYXT17U7BZZiB9kBXUO/lSyVAKqjNC96zc8X2EpQXX8FMNBZSOWtErNdHCgVgJz7ETf7h06cdURR2MrF1uicKihXDfINbcTp4hUlYYnzCItC514IvmmNkg6A72zLzszIS0ciwWXgklFf5OaFdHwXpCgb3TjtisMuHbn4J32J6TWxM6mZsa6j7MQe0Nd0Sq88d29m57vEIjiCoIgoS4EWJ+1660tDr9EcyFhbubo5653qYuQM2emNOPIdcSbteW3OLNdpuyZbDAxnvo11P2HpGSgPOXW/DfJQWl+HUqCbR72qsZf4XMeZr3hinPclMA8zT72vRcbNF0vM5NO/QH6P4dzzza6yFdJsj+1rUEW/bqiFusYnSxr/CE+W+p1hHvEev3M977lPdsCTtHeV7UVYyhPDiB3yiZT24O6BZ3lnfE+bxelxzEHqc+DQefrx7PP5oZD1GViPrTLIQxJlSDN0zhy6lGhqRRO79qrNULWhUQk3bgcK6MPZ5sOedaN1WGcP+QYm6H2O6dQqaqLJXNW3Nq5R93/ofVeK6voinrlcD2IOay1Fv1qZFzB0Jagvo5Bjyl+7sDHrW7534Jt2YFzQyj2cUk55hHPfdMccJU7cHKkudA+pvsP5tATeycP77u8dmHdgc7WcXVcTv4mfC/12fSxyyCcXdHpA1hmglu9EYH5vqneuPbexeeva2GR8yr5Xr/lY6dSZj5fEMaLSPaYppKt1XOq6d2DJFtfLnyeoBlHxD2Wl1JCZQW+6YzIUHNDnzvyUZi5IdQQLt6Pt4vUfoq2zivRirpkCUC2BUfPT2K3oqXpzzqw/lfzNQc+uxzjRT0z9I41vXtpxeU/kI5BpCKJ1romN3dg+4rEb8zR6qoILnV7X+1bWbhmxgPJ1Pda1qbF4fphysxyPRehAsl8RyELQ0OkoayfGQxQrmZE5EDt9taOacUHMLYKWiV8p0BE33Qhdi8TY6NoTnEy/ciAzY+izzIQPQG8CpXXNW1Q8pfDkIxBbMUoQQNtskUGDK74ZqHmIyIjMBBGRQasBGQHNEBFSJzBGVExEZGac/mRE6L+HyNsf4kmMzERkScaIcDxH8zOSR49XEfmJXJJrvgi0PTL07dln7bu5OkUwx4sgnJ4RjD8J6XoyQnEEvkKKw2YObyv1YaQ+4zChSJ5M9Sl2X+q1tg/r7UOseapUr8PrByY8gca3PCj8iw+dpz8u4tQ/jFaXQijbWmNuHLiHTwu91qaOCwHz9AoI33RzKxlWfQbUh7prF65us2dzNY7BPWx+Hbczew0EV1FmMgYtwQd7pdbQCpSaS12miGAoJlEjAxMFGQAjE1k6dISaQ2TCZ6mrrl18FndRv6hfsP2CVr3hgk/kBRtckhi+ec2OC371yyWjgfzSm8xsfMLtYS1zMql5hMrRx9zUyRwyouVlZE4gvvHMPfNdJzgyaP5PC1X2wNUCPN8aSjH0IeWAdcYFqusGxBQ3S3VQuTrRFVVHfaDIB4OxXsmGqR/D61i0yIMYr/ea3zpHMGfwrZL3xw2qhrHfiNo367se5Qy5N453YN6nR/pxhb+NdRfGManvMXxv+d6Bxzvg1bNGlVXPVTg/Z+rZiE5vNBEqCnw+VQcwjSqBu3SN4Z+lfIGoo25sPfcttEdPMOYI1nWJPWwjRqkNeceoeIq1d68W+B6/eQe87sQ3T/Mu/96B9w68d+C9A+8deO+AO8Dbjr+nDkj5MlVyDL5x1ZsZBPGMrTe+eeQHmrfxQ/8Kaf2zOs03RuUMs9bVqm2h3/XOOUPXp36zLTpeQkZmBkPk8hOb5jwNrs8V6W56s/TKNQzP6tMvmn+Mg1nj9QxW/Y0/aQdePnP8PuPfwPydRoxjtc4M+WY7an0USeIeUHf6Z2e8U/pLXJkez3GpzNWXiQ4YIzOjfpI8dWVTA7OA2aVOIbNH9pg9322LlZqMQoGU3wA+5LtUFOBKbodia2h8mouaB4CqnsQIhD1iM3+udkQkP/aHCFqC3oc6SkvLidKHonGD4VQKApZCyVJSYoOAPUa0dpZCnq4WdDIasAehLglBBceG4vaxk938Ei3+9XHkKl+D0W0+tT3Os1jcQQAAEABJREFUPfvII9tsj+0I5WPQV5t1VOCEkyY1Xs379vgIpshT8PXRFect2otA0K6oW/gveAWO5q83GmIWCU2XaTEY5VOK5lG7xd7nq4Yc8OWyEtCrXpNGtHm0DWiM2i1GzK2n1Wh8NjGNI29IXbN+ZMs9QC/RxYPg7vZDWPXZJPetDsgEYbJQ79Avln3Frw3oGHTuDDrK3BfvTD6lWyu5+kQoMyIgMxPRwRWauX4heuk+AiOix8BFIcIvQ0VmRl4ySkdmYg9cqAfqy9jBlYRPQWzlqAts/JeOTOqCzMZnbuXlsrUzJ/uejzjXlDnFb/TgMDMul4gUuY+7RG7qE5cRIcLWz/Vyjmd7+JVCH3JcO9YQUK13fzNORmPE7B72kJOv6h/wU0hTjRFYlYOs3rk6viLOB4+rvObscOMzkBj5PZa58Bv2rXAO8a2T/DnF727FXefBMb4af1DiN1MewcBTS/HemUHSS/nEv/u/uAPnV4meeo/q7yiK+kMBCp2/HbSIf3HX3sf89Tvg1XSGr5/t0xXfBd478N6B9w68d+C9A3/RDvgJvD+cwSkfwVxjlHuc8fu4r7bH3xCdf8VgPzeb9T5XYfmzw0GZUX2s1f/4iJwwXLmH/Bt/4Q7Mv9+j17UwyTpi7JLv4dt3YGx1ZkbmFmPyzBxqlDZsZGZGZsNl+lvvkvBWfusO+FwdC5j1wb3lP70DP+7gL/XHunqb8HLdwb/YlW+37jls52rmGuBLSGGppY+oLtDoGkQhDPMPhgO1PnnXgZOoiodClrfkMhDTWCON2qLV/Y8/RIIQq98MHKTDTXUgKA/nGjoqFnbt+OmbfGs8QKtTiVRu0vlc52ktJtXfcjFGJ51uekPxxaANicpMU4AE0C9Qqx/pzOjxVH4F1ZA1fnAwGdCrAJ9tfMBFpD8ZtAw5BzTs1hMhog/GiGhEqG9BoL2Q+JPQhswsG4GM6EOJxumXVjbozGx65hfJ6QM9c9R03gG5iP3cezuTuAjpeK55roXR12j/446mO7Zr5Yo6gPqg58Y/8pQ6ZqnesM5rjJBXiq5vCl/7Wq8ECMRybWrfwxyrvge5ziWWmvuYYRNbqvIbUWtxojGH+j8ED3t/uHI3kDBQOT+zmn1zPUsb/lvwePI5Ynn8Sg6wblXE0hdbZWDx9h2At96CjV8nBKIu/2+XTsB8/1RfbugfcNRftZZ2vzHy+uI5Ba1z0aEsR/rEfE+ELOXeynsH3jvw3oEfvQPvxb134L0D7x34vh34fa9MvtvN8BixXZDQXACvvvDdPvxFw8BfjXU99R7LuobkJbZZ9UsT6zJ0gnEEHDjwmNM91vkMqEa64y1wsAQXpeaE6sZpq8O9+z+3A4dnfrkHv3M7nPm7sV+/8zVu1Zr9U8fMjMys5WU2WUYfGpUVk7nKiIwoxN/dfviJHMtTir/7ZPyBR+dt8gcu+zuXfOGvdLwVcLn6cvICxuuE+fVlJLlK7TPoF/orn5zSS3qYrINXFxaE0fXy/Qc1bHRjrsgZfJkbYK671DaeioHU7xqEfqEu1I0RxpXN/MOnlBezT167eOYw/xYRUWvYDRwWU2zCR70NOdcdCcgRW9IYuG3e/9k7D8TGcSSKVvn+Zx7uewWAAilSyaHdvaLxUTkADKKtCb0eddT7LzB2DUTlAOLZqBuH1fXcay3rFVpguTX2wY+jOaIHPkIM60gq8Vk4RbmeSRxsRmTWBBMRg+1UOaZD1ybqEJih0Q+MJUFDlLo0EZ0ER2ZG5haoa6DGFltEOxJyZI8yBGQBUGTGNR+XI+uELyhuAXMlWioXEmMBjkHlB/a6peL8Atc0XmdCWdqi8OnXj7I2fWd4KSlfYoK8S4zDGO8z7fLlezHjNoSFuABL6Mt0MLRF+bRcy8qPGiuNKFv8qWPphTutdXfV4BvtDm5kIej7GO5Li4mDY+Q5MH1K1fK2/Y6r3sKjrhEZwTOHddSMfqXyYtiOqPYO1+oz6xTEOwqW/Qm4FYAWucxYGcxZfzgwmk+thUaRLjOxOGBCC28eZSma8sNYw6VRFuK8R3MxjiDGiP4JSu3qXSqoWfKgQyd9Hiz4zwy3+KryofLK6/sV50+A52qbR0xRfYmcQq6joddHzHLnUfeQUsx8KaZJW/2T7FPmyXyT5WrCTgYGzHPDGPFcVHnXPQW3hq8MyrPxiM8+dh+zl3f+d8w7758SD7ryhF+V56JZP0WujJ9UHPSwZhx1V8WbubEDY7fO6I3Qt+m9A//ODrxX8t6BH9iB+Tn7A+VOSuw/P4c86Agb8qBD/+eonfieKPhNg0aaRl4ORQ3tyjN8JVUv3aAiyMALMcNfzz4F01l3U0MFML96WAvKFiyobgu6VWHCh8EVNr+Pzfyc46m8/FVg9Sf/nOcf5GuFTFnvr32B2elEDlQxh8R6HHqu1m9l6oI7qOD5BJq/G17bcwetntc2DcyGL+FbTmu0G4vbbM7bzLPmy/nMjMy8yls9VVMvNEG+lrHPjVzVOFMQPpmeDJ4iI4hlxOboirNldfMm5AUhrf1gXFtvrt5NXsWHmcpQ08Mhk+MLgbsQxT3qEpqq/Bb26T1mYX48Ffoiji6hWTfzPeSvJPnAtXzz3wDmI5mFux182cqXqzEhpy9f5Qd8EKdPIVFXkfEdU0zId3taRfk/6uyh3lzSspGraPNN9aJ02OSHf/H/UYoPAuwLQKAasa5l5xfI+ogYsTsa5tih9UBt9MZe41J/tlWunr/qES9N+gihfISKoZ4+8O2Pi9SArzjoIoi1Xvw3fFl6xSjLd0hUaeOceD4y8+DysQaO+HTXgAXoGDA1SHehJeymTe7ECNQBhM3AUnJRJ3ySzjKZQQA4yEcHUlbIOmVm+BPO8kL+AM2n5sgk6hYiIiMiM4EURKx82wQ3pqHkbPbi2+bFhY/wnsMFGldHs5GrHKDEF6un4qDw6hUF7UkOUTacW25cJh62+mi2BX7BYYFGIfhyudmCYwEMLoymW/ABS0x08EvTVf+Ndw+Mk6KGXPTBtdygjhxLR3DIc30nCGoPeP0PPtZ47nt5C5Rvl9XNWO0kr7z6dV55RuWxD+zFH1D9z2wnerbW7a19YGo8ZTwnEFXoqEWvbd+CPRVLUR3qOYJdfo+WR99rlO+8H1/CL6RtWGrN7Gl/PvmMKlBn4bl8Af72r790jzN9eBgrbWjrhVd9hSXs6T/q/yxGI/T14Kgl3/Fd1zr5tUptnW2tcflYwLjwhrRAa4tH3JB/go6aK3UVMzQoS5/H0te3sJYfBa2631xgMbDWH5tNTzNLSPct7psm93Lg2RLGjZg9f5Fd5/AaS2y0+Qy+0ea54Ung3g3doPWA00YIb3dcx5frmo0bgy1Fv5sR6zQ0JzKSpxRFSdhH1UU304rBPusGj5o0+3yTjIO+EFsAzabuCM2P/nc9rL44rPzsQ+Y2iJUBw48GGeiHPzbXNOxS0m59hu9KiVj5kUvdwNDdovhSmx1gpiL5ilmpOjDGcJxpXQRRc7ua4osOivjhe5ptrjbzpwFvgzvAtrZzjLDj37vInrzHewfeO/BP78CPLW48Xyn4tz9bfSf5EvDhU++KRePyWybvHP/twJsL70CB5zU02A9b28fY7EadDawcMHvag7Bc5zb2GZzlGvoqMgTWaG5F+x9oPnSp/RT0SjBmGDM0KAsl6RUwEMaWjfwodmOOiXqbi3545YJK0FV/OWE1tUKpTDqNNWUg1SQDH+uBNvw73cAwqJfPyGgjIQNxOfoe1mtt5+u8u/n8GYYT5GgqojYuN2RMxOkNZ64JdX2RsVtx+N5hnao5epjLdV3Zv6Cnlq4qko1CTdH2Ap6rHaW3ij7F1pTTXOynJrMNfCpRRL+wzIYwxKgDm/ojaF/1MpGBO4BidM6iTCEXzFlgckTUnBEzRUzllixCXmzkWI/MXPl7TJpn52R4ostuy+IDKcGg8hkxNAYVH3WUiCx9FoQxzF2pNtOxdrgMaxIfK2JzZJekGZmJ3JDRfgJa4G9kMYAuI9ZZ7hlYJl+MJoxBdFJxh+BIrI6HUP5MY9gYvHfmDFQR3ZYR8SwqgqAk8rcgODKT+Xyc/xvAFcMW8UDzi4QZPOl4ui0s9RiG+qVEi4n2RQV5Rpy0tbUEiRidRqf4ttilYrc8n1jYzXGGetDjc6G8+vHH/eHvB6EY8kpHfSnxq15+6KQTXOfqN+lZVFvb0JljOVB1XZnhR88x9RsXI2n5eBmyuQc/aNe5ZzhT0FGJEaFdRJDD23yy3SbbTk5wguNyND9m2sF3U08vLEMnJbPaa2RLy4WZCZ8RkAJcJD+xO0qXgSVBhJNcZsYHyI+P+PiAB5kZHpkZmQ0RjTaf/kXxBxR8AOPTWPBR0Jbh/4/3Io8aUPPilx/6CfKX3GlGUDJwKxpdLhqXQ/sW7Gv5LuW6tV3i5MqtMytf+66yQX3jIva5hhw4MXCooRjDdkUjQl+vefERgbzEuJakZUdVFIt+3mtFuSY+yrZwX0cBVdHm03TDNzxcU6EEfHtsE6kv07FAy7cYBMfgJ6qPhc+wtxtqqvIv5jKVjYlR5iOq9xJuz+MwBrgvlVcebHhk9xnCPrTC475X3/YxsF3DRsqHtRozoH6AO5pyXzePvDxAirVjmfbM87ku1E6gP30agmPYYOmuckmvoH0L97LtycKeDDQfe6hcC/KPoBVxeQ3sM4x9XGG/Nvxar+TY8Z7HM1vTb9dneLAbsTvIvNN8s2jBW6B89TpeUJ+iBNeoKx7uB6hroVKdOqjiwHoto3BNkOY2GJSyhH3TcP099cuFzCHMAzWPUOR6WkAUYl1ulIxvTCr4MZbBQOVXsB+o1rHq0chDav/kmysc46LEY8ilbPWHalC1de91H6I2w9zcpRvdEIyTH7n2tO49HPQTsK1KJcV7phiHD+zxKH9MhFaiiVaPXZbgtbrIrxjGVcEOmHeSr9mDoMquZ7dJbgIjo/aEegxYFAwYEx2j7Jq4huSn6wlNk9C357x+T8LATQjJNnIXfPZ09k2e24H1PBE2eFguvJrf03sH3jvw3oH3DrywA/U85SNL+kL4Px3iO8ZYoO9HbFO9ahTFMFPENmbl4JulfV4N3UzHu9Csa/yIxKN18KmZBY3482b0oGz5Qg+GrV3UW+mi33Kkq71jIVV6yDMdtuY44s0vujyxXQPx6gXaANz6Xofx7x8sKDNZU7a1yAs0bWRkZjAxssDEyIgA2DIzMhMxO4WNdGoID2QJeygZUCvqvGDzCvG8NVnF48Cz0vq7yhHqGqhJT2AhoO9ab7Z/iq9WaqIS16WzKNWauZg2NcNn5krvDl6SdBUV4BysFwEHBM8RXGadAbhfMOjFbrJ6Y87eE/oATUzYLVAwmg6GIHlIpFMUkSVHFFCtFD4wImdmZO4QiUMyD/CXZn0mTeZHZGIHwZHZ+MzbNDIiM7cI5AK2iOJKk4PvlLgPkIkBr+CQzWxyEfUyjwL/BDWIyUSaEOGIv+sAABAASURBVBOfubUham4IbDMwZqJbEQEbHskknzF++E4jAHta33l0mugy8XkF5HYEsc+CimGM9AiRwZGReRs4xEBmdl6SkR9bhHJGDP/nqaFJ2O9CcGTGaV8fPCnjEPXg8qF1bSWgDc1XQFGxI84H5AU++Esqn+Y7PhAGHZH6FnyC4l92K8PXH7q7vnh05Qtd+PL0GL0ecdXDRKsmsSOHdFHuPiXDSw9xaqPhygPVRyCb+xp8Uf0fnZ3ar23Vd89ZPLFWEpx3VK5Z6QCrLz4H5lnVXPGDYbAF9FJ1uxemqtfFmwRHxk2XayMRjCs9unGBRyBERGY+jrrx9f8gpqEeguPL3VSXPB/wKV2nXZ+JDD46MpuceUw/MiJAwmRmZD6HyApnkknFiD4HR90L0OcGJ68H+AVZZxvRNFAahWI2k3E5a3QD6oZNngty6naBX4haVrq3Y+xDn8aax7/VSrkQ+VL4om9ckC84FtMdYNLjdT2WS3wZl5pPpxvm6pFA6TNwXYUpFraGeYqpyeKihINJ2xFw9UaGzGObe7Z8lvd5QY615sIeL5ybpVFMV2PBzDPGSOF+SK9AzutnKV4bfc9lzg0Urip/g+IgJaWbdmWauJ81A5ZTFlh2xfW8AqMrTZ+4O1FV7k4bz/5R5WfnG+uhN9phvNJRX2rPQZIbhfD9Cj+uajLdHJYpB79QQmDQmusr7Q9Nz9/x9jmakx8onWspZkzmH2g6/WPdn7beNsfpsdpNderVDF6/q39TPTS3vnBdGfhnhoWf8T/z/WyeZ/p/xves39L3RJ2U6uY0O878zSCMXABn7md6op4fR8movSaCP3JZ7W9mvwPs2F71lt878N6B9w68d+C9A9+/A3xeM+7W8fXL98c9/KVhxO9tQ+YFnqGk9xYYGCPD3TbuO5jqANX/qm+9jGT+nlz8cIIy6Ku0p9PCe/3AxclPdKFGeoHl1cb0nh+HBzE677HGYT+M+9uUD/b7yeU+G9783fwH+5vdlu21NZsGj4t/tmlA6fW3omTuEcpv/F6QyUK2yyBFq0li+WEpvqah+SZKjc3uIFuJP/dK/ip8Rc/Z7+d8euUt4jI37uk0DwaM7NLkmdfClBp3d37CtXI9619B22mf4tb52vh2oZNt0j8pPdDQrTWO1uc0/fYrk6dVeUYZPjFlv74/keIbQ/M090d98s87sfIyxPEA7U9SnrHojuRNEmKQ6+FXvsiEoSK+xjxhdOCtD6wh+kpVFWWSx0wrjauZCRM6LaadFMMwUaqYGsdrv/VDCf/i8Sx/ZAtIBpXfwPIoGLrsQBYMlbMo5Vf/1oe2ClJP3eLxPaLD90LJhy9VcK+ZDFL1lZDpUqfi0ODkwEkB0lzI0fim3c84rSp4xio+y3AHt8vSWUS7hWBTLpWdRFyOimu6xG8DbSAGIiuuiRmZW3x0+eMj44IP+IGh50tgfDK38ZlN/ug0E3+QeaGZzYc5RDijm2MysQxERKYyNCIyIhCZIgIh2xQeWVOG9kxphgJzfMnx4Pnd1nsw6KjBXeg270HA5J8Tf+D5AyobuIYa7qi61+Q/A/PUQkxSDNPgeQYgTaM9A04LT54/x45mW8XR8qwt3gnUCqBjDUP2GXYBu0Kii4zXJF8eaCRitMr7+dSwd/x6mV4fSTo6LHeFT8BQdq2XVWpg59jqzlPobE//hJ7GGPTGgGntP8v3Ff8R8o8Vra1n8hk9gMgqmR39+qlzpQOWdfBZFepEMd2ifAb9tHXXP0ZY26X2Rriof4Brldv81eXMegTrcFol5/dfs37RbBdflOqd5r0D7x1478Bv3wE+4xi/vct3f+8d+HU74NvCGWxWW72PyogStBxA+w717sPUfv8hZmc3nTbp+nsn/oP39ytt+nwnrGetBl7V6GHUo2sVtlEouXMup1iZPcpRZTEPTN/wFLM8YLCG1gJLawxz6aHrGuR/HK47+W0le+WEj8I0xbccbMBlPxA2RbZybmzfJViTq9CmQF2Dnhx5qLLX6ksgvl0E1qD/Ik4D6NZxrVs1Mqvf55naVyeQ7YS3pP7O27iH58wsX2dRwv/VNK965r93E/aV9vL3Vn8h+xdfw8904N4coV36Wo6zafHyPsJVRDmjHRT26bHGykS1JzejtCriHzrurOdD+xl8MJ/aTveIq5HRHs6nTgeG/kHBgx2O0szjgwJvPyyOYB08y5+JaJyfGLZKGdMQpQRhDJ0aoYO6qkWVmV7q6nkEEhLjbJ6Lf0lN7Wyo9EHobh9mcW+qRFOiGsx1Mn1bXLO5LgIQRkynErQ1vBDqtomak9mbNx49dC6EkVFHRpRKGjVFZh7iY9Z/6MOXsuhwJklEJKOQ7d/WxZaZkTkQjY8o+8fQR25/EgcB2Q/VWd7BfEHsD3IPVQ6mU017XTddkb1fyTVduf4xReYva+gP7YT30BHqXvc+OjLe0o11TD6ylU9bCe2uXXX1ANAIrIksOUKPxPFgEFDpmepZ8UWUdhwU5OlDTnswv/2LwWPFzybKo3h1MAz0ZNBSBE2jx7Pe4o7bcfAv0Vb/X9kLe89wyzeoPaKYtq8s9xW55vMv/yy+ood3jssO+NRvj/7iMGR9JnL5cE1xdriIvJ/9/6tJ69rCy5FMDcwOQXTeBEG/ZLiehscb+lrP2uXa0tbHZb+VP12Lc8dJ5BFLnYlvuXstqsNNM+6TtLU16bm+rE3Oqv9c5Nv7vQMP7UBdYu3aPJofyvF2eu/AV+8AH6x+Fn512ne+9w78qztQ7yb1ruBD/RplX99PeK8oftCjp/+JjtRtD7udmuZegbH4yt99Og9hqLPu94JC9QrXpmqKgjRvv4hXA72+dncEgq9CfkJRvdg2Cyoeap/2Y8uNYlEAcHgQ8BPNndTg8R38KgN4imdE44Mji4X5hjGveeanUuxP7R107zH2ra5d7Q+gMusHY74ZnIRRCqtnSaKHFBRr1WZTfAbmJ8s6KpaJdqpuy9rN6Dt3Id3xyHRxeoXzHDd4sjMzikaELHN4ZCbybQy/iGSACLkgNPaHuoEIfUW8j1+yA/9iG3WFOR2hrsEbqzamzDLXUFPmdVLTkHmhmRmZx8DAyGCK7D8QRkYwX0F1/JKDXlhWfBphoojMPMRHvHjki3H3wuqBXFP3lBdd3BOf40NXbiikR6hPBg09oNg++VFEKJ8rxeGhAZRSHSqsjj3w4vOm+cgfAmVPVeFmm6GNJDX2fQ4/UgwW2iVIxUJ78MUGdzr0J9APfONgW1n0Kz8F1/lmynTCAImoKR459Gxwjh4p3yHpWkkmCsCITHljEj44OkXPCKRC1JwRRZlhM5mQkaIO5VIxFb+jqy/6lQ+4IQfH4Dvd5VEb6DKLizYT9s+Of3+Fr546bidC7zwbysO7sAGRYaRousEV5QYd1Ju2+KOnigZ89bkGJW6O1vNNlyeNLSOzfRHbSXU+8xsFfkMmUokNwZtRa2qau7Pud53+7xy2uzJLxTv9FnBu6vy/0s+Ihf7csNGTapgYzVhMTVzXTfXb5/a0dwYO8PiHnM6usNF1lrkHw/44+rn6k33YQsHpZxvx4+S4Ir0wxrP6ih4HnWqtU/c7Ho2aHOHvHO+uf+sOeFndwm/t+93XewfeO/DegfcO8GugD/DzjVitMyP/AnwXqb+Zjdh9WV9c1A37RI2t96KaJsM3yFWLvFZhg+Darxcl298OZ/qd2w+LdMWozqWid9C2ua2yq2qNbTJich4OP0D9FaaVyfVXIrmGZvmu2d1ocP27KmwHo7ZHurO2gEPDleeqqPtAyZOxg32MpMWXHQ01GNVHTaVH8wylJhHMYyjNGPpj+rjncfxdbTaP7FdA0fpbcIaqYuOJo4URKgPgjqNv2Y4j3tr3Dnx+B8Z1N9NHsmZdyYnrHqiuhveN0DCo/BnMqa2oE2CoisPC8W3H04lbn86fRbBUc8ThceM/AR0EXiOmY01784k6GxdyLlMG+WvUB0b7dOi++nS2yF4u5WU6+zApD7Jjrw8vKB9JpX18svaE+m/PkvNWgqqjg3GDwqsfYL1mabArOGz2OVAvcl1nFmU9i781Uepi3gir2nN5hJa/xWg3YNBmU9Pscnsk67rSmYA7uAhGKYRrw7mDlEOvJrWmXMhVacVUIleRmI9EEBFlZspMeBACfQTcY4jNQXO1rkYT2wzEyisNahZ9YTJ7kLjo3Xi9jnA3sBwoU7Qm0ihft46hHNqkj9ygtSUqPoGRq2gvJy+u0ta9pxbH4he3S8UK446wOjzMLN1T+gx6WG3OY3F6DffihzBSuSB0zTaUfwl9tOm+xrYqgwQSzz/my+jqi2LmNIKKgbJn9eDY0Nlf/szvq/XW+g3YrotPHZpCd3PPsG/28Cdk2qrxSq0KpGNX91Og5rqH8DXoHZ0dtM9ur0akUkPp0FGuNWFYFZ3vz7kyn076nhqfN9S9eAnbZ9/LemZmZHaoWNdRQk3GiSYkmzEh4MvQJx0Huuo22cWvzmf61aGY81Ln8Qs9LxV9PS3YmtZ40ST1R2jWk5l9PbFs1MtGuiE87BjrKuKFYy3D8gc/6AvpHgqh1MWvF1MnLoY73Bq3TOtfDoJm3eClYH/fPtXAQak/oPoLW/4Du3RU8v9BN64O6YyxdnWD/w7KPbamlRer4s28d+Bbd2BztZ1d6pN+4/9iZ1O64wy9SPl1/thx1pY3ikFhz8bDOacEphWlmhKsujI8PE0Z6g1TeY/zZHqeW29ZfFs/tLOOygqtl4WZYjiNO0y2UxLfFklS/0eGVwXQX+l2OV4U+bXlicjRaAtRatx2XvW2vTU1aXXgV4OmuTmvaUac9Ag3s9w2Vg1z3nBLzkGu9gu3qr6BOW2p3jvZv073pU/j9o4n8jPX86WW3DORu+LPXYy74D8rfupqIJgxLaDt46S4y27jI8ZloV5EP9SLLl4RfYWGQaOeScHVL7JT+XjxcH2EJojBQ0tW9z2gQqvW6yjXYr6n3Cez0iRjTlL9zopv5XfFn6j1euQTRY5c/1Bhz8sjsGX9pN8N/0u44d+TjlDF7USUELHfu73c7pylHix++bcHH0VR4CG+NK6FwB+O9Sl08ZarHBWJVLmgyO1jpfEbH2z1R1d8j+q0dRi3taovVNy13bQFpsRnoNX6jxaWCG2FYP96DnwxhqielTUVlcF0OLQB/brdmp01XYc+aMsPvupDGZ4TLDVcG6bieyA8TqVc6HcjIuzH0hVHtOmssUKGiE7g2shWiVkO5EWfpVWeOeWGhGT5MGcMDnrEo9PnKWQc3R+rLiIyYkJ2PsN/xT4j4uKb4U+cHJnZLFJR3hmZGUyR/sAzkGvE0ZEos3wj9D1FRJRfBDTqyJo9d8D7bwC9toIT8hiz6PWlbM1hf45St66/oKcLX/cUeu8XARt1zVoMro2FGLilA3I0Wo84MSrPKdVAhiI1ITwzjBGPxuj7Hy25QnnRY8e9XFTdZOti07RZ1bNYUz8Q6LYfoUJt4QitDiARAAAQAElEQVSszHPm6jyfRbtO/QoaMVy5UbKiY+5j1epyAOyMSk2EfUIOhh0MR/mDVERdPL7Kbi1BPtY1/iGfI+o+4fWFXQT3yAKk14hfeSx01feruMd3pPaPPX48otV62t8awHMYy/4eNqcZG5ULfIvWRare9UG7XomlMtAxb4c6gdbnc+WAX6n8V8E6onVrVnsrTU1q2hNVLurBn1E/qcZJu/wOxoudupbRf6EsHntmRiaAd7hsIS/SKZzBLmeiF5VLm7mPQA7NkBozH+SI9cjiFnQL3AKF1JDfQ4M6qfAUz7K6GQtC+cAcUsov7MVSlPMyqHEs0vODliFHEnQIZT2kcxG8vmKsVe2tJxw6RXnpjKZr86wfvBaxyrMwlDPFTvnSeAWKuu9cb9+TrIsIx/KClg0Btnz1k0c19q5ClId+xOgLmtq91wmgYKyWlhf9NEaKlWJrMaNqo0exuP7MOGroju7eegzvK/uZNfwDVdyzZ/Fnrptx9/3UprsrvVYvnTybBYSRwVTIhI8bxx3zcWRWem3JlErQMZSFsnRgyNJCxi4yLge2Mg56sTTuTN+s/+xc711ftLr1KmIv5QdMP/PKBfw2tIQ+DRuisXXu5Cc9Yo2hGp8vyjPKaUzjwbrKg4lRYn2smiM4zDuAOI3hgcqXCkhUFvXAxoGxwYGGmYGOmTpoBl8K5KKXaTYvPZGlxqekug34tLxEX3OVr+9B8dcuG83WZ0jSI2xCDwX7LrCWte/qubRwO4pfJToq94iugi/76tLPUK416X+OKutJ8FxLD1GJOMczJSfDsK7txIydhbgDEPaihWsdUN+0jXPe2uptjdhR6ICOfquRZE7SZKewB2OcBhK38qPoRPU5gumS6YKsWmPGNA21isk0ADsGKkaQoCEeOEaPD7iWC/7jHOwX2/Q4sBHr9cuin+GrBvH73MqVv6Uvj9W365QHe0S138QcdNMRo76Q66GhOm09ckOpKWFlrqPaeXPOOn1OmRnS8ICVXFDJVrFc9elQds820HZphFhzLJQYQMVodwnMjWEqMVySLEI5nQaWKAuTTJHWAl79XsvSZsREs3g1GdH5PdXSdHA1alpVFYbKMuEBX18kwZeOaxP2erTNu9YfaYZv5cZhRxftpZt2VRnXMYao69Ddo8acodZtAh2kV8BAsdZb4wO5wStGHUFdl5EKBTkYhlxDZuIhAhqnR3aL9Ai3gsufiVJxhJ66EfziFvDSDDkdXLbtMsVj5hEfHtZIGnkF94rY05VPojkDJmM+C5ZDpvPxcVZ/6NdQO1mFLaPvVtMlHqb1S+cR9XRN+ssj2EITZPH15X7AnCuvDahb0ctfE5Mt7Mk1vI3uYup3+Nq3sLa0wB9/o7Dg1r4Ebv3yR+GRw547/ALXx4247nnWLPQ+5GXNraaejajkC/Kj1kyrZpBHh6ijnb+LXEr9iFvGOpQxVB1pl0mENGKlHUWWMvsAoNlQsJYIjkRxQUSmEjQi5DIC2oFt/TIVbWYyd1tE8VGH+guiLEl5EdDXQPTIVPSD+gOwpUvmTOakhjwkM+MjP+Lim5Ef4gN6jUhtAPoBmm+TM6EfQDpD3SFirfuB/zFab5n0gk9G0jVjAfvRTbrIJsy4HtrlQJADYKrozIQKyMlY6jozaKA5bu8HbejxHSfRew0NQ5uA7WOtqP9AtxXRvcA07IPqIN8WRTkrAXQL98MegR4noshVMVuqeWG6j/Z8aH4z32ub2zzSglV7LQij9dAY+POhC1nJsp1bRq3nsVrW/VWYYSg9mucIrq32Cx8rr7wyMEa9iGh7EL1LqfC6sP45lrr8LnaykXs5OHcLenuQ4sVKeF5TN74dC7UGYO8NXG2VrYhb0Efc8nG9rRxJTxwvX4qc+9xs5CTv52Ls+vl+2nl9Pu6VXketQd3rurY4KdI55+pTe3VZm/rhW7ym8tmvQYM6qZh55RdRN47TPr7ld26wO1aE0PrVP9d7T6mQNZe+cfOscY+9HZnPkZte2ANkJiQJGH3B0h/zOkpk4pSsusEsYSxPmGWK77rm0+wXXk4d/rDmJPTwbLlHpzZjZ+DIOM6D3+mglX2cSaovDEdU+woS+5m+R9mxPTooFZttC/fH6wXQBDO3Rs2VesNVMAHTUCWGSt79NOvQ7SlbsapczypYkR5oAJWZIAx7gGjFpL5rimUaMdCybCidKHcg9Rzt82Tx84TPn4t+KbtrGNjbcEC1rasOTeuRZo941K+Po4Rdx9Kq7ivJKwVT5djRy5rYEyo8OxPySkt3Y6oPGh7n5xl6N/knHOzDPXsan6j5WKh33B5ELuqg3zK4mOoCGNQiEz+VTh9IGcxZCI5M+DPodWZDH4cwaZSpppR3gkajRSo2Ql6kU+wOfNRvMOniIGb2PTDHTx+Z+amSmdv4zIzMvMpZ98SV9nVFlWhThOVE8DjuFPbWVae57MYqTFdk06vs2NweOI4S0syMzIYIaHDgU/c+bArk7ecbSoY2CE3XPP6W3gTm6xgjBEZqVaPkliZyqgZF0UsLLEAa+AR8PHj4fK3mCG78QSC2Ay3LpwGezUe2Ix3eYXsxjspb2qHZ0XObvc6oNUzRZaM3r0kxmaJsL81UoSXSsnb4nhQV2Zq84RH01QjbvSEI6ge0o705FjduaTWO/WszyYET82UgD1NXomn9w7S96AYIKmZHs1xkdR0qRRdXMumqpPJY5I4qXprAUcWEil8T7xjcSyMVCPpfAOc9AODYubwgIzKzwBRwKBxyDXFy2F47A31vVACvrwJxtrMCpulhhi3JIErueTih/JUFzWvjkgWu+vkv/uM9dymgIz9VSW4fgIHQBv4b28a3WZrj0Wzu5lMpazryu/gs1BN17idX1EgmaDm1N4lYGAb2y8jMyBxAP3hZ4MAakbE7eqahhzJWt0wkxiWo+TfVsvrNdn5TvYgnXIsP4jMyQYBE7ojpQIU1QO6gDoz4nbW8h00qVh/jBF4ZgZoB00asBzKGyIRhxARV4TTpmqyCDGWDv0u7b+B7AMPDaTYTso6u16XpVDTu/qzvMTK7XnqEyPoJ5isM/+DIhlWFnJnBuACXMTJ3tozVLzof+AT8FUoRx4f+ZZE5Qzn06cwnqZLBFGfHcmZ4Wk8dYyQvwBDD97jqT0fAqGXtacWf7fne+Y58VbuSX6aPO/FrgxVyI5t5ymedcObJ6kvmjHrGO2Hj8Yo3fspw69gk86E8fK5pPdCJb17dTu76UnVH1/zofcgXiB16y/pAlQ7dNb3UGLXXdZDXuhUDr12MOuY1f/PHq6eCm7ro0hRvjoYRaaB+QBZfLeavRF1W14BfH/qMHuxVWZO0YeGcC7WLE4CSUzsCdmeBvgoOXipmfZONXeuSoWSmus6lQ1cUBWFZfDBHHaucJaLvTBNLzpqDWTQp62Ws81ie58w1ITsvZQFJzoBGqk+IiIBhwGNrXwLzZSt3XGbWF7OZzZY50Q+/iAX44RSZk23Dk0sZPwauLecHOpFpHHmKyu9hvNjrL3Jw5B4oGL2viOKjHelp53pQ1zQPzBWz9fM6EWqlDUrdmWvR+6Fd212Hefi1PlDgx7wO+xpYlUfMiDP1yiscOdvFuS0iCNL+GFyXMOsRfM6RsA9zdnaQA9UwbSmODE7XpsxY7tZ3K7mH+7hVxrX2/yB3+WB3DWIU3vDVQAsutoKQm1DXGymeGMSW96AlTJPVtQFqMOpx/bOUHijoeb+FsV9nlCysi3WwZzO/92/nTz/cD0bZ1cv8FtgP69qv5VHZ/bi1t19is79+Hr2IKic6a4dfABWQ8PkPbH34okgd/jFQp8gJjPNQ+zAm9MVKhYJUyL+GnO+yNIf5hPwWahf8xWoxpiOxlT5r7lMXli5ekW5X332axnmGDjEqQLXFwYGed4AQeAU5GeVXW65uxbr7uuHjpwqkhnmKYYJnjooLDmV9oSbfQTHwlQ5YYPDX1FzbXoZPcAz+iGI29QbqHoIJDxxZFd0fGB5QmfI2uCfIs/dBdXfU+aupuY4+pW5A0WZqs0WKkwEVC9UZ4j3bdp0ZWXW5O60yzIiT1VaOCBuedaFiXLQ9bujK0KcyyXej5Ag+N05h/KdxVLXraNI9egnsETtyMLPXaB0v4dPrPUngkk9Mf0r9C1u6sxVXd+Ad/yfNV+nnHeq8PvweZOb0KZZwA7CvjpFiSy9S45yDqtAa2fh48Ej8ZiCSIITquHHkI0434t+m7Q70q+mizM5Cr2zdJCkbPsUPqgDqlQS6H91tox66Qddn5cZrK+g7oEVeeo3ZMnipuPa+1qRXW1PXghu7nZvBz4DSZ80so+n9FLig2Y7m4T1ssyzvnu5xaW5EQa3vL6t7YLo3XMMFdn2RZi5y6euzs55V9mkY0OMhfAzXKwDs4dB7IGrxtVh6ic2hTymLaT4x+RePjeEiL67hMfzld2BPPQdq235UuCI5hqbE3UQlBk5dP2o8QC1YINQckONx00ijy34HNrI5126W6LaEiiEHh/JAlN05OBKgYMAxYKIQ58d6zqmpVyey1XNj2jx2WB95HDA0yX8SZOj2dONXJ6HH3ONtDp/KB+/7YV2gxbfSsHhsK1wpRrkyEHc2yo/JpGc+Gz2+Xb5wKIYgFdRthPlWbt4nPG3BSYN1hm2a6EeidXSxk6WpMjpdYJYwhzuDGjk4FuCQdtCPvxUOaN1Cv62mJNTcjsWavyFj+xPIsR4JJ2LVKiVSRtScD8x6ggR4Rx0Jl8HkgGZkZlGmiIAPjk7gol2vEdIya9sjOPa6Ixm30xz4Lzuj8kKMgPSB4+rXVQ+SsdQ9rfA57SGPch+oXMFMmJl3YyilFyT9i53zRsyS2hz4XyPuHHkYlUQJyGa4lCNUko3nRdicF5NOqI8CZOkl4g6Hf1LwFQRxceOwD1Euyd3OYpcz4OTaPgNS3B0ftIHTURnU06DfVZIfWJUHjD77/PXwstyV/6Ey7uzpid2PoYbYHOjGP5nEw7R9SOlgbdG6da4++TA4otqFNmnDyHOh2tseqBOthl+81ocj+aWtD3vDXn1dMhq1AXbDjGtexGwcjgR9LpA78jrSuYYj/VZHxlooFEOxRRdO3wLngDLKxpRY1La1FLeZciNNAjeM0rAneQZgHZhzRXFMhn0GMTKbq/PBgRiVt/hsPIpM+ABQv5D9+MgopF+6fkQm8g6ZTZfZ4jK31C+RM5vPBzRza8+8yNovaDWNv6D5fnxgE8Re/JstE/qxgzoQkTEfQxovGrPtdZ4LZg0e/KCrYctM5tHT6jDZVt0BcxVXF6mOJjjCsEm/Aj4LyOO9vtZGXoc9rMIfZdyrGV/bzGfXOeJnKj9j3/Fs+wr+kRz7Hk7ks1Qn7qU+iilD1B08n7vBxz92+Pn6Y6j7lfsXutb877/4779lxVLvIP/xES4WaINfCi/c8wKlGR44E57g4TbzQ/fVlBo+5L1YuIIyMxggg6kh4COYoTUSPtqRjbR5IzTVOk82cUGEggAAEABJREFUC3S92j2C7AmijmTeA9VmaN8oJuHIhm4Bq9fgL5RdibWFOD7K59h0ojX/NW7n4Vo6yfa4+qTCibryrrbO2DaGLsF9wTDnwBPpDNF9UG4sxWusDs2kKJq0nc/07Z189nUHZsy2X8zPLc/8L2753dqf3IHzO+LnuvJCtdqg8m+8d+D5HfAK8iO/QLjy+HwfOtQxdOHxzC1wy7eKmfAaa9gNn+uorWbNsVWfSrP/4AfdBmXfjtyqD6W2AP9zs2XmnVLNQH2OkubptxliKt9PTXfquR5b8ZqpNSE0HuaLhjX2OEyt05VhLGDQrcMlRLvY2o+lS9Tefm7Zez4gv5isVkGs9Aj3Khtzzye4E7ikIyL68VhUd/5WwtI3+YcsfQYjiTEsd4h3KN78juvvt94PSHf8/w1zukE5r2W/cuTVDl+ug5ZwNa3uV5bXFeYU2wxNU/PNlsrD09owktyMGU4XOtx9ToqL5Zx71O88w33L6Ou+5/d4/Jn6f6bq7R3s19nshMpOZ8zmC4/jRfgjnD3+ROFH6vD1TvhouonoR22dWcWs6/xnSb3s9Q+H4vlLzfhjqE+UpmuctaoNJkOUC8iE6VTiZuo2c4pmQ8kwpvLDMxRP0eJ6idVZRl2jw6dRdDTJ4HOvqqBuOiMO0ZwxdT/l6ohQaGXB1CTnJ2CuEStvaMk1KbW6cMNc5x550OCKyUzm4EjgGFReKGfz0TebLtEgOkcmUgYURAZiwUleKrDoENJM5kIEihVoI1BkwhUiAvoVGGlI2EZKaoqIjExRXOczPri7MtEX9UtfgawO4BgzMhOZAVGfmZALIrXVBBMR2oMDGqivgClKGVdHuRt3ZekKHDRDKsNKUWZmMII5QibeR9sB75/PwCzGNzo4bkYU3PGlqKlkHgOYkNtoOuZ7A3fibnjhwDh2wDCeCTogtjYQ5E3cKIq7gzWVjxHyjfKQZMiXsfPKk8+marNZu6HFtVlb497zdgf8DPx/wFj1T661Lk+n9WbxOhxoHdXVjL31pQ4Nstewnmp+NdLunIT8BRkZjlgPZaBchIkR5SQzI2JWa4lfeHiOGpw5a438YKcW3OOryh/lVUd+rlEGz+W25uJVc73rwVWMgaGA/ssG+dq9UsyXpX0neu/AewfeO/DegfcOvHfgb90B3zr6e0G9kLzKu35iJbzPFLk1lWtNx17DBGU0H/pb+aZ5YnadF3dS8aKFbMJ7wO3WOApvyY3SKv05WPEMdqFNusWxduvznZK/rQhqdAK3jlI5iVX7NcxY+aD7rOrFXq98ptd2hjUGxusQcuXadF6zcqCNdmfBGyDZozm0q29vG7Kxp9CpkhRz4Nb0bT4wv6zyxAKGKZJfZDMRatSk+o33Dvz1O1CXtZf0Ae4ujhhujShEDBL3jwzrDr+UqSlCchtYayS+14hfdiT9fBpu1o0kH9S4PXhC1j/JBNXRXNJ6thbzRZP5AaOlhvFDRQG2/thUvEoU/iFIpR8t9TFReiXRe9Kvs0dET8MqvpLL9SCIqiMYUyDpxm1WYhujfLDZ8wXD+iy1a2JIyqj2nEjvdjQD8xhNTwzMXHvw5aeNJBBydF8M+kC2gwsqM4PR9Vk0I8NRiAjtAwqZCfmIrC9DsxwyE51Av/LKAx/rf9rYuI+NjzEgpiMj/NJ1IBO7MZGf/gnzDAT5NnzrAW1kMq9o9SMy1gPbENVeY2jWiF/NfHe3XuPPbwBRbTwfSgShzM8M7xmeHQS2e+hV/pKnVb/ILa/yADW8Z3FEUzMi9DJoB5XWLbjJL05nHAW9/69AxqqMvfLsqKL2I9teV75MjDJVavqxbwg6+taIIBH6SG+jxbXe6aYS1kSm93jvwJ/dAa/d6w7uXJ8GlYuTuM7wOzV8QjD8zCvC51+jgSoD8QDoI8I5ox2DNukXzeO8SA/a+i6V5c7w2ZrHeXmmkrieqVCeqsxehxOKZXKYhId1+cNLCXh5kMJsazwlVv7NvHfg1R3wqvbaPMKrOd9x7x34zA7k5pPvM5nese8d+Ld3oN4DeDlg1CuJ8ufgJwKpSMhYfwc9+ny46PCvtxNjtygLidSSjFEcaqj6h2GIMZzPEUNNtMzoH5yJPhnsGnlpkJQzr6hsGFTyY6DeYU+sVz1rPupXNV3/WJf7QuN3muA53hCXIwNtroivPNgTr8nak13eVY/Pkd390ucZmEd/Y1dwykZpWe0bDCNUuzmOsNrqZCrtQYIbo7yZXG7Lv3VWb1+t763tU1JG1PkPmQhJTEfuFZPtzf57O/DvryhZ4jHUYrwx9EjuiAym2B4ZmUdoXpnNhlPAocz7wCXxdpwhyfIbBsuLcPoEMttqMs5/PuLs4OFZz95uz04lK6+Pih1W+05/JfIU5qOcMn1Gbg/rJvtwltvq0OKnXmjzQT5AMoYWmwPd91IbHR4lw5anPp3XNHKdUTrAzYAL9DVn5SurXPNEtE2ArmoRhxIJHVGIqIuXYmo8TPkMirHqQM3cnJpHyfiRbR3ldqQrg3FEwbechME3d2zyCNoKmNug2cZczWfnXX2BKbkY24BLUgygrOvVCSSyI2pSSlgQ06FYvrF6BfJAZkb9SL8M1CJXFCIigyMjM4OpkJmwIAIq4LsuOFIgd2NsaNw5zrd/G/io3zZqlexxFV5hNvU3wlW2fS2vt9WJ6/B29LiGpYBA/bmCS6hc5EDNwMLgsoZnyEMOxxqDdfhBVQu0u4GxEr9OW94W33iWAOMaBFKrWS5MjPYMQC0PGaPEiiUKAba5yuMEOewWE/raPQKVJvQgc6ntIv7NVVlOuxnuwYZajNkaap0kmKm8uVpuIrAbew5y6bPrDO3BIF9pW4Vi/7aJJdRy577R1fJnXedrPwn4f6N9+T9C3H4LDSov2HYI11pj4C9jqAYtiwlWBQLD80qGMt+d9N857Z+3O/NOPEiw87gnWk+sfn72BRpGSK8QHBgZoa8IBZ8AmP7AGP+Jqe1uNMlzMbg/1+EPbEpbJEuEYXgdblAC5i9uxVKVEsZnVvHfMZH/i9O+0/32HXif899+hp7or31GPBHwO11dhvid3b27eu/AN+xA9je8Z1NfHuDFOX0aJrAP6X3UO8mJW3t1x9gGv7LKtDdGuHpjGtSK59BrZ0XF2CmfF81hn9KzaG3izH5bn7fNZ1YKMjZ7NOQKQWAc2zWU05+YXK84qt31koEjty/U3d0KHcSTNdcQmYFNjqasawtWuv/tAPXJ+fMeIdm5A8azsQ1SOvP8ar2nNHySwaQ03sd7B/7dHUiWdgZMN4d/1hFHt0npb0ZvjeV/1sjQryFJyWMElvi646VMWVFtLvaz041UH/7bvYegqHFZj2cEhn6QGtqK4ek6eKkY+qKHE0HkrUe8nwoDO117scIX+/AtHX68SfFZ0mwwVIFHv8R/iGLBRYz/z55UqOvAHydGk2HWPCQ55asHetJ/5fFWNuU1Wm/NDk+scQ27nlYb+v9aX83vmB85j3zaGmwMULb1JYNFQi0sTc1cKqnMSvUQKoWxjaotrCc9Hrp9yr2meP4gjlFx0kzmFaW+TGXKyPwCRJK3Q4I0BukjM1eoR4zI6If7NUP1LM/8sElvY02/dzPdqtsIq3Yw5thjtg3+mJ7lVr+05XONmX9cp8WTzOdK4xekWH3LL9o15jVdMjlWHpvDWHOUnWuVCAa58C2dVD0Ubdlg0XAfMesjJz0ERSo/1GF9cehbianySTrXo+FYuP9jl9Me7JtqrAIOe+l21Dj10pdhhSmvPRXQ3c/JrrUmK4RU1/RYSWoCrUEKBOK6XDrWTNxD8xRm6BmsoU1KaupRmNi/hqfdGnPPpWCadX+ap50/Ol5Zf2+4PW+inlMzHx6HeblC1WuvC4nLquSL/nLNYWDgwSVYDCwUh7qHzQFfaaTKT8B+h/vMD901pfa1smn6B1uyE9k0ARvHx/CQDnRPRdlB5QfUiSFD547kZ2CurZF+CrW2OcOuiTI1nfVjWnjTOot4H//MDnimhQsaVP6N9w7c24G3/ed3wOev+PnK74rvHfiTO/D0VT8FNJa5f8Tl9G5zb0154HCk27o1j1ySSsn7rtaEj0LN9NI0sT1eeAeuBMl8D7hQlvdJ39MFraGw5BnwqPd239WvYKaKNxdMz4+aMOQpKR6lxuXG0Gsyk2KSfgnrJtPKpjd1An0/w3L/JjYL/zeXOK3qmdW2y51ruDFTlu9iM+rXunwhP4GGiRE980N3i2ZktNFoPHBkC2DOYIo6YIs+MNH26lVhNa2q+8yc4L5398i11a54mTxf/qtqkydfa/v5nvd1zgqf6ffxn5OtMmPOpn6W5T+13qOEJn0QOV1p+WBMc8ObIe8zaw/134le+n6Jhx3PU40Ug05btgn64FHMS8d+5t1k0oZfqoIFxMIXkx3yhf/+i0RX/KD4LvCnICYOkOqI2+RCLj22QSsWvX4bHT7BFycLVIQfNJ1Xtp/S9djGeyn8F/LlM/sf8LHG/tfXTXzVlP4XQUyh6BKLPQj2NAaUhbJ0h0QWQd4V6EhGioW6wNgZq50eqsclrmL76V8vDGPU4Vq55ck51E2nsQyI8qypiTVXrj5lZmQm+hmIXzTMSgEHGTP8+Uj/U9FCSUTp5TKZvxqX7MVFz//xQd1cEJcI9vAYmG7YsuIj/DIwI6BbBAcunH8YRvlxsrxWVpC/xS49XrqFvRkr3cNYUpA9Kj6ujoUQrrFyks5YiGngYoEPoCwN4uB7v2WHl8a4XpXHNS+/ELORUeDrWi3vGuQLKFYZnmIEN/8wF8+kHLHYU90RsJU/tsR/8IMm+vW+Gr19Ec2jPNYTbLP2DdAnPe4RXRf1DCJwUPTa9ljQj2df2AN5A2Thv8gRL9X3FG2/K9+pz/gMwdd84FL7P07bBXU+OR/2YT+Po536u/59reb3vtr401ewhhmPrWus7zYN9pbFjkZfp+Sx/8oHL11l9m6tgc3+ta+6Ye827d8G9rPOc9XiM+SnKHUP1zzWfovSY7suzk4P1/A+npgFVE0oA3b4kcehWHEKDdZpz94yNuVm7vpONqadYC5VLZ9c8ByOG4dJRXMxTjTpMqvj464pYBjkzcgUH8GM7aNDafBQfCKgeIUoOUJ2gxKCI1dkwouywW9olDTmmI7mmWVP9AUmRtP1nJlqukOz1BxDH9pByYmUODuy8aVXnpDwA3gh/SPDRf0jS1nPy1jToPv1jXtj0L3975Zdtfi7V/Hu/v9uB/gC6XrN40oe9NrjRzTvIu8d+OEd8IofOC7drJmd8vmXQN9kykwkEZHZKFxkBHCWBkciRyFWv+BAn5JEDWQBQjQprmhwZGpNuQ6IY/dxW+/V6KXCV+hyaS/Z/FrD7xUoj+b/8LmLHguhisPst6DPDRg6mYcoPcbCXymOEF0f9bvEQoMCqcmszf14BVN7X8euz2XP6ZR2o9cmJvs/wHIq6px4bhrmRXnWQDmh9yKAfMcY1wLNbNJbcqcW2tcAABAASURBVNik9khHuDHTl7pHQACjsrWr8Sp2U/ZKMPJK+SUKr6kGHitkbDzMwdCGWiJ8OhkEmsgMjwcWZngGDAMTM6MxiUcho3E6dh4FowSNjY+ANjgnUmbKyk00S9YUuyORL8hoPo0W36aIrBEesJIrlB5/aUMatqICMrqcK1VDWNQhc4RmjB4UdehXTJS6pox2YJMVgQExjo+Mc9tRRHaldIuWR1132ZGyMzGq5kzLFYXRR9COWXKAJF+iPwLqaPrsNHY0M1GBnR5llCmSH6VzxO5IZaY0MiMqz0SDIyPD8TQiIpPYODvObRkZjjbJZ2RmROTpj7ZCBgcTA+e4QnzP0dur5KN0UHzwG6pwZovA8hhiHFW8C+be4YNnNg9xPgJ4Gl/4gw8CHvF4MePILD/+OC9vEv/oPKP03feKp9jsO3jznEGf4A/yUhHkOIZfINAn9gX/1YderuLQVW/lS8yQb1F815wzzz5fZ9hpZn/49ofapZ3YJRql9tjbD/gV+HvChOu4Ar5jLWt/pYv18PyXbdVcGMqXiTJNCXPRtWui8mstG9ZKWJNakJEJPjKCEV9+ZE8LtQ74oNbHx0dkQT18SjM+uk37t4Fa1gloTMcR6xe8Q58wW7CfXfdBrg+MHyVnXH5Q9OH5lx3XyoUG/gsYVH6PYZNu4TnO4FgavEYvWKJ4TJd66LjOhoyparfesS2BvBC3hDqv5/LlGqpa0gWfojArDQ5k5hroXbMYF6p89VO2qBot9+Ch4bFUD3LWvNAFdgdy6bNAhbUuda7dWbruXwe/lBTUv6zFuvTJaPVgsNvbEXKOJ6DySA9ixhqDXzHD5yU0oYnvQMA/Br/0tLf/IshxF/S01q8a/7VzCD9qF8VvXcNTfHDerxEe1KDJGqTsdaNT1xCrTftwl/8aXNf4TN52HwT9x6bvNSeMPmWkNGKxwcLaOTiJ2/i+7kMZSi3xH1/I/iRcm7is97k1GDvAArbBR3tDodpnFswgZAFsNb7KcORgIDM3sRmKb7FYsHvNkw6BgczMWBn481F5unl+npuv5LKRS0EoGyQ/oE7weZSJUnhHQZGwtDnQpcgP5g/Ej0aZo576WbogLvBpVN0JPj4iREInJLojmDMzSbsFCupGSJMP1EzsAaT5EZnymqUgMj5KlwETmRnR/aQoSpZP9R8JCxK1CA5oiJoyMkVA4y85kj7PgOlfG5s/Ss6L497wZimgH1sC+zePsYyZ1npcrsyg8m+8d+DX78B8Jcvb8KDyb7x34Od34I9V7M/v7R2QvH9cEHHhM0IJSAGKRMqIyExeg7JoZgZMRGQ0NmEzMjhQZGYwFDoNqDoQHBgz4UVAQf3D+8F7GHzT9JnPZDmi1tGXxadx45yFL9dFywLnu/QE3r7L4sv14M9pK9fsRtyGVktJr9Fy7efKndfedE6fZ3qjsOHEcMkrbgQRQPUKuEV1wP7pwaI2OYYsHdBh5pX/JbiXgjV1AreOula6vp3R1fSljL+vPpqw2qnp0YjmN0KK1tT0m/lMv3H6eoFHTGS266xmpswsXeZEKY3oHGgj0zmgEZFRhySTWXRNYzMygTpoJAxImYSfRnadVJSYOFRcRmZGMGI6UkWG8zplZmQ2BEdmBgpGowjwwYEcIqJcAh4ms9OIyMwNECKjH9hKKIq202zKaCSLagoPGDSRmSeIyAiQkQkCSEEApIhIRjpHMGfCZ3AwFZ+ROQMTI3PW3eJjF3/xxRIepDr1wTswHiLDIzEfAwPjyGZcBJZI/6ZwCKw0lnlNe2RkXtvQaAZ5hcxcYz7grxDdLj0AqgimzO73BA2OzLO4iMxjW2RwZGAG0MguZ2RegBADmRnxkV2OCNhQNyETZffJTMxfBwuSDZIrKLHyFLvwkfxEBA6Z8J9EcGSe53HJkTrdAKarYUwpecD7N8Pin5r8+CPYT8RnQI324bbwh+6FF5xraF/48sEKviVJRfHUkhfKG/gmhX2je1R+NFa/FSxGnhoLYDGMsR5s6q4w9IMO/4liaqPpzD2jbD0vHlWz9sNeCnhgL1vJjcMRg7OyKPF0Wq+RU49nDKPeoC2Wa7sx9Gk9MS7osjEx4nuRU/6Zj0kfERntkJ40tKqbZ83lDrenqNaU8heMPRr0Yrlwwybdwjqe5UYvERdu669vgx4LPTWoazmUA31wLGCMhXtYXuoVuBACOJdq231Y3GXiumz6/5rvKhM385Wj6bz2jRlUPng+xOw/88YqS4X887jd34187tmAPQ+c9nuU65G+8XHXaZT9bXtVPPlaTb/MFdjwLds9Smz5SR/FnPPRmK/wY9XrIJ9r3uyxfaFXd2Xrem2vovbePNb5bljH0+iCoa5nxtPnrPJVIkIfoOv6bODnMa/1Hl/nc+2XtU18O2f7/ief2pdmV8vmIMjNQKsflkrdprVsq4G/PhC8GTKgdFKDbwEfzH6B7LME9niUUV/QX+RU+Q8qtc8ipDbq+Q17nQelvuXAlJnO+PGHvfplBrnrMhsf0sgI6CECm8CeCQ9S+QSYIxOPG6BYRGSNwC9ggyOzMc6ZzA5RDhmZGUyFjCwaQxfIHSlVLy001/hbD/4IGwN9PX/rUj7fN/dHiM9n+s0Z8jc39+7tvQMP7YBX8R4PBb6d3jvwd+/A+Iga9JHV8M5ydLcM3ZxC3fwqUPLsIH+ojB7WjNmly0dqxno80zvvw8293prXFBumOWxUtwRStrYGY/wJdOHlvN7d5SegMwgryvY7x+A7pYpdr8DvVl8/YbPjPZ6r63kcINL3R8hlaBvS4Acd+v8D6iZ/0zIfTb36rcyLDZ3GD8OgL+b/zjCefcGz6JkrsPlmVGhwwCTkmZGRuAvIg4MyG8/MJ+In12Kfie1VKw7+hVCixiALY0h7Ops2dTAw9u4vyI9kecTnuPSm52OXc+1R8A/cOq+vNuKo5fiRY+p6YkfpA9UwQa+t37nN+2pNbjPN/NHx8Uj1arXvkLyouK6TX3UKj4J4Bq9BvBAR8wjPWxWe+OM83pdgS3c1rQ54wDM3F3jzKNeLWdNW0tIhP0MJZBhB4FODVz97qRh4dmI7kxabmS/QQ/2g8hfgvhnGXaxKgJpGw2EaXEk9Vl1nIbizXU3XZpQ3x7gasj0g6imRU0SGP4FeWkjNGetPRuOhMOFRbE0RhBbCo+uKxZCZ2H4SVTmoGJQGcDCZt2jgd4DICAFhwNYchwf5D/UPK+dzPgcNfae2MDC7XfHdn+v4YlpcDeLSASn7kKVchupgGXJgcFv/oZX2KByapDzgddrubW0l4ae181zUcmouKJcSjaKJ4vuEUe3Pofqjz6gvq/nCe23ofg8Vi790j7YetObGZ8h1ojjPZi+d9idBVkKdHwcB094qPR77mKc5t6DgZbDGyiNlr+u6gR8R2gb/OHUX76NyW+u7MZ3nqhlcT6y1XVv0af3J58vXuea/bPvPcqx6Xe+89h3PvuDJ8vue2PeMahpbUafOD5/NHmoH3QWuhq4XBqMKQexCfYpjRl8ytNtQMpCZLz4K6sTgpaB/odt8Y9zeMAe+sT94EPj5IjGyeATcnEWUvuYI+BTdL+vf1E3UF2QOXnVG5oDyfUSe+SSmjHHIZWZkNsCEyGxyZpas7hrBMeyNDcSoGGUERnSUGl4aTAzJCiL+znH1h7u/cxnPde19IYyCcl5DKL7x3oH3DtzYAe6XQ+uZ/tD5E8r3jfqJzXuHvnfgB3eg3at59OF643GRuw5L5oWrKLkSxIr43EEfDHI438J4uz728XdJkvShj+yg8n8e39dN/vnF/bEOXi88n4+Zfz3jH4xcLwFXMuMP9vQu/d6B9w6sOzDflXt+dfpHGNf3jyzlS5bx0BfAVqrn+Lx7M6/DX47PLOczsW7bwh96pQ2fzdaybOd9ziE3Wue2XpxHVE4SfA794zTJwLt5ZGZ8gPxAM2jnP5RXfMTqk92304+MyA8gzaycEGjXRURGRGZG8ofn8Z96Lj7R/RJ8XPXxQc9boIiMfsAwgjCQ1+huM8kcfoH/bUQdXgN7aFAHrS8R5DuUE/3d0f3LTx7G2M21jq5k7UcYdumAfp2vL0Y6X3ka3zza3H49k99D36GTvwd97/l8tX3UlL4C+zmOa8+cY9v5nj3iT806z9CXhjVeCrwRdCfnuJ6lM25k/FLTXPMn+C9t/tlkd87Fs+ke8n+h5tl5WJ8z5hQ2AN37K5cvNl1O4H3YPJzF3hHdej/BYzYG0sZqQ1x5/QS66qFT7UJx1pc8TfTOx0hAAHMbzaEMXVHEKUO1U6b8OfwM9D/7l9l8lJMP9zM03/YZ6ef6sV9G9HyZWz4zMTXER0ahdBGRDPhGI6Q1oY/Sw0ij0UyoOaCZGZkZEReUiJyg6eN9/A07sN4TNJvg1r2h+Y33Drx3oO+AnzNCUboH+vn+QnyP9w68d+C9A4/sQGZGZgMMAz4yHAIOPgMXKCMjQsRvOnwmjn5mfuj+PK2u3LcZf76t/7sO6jz8U6t2RWK/qCPd3ucvlt+tv3fgvQPvHfjlO+Cfs+p9af7cP+Jdh/r628i/8uweXyBJhYuUPg0D+dqEOP+JP0gcgz/dYmCs9hbpzKaWAR523eeZLyX2lcrfgwn0kXasJxK9v5wj+wKdCYNqjK00tM9QMzQkV1lmzXIBSyLkjOKVM/jJJgcKRhNgMjVEhKTgFKHckLG6wGQqJ/afQkRQKqh7C5mJGQRIQg6AKbYHTlvFN0teJ5Tw2oBcj26/NqDZ24Y8KC51/SpzPyiWLNN03EkKaLVvdWWYJ+6Zi8fkj77lGVaDBn/xaxplvaVqmq/cFs3+U7NdtK6cn4MPGPtsOc5nt2mPVsnZDM+hokzI2ZN/FlZ7NuZx/5N98CTbr30fQRuwt6/Avt/2mUFmav8EX/Wt9YVrovub2VrNmk9Owg+o63nmyb6Ps/PgClyr9AJ7P8qpHhw+vvXHVmPw0j3KgWnWI7LbrX7na22d11Y1jRk66cCZftilGZkiIuNyyDck+izDOssQEwVM0OQNMzNRZTB1QIIDVQDMcYbAjucgceQX+DB0K6SK4qK4TDQp79SwNEuMY5UxB/5DX7TLSwm7CX/NQgtiREYUjffx+3dgnFVo3UPQanrQEt7TewfeO3C1A/M9MvOz45l+9nnz7x1478B7B27vwPpOxctW8pIlIA4CswPyy0Z7ArZ5bY3fv/wdfZU74+8dnf050rfODjdAP+Sfa+b/t5J7PVYvL4b891NXM8MVKUvfeO/Av7UD/8Rq+vP/n1jLexGHO/Dh3wrvYgrlmqgXLumkLvZIV4b9ND33jTnDPuxMNv7MttHz0sWo9y6pNl+4vh7+ZyVdZAfFlqX9vzSXzlcTbHz9Mbl0cndAuhbPn357TOWBP6L6usZzkJAeyIbL4GHVualC8StxM6c97ItddJtQhMyMzAHi4COhf8twaUd4tf/DtR8VuKezAX2C7VwOMPTSa8R6LI3b9MU1zvWfdePFAAAQAElEQVTqtSnatadb9y1WH+4hr0OB/3p9a1dXtE+zffBlIueQoVUPVQu3hk5DAcVHGxbaGvKfpa/2Qte1Btd8BIwsVa8DsA/GuDtPg9iKkb4CulrP9SvxL8SMPZYewX7afhzslf3ewtwPfrtbgdR+LgyQX3/8PD/fBmq4zm/Lf9K/Nes7lhP79/XjFcneSjwBt6DPjf7GdSAVl54rcDNZphSWnlH5taiUiplXHjjSz7ozfsQPqt+AXXs2pNoveqUN6jOVlUAZGxMfDFGI3YH70Ji5fK6Ch8fkPFR7+oBL1ehx83+9uOqXPmPWl4qp6XqBTlBfxqyb+EvesYeXkOIm35Lf0/ftwLrX81kZ5YZupoMfPo/StdCNgPKZ7MozJtMLrJluht1Z2t34m8nfxvcOHO3AuOikewx/9YN/0/cO/O4d8Dnpu2qBVpWjX8JDh3r74d/tpb833fKtYscJ1rAbPhV5z67TmkzhC2FesUnZGmrzxvDvC+wFv3Lxux7v3MVDWTUs14/zDFXYCbj8foHzGF58g/8J6gkTm1pXio311whu60vNuL4zjITDriwvFRe+/W6h7hxHLR7pNhkuJTbqIdwxD7f5V6ZV93MMq6xGoT9X9BdWchOEre2pus9i5Hw0j/5C/0Hl3/jcDrCXp5c6tpFcnxnqlaUnmKJPPI7Vpr2FEeVz7AjD/qZXO/DXKD4e7fToItvovJJIttEh74f2Av7SvX2WtQ/M+g1PHmX9pDNK1+0XvYoGX7A2+O/y4rXR95excx1/wCc2+JI38BXLzPv/9et6bQV/m+g6qvrW9xiMK7QV9RSVcs9Pbs15zDoOfvcacP13WvcqQr37mZHRjiwuFZgSqXwyYtCAXxHPHq3uPmpOufIUzMxeatDo8u+hUcelvxJvTtmt7oVAVHUGzFxENX9u6rXOLqD1+hl+UzV728cN/wP3rSsO5Qs1pTzw/hC1NmR/B0rokItOiYwufxnzFIYgBQzjTNNQEWTBgEJpD/3FXv9tMn3QkKPj8Uo+EPSWXoFsS+Vua93b0bJM5hs++5ghE9Via8/vT60EncK0nq5jMI30n6CXGtaZUUnZE6+pPYatunJxz6ICoz2LKtYp+gHPoDR7hsqFKmx06r8Y31DD1u+hLfK/2O/xd8t1Dvue3utx2Nnx0zF8pC03yRX2qH3GJp1Qj8g1u/ZVeIjJ3GZ4KOhRJ1OvkDEQak0xi1zVWNAwtwH/6CCA+OY9+D1tVuexS9IV1U+LWcylLAwQzSTXsDTinPqDRiMyMyIGgmPmEV8a5jgLxMY4s6q33Z9G1B7EX3i4U7YtFfC+KEDac6eYB6ZxUqSgp4qxL6scBwf+pYWWH1S5eJkJR7rJ/CrbKx6G37IdBryVL+7A/0PYV17AXJlHf2FSV1uJve6/W7Qc39N7B75tB7z6NsnHLQC9sk2OZcNH1fhIKh2KIcNuRnff6OoWQHNoQ1/DxKKE80mXeuUZLiqqQDFdO/NdhU/TtrlpE20UnFtedRlR2mRuCI4E0ZwgJUWbIzIHF587zNORkZ/LdS+aE8KY3vDbG0fTtblpTKQ8KL+TVpTygPYL/JWixXadpGJkXsGoMyg5GO33mKGbqDZEO4U8MQw8ilLf0vg7uEuRrloYhurmdDqP3MN7Tw3kvO/VyEv/XJEewcil/Nj5HW028sp06NvZIoTQP3Mb8ORhRqy5UXW6t3Woa5LzFto2QGBsnWZpNKTTAfx9u9z1E3RV3ci/AuJdxR7m9NxKr1Ed9OmwSWyT3gel2z6AtW5r7/HBN4US0BHiKDZXa6IbgG3DPEJJY/deWfWgXEqJwJhYJMdWk+ZJ9QMKYsh7Omyd1rUKLxXmW2Estr288cNHWax+xqC/OR7xuZng/9Tovh3B7TjSq+s2LnelhoxMEEL7Fok4AItXHKKUTKSKgRiBdyjttKRxfujzLFo2izduP2c1qDaZrlHrwFJumBlKVyi9E2CUfabyM3Qwd+VV+Cr0Ip0cZh026ZfXP6zYlA9/Aax7NSczYaPzSsCm7gyYv36c1G2FMD74oVYfVrjzeXb9eXVXz5fA1KkcUF+olv/QAfmrhN2nbPCX9PuP0Z2s74SrvPvmJ197K7SNibrYi/dsFcO0TPrOD7MUZDrhGlCQAl3mR2QhMWZcfkpkujUWjDMQay0TpUbskB/WpBL6zIxghDSKifhFNOmlWot2JOQYqSfoDpAavAQlzC1UEH58y4Ln66Nq1Olg4hoa12nRSou+0+Q8ua4Cuqwmmn2+3upKNhc+Y6w69AzUxDHaSyoMuaumRoG8BPcVtPRSotrQv3FuQXGqBMKqgz8eOi5khDIqf695eJ9pW0HGinmdtlTU/6+jOjEpOcdAbH50dIsntg/JFsTNijpHJF163YCOciutGCb81n25wa858bnFX+daK7JABvHMKKk9N/2VvDVMf5Azqay6qPyTMK6uO/ODJi/cnkstS3mTEvX1nqCsHp+j3kNH+Mx6Nr0+K7CGdi1w/y4/i9pTF/4Q7i2M89DzcKfifJHrpHbbWpN1F9/pwtqjQByDBM+PqwvnfgpLib2nuu3vhyTvD/PMDEakQcUkfEYUHzFoRkYU4snDuLOQySYrdJVSX1IlYRBj8FLX47pUDiq/goBMAnFO3lnUZ7Qf+RiHiQb/JDV9y3gw55PJnna3wPNoe/V0sV8QQOf1oB2tIBc70867LWXbTztDuasT+JYMPRzdh2uomWdZfo/m9eq8zzZk8w1+T7W98d6B53bAi/4Iz2V53Zur2PKvJ/j5yHfFv38H5mtOXrCq+SOGK7Oe9lJMG37I9SqIoI+ALT/pwJxTYy9VofIzKoZEpZNOiPbCEYFuoFTIhzRiuEEzho/awWcO/aAROqIues3jFwAHZrkGZAIaX3NElE6S4ZF5oZmJOVU/iYwkYgA2ShHfdXgmyC05gWo8pqHmgoXfCwY2vz/0K2DYFn5nWPrfPhZsz8Ps+6ih63TqZZG3TlHtYsTLn0GfYYNnqaQI85GuaPHsCFZmR3NiJpCZgLJBCVh1g1ctLz2DdutdgXLGkFTuCs2G+mAMm3RAt8G7rpWncMlSnBpvVVcGcGSltNl5ZITyRnOb4lv5JmpsQxVzOgQhNEFlBkXguxvk2dFyEbXPhVy2YxNt6sDfAGjAtZ42sbmRiSGfg8cDt3WCCHnmovKZFz1sRDQ5FHZoYrNnRLkwR/HBoQNSZkZmquiABDI6ZoXIhGMEYJTOKVXIbH6XTDQ7rHb1mEec7IYvBVs2/Lp85FO6vR/+1jrClf9BLOHvsduBujTZK+kRal93MUPkPBA5eWSsl1LiBDL8Cf5uCKIdCREfTOU/UdyjwKStCTgog1B5B5n4M275Zibm50BAtZN5HBeJuWzSa6AZQ9fGVwzsRDUiSjAwSsjIzCbsaCb6yPYDnwn/FWgZtzXjcqQsdWIgSqP22/HxUAUv6O5oa6KL10TfO5jjffk9w3XyG5o7Nfmc4YFJ/E0/jH5qvYD6EKs4PtR8UZvApx21yU35MfQvVAy2leKx8rN+8N3ugvDzJWDNj7znV7v+VyBXDToxfdlLEfWkCdpGt37Bh+y5G6jrdAgzxeC1DIlCm+L8oLhGc0gLXUf9Evuky4oqEpU9nZGlGRGwfww3a0dE9RdxRcODYO0BFZJQIcrOJH8GzOuoGwvJJE/DuIjTsIgYLcgMvqh1VcbJMU7tZG6qdh161RVUek17DcxUXqgHfsnVrnujDJJOyWWbuhmKZ2JcFAoDaumF3M6Vu/Mly1N/+dQvY4tZNrAOaS+60U4pEWo4PYK2BnPeBxtkDSobVVCmTFPBIDPupmoO5nsE27xVy2kUKt48za/lfpW/kcc6BXyuBvW0jZ6eoOO6rOcnOaRHaxh+2nxefxbmeQRz3Uf8D31YV10vD1E2t/bvP0J+Ev1eo/b9vaVH1nLfj5x38/kuoJ/0gnUfqWO1V+Bz9pW4EcPvHNHA9V3Pa/oM+OFQlCuWQkt9CJQi6rGOjjHYouGhUvoMLLkQuMdBjuEaVuwhskJbHBxDP2jgnElwtCORBxfyZcsI+UJ87phTzfyjWeeYR/lHc5/6WejU+MsMlzPbGlMWSns66+QPUCGuf2D4KMsPKn+G4TMofpUXuo7Jtuq+iLmq9UV532n+z3bgkQvpEZ972+a9cAZjz2zqtb/x3oGv3wGvrj2sMnTyK8ZtsESsusEMG7Kx4zWrXrvQzWO4+jo06wc/7EOeabNZ4XEk7zii5UlIRr0CRcKPMfhGxywVeg0qH8QmGFQ+I9C0OepIZJhWLDITgTEo7OvDXA3Or+d5NNKdPwM5MDE47e0de56xMpqVX4r41UAe1TqUB1QO/kla7kwMGrFUBwpGE8x/jWam6/p9B08UsPS64wnFNKVXQrlq8C9encDuqGTa0MGjal4wjOL3VG91RBwObUvw+8sBKiFRCzfZETCZ/hgYl4VpHpPcWPaKIvJiuBbPxMB6nF7bMMqLEX+X6ix0lJ7AXaka+okTv/K5ZyP+yAV1DW2HebA2GzMb6o6hivq7cz0Y0W8CIziV4eNBhIc3t4iMpku0YhD5bDYcsqtnGqEUUaTYLDbwFxkhiXEoD36lKgWKRpwBIwT6y1Ah1EDHMhULXbcGIl/xk45rOMquLjikM1DVmHXypbwx6SNuuLxNBzvgnh1BV/Serz00qZMCvJiDs5oToj0wII50whodCRWzLO9lXDQ4cgLsY8OgE09M1TaU8vEwgsMYyPEYRuk11MQoVgtUc4088Mk4Plb9yhz7vawlL+NmuPYZN52/yPjYF8AWGw8qqfKLcIGGSus5r3CC2a7/iduTahbAB8712wt6MvmH33anKT+BcnUiyW6sOY/q8iHnh99zoENKMWAYMKYmFQLFu1y6Jh4ut9mpXEwLWns1Tr1q+O8ZJF8TD14qNAwqH3U7hzf8QETM10XxTsP+l9HMbOuRJmsTaBCZh9yptnsgKgvERMB9IZJcA+HhuRqIqhUcmbnyiDW44rgemb2+1ou2TExdv9qivRMGh7oJda0iE6GRTNRHJjn3AdqJR8HAjhdMDSdz4In2MqufURZylW+n2mEphRVmsr2uowvzspg+5tzjCyR0+D0029cDvmvNeXuMXf8hllat+U1O5L7SYdabTcCkcAttmf5CIozb7KP/JjJ9HJV5Xnerj3Ob/bRa+BTTen5o7iEuoUK7vOdVP5TvUScTgp+oaw3hmigpOcR6PWBN1vGT4EJk0B2NMtMBIj0c8Vo854/Be5Kr9j/oEagX6qHbfPjThfWt10BD8/DlR5ROT1HCZXITSzqwkb9M0tWvaQ7rabryU9kwV5AXWqRC/i5u5L8bOznM9WZ+clnZVrLN0T+JWow6nzrBIQ85GjdMs3vLyc4+6D/HXvM9CcS8r8P1PY6o/aFo/AuHu/Yd6zjJe6U+28cz/Qu9WnOHL8z+QkPvkH9zB3YXmZ8pK8aK9Rn8V9L3Ff2VJBa85wAAEABJREFUu/nO9T07sLlKz26FSb/xf7KlKc2Tkd/r7poGrCQvLdRfiqPeMMYcX3Bkz/gFqb4qxS5PP1uSA/DbA/7DAMuYf1fgjRLNGPoN/ln6WuwaldS7B1z+nuFiTrpdF31iV62POLj+Sq3PhFV3o+zkHv12mVW3+bXAbbeftdrULTzTjXn0H1T+b8b+QtjLru1Ip35gste2TPJwOaX6HuE04G34gR3wjByWqfPbLOufhRBP/bF9dqzPIIscYLQkfQYHj8zPtvqOf3EHHv8C+MUCvy6MK5URR6g/UtMwf68t9hm6vqgdBfWczWdfGaOj4mCkkDb2vtfy/AIpPzBq+TI5+GPaKjXb4L+e+vwI7vyiTn4xWIgIqFAtFZlIgKFYcGpywjbA9PiISAYOjDhGou8I6G8CDWfS0wC9sZo+EppoEhrTgYw2zkCuM9PL+gqM+wefUpav68o2D+84r+eRauYrahh2dPhJ29XevC+y2qGTF5ZvlJl7jBmVMaSXTNDW4rH1oc57acbWZyToAV9Cqip9ji+MRo0HKGtsLTzgS4VaC+esvm0fsjmehB1XrpHjIdo6rZl66x4Ta76fxbb76ok+SltbyUSP5x8Qk33EQY/WUDmxfcm/iTv3RM6R+0vrTnlH/kGtc2tP2BW2ss0wf2BUh7RLD/Ne7fj12kP/CF9rPlwNddivVrXxFMdTHoKtxSofQZ8B7fJQ71FjV6gX2CSrXaHrVl9lMWzyQjnak72e1fHQcYnEfcQNajb4lBaCGYkPBebIrLlR+T2i249oRh3ZbSElPkRkhIDPhAeZGZki+pERjCOsaxp2nWY+bh06apd+BuQwHPIev2UHuDI8J8L7qe4ze0MveeO9A/+3O/C+B/5vT/174e8d+M4d4L1tkx65PoJnJTrF0jsJFb8GPh+PsG9w77O3f5PMfu0rD/mbKv7DaT+/tPWLl8+n+oMZvILulX/E516Ot/29A+8deO/Aewde2YH/vy+AX9mln4jhJay+fJE+Wu/hz08dz1Hvz07Ulozyxasbik/RjMwJMfiP+Jj1E7/Xf2REZn4NSJa/CZt1RUQyAHMb8iK2B2FxjDzRR9OHx/k1ofU+DuLrD6PqjZYOKB9hts/8ke/QXfupaV+w6NO+drnI6KovqCOdWkTzkT+AMcI/+BpyCONmg/JXwbzmkj6JzRqfjB3rNcezGLFF7f1Z2OuzMZ/1t+Z9PP7v0i2h781ra7c/+n8VvrLummu9DxY26lUQ+kfHq32fxbXFaG1cRBwyeuyhozop8D6DcOE4A20DiFwv46mmdMHWp/SVS72SdKDLdS7lL8g0KCmfwRR3D9zKT4qzFSA1EoPpGmVGyDygfv4e6WedPnt0O2VCIIZHMsk3ZGRegBCiPvPRI0REMkBwqAOZyGLYFOGzgN9+6AsyM3ABg0Yol1rVk4j38Yt2YFzdUjFam/mhe9P3Dvy/7IDXv2C99ZkifwZ83uO9A+8deO/AEzvAa1Nk5gXGdhlliIyAMLcR7+O5HfCJ/VzE2/u7duDf+PJ3tztH7wal2/n9C+J7De8d+Id2wM+GM/xDy/y/Xcr7C+B+6nl37Nzz5NHYhTvpGvxZF+Xxv23En98PY5p+dIrLYA/obesIcA0ZOcRO80rTDc+RxH2FDHINeEb4Qh8w0gHtgy+KAhfmQAR5gkB/gojICJC/FuHiovXXOo0HjsRnD1S3hu637HzhcNN8ZNzk3F93ykcYibQN/pxyt9BZm7kLcITn/mk8ItbGz/oLD4fZWjdAPq31b+jBm7XSFjMmPLQVvuf/Z7os5K3C1JJSS92jCOIf9d34WQssVY8deyIPmxuL/sY/iYqN3ZrJof77MZ3XH685av807dfVI+vlWuDEchqI6TxXBg07o1tzoDocw+fQ+APKZ+sP/8fo0vdk3SNWVLraF4Qaba+c9avMxuGz+g4Zf+1sOK5EqFch1R9gYFZZXsVXnvIhQdPghg9DL7WoISpERH3kBMfm+Y18Yywx/eMKawIDSMII7KovKGV4ZMKDxCeg18Cr9NBIpnPksOs/8aue6KbOiOEDGwPBUXooYwEbWwkqD2COrm5xGSVWPo2fRWX7M5Ot/5nKv6iqZ1XY0qB7XvmN9w68d+DP78D7ofXnz8G7A3fgfSW6C4/islsX7jx2+Aw6PPPWu9pw+lV0fqf4HY3Z0Qy7GrL8G9+3A+7z92X/U5n7qpL6MxD/P4aL/v9Y6XuVEf/cHrwv33/ulM4L+qh3Jk/yGWbvwfdn+hDPQo/0I+ZhOtUy34iTfxa3Ym/Z7tWp2KnPkudp/YPsrPw8X2mtC+S36H80rjI41F99H6EV8K2T+1nX3a0q/BFVv8wMBp7ZAfk/Ga7YpWb4E8zXCI58AX4ZYJx0C5LNY3/J7K8j/0m+gTlu5r0wZ7nzl/pdUbnlLQo1TpRenUDfZb/sEPYvXfjikW87EPHrcaWb/DGSoNu7z6rrfiWTizuofJfhB5VftP2HdZW/h3cty6YGX44iq7+Hbdwj/f1HyhnsUe1Hq7m45h8ATbD91H5wnX+3f9vbP7OG52pzBXE1bOervvHg5DGOzl9TM3NP/fSwb2rSVqsv8wXgGl1A7QNrt8oK9ZRso9fqBFdCNgJuRFZMp/JC5wIuUKwwxGIrHlprkgp8lO1rgAC0xsiVlQm5xEFLeGBqX/w+4Hji0p76zTjzTdPmoR+0aR+aK6SmaB+Yu34xPb5inOP8WKrAsF98F1UXUellvJSmvTA9XbP6nqMsPrDqVazC/ylzuge/ej/s+hZ+dfPv5t478NAOeIU/5Ph2eu/At+zAfAXO/CPFhv+gj8R8hc+2XvY3m3ww9bXftWabatjrTwdlSmom76XRaDx2ELFzvNbsHO6Kn89wt8TkUG/xk/wIe/Wm9khQ93k8duzDoD3BE4TIh8rh90TW3+p6ttRXzvD3rZFuzhr9vqJ/OPMnrq8KrYnnEstoLMwjI1tMuWbEg7+XZeIb2+Nas7UPae+XkZgE5N4oN6aD+obWZYO5qIoNsirFSezG9ZaQEYyIPsdDR4t4yPWO06vtvxrX2qF/RtSai4koPq6OsvapyJXHDypeWPToOU/Wd6/71KEmmYad2JRjnozF1jSMX06PE041J/bY94u1mbcrfiw3/6jPh0X96fCa8hdMXtZ4FPhHxyex4F84yT1XowjjtTpnPVbt0UOn5evmIxf/FDUQnMbcsr2+Nv+0yeaY/ACoGLWXL5Tg1FQ008vDS2+Plizb7Z9NqhmeUew6rRdvRmaWOlMqSnxiIoZBooiiEb+GxuXwF6JV4rxdWk3a3SNKFy8cZjJMukWQU3Qt+9059HDKE/S8IDjwqZmJkaDG5t4IckU7WOPlfkO1+rUvqNq9evliMnheBT5e1+PaX0rX/AN+0Q6V12eBvwIXeOn+I/cRzIH+P7D6kadyaoMv/VdT6llzIJBbzba+R2sap6/0ESx+oU2tpeMSw06zxsAe2O7B+MBX+izC/JwXz9mPgHUtnMt1f0ftrlvKzvXxTTSqDjfAD1LPSbCesOYD643y5drz3OwxbINy3usclnywLuIXfJai7OuPUXqhbl1TrvshzM8i4o9ixv5NlLsltteNseYC+o08JXZb8dGeiajqmQnVfUUx+Ax9xOX/GNF1m7i4PlpvOtdO4NB4mOtRyWa1CjF08knPDZEfITIhcXZgLBN0Ld155YHhQ/Y4QKLL+GD+iIAGXMHixbO+BJ0PjpbaNyYMpX+EEnjkax1ghsCemcGIOrLmL51M+TgykuqZGYy7iNR5h0PlcMT3PfoOuCed/VtIuxG8Oa7wF67ml+36/1s70xXzx/7blXMPY//ReZ0P8U3fO/AndqBfg1yNT1Uvf2KLHkSe6Q9cH1fxsmDeC7K/BTRaiZIZP+YoY00ZTZWxPzIz2g+WDPjgyIlmyYFGrigxRUuXkZmIHRFNDg71EEdmRhYTAQuQGCHaxKyQRc9n4qMdlQfvWBGfPDih9Q6/o/X7AL8L8TvTIr+rokp9o3xkE9543uZhmu0eTxx5CeV3E/hNXDdAHMk0ALsOdatwl3nUe/aTP8LdYn/Ygb2nA7aUjYXZDfe8nfbi2P9Gd27fLl6uk1ZqyDSEgjW4gC/ESBW+F7jkK3iuKf3pcZ2nafrcSKsivwcWVTHf5978EdFIRkYUxqReBIe2KMPgPpDgcUi41bbKsTky8QIqM7f8qjMPNuUNEgkwIrAXDY7OZyRCBGJEJD/O0Y6E7JB6JPqz0RJh1QkgJzGZzKk6keIQUUdGGaMfiJ0LUkSsckbJMQ7kwV5RbKnS6T5aXv2M2WLYpEcob0IZsUegSeA4BMoMjoPEpRp2aIDyhTYeqQ3FCPTGQGRjPnBrIkz5IMGGvkWjHWVTcQvNNYzdI9PAqEPuUVRAJZM7jmqps7wStxmlZNKngN2hj3SFCsAoVdE+SfYoJyb1pI8vRWwPa8ywlmuRfiUyrdJqyx3hoz4AxtN6QwlcZfktVhMP9mf5VnObL8jzEAh7yO8sH/F+ybYHaj7ACWI8nd8A4yrJ0YSRsa/5Wdmyp6ANPtZZE4MTJP88iK081xT1+agrjckLcKBf2Wij2DbF5sA3MyNzBh+o/HEZDfoP3OUgfSS0sIlJfPeIrht0b/8DclATOGI61usCnR4fOJwj+BN4vgDi2LPbefEJoN8AvWRHoMtE2oAAR7/er65PbAmGvnhkafvz/BKD1lXHL0Y+L8YL67iGK55pyEW9zoH+xq4x6IrXf/A9b/miu6J8ORXDZ+aPfL9Q5zpaXb50o371Tf5BY8crH2HxP6WMr/twhGWzFwsu1kPLF2Wtlr+UIpsDNF2Tb/H2ol36LF6Ne7bO8B/1irIfQ89mwLon34u1Ltf/T4xWj0osi5llwnBuYW6ut+Lwk27QrxWCSdFz4Xco41t67qWf/ALYf5CifSltf6wa4qk+Bw61hnY/VM8lD/01nfdE/3PZ+lM8Yg1UV3StWRb2F6pfgUm7i4DFUqNUcKVCsA9EWiqNbGHoSziYkiewgBxYVWXrpxzgff7DZ+EjQjmDoyZoG0oZiZCRmY1GRvr5PqM+zdCH+GDeIrAH2pxj4GNG91kiI0RChfw9+EeL1Sc4iO1yZsK1foIamRkxI5Dj84dZCuTOzMh8FIEviIiMAHkILTHllC9EYrqB+H8/2Bv3qK4R90JZ+nfBrveoFSw1v6f3Djy4A+Mq0n3wR1T7d2FXr65hdOs9+l11d3nf4nsH+g5w9fkp0aUnSF27scaOPNLgGBT2S4d5M5O6IgI25DIiMjM+QIY/EVF8EdmIQJ/M6jsCGhySzAx/QjojPuKDdzbfpjLgQy85KPoUAV+IyMzwyMxImMyMzIRjQDNSBkRkZgd8wAPXcISMwBrtYP+bnEGKiIx+rEyXnyEkfcid3699p199jRMqZir/KIjld4FKK22Myi1I5wr3wOnFMTIZLi/dgZpRG6xdBMegsH/DcA3rvk6CqXUAABAASURBVNKwMmQd2FTVmYVf9T/K2MFccMjVFb/LKTf+K+dLRc/pHlrVSV+HGeo+resooviaoh8Z2blGEnmCviAxZmZkiijKDI2IjAj0TI1Eth91ICMiM8GHDBQ+MkJ0fcpHRCbchODIbDrYGpm5oYHIiECfmVE/M5VPzTVhj4hZF6E4pqIZ/JTPhaKKOtDHETSWHqYtNZpfhDSjH+WDNNHM1CWYI5N5hwh0ovTRjuLRp2JG5hGGLU7s2xi88GM+yIW2bNJi8JlpJrkCSK8QgSmCCY/juWLwyAnhgaJIRmZD8HmYmSUzBVwEMlMjoaZD/YTMru8+oQxmWnli63clEZN5pa2o4EiBPZ6E7sZIMxN2h1Cu5BHYN4hug2JkKOdKMzMyQTSEPJDiFBkcyJkZmScI9J8BeWOHTHLeQAT2L0ZwpKBugMyEbPFx/4HP5wMvDXs/tS/Dzxsae3Xki4E34z7TU8UyMdiq622pfvc7+M2yLxv0Y5VWXuELUUmfmG5u/jaPrpl5uVg1T7LiBtg28iQkfGZG+4kdbdqvmp/LE0Ez4VFxKXeNWb1+McxpvPb8Ls3cwbbGuWXrN0sjRirKdrqeYVjYqgVX4HXdb7L6IkN5oOvrBkSnfakvUceXmYNyV5R9Lw99p3xpVV9WVQ5q9/wLsdaQfjX4tmZdZ8tNj+NLs97HAg2w0McZbPXMpr7Fk7vySNuaXVezKasXg5c+ghHziO+1DxvQx7XN3r8KtVY3CuxzBnv7vWCJmxrK34mFeygKrnu/3pdl7xHWscYrH6F8wtI/Cp8xi2Wr/r3raVy3g97zv7b7hfO6F/ua7susm+SY+KXuyevcyxTrtbnKPB9WGX7VT/6zju34xHBH9+GTrlgnwIh+xYUHn8NRsoaEyzg/tJ0j5z8OypM7MyPzGigpoz5gpVvEU0eu3pRa+W9hPl3g0uu+v1MLBu+X5o8QA03znv/+HfCM/v2reK/gd+3Ab7qqflMvv+ssvbv5vh3YZL58iG7UnxF+4qpea9D/ym+aznojiGffTTKCEe3I+q/XNH4/Zyn8W0cx++nZusa3lKe/dwyzNQdvmCi5JqXPgk3ld83jRm7lNk77oPKPYsQMehx3tsQz/XGWnfZ2yZ2z4qg2qLq/BLVWfmf7S9qd26zWZ8WX857PI3xBIdNOT5aXMz7xXKmSc6HD2CuvOWLlMx/zM2D1XBm1j8Mwy0kf2jIdN1CgXhH/NR34pwaBjKOQI/Wss++juG/RzYWfLHAaemZY9ckpyV4t4WWTSUC6Ru4pjHCCBjsoqvPxkNN5+GOW14tUZE3PV7obdtfhfs0vSHG/yBMeZ/18nOfgY4Fx+r7yGVsvepSim84JQX/dxyw9f8s+3srLDtY+6UNxyVeDEp8aRxdl6XjaSweiy2uxLmtfdTDKG+A3YhubimDQgP8zsHAGh5OIDHuM7DrIPFSvNgRGmbOUxf7FE1cqFyffV/g9xop1QdpWgV+flHEmCl9m+aFbKXqv+7LBQ3FmNP7yhYhf9txC86dqj7URddIZCwLFqanvFphujn1ci3ZufW77oxEHmOP2BbSpk17D7TD/EbQtfgnll0kdFMOVPM14yi/a2QPpsyApDbu3A4jkerT2837kp18GoaNmp5q+Feyl+SGM6/o09ez+3fZndynEoFYrvPrz5aPKVT6q7Xk4A/7GF/QZRWZ95zVR/ceGZW3JgvP6/KL2Gkv8x140/Af/POYa7kfJ5FyE9xQNFV/ygksHTepLUXTVLVOzlcKNMxbg2lTojClVm4hhTLx2NPiXs2zx6nUrhVMGnyQ1ycQzB1GH7kd6P+MasDoQMjMyn0RkBDGF8ECWnEDXiDOfxJKYMzKzKFNEZP0Eukx4EBxwkdAaMIySZ1q2z0wm+0z8p2P/eAN9BVy3nTsjXstl44K+9uYeakZum2trmd7TewfeO/B378C/9G/7+pgSf/cZ+b/s/ks+Nf/QufcL0K89ade7cdFcuOC9qkltVo7OPtQP8eVvDGBcwrQpqdxD/Qx99Zl1JL6o5E5B1LDBvscnd8C9/GSKd/jv3AFPLWBc9adOXBlQNH2bg/sy7hzezuUC06KyRSHHQDlcpiy2zcWGfMbFPbu60yadz3/qWV4d9R5tvuT39Pt3oJ+z39/ou8N/YAdufAH8vaurP8vwBxv+Gtn/Ms2TErn090rrWn/O0XuLe6Fv+5/egYycWkikRM7MyMxgYjQKs5EzExUIDngEBjJ8ZgYCIxs+PhrteoSyM0VERvxhpPXpTVrI4Ei1DRmBmalGHB2ZOB0Z/iYd93JrV2aL9ofddn/7nFAWPDDq7mdizDFmarKz0ilwYBBvtlvQCzuExxNt0A/8Ni8KxwGqQJu2Iatk0Jy/8av5lCEOmz1BnhotpsU/FfgDzpfe7A8wfqAsm04Vi78MGn0ydlzLXFQW/xnYI9dj1ZYXylT//HAP7mShHndQVfwJ6omtOtR1n123OO+SNZwbn7a0WuYUB+H0tfbHrhx4dNUlfuWIbcZVU2ImnwuAmc8Q54g2x8GhJbFnMDGg8dhRntTROxOJUTyTYpAtODIzMhtgohABQRevgbDYHBmRmS/B/yxgfjweGxkR1GKK5Ec6SNFoR3cJ6TOIbPH/v7PXM3cFpC5xqPfxuh+lRNOp+nafyR0Av02KEg783qr3Drx34L0Df3gHePLxJvB+SP3h0/Au/4kdqFcYJ198Rh55kImhRvKqI3BAx1hltYl6P4YuMyOzAye4GAj1sUqRKR+REYW4OrL0iT7hMplXoCwdNB8ALoF/vI//sx14L/eRHeC2qrvDWymKizqUtUXpSmpsjKPp9BkYliOqT5ArM5kjYkczIgrqC8hNEYggGyKgwZEFZxXS8kP760Y1RoeMAIxf1+K7ofcOvHfgz+/Ah384OQZ/YKG/9svI4L+K8ssNg/TXA701rw07DX78lrRtCJeHYvF7j/s74AfHl2Ik41OpfUZlrJR2UqiQ7oG+7OgNOuLVaSvoB9Q1ZKSyeWAgsUeg/zHYC1jryVhfOiHlaTQTbgfD/wkc3cvqWBx/u2XejtJhr3u9KI8BKQaG3/MQoAKyjvJGQj8eHMP5DvX5SCDDWEgN+Q4Io7T76Uy/+uHAWMXGqKFfib1Kj6CtBTw+m0dv6NmyNZsaF8lT4Ez0/a8sT032UwG9sHJnn+rh2Rh7Fs/GfdbftbpG6U9i1Jz7P6uvT9lgjLsLnLlyD88XpjbIdejwXfpWtUp29oTYgKZB5R/EgZv7oLqyMa17RydlU7E6yHwemXlJ0vlMdANYkSIzwRCgjATPjoohl3EZKenIUJ2ZyBn1A58lRWTKRYTkFcR8JGkSBWAgxAqYVmpvaHImlBEckgJTqYsmGTDWnDADEfoEhzRj+kGRmVpKG8zPIFf/+D8/uGm4V3w2zxtR2n7v1H3UjY0va9dMBHWzT7o3+96B9w68d+C9A+8deO/Al+9AThnlN/D9aCjqfac7q1OW6tPVM8nUOGmGKBWapMJcJSMYB+DU7KBW7NTEE4Iy4eIuyiHex3sH3jtwtQM5NDJiyBfqvbbiot5xx7Fbp7zcitktJC7WaaCborxVBsegg82Ldc5RWnwcvxBJT/nLe6TF93jvwHsH/tAOfJzX5S8m/vHFP7R8OfyTjn+OOYZlz/u6YbHlm+Y7DjdiHzYlnj8NSn71cAnhhwcfePGFyMhK2yb5HSIic6dDzrzoMlKnQk586BOXY2tDrz0HhSm500h+sH3TSPLOQKzhf3ZJKGiXDgx50KH/Weo9cwS6QG1v51jY0y2IYizg88O6laXS1VTiZeL5wrPLL3AhPHRm+VF+ZJvzwzPqOQVlDKcruvZ4ZbmjqKT2SNu4Ku5R9bG9Msx1mpnNojJmvODrG92Hqd28EkeMoVdA/3DtV31bUf+vJp6vW2ieXzPTbXCDfOY0xvMHVV3gPpA9bvcJZ37ix7lHSwSx1e0dWmYm8ox46SUHqf7AuCy79Xa9Xi95uiyz9ACsH+3d2fXiVKv0uiIzp5rEQ1kWJvdIXVHkGvoVQ0yj8zzyDZ3rKvh5Zi4MypA2NrlRTcbENokY46RmvHD0zJLqjRTQTBQgs9H4JDXcHNKM3U9SUx207Duq9T4IunLa6q7Mf1Sx7c3/OuoRbrV4fY17BYvL1edVuoW2S21tt2pwWk7Nc+zMbwOwMOyq9GORlfjSR9lqOtKVoU2Vq7FPz1epz5Kd6a8rmnIPvdRJ33jvwM/sgFfcGR7twPgj3zP9ke8N3fglqlwev8fK/T29d+CTOzCuuEGfTeflK27GvZr8ZtKL0Y/PVeK2PC83jND6rDVq8Hs6bNIt9NxqnpB8mTtx3+Y9WMWN2OuUI37Qa49Z02rPvoMfdPb+JfwjrenzLH7J8v7/2vBE3Vj1bJ75GyHfb/LOEfcqPeJzL8fW/nTGpwO29X5W2p7grXSjk5trHMZBW57KvVU1wzNzJXkm4Hf4xvo5GLcP17fHHMHfY2bR323blhq0s2DwM3tvKV23zRF7v9n2m3j7v9fPvJaZP4t7xMfY1Y/9q1M6Ux1mzLaZx2fNA+9QPoP278ZZ7Rv/BjB/AuJiZOZPil8/31pwq/YfdY/QrGezN8wrNmNuxWq/B+PbH37ZbvZuw7Oasn85ZSe9+CBfPsjLuLoPPqMzWTL5Dl6Q3yF2sv7BIRVBYCYcKD7gOwJ6QXDkBNiyS38OdrA/7aWbWhiydGAy32TdhlrWCHyEEqAbJA4R50fF1YLw4VIvdqaoTwf3xSV+Dpr5OZq7DhNhq9J4UXXRyovN/VUBBJZTp1c6gu8OYo2DtFQwDnTjC6TNfY5+IxuE/0Y3+1h/ljtvbkNP4/BjsGSSM679SKxD2eQ7IM0XZm8rf/cbAwOPp8fa98OR1GOhzq0vC3dUPw8n+oQj9UatokM+oPTKplML2x3eNZ1hzWE98rhvXwpzxvT5Wf//WWTrAftiEW2U3NjT+f5y1yVdmF1Qr2Ptn8T1deUqFx57R4iulx6ANdSXpgd0rYPN9dU+wHMqoh0LqguGT3t24aHvcJYXyoPC+xUbnjVaHPlKcmr8xWeptWhRd0E0/RLtgLZcgT7oETD8g+QA4jrKtz50VtXEaBVDleTMJuxjkLW8BGMLpJZCgkoboA+QOSrE8aF9Rgx/6RSiuPqpLwWMFLKJQzd89/p78qtxa156qRxScGdw+leP4ml9TXXIo6z8e0oaVGss4jrQV24U0nvAjat9vRQ7P0fpcQy9ygKz7JqpW6mMTAtgbHSTrFmgakOhnL1zFVQXpdFOVVW3MupmqBtQP/hrynZdK79IY+UjVPrvLFwF3tOf3IF25R7PXMQ16vL1Arnb6Ow087vA1eTFtcfO99PiEptH08hX9+0QvocupHVnIccDB+3i2OFAS8x6PuR1kQKG0in+x96ZIDqq41BUqv1vuUOfI2MwBDK9seqH52vNsiwgA+n6XevccdJHnCYZDebaQ7s66Q1dFZUBAAAQAElEQVT42VazdETXSY+g75H+O3Ruaw/X7Tr5BV7Wi8BthKzfoHqIJewlP+O87kPmoQzHTu3hq58UsZurkrKffeJZj1fEyMf+MIk66YBaSFlbR0bKrlMEuRkQlI2JdvTuNtoqnsLP5q1a+LpxIrpN/YoIDFvEeEyjsHHdGK6EqXyv1KVlD9eGK82E5hrcpSh9GTvDvF2iXxzkH7/DLPyL6dYwEyPNBO7msEtCJ+kIdQ1ZHW38XzbbB1A7gG7OW5fvUhy8EAzuVL5gP7AXD2XUda+fKDNKhuznIUmVnJcGhPtjc0/rnky3gLnG6BOsCVTBZRZTisa1OTaHusR7o9wIWVKbw5yidMOETg+xapuUmYTlos7MkjNz0Y1M5rF+9Ol8edbUNdIpmmpCAE2AZww8FhQnY/BrHih8rRalQC46Tztx1l6TB/wWl12BpUdX9DrzD2isZAfqi7n7cXD4HEX1Lqoi1NX9qQNo71cw3qvkrc9AOs1ApbGFNKHf6UVrUg8Y5dvoJgT9A6MH3nLVZ49b/t3mfuSlI9SJUTfwLlWN00cMttLP8nLJ3vBZ/PWZUflnfkPM2xUjH9G1x1TfW6gijkPvam/lLVtNpDmmN/4FMDF1AdIOHh7Hk5jGh89P80Sz9uUQPMSufBPX+TVazCUu1HsN/MnJfBp7ZrunD/JeDrO2SLr5RYPz80WZvyKtl2Fd777ZnaB8ymmtoHROIDOx/mmAj45Qn0tQdcZpAwTOledrgzp3S+inMVUNSx4lTOu19tnY5Uy4jtl2SlJLmuk5ZI8L4vbIyBTo8xoYA3W0txPI4XDTJxj7T9/N0/LtEhleKhlgXMnDhM43SNFStfvNWdm8DcSrwH8578p3YXVkI841OszReWmlGcrqLGG4Xscb04EDA5+LuMRFSqD2VntUv6959uSYfUkSy4GueOxV20JhGOOHDNeZXHPGJk8lYSJf+d2heD4+yLWvrdYY68CndF9NKYTu352rN9QiPa3rbpbdSuYjxivt08D7nzWKCX7yPVM6o+knCHjgjF1fe2dBXFy1l3v27vcFlH7Wnue9Fk9NE3o2TGGuCbka6sWV4USh74q6p/oanbouqHV1lRdlv3C6UcJXrHrQHmK5JOcGG041+pcIhe7veVEu4DvGdv/ma76o15Hw0Je1ZDu6v3LL2zkkPk3nGr1wVM/SNevcwHtHlAcRM5+ZUQeEVMXWpP5FZGZk8jkAGpERheDIyATRENDYHdYgAr/FlHBAVYf2CUFEYAwP6Qxtqna2RBYBDXyeQhjZUPHIz9PgyAjWzkxIFh+QGI7dmSsLVx1UywhUfZAvjhBz8hu2SRdBLu9H1ypwPZYs5bpc+Fmu+wc9FxuRjqE22Vq7J8ardPhBGTCzDW5Zj3ykx5mBk7xAYjkU2Dtf9SD32EVvPoL0VtfgjAY9ieYoHOG0NCg/j3UXz8f+qxH9nNQ5oufP0M/pyd+RxT5tLkEu0VXGqlxbkQGM1Y5hIyMwmr3FHvf9ztVuDlK/PkzQkOMb2JiQa6KLVNrZT6Xu3Xu992O/a9cVzY7VmlrZCA6FXUn4GLPBoDNqF0H61Rthbz6WXRoYWQ7yrjPAXNqvoA9G938L5tUuHXGk6/ZuG6n8iO77qZT3L1rgrgqbt5bhBbj5rGdBWd+iDxY0pHswIlwigjkHbGTqz8S6Qdw8NjVnRKZTREBCPjxKgMmov/rsxecvJXwy0c4IdCKDA13Mclwd5dG0xebimWhFlKbPMRy96kab72CG7Z999zZLUidwOxzGLsBxjPGlZgHRix+8A/eqOpkTRcEJGfF8uBXuKS68dmGVjLt0USIfjHI50HeVyx9Be91T5DfHHuvrGp57402ZVwvstR0mJBLcGdVkqoRmNhoDlV0yIDAW8Xcz7MUC6QdtrnNrz4vf6Uunn/pFUDFCIzJ9rWT42d+C33uVsbmGOkQDZlfilCQzcG2nGfkZfslrPlDnw62C4gMG/eHAIbGLgBZYv+XMiK6DZioHh7QhM7FEZEILf+JP0VkODmTmSKcFWXIqay9GYUWpsDEiMyMxFZzgHbKZGfkHJK+DKc3QORMa7cjMyGxomjiU45nDfEFOUCMjMp2kMR80E1WAdJq1EizV5j3VtoEOiyJnTirmywltd5MeAZeHhlkLJOmvrwaq67Tzyt8G6onqIavL7xEc6LB2rw3FWrL0CBXHjef7yHIjLmeIPpPbuJnMFu/sBjwwN34zk9OYeh2A77m7T4sjdD8MKh3MENfjpU2Nfa6m5ZplScWfT7r4PEBaXtUEOOjEtaxeoGkDXYBMHEbETp5tmYNeH6FOukPm7NtWOtpRs+BWoU3a+EXPAc1MxIYIqEAXO2Sm5hXxypFx9ochbuH2vwBme/1CeZpyddRF90KO6x9u+VGENzX1Uz3Inm5kvWB7FVMsa7jOoyg/LlVqrD33vc+03SzUNMtHPmc6YwvsanODKZNP0uyxPSinK3RrfmjUPwBdjJF+NqjiYCS6hokrdkKaFtp2joqhjwTqzYNPLJj9JmwC/RRN9wjF9csGFVFNPI24cyQZUx+nZ0CcI2raB8bNo96k8NhHPSpvzggXp3Hqel5Sr2M8cWqR9d9Dkzmmumhxkgry1/2xp9pOYI4V/khD5jHeHyiR+4+mh/mxb/TE8OISVyg/qof214DFp3TYbg18ur/shkfRc4601UVS7MzRZHaMrF9rCz1kbHkU+HT/D1MXJ2VbA6H4tQ5rER9e527NbW1/PLuFqmMulipb0CzTxEW25lt2ffd25a8B1y81tpp4D5rfq1yLgrfjrE/EW/MtmK+hezXpaj5b4xP1rmkVtWfzWn+nnVe+Au2oa1AKc2VXh80cBfkB+pdevxVeU9YjfN2q64jPCkUrHF+p8cVOvCpPuE8LRcBjKrQcsK5lzEhLPbW4RY8Sv+X1FR5NDXOpl5aCqfgpyLGF6QoxH77/DrnUZkU1zlk0XcIOMPYDMDScRrBCREZmRkRe/akLbSIyArBNCWgyTAT6FbEck3pjy5VJvqzwkwwUkgn9JGRmZL4Kirkanu31aroyzwq3s0W7qyhm9kjoDtS52jE7di6qhLmLwjDqslooDGPRWa2rdyg3kMH8kD6mWBVTfQbE0mm3TegcM52JmsI0K6SilJuJSsqHaXFAt/igh3cWtZGaSsLCWMtEOB669IcgnVYa3YdUio+gQiop3ge07Jj+uvHXFv4znfZKvUarpenb3WVb78MI/fVsObbzoPc+3MN7cnDZxj4v9ZcgqanHDK3SUfM5/LRJc7AZVQI/axCw3MpyDV2WFvBnFHs1aRixd+i2vf6GbBXdPPK3dN3GRhb2jPGzmDbpCHVi1HW+60cq/1OwrZu1fQ1VAe22ol2eaen0OwFudalKT1y2ahLqu8fWaS/pvddtZdLWqew0NlXdite2RaZycCRZsigTo/OdohpHqZmMF3N0FB+BJbaH1aLxDXKu3k84fuYWWIjRZ1qor1bqw5zgOmfEkS48MDDkVvgZYFpFUsYW2eTV5QHOhCMIWUSYWnOgmB8ahMxtWtvQA7VtjChqHR3g97a78hgnfxuJeQTiwcjIA+3fodpWnr4XWrgUNHnw6b0/bD1KRn2HLD+ETisncj8/6uU7LXufBj99noTRZhJr5ck5SlSAAXNn5OoPF4XgQM+NlJnwgbbRGI+uwqfYmTa+ORbf2HXGL8SqOeHmaIk49MLgmPNl5OKVufKLcmAyMzJz0DzBGgYYc9BErmnhG9NlpdVT6Qh6i63NOKEWujjAq4pGuYRLOpqWkCPjPV0Plop7/l9ud79HeG1h36+uI9mo96uoe3J5uS4J60KN1U3Ii9F+xPdgbfof4qbRiObgvEdVq1K3R2A76zqSEWtQpRnukc11pqtY3a857R1YTdXFTlHX6tIzVB2DcS8Ppg3reneTbyKeE9xD5ZfZQ4MFnOBPvxA+k/YL0QbJPwe/fgCC+heBK0qxV7rZ/wL1X9C9gomHspPxT6LFXPjtxbovvCdvcZnzTkW3tnu6C7WQlZzM8iPsQ8HbDXvxK0WsOK1Pg5NnJhIQqvBT4GZgz+6lwTq6Tn4FHLVia47waBhqvhLv3J/dgU84aaTw+j2Fdq6rI7vX/KRtAT+izbyXVsX4gy73c4DybQauOXpBbkVRNnyLzjk2vLZyJK5oZYcjCf4m3Pij28h6dt3F1xbiS4Ynt/V1TEOteJk6JnxJwXA9aihSUxOwtDHrIMqfBlbp71mwVdOn5X60VhY8/hBWFS2TdS7CLeZBx17erVSv2cxsZKdn/GDnOlA6BErMXCucnoGnbSgY6FyhQeEWmtfXzq6/X2GKnKIQdSD0DRzScjqYiGNcNYMGqV705Kx7DLomQYMfHRu0FYXL5Ee1okykmSQz4CsOsVjymAHeXLJS91f3M4qiFYPvQolfhsEdi3KuYZXvcn6wXJz2F76yaA6Z8AVk2FrsBWqKYGJIIusvIhMOBEdmBooZEdHFaMdobpqzmcAydaow8si20QVgY6Hxq44qsVe0K7+rH6cPJjhxu1vLLm7jf1bkxmmXoGKOdGWYp3t23VxEdF66x2iX79j73ZFfDLuTlVcGXymOcS/2bX93YO1Av186XS2/h/Mm+j3VvCv5OzvgVST6W7sPIEt2OxkhKXzDrfANS9RWjidXP8Kxd/SGxZ3DlHdcDs3G+UFuMKoaxBP2Ma+T4FIfZvBz9ikq7Gen5aIdyjjSDeY3+9kd8MrpaLmVGtfnrum06/f07OShvxe6T/WSnI/e4dfZuW+ztG0u9mhiK/WhdbNSbqSjsP+kLve7tnl73UfkYYFbqXXb4wPLmsrwTve88m9H1U7PpHs8VLsPd04cSbux7OWN8VnBZGd4Ntfsb7qZ/RixkTcy1Dp3fMbwZ/3HWF+QKn6j3ApH9iPdNuprpT88HuT19XNnHy/UA0gyyx/hdEU7woeoW3Zzn4Enp6x6Gn3b5rrAHM/grJauZ1HSURO5u+5Rau/0NccxaBh5WUDXBcYIFYt5dL3Hu9g9n++wUwedG2Z2xIYYbctDDThxt+iND9wy8CnbPboE/B4mfWU5KSdP9H+f2hPTz1k/f502fXnM09m5L/O4eRVnqAuC3Niv8pljUeKDbDXeT9P4I2qL5TrEiv90Bta6a8OHRI6+oJrGs/4yWLMM0MrJj7xF57Uv/Ags/NfJF2q9oO8Y/YqvRC5hsmUFFVhmXZGaBoevYuljrbzSKuarlut55+2tq55zniCtrS4CqXfktVVv6Xvx2A9phTpZRKfyH0XP1an5Ot+pOqBInW1PyC8MU1QYzJzKdIcov7N+fKK+rXM99/Pg+aLcwxpv78EMLbriWWKklbB0+mlBqCGPTqI8UzTsWkXDrCZN51iLghjloD8aBnaUyl5rKGZ7ke+bqOFqMd6Ukvcsvt+vJgR1KqQfRZg/PJIJMMI1BkRkZF4DJSMjYgB+o7jy+DCa73bukjQTJ0bj43188heRQAAAEABJREFUVQe47L1hvO5dQrHJ3gFIXo9CpQ4baN8o3sK7A+8OvDvw7sC7A+8OfEsH6kNSreRHJhk1yQeuzFS8QqkxMSJKiJBmtL/gyGy8c8x8pIYIxIhI/qKOTPiMRQ4PdVBIdCAGbofQpqHsGdFjMtF0lNN7enfgX+1ARro1poQTinskin5LpH4ImXIYlCEJQp0MVD4iQ7amYiKKD/TBgS4hodwY2ESKqCmDI4sNfEWiKaosD0oXbUaMxTSrJCLCeQdERvzGo+3D6rIq/401vmt6d+DdgZ/twJ+fWJ5HMT6xAXA+sBlx+PBmrJLHPxUmPQK+Y74neF0pigewzLXG47SVTT0svx+lJd9e/4jcHvBSBwuY5xraOlaruUtyXTZW/GmOa6tNUNsz/xildspmeTZSPNTNNSWc8go5lDUa7/wgdKvIXzRl8AaeVwjf4UX8/Uc7rTQfhtHOdW0L3XCe63pUNehwxlMLBoK9Xzow3Bz6eZ0fYozc5W1xowNVlM+FVHtQmzZqhruetS0gz+yxzT5LbnG2W8P6I+8lLvVj70DnH4Iv/0O3BzZjSeWCc/KfJ2yv1SMzQ/ItlbnQA9DFvnHKONeUO+0wFqvzGUyiL4kY5OLqgKnz+iFqPebqtPFIrMFcuWfK+r082A8N89xLwNL3XD7NPq511NNqxqetdpKIIhi1lLS8YKpX0LoEoK2+sm4m9U3BOdS5+6LsOVAN+ad6W4jg/cL3hiwuZItDjk86pjlPpWwLRCBkZmSK9v/H9Kd45D+geNwWKv8aYjjIPK8JV7mlg8PApjwTbsQEyMIfFFv0+qF/sv1/S0Ezmz9kicvsOmh8PYI14j92tDugzXUr1DTL8vSjX5PeE4jDwA8jMy98g/rNvjvw7sC7A7+tA7yA1WvVb6vrXc+7A090gI9FeCeIaHxwKDdkNooyGues1LBKjauZGGlmRuYM3DNnfqZ/ks9tIHOrz2wywQ6AHGDWZ6486tgiI1BkNhqdxixHFBfv4z/Ugf/eVjMzGBHpqEmmQWWsR2ZG5jkwhsAFsvXDEBnRgENmtu9hUEYEEyMiMjJBcEAjMgI4B7JUdD44UCuGU+MTNiMiQ7nRhDQwxx4Y4/ceGZni91b4ruzdgXcHfrYDX/IDMM9a2q5gGPV4ZqSlYBp1e74luJ6bn1+PbqE952m+j/PN0zWfjdSfOIlf3nbA0nZbdqRnqO7kgxyPW7nmCF0ooG1P4QHoYoz0b8K85YU8WvsS8BuZpKgdFNH+g8MzxqXKNc9YftyQb9cj9z0uyiPKhn5siD+g4I3pYCa47J2WF+uSwDQCdh2lII9UrJYliFSbepVJu9jv8WRfshbPOtJNnSSd+AHXH3wnfvSd/BfAR9Cmb9ELdQ2Y480hWoHL0gtTa1u0eaBd/irqwvvcR7q9z3fKNJLBiaEfrW8rbx0YGXD27AjEGdH2ZQYlgK+6zwM5l2TWswgw3TZT134BkzG1H/M8BmMM+2qwyavR1h578VjNnqUGUlbhnU4RJZNHqhpsh+sN0Dj7FutUIEfReZp9Ws3oMM8qSmkCczNwDlDC7wfvEoyIDL4Lhkc6fQba4geZkrWy6V0UZConetXpBKQfBWnmkZnkfxCRRAFiZNPpCrgsIyP0DWj0Y+YhmjIzGBEZ8dVwifiXj/21pTxAti55e4BQ9wVU8QrqhQFQxpXLW/HuwLsDH+3AP/+q9NEGPRbPCxTjMd+31z/ZgX4ndfo3b7I+E9UHogj5jpgP5bi50Qx9MrMiapYvplQR8jM0hVOXI0PRKRM+2pFF2hwSbNERKnRIuBERusTRkShnoyzSdhwqty6/Tnq/EP26U/JYQV95sR3lVtexVqimJO8LwEDMuocyoSVFZHg4Z6DeIBKb6KQ7lAEldDYHbHgoi8C3UbTFQJehQqjoNKJxGYTG5lCxQ+rwxr/Xgffr3r93Tn9qR7xI/ObL6U97wDg8oORpykd1PAHncQs5meWvoP6nTsiddb/mZH1N1rWNt/Lfst1pxq8zczf9upp+R0H+XwSMqGvDUy9+R4l3q7guVc0OipvNqZhfa9A/+tp1OXidu36dsmTzD3RscudZV4+GVssU/OD6JOpHHOqqOshZOcYfcM2Hve3xEm0PF9yPMM166RGI4Yfgyfz+gGxu1rQGvFusdsGaKDDRiy/kp4PcR7rvqOVsjaqHPkn3MEYdjeJSoFf4NR6xj1I7oaj94gG158YjaZgBeXrMuR+Nq7Vd1QqeQ0URX3UvlIUt4QiYHL6Kfydcs05FMU4UxyjdIUW57GfkLwQjc6+493PMbhLyeE1swMJdtneNJ9vsW7ohFguq+dzoU7Y+QYeBGYkaGcax1CDDMux9RJvj6cO4DL8LR2Ssx8iv2i2XYVym9HMRkRGPYFwb/wRxeuSppRve9AMdeKm9OZ+x/MDC79B3B94d+LwO9Hux0zHzrKv3o1H/5t8deHfgZge4Z/pXTOlN33/ByEsF48t30tfodFxQnRh1RzwfIwf1SYTqjtlbcWZ/J+Gaq+8M0t9Z4bdU9cr29zF+r6ti25eyYo+mTdxGOPJW94DT9BVXWs6fva1BpNMdjD6dn+lM7iTAnFH3W8K+POZgEs3c3Uz6ddxz1m/vk7lqM1d+73dLzjQOFL3leWYj9sz0iH4Xvlx5O/0jqf4qHzc64qT4X6P+7vPBehn50vbz2bh8aZmng2oZz/lJZNlPbFdqncGNdFchn6+ggDtJv+QH4Hrj401Pegs81eQZJS3C9+d5SrFZ1HKr5iObH5iangRsR3kEKcswP8LF9ATXgmkPMfBtnZnvWVlzo5/9CMLjXxn3L+aP7JQWEs5M76pvsCj+2mG3xGdugKuuXbtXvcFC346uwWd09r385x9YyNrWY/buLLl+sJx/vPTHyRkBDWx7TOg3wGcCi9+cO6i/oXWsetd13afq8kegDhvRMGET/UfZCz+qXlj7aVDbRZzEWvuFuibyy4uL/geYzHGkRzeRw7iJPJ1O+hf+RzsvQPrNoLbqmRRMl+9Y370C1rMXtzDpQ4/WXhGHfBHYtGsTpbO/2oC6ib57nTV+jZ30M777IU8Lf4nH+QnfAeZkTdcd0Wq7hHudFp9LyAdysPYCZPVHKN/FzrobXnlFsKeglu/AUmvto9Ww3MbUYD+XHuCz5afYypewTxfimv7APucwr4ixDyw8EbuivZrFRjchCm3tNajPuGFD8qUG0jwWoTRO+mmrdVizDfza0KWBFzcGfJthHhwZmYlvQ6b0T6R/8EWxOhAlOyTy5yAzI+s/8fcnomhCH0DgAzKhdxEc+DHvR9M6i731i+W7S+rQkOw1gFuFhEf2SeZZ9CTmuAXyMg49Sl9TMyc5ra+AKoFDugIOBwYmeOYgbkX8xPFe892B/3AH+n1oCzovHYGN95+oezXex7sD7w7c6IB3juajH3zLVveSHv8oeIOvfdb24BjFOmEr4iSwMeDaDHM6zjzs8wg/M5skeb0SAd2j6zPhCnrAR0RmhkdmRvsLaEN4ZCAzMcutiB89rOhHC/jGxesW8svSEbgAur2+R+GzpRbK97Ty21JUGCsa2oaxxZGnvsQNtDydZl3zJScyA3d5vtEhaFvRdZ12P+WGWrOuMbnrs9s0zo9DzyWlaXfQnjgk38dihnL4Y7QIpMw5SgoYqEsnGyXIrWghXY7laHpEGK1BbFHkAAxUaoRsRgZHGaCMzqoXOqjLhckIFREBt0FwZGbpYItmpmxkrjSz8Royc7Ep75GZpcrMxQ+2dCgCbaEp+pydGag6oapT+cdQlyWuRQn39MmjaqcTpsuw/9hgw3Q5rhC/9vBcjOfoUwo9awP6tDcZzocoS9kT+xbBkZnMDwzckgwPeH6pSx5nP9biXOfj2HpbS2xt91Gqs77SK0RkljHOji/7AXh9s/LN6e8A77iOF9BON7uMQ/gGzm9GX9aTvqrrdKijLETOPQwyHw0e5wl0Ly80g2VYj/Hsksf+XMCbXHv58S1VftzPRl+m2ZEYFSNtyl8104k4wlcUWdeCiasXNSntoP5VDKlI4b0yXnuL3E8I1+din3WLjzZ01nwFbOWHnQuVUYtBGdiYGUTB67cAf7TXs35qlx98LpTVQYT2D+MS7YenRifX8gdn87I2BdM89jHyN2xURY3462MucBngD1i13qAb7V/F1774IW2kX7XWUV73fRNzP6o++Ctq7aJsrb+cuGig6/Q7+BF0gk5SUb6c14U2v6nkzm/phfiHwRoXMBGzxYVrQJhbKlrN5ce1tKFX8catIFncg/lIi9sap06gPIzX9gpqnWHf+/zm3Oua7Bu1sBfSGZzXKHR9p7Od8xUDzO85DvpmLdyg22E4Ggj7loFj6F+xxqFuowywM5UgHQ3DFrgwvoydK+8ajJ3yYTEzI/mC3zDy/hibc56MzJz5KD4zoX8+EWs+VmC3WZCPpb7teuoLgf4RpGtcg0044qeOzOuaMgddwLO/6LpQBsgB4CAZTA8jU3/dk7A7iNQxMvMKKALtYg8O5QL+f0TpmGpkBLp0PwXkEPE+3h34wQ68l466D/u9CK2nUDtaPvE+3h14d+CBDnD3lJd0RCn/C5Pv9WD/smEvQj09yEhmBvLMIdwe+gm9pPXDL0LxG5qR2cHnxOGzZEQykrlDET4bxRCZChEBieJhHCI4pFeYFZi/fcxfEKggjvDt9XzDgm75CHyBYHW+n9Y8fzUb+Pb9bFAMSYxq373gYDThScgsq5uhHkMtp59Qh1kCFg38fhzZum7v6xlF5/syZBmol0vzQb4ujiXByJCgjBmZDX/mewYFjjkDEhlZNmgMIC4AA4IeJrPRCGhEIAJ4mMyMiIxMEBwjzUAfHBnprA3ARikiIjMLcNCImgadckY7pJnMIGP983tK4pLoeJVglovIzPDIbFReZDY5M8sn85qOfiOfiW8pmDJ28XHjwPmG9VnT/jJ6Nv73+4/9kh9Qm1f+/bv4rAoz+PPa2wG1g2UyAts1VCfqYwRHC2v2iIzxyMzIBJGj+st5VzvCsvDZy+zicM0YIq4tqyYzI/NFxHmcK5A2Mo993j8A847bH7g+TX9T7PCw+9fsg483fPT5hHn8IPZaxpbB2+E+1ptVbobkfuiv8MhPr2Le/Ey26Q+VW5eHpHZePU9y0qhvaOSXchWp89r2g7P8Au7D0knxM14/sei1DdDWsP7wRSjuROPXbJ1vPludNvUde7nrP04v/PA08ePSFn096QHYzHS1j9HPumbZ1w7XmHGZ17qg/3ZQ86Xjm9af5v1OrHsL9qLbrbHzV5S6p7mXq41+q3etonPvlzWxawMXMHXo24HvBUwPw5z7dfbyIz77mDP5E3L1vUof3udBPfb/LH7Jbb17mKvr5EfMenMXsJnrELMv9+HyOrXhfVHktc0a0cPVTMaD1yB91yxNWueKNU+BH6TJVN4YGKvjl3Cf/27zWJmuK5r3uM/OS/do3v+BmQ/8sYObqIUAABAASURBVLanrohR7h0YXLrqlNrLU+PecCNxN3U61rXo5nxd7nRWz+RYOxufJE/t7sncb/d3B/4DHfiv3UL/gVP63uKjHegXf6ePxr39nunAZ7zj1+OEZxYdfDN3FezE1XU0vK+JtS+/m6szVdNjdera0SKUGnc1e0nM8Hte2fnOVpRpjexcpxifGvMi9cFa/qngJ53H/PLJqrnm2GxBPVAnVq+Bwz5It9jFszPcm529FTfamn+bR/09fowY+btx1HjP59R+EnvdymcqWldb8szhyiNWz5XTvkr/Ejc34V/a0lfs5aRNyavA/eXyvstv83iy5N9xf5wX/SU/APuQenxYvn9gXXbe+O7RfdxH5dvrXaLZLzyAfQ4V50NgHtp33v13WPel2x7Y92XwabF8XEAnv4V1aoP6LwJ5zIdU86XWQw815kL8MzDmQ6AKGslzaG4B1v5pvvay1MSrCmUpwh2ObpY2BzhGxUgjoul/draUI3x9Va46rrKXR9tt3kix8Tp4zeo+/RrfUy42LjO8uN60KQv5K+hzhLqP8b6y9XtpoP4IVPdX1xl3qdeRCf0Fu5B/Fbfi3dsZJurXRkVcssczlfKqcT0bO1H/fwf0h35d2PMt9H7o0/lz2nJO5H0UlwPfoCYxQZ/DrfUvMdVa0lsgx+n9gK1y7Kn51En3ONOvfsE+xQT9CFov17zbXL0O6S3s4/e+e7syPt5x9gYa0h3UeW9qLloMr1tQXNvLIMwEZoEQ7Iwmr3Op8GM0H0yNb5kRP3n4wtzRUyvDzyT8orrws14ZlOkTKFmDNIXiScyIhoxEmZmR+VWoBcjfaDGs9WWUZW4Nr4Mj3Ip5yZZE7YHqM4ZpPyPP6znmDtYTYvnXM3040mYsdVhLx4czvxO8O/DuwLsDT3TA157uLr9DvU51+3+Bsv+MaJ+w4Jctj/yifJkx24iXE/0HAjPan1tNpkQOkc4JtyL4nKYUGVGIW8d4Bjp/y/+zbL24Tsnb2aJM7CM6MN8dhBz6/Ofu38MuPK30aqgg+ypKOJkO7BV/oD/J8KD6sxOaL+P4j5IysAmY2B6lYcrMyASYEyDEFaId2o9Q/pGRuQKhBTGjZmYkCKesOWZDom5sdlUkuj60iUA76uPguGc/CHlZVdcI0VIBuxlHuo3DC8JX5HyhjB8M+c4z/IPbfC991QGvfXFl2Cke8dmF/Erxz//4keKz4Y8WHUe5u0062pVHjLbON/sUFx5MPwWeivpAVfhweA/1HXvbPXmqh9XUxBoX+MvuZ5X/dd30v7hcAW/tpzDvJf5H7mNo6/gffg3WMVXOKezTRL+ewYX19Df2WUw9Fmqe34CqiXo6bV/eHrsn15tdbobksfAv8/r5Eqxgj+e2a/RzEefeL+darosLP6JcuF/A/+6i+fH6eQFT3WvEQKeSraZhWvJP5H8SvJa8Eh9zHAvG0+ix0PgVaH0MfiA7P/uvW+zvo9GcyipjrOiY5zyT1NzGCAOlTYcdYeQ9T8rNj6za2TOeZsLcdDC43OGJw6ni9rStccHDzAcgNcaKLSt1uKZxH0FwLRlvrj26vtarxeHmdfe+JZPLfFtQODGVC7v0ENjMcWjz/p1zQHTbwbqCCqHVIfkVjcMwD706mk2pGUeu2dSzB0ib0VoE8tEoH+wMzCVBv2pk+AV5i1EHHxlRDhGNJuTPFyGHNZI1RF8L/o88lHoyv4K2/CzM+Ir8a04WWPZ6ysedI+/YnzB7pW1gbvFEjt/l2nezr0r9Xvdd8ry2fd1g1n9XGe913h14d+A/2gFfa0Tf/sh3Xae3bN3nX6LjfuWF++tU/jWYQRxG+15waPgPKfk8524zUhJFZEFmRv4BKTRJj/EHH5G5txOXHTBxeHy6slZyop5xT8XXahplOpVfcaxd7XybiM1/Vc0ffkW8j5c7cL/pV6m9t4UGaYfyb4SXY12D7hUhM6PusT/QPEcc2W7E/Ok26R7k+gMyD9aLQTfy5RuROdjh0aCLqAk5MyOiwTmQG42fOyjA68IC6r88LAPUKRdFXgb+C/9m/soO1DnlPNb5HelfuZu/u+g6F2zhjGL6J8afL/1x7uhHR55W+uC1ryvfcaSbdjn06f6HdH4068PVDYZ1D+Nm+6u2epz+Ug4ilzg+onHFIS4Pne/uF+ezmlvsmJ+O3PDf5LHvm4fhd2LHvvc1zCFmedkU8nfz697osbVSAztCGBvOPY2IGf2Wx31RY2njxHdxxG5ccz6eFzu+Y9w9XveeUf4M5XNkrAXK+smTi72W0khxK7reHHHQbw/ULw+vBVH3zHDNrtcNVk7WbfnCdbOv6nWZFQ/zqb8LaiWYs3zX89pniTXDDHS39846f6kPDeDl6LH67QaeERPnlf0SiOoGb/IZuuPMNYr/rENYRrdLmwcrIVTfF3908HfnimM1EsEOZaJgRXWDcnF0LQRMrKATgKsV1d8HyfE+8mu5eT/C3nNeUdebYY4re4+dfab9exT2isMuPQQ284Y/BF/B/jyAcmEiF82KBvcO1FmHFJdmY0Vl9QBJxxmQR4f5ui+8KScmBloVkBrwrFPsh6bk+7AwSTKNQAxlKRhYpCiTuhl8r47vODJdMELytUjWyHmhiID9CriHW3k902WP7aG+Y2v5fMl1Pj/rd2QcK5cf4fpdlv8uuKZrSfdQD7zWIO/x7sC7A+8OfG0H9q9Be/lrV//d2e1Fr3Dku+45umQ4eH1fbM+l/Oe8qzU19a0p7ICYfihKfHbI0udiyJRHPBxTNPOEVUC+cGT4F8w7UAQjMrEntgMEungf39SB7TJeGWKrvZZGn5G/9vwdmvWSkst2iWVAc0HUNYk805iPhGZkzAMKj5CZkblF/bgbufjARCjPyGw25lmzWkNbZGQmShABHzFPUYe2mG1N0eamKkux+DVa5h+fxmuk+CpuLku+Y1a9yV/cAc/lX1z+u/S/rwN/pnqAykPZQ8pjSp4sTh2f8ECRVPU81FS+oB0CZfeD1XUFiqUenI741ZkTgn+XcedBbY2uWig/3VAXzoxFeZfHgaTWQLDjGCTUh27KPQWrZYmnYjbrEDwdntuzc971ZKnYx+i4ccIQt3EoHD8KF58o7iZOOs2VtAzOOrzzY7i1Xju/9Opk3TPLuJfK8WS8lRPCPj5jVDYS7SmqG6N761K8b4AdKkeoH+U7/Oguf4YxDZcGrTzr+B29wbWJNWNFoL91/m/ZPMdrNjkykq/09yju5n7Id5/L2Lo43FAHyh8bYw2d/yhdN0NXaRMzfbBnHVwMOG3X0YYzpmt/bdfQtfka1+zq5tSbPs866ui+eDalOjjH/lpWdw7qN3YBGeVZt2qRDtiui6+JSYGLpgfQ9mrucjbQHDPUT/4LeVHvSyS3HqCtrYiOuJLRV54NrXdrMvJepR8/4rIqnDIg75hHvuzkMOeG7zqWhJ2XwgOhfK8o2dQV5FfAtXgqIx31lAZKPuaSKm6sEedheG5X0SxIEPUCqTK5UK/PvAX8GLi0GYYx8ogfGH39D6SI+qYd7+OxDtjxbOebxnkmj9By4Yf7aG/627P+tz221lv+/o+ztt53pCUZhd9xfdlsamGCon1RaMkYRtp51LTc+ZeBuucrouqz3hHd9suqfpfznR3o18ie3qtB/3s+v9Fu3UcYa9U+yg/w3lcPuP19Lvaiw+rlpSO6rtPR9t/ivQxEf2mVF/WZq1px1KO9bi8beKQbsrKI76kdRrzROkBrGnM6dw/pDoqncfcMnjPgv5wV5Y5c9Gz60ILXSV3uGdSF+2jA9XJvzdoB70Ulu1mfvxCKhzpGfrmTz05/v36kI0z0rbDAM1iINmnHVs7eiG5+learga/F1XKcsKInKUbbyMeJ/2eoKWmTZqK/00aDcFrMqYGgRwbxy2Lwj4T8dT7396XHHm5TnfQI3dbpkU/X2eIRXf+mdOCRBuLmsIfSz0DlenBtfUcs6xOvfpF/OcMPwLxNUTHPJX2muIMPLrH3TfDud+yHz2mOrW1JJUPM0WcT1ZrPoP0UGM5qNB9mCoKT2eGCzBhKcv+3YKpmr385SGSTtjNqh86AFTYFWstet8o+5A0ecO9OTFzL5rnGZqk17XX43kbFFSu9A4rZ5tv5a3w017ZznyyxR2tt9ZCbouwvRFVrXhfu0BY35pjCa2CP7rfXj7JlTbuebWRq6XlG6l7KD3tt4FnKmua4j9Ya5mG0qo2VGwxXrPYjbBx54dzICvsgdQ/CVizbO4kxvaaxh03n/CjMcAJTbEy1EmWtdGMuYbVdc+Xw0GSsjtKHQdP69UWRntoVKB7O81W+Q329zleofVk35klqmPjhUHTbdLBe3Wfz/rrfXUoe4+yfNFhHTEVZe7aXbsyNflrAKgtPJvi2j+DrQRwcPS9xc06iigtjgbfc+L1TviXCs8JrQgUlkp+YWGvawOxHMDeBzURsMaxZbBmYJsFaKssGD+17rjqxob2eZ7/ygY+xl3jXejM1vuy+jxZqYRYfR9dJR/2eH+3yA2Rds+pB2NG+r5WSe+dTdaOz16Yqilsb5JTB3jhn4BDaOpRBE2VEZUfV+C6hCFJKFlrCflpO6mpoqjYHV0akfEdsjr5qdPMzdMhUYUyZGZnXGFy/jP36xDks0fiM7V8gr5DDvvQDOSMCuRAlNFlevbQQ7ZhdSrXn9VAnvQmdvGobjcNkqy35TpHLhRGfcJjsCKZWv6fqhPq/CbdqvmX7m/b4rvX5Dtw79/fsz6/4uyPY780XGOy+0R7CnZ3Ztf2LcL9H+zrTH/n+3br+7lSXxLAV9SXaClFCm7qt0ane9fww1d4Jp9lpprvEajvGz2Qt6DfMGfVx4WYpifUIqGtsbWM+LRHJn3NDcOQMyMHQGsTkFWI5cuHuMmNBd533Dus6STVakynhs2gUl8wrpzQiHju8UB7z3HjlRnpWeHHR3XX+7Kpf7+++jnC8sp5uqaguMAy5HdQCRt3PfrkC9T3UBKB47J2iKtdGNQjTQpsSofOwNcaz2vnuM1PWLdfTqcdtHdSKqGs2hiNnTaID430z85kZmRlMwDHzEQEXn3aYTOwSNlWbNa1ctPVRMMIjs3GJpUEtoH3KcDWyZqaFiTVCnXk6je2RmZGZOyXiToUmYtHBzDFwpW+i0gy+O4WooFkX/VDu/BHVfoTuq63zK21aZ9DGaiwOZdGDaTBl1XzgM6u6PZXbxuUGaJkhGSy32VvO2Oq8386g9Qz1UdMc4sQJ05XlSHfl9I8p3PMR3GbpPR0H0O7lo0/xt6bZiTSG3PKc7XgySrhB65Ic7QYgz8st66AKTWcoexnjR44/vgF1tHegoQ52mRQnAhqfcew7dJJTt1dgOuOkI9TVeyGM9BAE1I/A5UNXpOjg4iFU0gporSTeLwHGdlqqjYvWOyDvbQ+XO/ZgqS8f7skKFjTFbl2U7MM+/BTag3eqnEuxDljqnGcIg3ONz6zt8gVti6fP7GPk68dcLpzZDFOuAAAQAElEQVTlX7b5r9tm+P8Pe+HHiVtouViTxUhtWRtQyuHQl7KaLx6EK34+TEz+ddADBNcXtSDydhikX6PsDvMBzzvmBFY7brsxRtVmB3vZKKL1kPVmfs2HB7qKm2n3VSe/1J9Rr3KQ56lBceuwNuyUU+vNtNZH3caxz+jf/L5gtp7TtNR1avtOw80iHy6k7cZcK5qupWj8ahuvJW11zuZryWtoD+0r+r9WJR+vA6temWyDruXBn9zl54mHl1QNxbc4fcsHnVS5Ve9MXl+PFhs6wiqPFPH+mLgHJtxuwwdcVduQvG4Fw4iuIS9KYJIXsDXgGZWhJgUYdsG2ENgHDMvs+O6zUF+lZ9DXy/S/8HV3gp/IMYJkLE0+YmEORrftaXdV33j3Kyqn6ocxUd8U03KuqJ06A1ir+TqVr1Kx1aqdcpbmUer9VG5zPcWTRGrelTYHZdfRJt3maju80qHmY2JkJojIiICdoRSbo63Usj/KV4IxVfE1leloum09ivhNurH6DP+C+RoxHAnfATv7JzRLZPbEIId0RmYiZjBFBPQM+GnXI04PXg1wqGcSpz5nBgLPTI/ol88QOB+m8mrDxvXv3K7Axr0w/5IQ93SA2v+Bftn7Lyn/XcYnd8Bz3lPKfyf6ut9N3aNrSo+gTRzZ0HmvHMGQ/8T9Qg9qn526cfmRyv834aWxtIcW1NsM1KFNWVry3LYmz4KGQpeh5QAlMZ/+sMJXIijS7xwZfgQ4xrkt4tjW9AkBs08MyTPRz8hc+a3PnxY/2iMi+XMO9AsfGbFBbI6y6j9jY0TIzMjsULFHBg7hkSkPByldyQjQ+k/dNnZnymh/cfh/09svDz5h4Tc9jfZ5Z4rvpSz3Wwdfdhh+1ToAfcLo96DCcJ96v24w+snPvvpE8H1ulLULdAGaj7N+I9TNaKUc1li1LXb8F57snaf/sMz3RuLQkFxdEdxbgms2Ss6IosEBrx4kukxmoUW6A2q8IjIzPv9I8kZktKPosE6xNUXzgU+4TGYREZnyUhARGQGcoWXLkpd51qHEwaFloLM9Ez2I+cjMxkGSYBHqdsjMKH1kZGbx6bmIjFmM7ZGIKzIzEs3x0CKOrVGR3S4V0Q5ZcncXxSgh1gNlorsCcaWTAlwYaOAzrynGyMxgiusDPcpubhKKzVB7BJ2O9Oq6TXqN0UP+CJuox268Tch/SjhqILpqG/SsF9rFmf1Kv3fey0NAW9b5JojIqL/xIoTPRAtiAJo4Q+DHIN/PjD/jOwvvTVQxdGdgIzLiL8BkjdPwBjjzvN+GB6LkGLNRsoCmMMY2NZ6EvOUys1ZlM0JGOgIdIqM5XiVr9pYIr729DPgUxb6npWJi7E0lt8kEz8F8xkofwOhSGx0UA2vGH4N11YemuQJb7cmUtnPJjFA+B/SC7gjtAf4lLjzIfxauZU5WpqphZi1touyDrG7Esq8bPqP/0/y2MlvGktR6tZ7qrR7NPnork6MSXlEjAfpNvVzFy/XUbaOu8zhhPkxNASRmlA/1qujO8uR4fJDkwNmsqqWF2a141uiUKqgRifUZhMAP9s3ecXhUJkXllT6CWvU0f5VlqT8LyviUAg72SbPI7kkCB/be9/LDfkRHn9bP/mNuoy1GvmGaf5gMqFCOyt3s8pWHEzih30P7iGa/hK9Hgf9tuN2210M/1wTV7xu5XLPi9Z39SjfIZZ9txWsTo27mx/2W79yb2FC8kF1nKsqeD2hUztbLafdlfGL9CfsW7HbU6XOGuXWYaxlpw2wgTxlu0DpPvGdUDfU/GKIqKXtpsdTeklIY5wu+fwpTQvTTDixaBszhoCJdsZFfYZbmpOj76HZk/QTsOnJeb9VEaTLaAWVE6WI+SjHzr5GrMub8fnA+w+zy2oK/JmrtXWZGZkNERh3+0ipKVjeiPKKZBj05ZmVEGYMji8vi4iYfd49HsiRr7HE38Q2H8QqRn+FT07rWlQ2H5kwlfzXYy2n9r9pOE74Nmw78duHW+T+r/ZWYs1zfrb9Vuzaxr6nrpGcgxteQPTavKfj8tcN9U3y9JkJrzLraYyn+s1O1hXZIO2zGwmNT3rYKJaP5wJRRqueO6qS6U/jyGGRUv2hY2BEs8UifUR83InXYoOmjWWazpCM4jviuk+JCfIJYEJU4Yz0ychUG7lg7ONxkjT5C1PoRefIXdSTzHkFE3Djqyrhh/yrTR9b9SOxX7ce8fM+RnMCqRTfXVzgEdQJ2c1crb6ATQZL6HrcxImgQZPG7H5obQ8cjHIUc+aGjluvvekfxMV+DXJuMWYjt0QyJUYy2TDSg63JmSrUIs/JTSFKFidKpYWBPFKXWTQQZGo3Noe4Mo2MS7yiMhoHPxAuoyoTXOZGOgLq+0kFxdcZbR9ga8ntoyPJzDrh46Ei89kBVQ30xV1OSXwQ0jo5EuQeqK3d91B9A0x4bN42VUKZj43Ei6Htiqnxx+j/ACQ4/CkKuB7eZSrMLeTHyynsYJly66N7hH5TdZ7/Gi2ePI0XkldH5Y9j0fl5goztJr89NjMZdjnmZnfb3itv/BDRt973Ct8cFKBi8j7m137uRL61sPOHyYlnQvggVdq291arp0FIw7gp4+apyBgJbVpijYVzpycP5267eJTM8ByPrvJPzXqS+uFUVTlZSulIiMdT/DlAMG2NQDjsrEeqD+FdBsns/0vpB7wg97uqH413O7tdzjLKx/pjwLaAuaxjXVz7D6Cf/OPhRp34M4dzMa56tMfGDyaTvo9B/wZyfaxXu9dkajZYCXjCV1ttAadZr65jQ7XHLtvc9l+lf5Zbeh2tu9r/0537s9Palfbs+eS0u/aeziwxf+nrh4fpY5Um9r0HSAjmVjS2Kb6fa1UP7PdXuAXzqfEhB918oOYmZRp+S8f0A9TXIOpa81rasSe6n+Hs13rOznvdbx7Iv4qqumS49QC6fHb1Vc/mzzl1qzgNYR63fbeaSl67gwqprhIn3q18w/PzyTBnP+j+T+5f4cidzpbUz9B182/YDjZ1drKnF/OvzrZ0e2UbdyD/Qp7m3zfPJ2Bb0gbmvJ92jp93rlbvtTf/dDtw6z90m3aN3ZK9/RO6xv41a+1iTcod6eekZTuybe/8s9m/R9z1KhXV3Kv/GIx3wX2bq1y6NW/3rtpnW8xs+7/EJojQtganeeLgDNm1GNdHAWZbtT9e1zdAa7ReW8nhqquCnIjbOt8Jv2b7vE+bcJK7JVvgoP8Mbrb/0L8bupNzeEfey93TF4NkpvcRCE9DB169MSG3MOvVXaB7fMltGVMEsJz0CpmFk6jMofjlrtZnOrdCVa/J3ztVuFpR2IC5DnUJRCxUqZqgXsZyz2B27gI31VdsmyS8X3OMeveS9Xrnb7lCbvoch6qRvPNSBe+3SfoSHks9OntURs/qcjM4nvDX1BJ3vP2h3/d9C/1xi+ONh5oWHkhceTl58+Fkyb1vopuLxLf7Cc8nXcSF/e1hNjj3POq71KiiMt1BqPprJXXboYX7O2qKXrxx87OIsL/qr2MFe/uyJnk4DLsWjIZa2xnOYyBrETCfAhsflAESw3amBRacncKFWIlus/D2wPs7Rse9X01dT8fkZyhaWMiyiZOqufT5Br/xJtN/v0/LR+ru8npOOTf6j2K/SVU1cbdK6ruGPqHZgw3ut8iO6/ph6hgA5ju1Trdps+D1zSdX9TAyUNsE8E3zkO5GGZNTakyHBOjfogQI/5z20dqy2zk2105M+n9moZWK1Z9DX8xxVnDl+HaiSllKWZf4q0G5HgauEQRepVUURi0bbR9e1a1hfgPMqs1flwu781/sw/v39E/myAD38JK6uD22C3NQzfRCeALKxpdqNoomr4ulq7d0eTu0TeUYQ514W9LWg1M+CjJlX3oFMq53KEJZ6j3nMD/mReV7rvI+sgM+VfcyPnQ3juF9X+UXw4ZVx+tXw2ax+ZxZBRqm54/DAwgiclg/F8MoLohyIfozm7J8JBwg8GInuO8Fy47Cuz0LldS8yUiE/A5GrPWJZLyLQXSE+93DNe/jcFb8q29iscQ13N8rwukLmm7O47XQQs3V4UTLvGV5M+Q57d+DdgXcHnurA/BpUr4MzP352Wfinkv7Vzq14eyHXaedHWd1rOMtypn9tlX8wys9EbKsuV2gfmRmZK9RnTcwM2Q3UnSAjwxEHB5YD7arKbB7Oe3Svpk+WeByBd0O8j2/ugPdkIddPicqWsafqfh4UyvWShag5IyLTOQIm5A6BT/7503zggyMzIzPh9iPDv6gZLjsn3SIqPiFnwF+fEcGRwIGeAZeRNUdkJpAK+RkBnRHzsWoah5mRs/UHyVCC19IICvzBwt5Lf1oHbpxjz7frdCr/xhd1gPNgn+/hi1b/kbR/LvwouOIS/+Mh64UHkhfo/3i4XBS59PoWP+H3Oi7kOIVrss7VA1NiHtGd5iW+2x7JUz+WEtN8LzyfnU6gTUz1A23zn658XfvMdlPPF6ybds7TdIK2ZqttWvZyXdup7cHzUOt43m6sUT4ndU7fpmfv9HMe3HDc6tTMyeKT2+u8Wc1JkpazBPI9QnFr8TI7EK/tHj5a/7PxVMlWmU97Rxt67bPP0R5I0r1m2jQIMC3/NMdbo3wBh8qnizw+pZ+pvrcw+lYeczyOQ08KdtOAovBo8shjOtSPPnu+x0ifBG9mrYYn48rdOor5hdNvru24XV5ji+Uzyuc69/qeeN28gGn6X1wu/0Pla/0MrrUJv47Xr4Wl8m9meqM6HZZfrm1tIwafh1njde50zyt/BGPe6zxb61a69m4aTmtjTudqUNQXRFi+B8fHDpLMyVouZAc4zKsTtjQm8ejoLHK5PEgrDb5SUtRQLKamJjl/F2LYQLHU8Wlrk5DBEgnmxJEww1Bc0P79kVfPEYaoz2GXdUnXedi/d/SuuQN5qeh8p+pGdL20Y7S/wpvnlbh3zLsD7w68O/CZHRhfi0b+M9f4G3PNvfBf+ll+UXVCxcdQWXhflXZURnRF39NpB6pFfnjCY+QRNyOzrPWpKp1zY1ZzhtCQTJnMO8QsSw8RgTqZIgKyACZzVkhnFvXW70RvSHz46Ffbnn448T+bwE7V5jwvxaxTt3W6Wn6eq+vFqWA98waQi3MCmRmZA/jxl59/40/XIWeudjMtyGixf7LR/NOo8h7k+AMyu++ezrF7e+z90kUjMwfMsbtaM1efyAiBKjKzEKkqIRk/dfRrp1PrGHmK40mP2jf+5g54TsXRHpb/If2R8a37nA5wi5/1/2yBZ/3P8vyk/k9/QDzSC08YF/Aj4KUeMk8hvYy2F/lxrWPeh9gTD7R/CLyksvKwPo/POdtsF508VoRWuzIwZtGNdvhukz6LnvPZOP17rFT5CbjRtj/qN/4u6MENn5ZPn59EO4nsqIqgXMtq4C7ESocwPclXENMr8bUagQwylLShlHJ3nMV+lb5XaR/PsZZtHZtNqQD2v3sh4sLcRqlhizpteASGamJ6NSXWlg/RIgAAB/NJREFUpO0WyqlPtxyftVFNC2Fmc2NvrBJtX3Wgam9B11v2Exvru2a7uPFRfhQuyV7qP1O0ebhBHvU/CouzDulP4HzNqoqp2oybtM6BfPVMSQcUDw18K25Ll+uKBab5vXlaeN87Zwyx2l19i6GIWoKJPI9eM9s6kIzt/6qXukIMNSxrq78LaiFXi7lQ6IqJ2Im1WJHszCPfNJvZHHhtdIeyeQSrufpNYMQVT7MXOZhwKq30GtYQJJE2kAs3VKpPgVcf7MkFDJIew3wGdFpehBS9M/G52O+YC1Z3LVH66IcqUTI/ShZfU2m2zk317Mx38xAxpDVHiRq+CbWeCwvWnD4VnC0WmETfaPHoWe/41OGA7UuHSwDXvwL6L137q5Of1u9OXVwq5Aecxg0+H2Jdc4TJlKVvvDvw7sC7A1/RgeE1pr4DuIa6I3Sb9L+G3o9h3x94TzCbmTqVF8pC/o3bHbhqP5/NYo+rFLsoxTNcxa4KQ5SkR9AmMnZ/qTbCMqMOFc8gQu94+XhfXY+17tjL7gmtnXpCFl5Dx8dOVM/yMm3Lt7klgWcEF58kmJJJlF39jC4XfWTKqExBfHgURRlbZCID5p0lSo75yMzIXIEQiQ2VM4iSAwUjIpI/51iPhMWYmZEJYkXAt9F08UPHeN1s+GwFte+G7ftg05zMY/CJy1v9SzrAua3zuqO/pLpPKeNvuRyt8x4+pSE/nGT7AzCPE31IWA9XYUbqD78lX3y4zOPKnb1sT+nai9dpk2/l+qqmuaa5qygmxvFTWJy0Qfou3L88nbGLW5QvFihLHKe8ZTPbLfuZbYnTgWIhqCzzLqpOQh72n30rjnU2lCQlS38QbrrqYPJ8TcMPCZTlDn4daGWVdov+rqJ59/qOgmyI68x0XFVeaP4+cH97ppZrC3nHe/1dwfrxO3tRIMu6BXwnfB9CrwVqjmexLOqaL+Z4ds37/nSv9t8pESX/Duo5pBJaZ9OAfSvC5Oi1lh7PLkONFZ5b6Rm6XXoP5ug+I991W/rc+/ryeYDat3m2+5r6a2z3u+ztz8nrus/V6/5vg9PGeeHKYtTJOqbso/LMvtMsSx9Fxfe4OQ+LUQDrPiLjRtdW/5IRlzErJMDcLifVRb7FK92BL6QLKllkPRBufGirmu/k6eby78Jj9IWQxxJ/ktfciU/Ktkuz2fxG2Dn+sDg3YSafWMy655WL5bJTJ+LR4/MLfHTlJ/x6kZ2OoUe60f7m3x14d+DdgU/swPKS89Qr7ScW8ItTjS0Z+RdL7ik6fTHNO+yBDmSuXS5ukB8If9GlVnog1pvuCA+EfshlXLMl+khbHt1tW+k3zfZhrmdgZ02Rru7U71edl/o9S0f5+sBqM4TKQ2j8ZPiL0rB4LnwvIDvzEN14c2E02fkI25RZa291D0m1jtH5kPuh0wdCN/keFDLvLahd7BOqAxUPtWfFD36qB3FlNQg10LrwZl4yY1HP8pu8O/BsB7i6CGkzzHPjxbDnFnl724F7reYHYN62eEXwzYpntTH5gHZGoKyHmiUPD1z9Ebh0PEYsSo7Lo5jC/+T0Jm/lI/9AL/CHqJou4YPgz0TVQx+WPcOzlOI5+p67b5f3lETVW+nToK89/yuUq2DiTYSS6t9TPUqnimPtRykBXAqcl6h1EOuxcFE+hNS6CIvPF/Hj9bvnvV4mTsS0XFtcixv5EtqexYUcl6fP6xRTj7FT8Cji7wBlcl0E19U1guPeyw4uHxhmF6aQCnmx/DbB9VW8yk8AZ4uzdDJz7vr5v3AtLOcVfbuWiJM/QmVt/aRkJHiYC75ik6usj2+GNE85b9Zi/ZLHNU34o3Dxx7f0I56WOGLs31xQ9ZX+tns96h9aL27ou/2IGoMLhGvKINbSj6uG0XTrXK+6Ebwil66uTV7jpLwGtmvzEvU+S1KvN2G+PdSPKDsv5uom8824zFSd/AUf+QJrlm5Y6zLwE/wGxBo/YkKnj3GNp37iRp+RLx9iaMLxoH+28VWMrz3HC8TVq2SMxyvrz/Fsm+sgqvQ2k6yUSlNUj5AZRGBzLlITEn6w9lOoWL5rujGhsoAjtNulggwhFZijQpxAKmXXJlIiAJ0fRObsX9Hw0LhCROgXX3+sK1gL0kzgvnzUFp3EfrWqw+keCBzj5SuEiRFHIOR0cHH1a2fySpxldY+Dq4jLi9B2PfN5cQJRCEqiqLJP9VrZ39fRxvt4d+DdgXcH3h347A6Mr67ywjWke3S99I2PdsDuxhS878VyqBOL4s1E5nlHMpvN+QgEVwczEzaDKZgjMwso4urgnHhervRPK5KIa2SqC9Y/Q960RRLHlM8iiVuQkdnR9MGByvkOMO9HRjDi8Dg1HHp/XDnxCbWwT9X1jWrFjc+iXW60f57FwOBiwAkL7o3v1wbqZteigKHHrhQj+pp7OL4MYvefhx+Q+ao/XTIKfG6eQIjqvo1OuGQ5UCNLzqZZeMTipR36yGfOnBQ0qc3aRWZG5oz4g0oktCHj+C/QF4iNHYyIjCjE9lAd+kfyF9FY+AyOjGTuU/HKd5AtoHkl5AQ5+2W5ZLh2pjTRBHIWYj4yE64jIvlrs1xD4NO4xCQgEajhI4e/qENNMVgadU6nGY3nEouO2fAmpx2wZweYMk5D/gXDbsu5uaaipIwoWjNCIh0hONRD1pGwQlLXeRB9jfiJw5tjWNcyjzC4fCqbh51I1rgHXfSB7kZpb/RZ+/8BAAD//4QRbb0AAAAGSURBVAMAVI3LMBU3RWEAAAAASUVORK5CYII=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48737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Image 1" descr="data:image/png;base64,iVBORw0KGgoAAAANSUhEUgAAB4AAAAQ4CAYAAADo08FDAAAQAElEQVR4Aezde4xsW34f9N/a3eec+5i545mJJ37HBmN5YpsQxyDjYBJbykMJI8XIAWOCIlmIhwFHQiJ/RHIAoZB/MMSJkAniaYFkO3GIHAhRUJCC8/AojJOJQyJhZpjBGY89L8/jzr33nNO1F2tVdfWp7q6u7uqux95rf2rqV/u99vp9dtmS5+vq0735+c/lzfVr5bh68/MMGPgO+A74DvgO+A74DvgO+A74DvgO+A74Doz2O+D/tvd/1/sO+A74DvgO+A74DvgO+A74DvgO+A5M5DvQhdeEBbROgAABAgQIECBAgAABAgQItC+gQwIECBAgQIAAAQIEpiQgAJ7S09YrgVUB6wQIECBAgAABAgQIECBAgED7AjokQIAAAQIECBCYnMCaALgvCKtVNr0JECBAoCkBzRAgQIAAAQIECBAgQIAAAQLtC+iQAAECBAgQmKbAlQC4BL+pQKS6XFbZ9iZAgAABAgRaEdAHAQIECBAgQIAAAQIECBAg0L6ADgkQIEBgwgJXAuAqUYLfyHXlvMp2DYTPtywIECBAgAABAgTGKmDeBAgQIECAAAECBAgQIECAQPsCOiRAYOoCawLgSlJ/BlyXigABAgQIECBAgACBJgQ0QYAAAQIECBAgQIAAAQIECLQvoEMCReCGALgc8SZAgAABAgQIECBAgACBJgQ0QYAAAQIECBAgQIAAAQIECLQvsOywBMB9WV9WWY2yqy7qMpf1Zc33+SBAgAABAgQIECBAgAABAgRGJGCqBAgQIECAAAECBAgQIDAxgZLwXul4+c//LpdXDttsQUAPBAgQIECAAAECBAgQIECAQPsCOiRAgAABAgQIECBAYIoC1wPgqlB/9VuXigCB9gR0RIAAAQIECBAgQIAAAQIECLQvoEMCBAgQIECAAIHJCqwPgCfLoXECBAi0LaA7AgQIECBAgAABAgQIECBAoH0BHRIgQIAAAQLTFhAAT/v5654AAQIEpiOgUwIECBAgQIAAAQIECBAgQKB9AR0SIECAAIEQAPsSECBAgAABAgSaF9AgAQIECBAgQIAAAQIECBAg0L6ADgkQILAQEAAvHHwSIECAAAECBAgQaFNAVwQIECBAgAABAgQIECBAgED7AjoksCIgAF7BsEqAAAECBAgQIECAAIGWBPRCgAABAgQIECBAgAABAgQItC9wtUMB8FUR2wQIECBAgAABAgQIECBAYPwCOiBAgAABAgQIECBAgACBiQoIgCf14DVLgAABAgQIECBAgAABAgQItC+gQwIECBAgQIAAAQIEpiwgAJ7y09f7tAR0S4AAAQIECBAgQIAAAQIECLQvoEMCBAgQIECAAIHJCwiAJ/8VAECAwBQE9EiAAAECBAgQIECAAAECBAi0L6BDAgQIECBAgEAVEABXBUWAAAECBNoV0BkBAgQIECBAgAABAgQIECDQvoAOCRAgQIDAhYAA+ILCCgECBAgQIECgNQH9ECBAgAABAgQIECBAgAABAu0L6JAAAQKXBQTAlz1sESBAgAABAgQIEGhDQBcECBAgQIAAAQIECBAgQIBA+wI6JLBGQAC8BsUuAgQIECBAgAABAgQIjFnA3AkQIECAAAECBAgQIECAAIH2BW7qUAB8k4z9BAgQIECAAAECBAgQIEBgfAJmTIAAAQIECBAgQIAAAQITFxAAT+ILoEkCBAgQIECAAAECBAgQIECgfQEdEiBAgAABAgQIECBAIEIA7FtAoHUB/REgQIAAAQIECBAgQIAAAQLtC+iQAAECBAgQIECAwLmAAPgcwoIAAQItCuiJAAECBAgQIECAAAECBAgQaF9AhwQIECBAgACBVQEB8KqGdQIECBAg0I6ATggQIECAAAECBAgQIECAAIH2BXRIgAABAgSuCQiAr5HYQYAAAQIECBAYu4D5EyBAgAABAgQIECBAgAABAu0L6JAAAQLrBQTA613sJUCAAAECBAgQIDBOAbMmQIAAAQIECBAgQIAAAQIE2hfQIYENAgLgDTgOESBAgAABAgQIECBAYEwC5kqAAAECBAgQIECAAAECBAi0L3BbhwLg24QcJ0CAAAECBAgQIECAAAECwxcwQwIECBAgQIAAAQIECBAgMBcQAM8ZWv3QFwECBAgQIECAAAECBAgQINC+gA4JECBAgAABAgQIECDwQkAA/MLCGoG2BHRDgAABAgQIECBAgAABAgQItC+gQwIECBAgQIAAAQJXBATAV0BsEiBAoAUBPRAgQIAAAQIECBAgQIAAAQLtC+iQAAECBAgQILBOQAC8TsU+AgQIECAwXgEzJ0CAAAECBAgQIECAAAECBNoX0CEBAgQIELhRQAB8I40DBAgQIECAAIGxCZgvAQIECBAgQIAAAQIECBAg0L6ADgkQILBZQAC82cdRAgQIECBAgAABAuMQMEsCBAgQIECAAAECBAgQIECgfQEdEriDgAD4DkhOIUCAAAECBAgQIECAwJAFzI0AAQIECBAgQIAAAQIECBBoX+CuHQqA7yrlPAIECBAgQIAAAQIECBAgMDwBMyJAgAABAgQIECBAgAABApcEBMCXOFrZ0AcBAgQIECBAgAABAgQIECDQvoAOCRAgQIAAAQIECBAgcF1AAHzdxB4C4xYwewIECBAgQIAAAQIECBAgQKB9AR0SIECAAAECBAgQuEFAAHwDjN0ECBAYo4A5EyBAgAABAgQIECBAgAABAu0L6JAAAQIECBC4LJBSipRypFyiz9RH1IrpvorCdJvXOQECBAgQaEhAKwQIECBAgAABAgQIECBAgED7AjokQIAAgXUCn30jzr7w2TjJNQSelTNSqem+BcDTffY6J0CAAAECBJoR0AgBAgQIECBAgAABAgQIECDQvoAOCRBYJ5BK6PvmZz4ezz798cjlPyn6KIt1p05mnwB4Mo9aowQIECBAgAABAk0KaIoAAQIECBAgQIAAAQIECBBoX0CH1wTyxZ4c/ec+FvGZT8RZ9zxyrr/+rXVxwuRWBMCTe+QaJkCAAAECBAgQIECgFQF9ECBAgAABAgQIECBAgACBKQrUjHdepflUst7P/vKH4vWPfTjqvoiyI9p6bduNAHhbMecTIECAAAECBAgQIECAAIHjC5gBAQIECBAgQIAAAQIEJilQQ94Xv/7too9HcfJ/fzief/hD8TheLSFwFy+OT5IoBMBNPXfNECBAgAABAgQIECBAgAABAu0L6JAAAQIECBAgQIDANAVqsJtL5Bulur6LPs3iydnn4q1PfSqefupXIj75D+uhyf8GWAA8zf/50HWLAnoiQIAAAQIECBAgQIAAAQIE2hfQIQECBAgQIEBgwgL1jzun6Mp/ZnHSn8RZfhqv//33x6tnz+OVs7N468N/Jx719ayYvxaBcUzuF8EC4Pnj90GAAIFxC5g9AQIECBAgQIAAAQIECBAg0L6ADgkQIECAAIGIVFPdiDjJXTx6HPGJX/i5eHKW43F+Hp/6u++Pk9OXoxyd/wo4pz4inUVdnl8WU3gJgKfwlPVIgAABAi0L6I0AAQIECBAgQIAAAQIECBBoX0CHBAgQIHAuUIPcPqX44kufj+6XPh4nf+//iSezFH2KePqRX46nn/54pFS3a/j7PJ6fzCLKsZjQSwA8oYetVQIECBAgQKA1Af0QIECAAAECBAgQIECAAAEC7QvokACBVYGa5Z72OU5L6PtrH/jf49lZH59/EvGsO4lHZ7P49M/+1TiJ59F3fXQ54pXnEac1C14dpPH1rvH+tEeAAAECBAgQIECgTQFdESBAgAABAgQIECBAgAABAu0L6HAuUHLc+XL5kXKORx//pfjVD/xcPDo5jecnZ+XQSXTpLL74wb8e3a98PB7nWUR3WsLflyLSSaQuXVQ0/uoa7097BAgQIECAAAECBAgQaE5AQwQIECBAgAABAgQIECBAYCoCOUXUKouLlme5i0++/3+LR88iHkcfT2Z9PJql6E/6OHn6yfjIX67HzuJZCYCflYA4lyuXVVZH877vRAXA95VzHQECBAgQIECAAAECBAgQOLyAOxIgQIAAAQIECBAgQGAyAquhbV+67krwe9I/ivShfxBf+D8/GO95+sV489HzeN6V8Dfl+T/1e1I+T//B++NzH/1wvP35S3E6O4367wPncjynvqznyGWslt8C4CaeriYIECBAgAABAgQIECBAgACB9gV0SIAAAQIECBAgQGBaAvVXvyXaLZFuH2ddF89O+kjps/Hxn/oz8crzsi918dKsxrl5Hup2ffXJMUufic/9uT8f8dZnY9adlJ2Lc8pKedf1smj4LQBu+OFqbSIC2iRAgAABAgQIECBAgAABAgTaF9AhAQIECBAgQGBCAqsRbcopTvIsUj6JV549iw/9zE/GS5/9aHT90+hLKFz/PeAUs6ivGnx2keJxOTf/2kfj4z/9P8aj+EJE7iPn1VHr2e1W125rOiNAgED7AjokQIAAAQIECBAgQIAAAQIE2hfQIQECBAgQmJJAyXujVv3lb0luo+S5ZfssnpxFfOJnfy4e/fwH4guvfC5m9ee+5cS+LHPUX/nG4pUj+v61ctlZfObv/R/xqb/y0/MAOcr+xQlpsWj4UwDc8MPVGgECBAg0LaA5AgQIECBAgAABAgQIECBAoH0BHRIgQGBSAjWjrVWb7ktO28VZCXLfisf9FyL/3b8Uz/7S/xDp7DNx+vztMUspcqnIp9GVs7p6Ua1yXd+9UY718fYSDv/aX/2L8dm//XPxcjqNWf+4jFhParsuLNpuU3cECBAgQIAAgZYE9EKAAAECBAgQIECAAAECBAi0L6BDAtMTKNltpJIA1+VZCWyfpVeiO3stnn3wF+LTP/7nYtY9j8hdiXsXNrmeGKeLjdXPVAY5337cn8Xnf+bHyxjvL0FyuT6VOj/W6qJrtTF9ESBAgAABAgQIEGhSQFMECBAgQIAAAQIECBAgQIBA+wIT7rBmuid9V0LePl59/sX44t/82fjET/xUPH3lzTgpwe6T/qQcS5FSulGpK/lvrfkJZf2VN87iYz/1ozH7a382Xn3ax81Xzq+IcsliZaSf3UjnbdoECBAgQIAAAQIECBCYnICGCRAgQIAAAQIECBAgQIBACwLzX+6mPlaT2Bq61prvzCfx0uyL8ff/5/82fuV/+a9idvqFyOl5nPZ99PP0druIM3fP49HsLP7fv/wz8as/+afL+vPo8uJuUV4v1qLc57zK/mO9H3rf7XQeejfXEyBAgAABAgQIECBAgAABAvcRcA0BAgQIECBAgAABAgSaEKjhbw1ca0XUIHY2z4FnJbU8y7Pons7i2Uf/TnzsP/vReMff/BvRPf5UnMxOS2ib5uFvjnJiX64ulW+sFLkmxbMUqSxnJVDO/eN49XmKt37h5+Ojf+KPRveLHyxjvhnp5Cxm3UnUcVMZNpe1sUMXobG3MOX5650AAQIECBAgQIAAAQIECBBoX0CHBAgQIECAAAECBNoQKPnqEQDMUQAAEABJREFURbza5RLqnr0Sj0qd9rN4+XnE2z72y/HG//TfxC//l38ynn/sF+N5l6LvXysBcY00F5UKxbLK6sZ3Pe/FCamME/Nf/naf+XR85Mf/VPzSn/mxmH3+o/N/G/i0hMkn/aM4nT2OxZ+gfnHl2Naq1NjmbL4ECFQBRYAAAQIECBAgQIAAAQIECLQvoEMCBAgQIECAQEMCqfRSf2XbxUnMuj7efPxGvPW2L0T8ysfjcz/9X8eHfuyPxyc/+LfjUfpCdI+fliC2j9eelrP7cuGO3qnGwPmtiPR6vPF//a34pR/5E/HWX/jzcfbJD8XTV5/GG+lp1F8ixw2v1RD7hlOOvlsAfPRHYAIECBDYXsAVBAgQIECAAAECBAgQIECAQPsCOiRAgAABAk0IpNpFV2PXSLkv0W+OnCPyJ/5hzD7wV+KX/7sfiY/82B+Ltz7w8/HK8xxdvBVn3Uk5v4/+5Hm89fjNODvpo1xyUXXE+1aXZ3E6y/Ho2WvxZPZKPH76mfjU3/gL8f/9yH8an/hT/0U8/cD7o3v6RnSzs+jKfFO5a4p+Pp8oyz6VuZSe6p+yvu8c9n1dt+8bGJ8AAQIECBDYqYDBCBAgQIAAAQIECBAgQIAAgfYFdEiAAIGmBGaf/0K88ZEPx+sf/Ovxsb/438ev/uc/HB/5k38sPv2TfzZe/vlfjHe89Vac5i9Gf/J6nHZvxeNZlO3Fn2I+mT2JedhaQteSwsa84v6vPnXl4i5Sehan/Vk8OnsUr5zleK3c/8kv/q3IP/Gn41f/gx+Mj/3oH41P/q8/EZ/++b8W/Yc/HvHJz0aalfA3cgmyZ1FD4RjoqxvovEyLAAECBAgQIEDgmoAdBAgQIECAAAECBAgQIECAQPsCOiTQlkAqgenj/CxO5392eRY59XHWzeLs5Fmpp/Hs8RfjjSelHr8ZuezvcioBa70qFYjT+XrKXfRla1m5rD/k3dehywB1MUuzeHp6Fk8fPY/nXY5nJ12cPXlbpMcvx2k58cnZLJ6f9vH8pNw91TvXZb2yDDDQtwB4oA/GtAgQIECAAAECBAhcErBBgAABAgQIECBAgAABAgQItC/QYIc5n8TZO94Vj7/2N8Zr3/yd8Rt+1x+Ir/g3/uP45n/3P4kv/54/GCff+Jtjlt4VuX8l+nLunGAetM7XLj5qqLms+8SvNbq9GOzqyqyLR2evxunXvDde+r5/Kb76D//x+Op/+4fjS973B+KVb/+ueOk3fFW89O4vib7rSiDdxdBfw5/h0AXNjwABAgQIECBAgAABAnsWMDwBAgQIECBAgAABAgQIEBijQA1qU5zFSTyLlJ6WAHUWT1OK5/FmPH/nO+PJb/kd8RXf/0fia37oP4zH/+z74vW3vasErLlUjTBzaTlH/SwrMV+pG7XmO7b7yGUyVy/t61y6J/G27/hn4sv+vR+Kd/9b/2Z8ybf/7sjv/ooyw9MSSOdI5TYlH45nJylyl6Ir18SeXrsaturtaizjECBAgAABAgQIECBAgAABArsVMBoBAgQIECBAgAABAgRGK5DLzGvw2kcJU+Nx5PQ4UnoUj0rls5LpdinOTk/i+bu/Ot7zO783vukH/6OIf/z3lbD1cTx7/GbMTt6MvpwbZaAaxC6rDLvVO0UfXY6oY/XxUgmYH8Wz0xSPv/WfLOHzD8c73vcDMft1742c3x798z7y09ejK8F1/XPVfS4hdF/uPDuZ37P2E+VoSYPn20P86IY4KXO6TcBxAgQIECBAgAABAgQIECBAoH0BHRIgQIAAAQIECBBoQCDXODKVRmpF1M+ufNZllGS3hrO5O4unJaF949WX4su/533x2r/2g5Ff+8Z4Hq+WnPXNeXi7OD+2epXMt4S+9S5dnOY+Huc3Ip98PvKXfXl87b/678e7v/+H4ulXfkk877rIaTGrep9lxU2vOvBNxwawvxvAHEyBAIFtBJxLgAABAgQIECBAgAABAgQItC+gQwIECBAgQIDARARm3SziZBaPUh/x6El8/pVX49Wv/rb4mn/nD8fjb/6OeP1k8cvblF+ApLJaqyxufNfT6zn1ulnXR46TeP3Rq3Hym74tvuoP/ZHov/Yro+/PIqV3Ru5O5+Okrl5RA+OyuVgtKy/eqYTZqe9izaEXJw1grRvAHEyBAAECBO4o4DQCBAgQIECAAAECBAgQIECgfQEdEiBAgACBKQmknKNPszjpI155FvHy85MSsKZ4/vjd8TX/8g/Ee37774lnJQTO8713l6l/qjnXUDnVK/t4K70SX/vd/2J8zff9ocjxUpz2OU7ys+jirAzaR18+87JKwlvXy+bld9lZDl3eN8AtAfAAH4opESBAgACBNQJ2ESBAgAABAgQIECBAgAABAu0L6JAAAQITFEiR8knkLsWzR2W9O4uuBLeP0vM4m52WAPj3x7u+/1+PN5+8rZx3VipFyWHntQ4rlZ2pxLldOakvG7mEy336yvj13/t9cfLbf1s8PXslzlKK5+lxRH4SXV8C57Jdbjofs1xWRli8y+XlfvGiYhwvAfA4npNZEiBAgAABApMW0DwBAgQIECBAgAABAgQIECDQvoAOCUxTIEWKLnfRlxB28YvdPqIEwCWdjfqapZN4xzf91vjS3/vPx1snL0V/8kbZvRrTls3zd907S/XKLk5zH4/PTmPWvyPe8z3/XLz6W35zub6EvVHGjxKRlvtFuXecvxa/GC7XluvPd5WNmJ9Rd9WKkbxKdyOZqWkSIECAAAECBAgQmKKAngkQIECAAAECBAgQIECAAIH2BSbe4TJcTSlFSi8qdyly18XrcRov/1PfGV/+u39ffD49ihwp1r3q3pQjZvWcNIu3Xn0pvuy73xdPvvXb4/WTV8pVp5G72cWluV5wsRXleKlyfdzwqqfXuuHwYHYLgAfzKEyEAAECBAgQIECAAAEClwVsESBAgAABAgQIECBAgAABAjnyyZvxtHspHn/Hd8W7v/k7o0+LiDPlroS21xPblE/i2UmOl7/lG+Pl7/6umMWr8WT2KE5L9ltGi1nXR/0d8DXb60NdO2UfO3Y9ZrfrAY1HgAABAgQIECBAgAABAgQIPFjAAAQIECBAgAABAgQIEGheIPcljl2pPudYrVy2a9Xg9rQ/i+cnr8SX/gs/EE+/9KviJL2thL8RJR0uH1feJxGPvuTr49f9jj8Yz0twnLpnsfzz0jXjzalcVmp5r3qPcuOoy1rlUKRyYl2ujlx2Ra3VfUNc74Y4KXO6ScB+AgQIECBAgAABAgQIECBAoH0BHRIgQIAAAQIECBAgsCpQg9haUSLfs3QaX/e+3x+zOItZCXafpZdLKLs4GuevpyUxfs/v/Vfi9OVXI3XPy94a2/axCIFjHu7Gplc5/fKIm04e3jEB8PCeiRkRWC9gLwECBAgQIECAAAECBAgQINC+gA4JECBAgAABAgQuBEoOG7UudpSVnEo0+4++N578E78pZieP4/nJ5TPq8Ze/5Vuje+83xuz0cZyd5kgpndfJfFmGmb/z/PPFRyqr6375W3aP6i0AHtXjMlkCBKYqoG8CBAgQIECAAAECBAgQIECgfQEdEiBAgAABArcL1NB29tKjeOfveV+kR++Orns9Tvsa3ZZry+J5dxJf+Tu/N9KTN+KsrOd4FLOSiPYlBO7LKfX6slj/LgfLEOuPjWhvaXdEszVVAgQIECAwPQEdEyBAgAABAgQIECBAgAABAu0L6JAAAQIEthDo+1nE27803v4bvzmeRFcC4JPoU443cxdP/unfGvnt74yzZ4+jyzm6vovyWSrF8lXX5lUD39VanjDypQB45A/Q9AkQIECAAIGWBfRGgAABAgQIECBAgAABAgQItC+gQwIEthGowe3JLEfKJ/HO3/Xb4unZy3FWds66Lh6nt8V7SgDcp0UEmqKPVAYv2XDkulLW6zuXj1plsTheVlYOl61xvxfdj7sHsydAgAABAgQIECDQnoCOCBAgQIAAAQIECBAgQIAAgfYFdLi9QElq6296Uz6N19/17nj8j31TPDuNEvWexktf/w1x8uu/Ls6ibufIuVS/iHprCJxyV4Ljrhxt+91+h20/P90RIECAAAECBAgQINCggJYIECBAgAABAgQIECBAgACB9QK5RL2z1EVf6vHJ2+Pt3/ZtMUslFS518q3fErPnL88vXMS+89VLH+XMS9vH3NjXvQXA+5I1LgECBAgQIECAAAECBAgQ2F7AFQQIECBAgAABAgQIECBwm0A+iZxypOddPP6690bXzeL07FG841u+PWZxEqlUVypHlPWIqL8EntesrM6iXLqocqjFd9diU+31pCMCBAgQIECAAAECBAgQIECgfQEdEiBAgAABAgQIECBwm0Ca/xnnkunWE0uo+/LbXouT93xlpC/79ZHTad07rxr+zlfqx/lGquul6rJWWW3yLQBu8rFqqikBzRAgQIAAAQIECBAgQIAAAQLtC+iQAAECBAgQIEDgzgIX4W0Jdvty1aOvf288+oZviFQD4PS8BMElIC4nlcPlaERZja5s1GWtaPwlAG78AWuPAIFxC5g9AQIECBAgQIAAAQIECBAg0L6ADgkQIECAAIH7C+SU4uQ9Xx3py768pL65hL81Eo7Fq6S9JfeNq7U42O6nALjdZ6szAgQIEBi3gNkTIECAAAECBAgQIECAAAEC7QvokAABAgQeLJDjtXd9Xbz67n8kUupL2PsiAJ4HvzUEXq0H32/4AwiAh/+MzJAAAQIECBCYnICGCRAgQIAAAQIECBAgQIAAgfYFdEiAwK4Eure/EielcpxFihcB8NXxLwLhqwca2xYAN/ZAtUOAAAECBAgQIDByAdMnQIAAAQIECBAgQIAAAQIE2hfQ4c4Eci6x7rtei0df8lrMutNIuYtIJQSuFdN8FYFpNq5rAgQIECBAgAABAgQIDE3AfAgQIECAAAECBAgQIECAAIG7C5Tot4S+KZ6fljpJUbfT3S8/2pn7vrEAeN/CxidAgAABAgQIECBAgAABArcLOIMAAQIECBAgQIAAAQIE7iGQoouTkvx2uYsupUipVFlPfRep7F9b0fara7u9sXdn/gQIECBAgAABAgQIECBAgED7AjokQIAAAQIECBAgQOA+AqlcNK8S+s7D3+V2DX6X62uWZVfTbwFw049Xc6MWMHkCBAgQIECAAAECBAgQIECgfQEdEiBAgAABAgQIPEig/sI3cok8V+tBI47/4qIx/iZ0QIAAgdYE9EOAAAECBAgQIECAAAECBAi0L6BDAgQIECBAgMA+BATA+1A1JgECBAgQuL+AKwkQIECAAAECBAgQIECAAIH2BXRIgAABAgT2JiAA3hutgQkQIECAAAEC2wo4nwABAgQIECBAgAABAgQIEGhfQIcECBDYr4AAeL++RidAgAABAgQIECBwNwFnESBAgAABAgQIECBAgAABAu0L6JDAAQQEwAdAdgsCBAgQIECAAAECBAhsEnCMAK1QBkUAABAASURBVAECBAgQIECAAAECBAgQaF/gUB12fc6xzzpUI+5DgAABAgQIECBAgAABAgRGKGDKBAgQIECAAAECBAgQIDAxgX1ms3VsvwAe5BfKpAgQIECAAAECBAgQIECAAIH2BXRIgAABAgQIECBAgACB3QsIgHdvakQCDxNwNQECBAgQIECAAAECBAgQINC+gA4JECBAgAABAgQI7ElAALwnWMMSIEDgPgKuIUCAAAECBAgQIECAAAECBNoX0CEBAgQIECBAYJ8CAuB96hqbAAECBAjcXcCZBAgQIECAAAECBAgQIECAQPsCOiRAgAABAnsXEADvndgNCBAgQIAAAQK3CThOgAABAgQIECBAgAABAgQItC+gQwIECBxGQAB8GGd3IUCAAAECBAgQILBewF4CBAgQIECAAAECBAgQIECgfQEdEjiggAD4gNhuRYAAAQIECBAgQIAAgVUB6wQIECBAgAABAgQIECBAgED7AofuUAB8aHH3I0CAAAECBAgQIECAAAECEQwIECBAgAABAgQIECBAgMBeBATAe2G976CuI0CAAAECBAgQIECAAAECBNoX0CEBAgQIECBAgAABAgT2JyAA3p+tkQlsJ+BsAgQIECBAgAABAgQIECBAoH0BHRIgQIAAAQIECBDYs4AAeM/AhidAgMBdBJxDgAABAgQIECBAgAABAgQItC+gQwIECBAgQIDAIQQEwIdQdg8CBAgQIHCzgCMECBAgQIAAAQIECBAgQIBA+wI6JECAAAECBxMQAB+M2o0IECBAgAABAlcFbBMgQIAAAQIECBAgQIAAAQLtC+iQAAEChxUQAB/W290IECBAgAABAgQILAR8EiBAgAABAgQIECBAgAABAu0L6JDAEQQEwEdAd0sCBAgQIECAAAECBKYtoHsCBAgQIECAAAECBAgQIECgfYFjdSgAPpa8+xIgQIAAAQIECBAgQIDAFAX0TIAAAQIECBAgQIAAAQIE9iogAN4r710Hdx4BAgQIECBAgAABAgQIECDQvoAOCRAgQIAAAQIECBAgsH8BAfD+jd2BwGYBRwkQIECAAAECBAgQIECAAIH2BXRIgAABAgQIECBA4EACAuADQbsNAQIE1gnYR4AAAQIECBAgQIAAAQIECLQvoEMCBAgQIECAwCEFBMCH1HYvAgQIECDwQsAaAQIECBAgQIAAAQIECBAg0L6ADgkQIECAwMEFBMAHJ3dDAgQIECBAgAABAgQIECBAgAABAgQIECBAoH0BHRIgQOA4AgLg47i7KwECBAgQIECAwFQF9E2AAAECBAgQIECAAAECBAi0L6BDAkcUEAAfEd+tCRAgQIAAAQIECBCYloBuCRAgQIAAAQIECBAgQIAAgfYFjt2hAPjYT8D9CRAgQIAAAQIECBAgQGAKAnokQIAAAQIECBAgQIAAAQIHERAAH4T5ppvYT4AAAQIECBAgQIAAAQIECLQvoEMCBAgQIECAAAECBAgcTkAAfDhrdyJwWcAWAQIECBAgQIAAAQIECBAg0L6ADgkQIECAAAECBAgcWEAAfGBwtyNAgEAVUAQIECBAgAABAgQIECBAgED7AjokQIAAAQIECBxDQAB8DHX3JECAAIEpC+idAAECBAgQIECAAAECBAgQaF9AhwQIECBA4GgCAuCj0bsxAQIECBAgMD0BHRMgQIAAAQIECBAgQIAAAQLtC+iQAAECxxUQAB/X390JECBAgAABAgSmIqBPAgQIECBAgAABAgQIECBAoH0BHRIYgIAAeAAPwRQIECBAgAABAgQIEGhbQHcECBAgQIAAAQIECBAgQIBA+wJD6VAAPJQnYR4ECBAgQIAAAQIECBAg0KKAnggQIECAAAECBAgQIECAwEEFBMAH5V7ezJIAAQIECBAgQIAAAQIECBBoX0CHBAgQIECAAAECBAgQOLyAAPjw5u44dQH9EyBAgAABAgQIECBAgAABAu0L6JAAAQIECBAgQIDAkQQEwEeCd1sCBKYpoGsCBAgQIECAAAECBAgQIECgfQEdEiBAgAABAgSOKSAAPqa+exMgQIDAlAT0SoAAAQIECBAgQIAAAQIECLQvoEMCBAgQIHB0AQHw0R+BCRAgQIAAAQLtC+iQAAECBAgQIECAAAECBAgQaF9AhwQIEBiGgAB4GM/BLAgQIECAAAECBFoV0BcBAgQIECBAgAABAgQIECDQvoAOCQxIQAA8oIdhKgQIECBAgAABAgQItCWgGwIECBAgQIAAAQIECBAgQKB9gaF1KAAe2hMxHwIECBAgQIAAAQIECBBoQUAPBAgQIECAAAECBAgQIEDgKAIC4IOyuxkBAgQIECBAgAABAgQIECDQvoAOCRAgQIAAAQIECBAgcDwBAfDx7N15agL6JUCAAAECBAgQIECAAAECBNoX0CEBAgQIECBAgACBIwsIgI/8ANyeAIFpCOiSAAECBAgQIECAAAECBAgQaF9AhwQIECBAgACBIQgIgIfwFMyBAAECBFoW0BsBAgQIECBAgAABAgQIECDQvoAOCRAgQIDAYAQEwIN5FCZCgAABAgQItCegIwIECBAgQIAAAQIECBAgQKB9AR0SIEBgWAIC4GE9D7MhQIAAAQIECBBoRUAfBAgQIECAAAECBAgQIECAQPsCOiQwQAEB8AAfiikRIECAAAECBAgQIDBuAbMnQIAAAQIECBAgQIAAAQIE2hcYaocC4KE+GfMiQIAAAQIECBAgQIAAgTEKmDMBAgQIECBAgAABAgQIEDiqgAD4IPxuQoAAAQIECBAgQIAAAQIECLQvoEMCBAgQIECAAAECBAgcX0AAfPxnYAatC+iPAAECBAgQIECAAAECBAgQaF9AhwQIECBAgAABAgQGIiAAHsiDMA0CBNoU0BUBAgQIECBAgAABAgQIECDQvoAOCRAgQIAAAQJDEhAAD+lpmAsBAgQItCSgFwIECBAgQIAAAQIECBAgQKB9AR0SIECAAIHBCQiAB/dITIgAAQIECBAYv4AOCBAgQIAAAQIECBAgQIAAgfYFdEiAAIFhCgiAh/lczIoAAQIECBAgQGCsAuZNgAABAgQIECBAgAABAgQItC+gQwIDFhAAD/jhmBoBAgQIECBAgAABAuMSMFsCBAgQIECAAAECBAgQIECgfYGhdygAHvoTMj8CBAgQIECAAAECBAgQGIOAORIgQIAAAQIECBAgQIAAgUEICID3+hgMToAAAQIECBAgQIAAAQIECLQvoEMCBAgQIECAAAECBAgMR0AAPJxnYSatCeiHAAECBAgQIECAAAECBAgQaF9AhwQIECBAgAABAgQGJiAAHtgDMR0CBNoQ0AUBAgQIECBAgAABAgQIECDQvoAOCRAgQIAAAQJDFBAAD/GpmBMBAgQIjFnA3AkQIECAAAECBAgQIECAAIH2BXRIgAABAgQGKyAAHuyjMTECBAgQIEBgfAJmTIAAAQIECBAgQIAAAQIECLQvoEMCBAgMW0AAPOznY3YECBAgQIAAAQJjETBPAgQIECBAgAABAgQIECBAoH0BHRIYgYAAeAQPyRQJECBAgAABAgQIEBi2gNkRIECAAAECBAgQIECAAAEC7QuMpcMu5xybaiyNmCcBAgQIECBAgAABAgQIEDiCgFsSIECAAAECBAgQIECAAIFBCfgF8F4eh0EJECBAgAABAgQIECBAgACB9gV0SIAAAQIECBAgQIAAgeEJCICH90zMaOwC5k+AAAECBAgQIECAAAECBAi0L6BDAgQIECBAgAABAgMVEAAP9MGYFgEC4xQwawIECBAgQIAAAQIECBAgQKB9AR0SIECAAAECBIYsIAAe8tMxNwIECBAYk4C5EiBAgAABAgQIECBAgAABAu0L6JAAAQIECAxeQAA8+EdkggQIECBAgMDwBcyQAAECBAgQIECAAAECBAgQaF9AhwQIEBiHgAB4HM/JLAkQIECAAAECBIYqYF4ECBAgQIAAAQIECBAgQIBA+wI6JDAiAQHwiB6WqRIgQIAAAQIECBAgMCwBsyFAgAABAgQIECBAgAABAgTaFxhbh6MPgPucY1ON7YGYLwECBAgQIECAAAECBAiMQsAkCRAgQIAAAQIECBAgQIDAUQRyyUc31egD4KOo3nhTBwgQIECAAAECBAgQIECAAIH2BXRIgAABAgQIECBAgACB4QoIgIf7bMxsbALmS4AAAQIECBAgQIAAAQIECLQvoEMCBAgQIECAAAECAxcQAA/8AZkeAQLjEDBLAgQIECBAgAABAgQIECBAoH0BHRIgQIAAAQIExiAgAB7DUzJHAgQIEBiygLkRIECAAAECBAgQIECAAAEC7QvokAABAgQIjEZAADyaR2WiBAgQIECAwPAEzIgAAQIECBAgQIAAAQIECBBoX0CHBAgQGJeAAHhcz8tsCRAgQIAAAQIEhiJgHgQIECBAgAABAgQIECBAgED7AjokMEIBAfAIH5opEyBAgAABAgQIECBwXAF3J0CAAAECBAgQIECAAAECBNoXGGuHAuCxPjnzJkCAAAECBAgQIECAAIFjCLgnAQIECBAgQIAAAQIECIxcoM85NtXI2wsB8E6eoEEIECBAgAABAgQIECBAgACB9gV0SIAAAQIECBAgQIAAgeELCICH/4zMcOgC5keAAAECBAgQIECAAAECBAi0L6BDAgQIECBAgAABAiMREACP5EGZJgECwxQwKwIECBAgQIAAAQIECBAgQKB9AR0SIECAAAECBMYkIAAe09MyVwIECBAYkoC5ECBAgAABAgQIECBAgAABAu0L6JAAAQIECIxOQAA8ukdmwgQIECBAgMDxBcyAAAECBAgQIECAAAECBAgQaF9AhwQIEBingAB4nM/NrAkQIECAAAECBI4l4L4ECBAgQIAAAQIECBAgQIBA+wI6JDBiAQHwiB+eqRMgQIAAAQIECBAgcFgBdyNAgAABAgQIECBAgAABAgTaFxh7h7cGwDnnWK2xN2z+BAgQIECAAAECBAgQIEDgHgIuIUCAAAECBAgQIECAAAECoxC4NQAeRRdHm6QbEyBAgAABAgQIECBAgAABAu0L6JAAAQIECBAgQIAAAQLjERAAj+dZmenQBMyHAAECBAgQIECAAAECBAgQaF9AhwQIECBAgAABAgRGJiAAHtkDM10CBIYhYBYECBAgQIAAAQIECBAgQIBA+wI6JECAAAECBAiMUUAAPManZs4ECBAgcEwB9yZAgAABAgQIECBAgAABAgTaF9AhAQIECBAYrYAAeLSPzsQJECBAgACBwwu4IwECBAgQIECAAAECBAgQINC+gA4JECAwbgEB8Lifn9kTIECAAAECBAgcSsB9CBAgQIAAAQIECBAgQIAAgfYFdEigAQEBcAMPUQsECBAgQIAAAQIECOxXwOgECBAgQIAAAQIECBAgQIBA+wKtdCgAbuVJ6oMAAQIECBAgQIAAAQIE9iFgTAIECBAgQIAAAQIECBAgcFRUz0sGAAAQAElEQVSBnHOs1m2TEQDfJrT2uJ0ECBAgQIAAAQIECBAgQIBA+wI6JECAAAECBAgQIECAwPgEBMDje2ZmfGwB9ydAgAABAgQIECBAgAABAgTaF9AhAQIECBAgQIAAgZEKCIBH+uBMmwCB4wi4KwECBAgQIECAAAECBAgQINC+gA4JECBAgAABAmMWEACP+emZOwECBAgcUsC9CBAgQIAAAQIECBAgQIAAgfYFdEiAAAECBEYvIAAe/SPUAAECBAgQILB/AXcgQIAAAQIECBAgQIAAAQIE2hfQIQECBNoQEAC38Rx1QYAAAQIECBAgsC8B4xIgQIAAAQIECBAgQIAAAQLtC+iQQEMCAuCGHqZWCBAgQIAAAQIECBDYrYDRCBAgQIAAAQIECBAgQIAAgfYFWutw6wA45xyrNXSQvsx3Uw19/uZHgAABAgQIECBAgAABAkcRcFMCBAgQIECAAAECBAgQGKnApmywHht6W6tZbF3fdr5bB8Db3qCt83VDgAABAgQIECBAgAABAgQItC+gQwIECBAgQIAAAQIECIxXQAA83mdn5ocWcD8CBAgQIECAAAECBAgQIECgfQEdEiBAgAABAgQIEBi5gAB45A/Q9AkQOIyAuxAgQIAAAQIECBAgQIAAAQLtC+iQAAECBAgQINCCgAC4haeoBwIECBDYp4CxCRAgQIAAAQIECBAgQIAAgfYFdEiAAAECBJoREAA38yg1QoAAAQIECOxewIgECBAgQIAAAQIECBAgQIBA+wI6JECAQFsCAuC2nqduCBAgQIAAAQIEdiVgHAIECBAgQIAAAQIECBAgQKB9AR0SaFBAANzgQ9USAQIECBAgQIAAAQIPE3A1AQIECBAgQIAAAQIECBAg0L5Aqx0KgFt9svoiQIAAAQIECBAgQIAAgfsIuIYAAQIECBAgQIAAAQIECOxVoEspasWeXgLgO8E6iQABAgQIECBAgAABAgQIEGhfQIcECBAgQIAAAQIECBAYv4AAePzPUAf7FjA+AQIECBAgQIAAAQIECBAg0L6ADgkQIECAAAECBAg0IiAAbuRBaoMAgf0IGJUAAQIECBAgQIAAAQIECBBoX0CHBAgQIECAAIGWBATALT1NvRAgQIDALgWMRYAAAQIECBAgQIAAAQIECLQvoEMCBAgQINCcgAC4uUeqIQIECBAgQODhAkYgQIAAAQIECBAgQIAAAQIE2hfQIQECBNoUEAC3+Vx1RYAAAQIECBAgcF8B1xEgQIAAAQIECBAgQIAAAQLtC+iQQMMCAuCGH67WCBAgQIAAAQIECBDYTsDZBAgQIECAAAECBAgQIECAQPsCrXf44AA45xyr1TqY/ggQIECAAAECBAgQIECgSQFNESBAgAABAgQIECBAgACBowisZq11/aGTeHAA/NAJDPt6syNAgAABAgQIECBAgAABAgTaF9AhAQIECBAgQIAAAQIE2hEQALfzLHWyawHjESBAgAABAgQIECBAgAABAu0L6JAAAQIECBAgQIBAYwIC4MYeqHYIENiNgFEIECBAgAABAgQIECBAgACB9gV0SIAAAQIECBBoUUAA3OJT1RMBAgQIPETAtQQIECBAgAABAgQIECBAgED7AjokQIAAAQLNCgiAm320GiNAgAABAgS2F3AFAQIECBAgQIAAAQIECBAg0L6ADgkQINC2gAC47eerOwIECBAgQIAAgbsKOI8AAQIECBAgQIAAAQIECBBoX0CHBCYgIACewEPWIgECBAgQIECAAAECmwUcJUCAAAECBAgQIECAAAECBNoXmEqHkw+A+5xjU03li6BPAgQIECBAgAABAgQITFRA2wQIECBAgAABAgQIECAwMoFN2V49NrJ2dj7dyQfA60XtJUCAAAECBAgQIECAAAECBNoX0CEBAgQIECBAgAABAgTaExAAt/dMdfRQAdcTIECAAAECBAgQIECAAAEC7QvokAABAgQIECBAgECjAgLgRh+stggQuJ+AqwgQIECAAAECBAgQIECAAIH2BXRIgAABAgQIEGhZQADc8tPVGwECBAhsI+BcAgQIECBAgAABAgQIECBAoH0BHRIgQIAAgeYFBMDNP2INEiBAgAABArcLOIMAAQIECBAgQIAAAQIECBBoX0CHBAgQmIaAAHgaz1mXBAgQIECAAAECNwnYT4AAAQIECBAgQIAAAQIECLQvoEMCExIQAE/oYWuVAAECBAgQIECAAIHLArYIECBAgAABAgQIECBAgACB9gWm1uHOA+CccyyrYvZluy4VAQIECBAgQIAAAQIECBAYkICpECBAgAABAgQIECBAgACBJgV2HgCPW8nsCRAgQIAAAQIECBAgQIAAgfYFdEiAAAECBAgQIECAAIF2BQTA7T5bnW0r4HwCBAgQIECAAAECBAgQIECgfQEdEiBAgAABAgQIEGhcQADc+APWHgECdxNwFgECBAgQIECAAAECBAgQINC+gA4JECBAgAABAlMQEABP4SnrkQABAgQ2CThGgAABAgQIECBAgAABAgQItC+gQwIECBAgMBkBAfBkHrVGCRAgQIAAgesC9hAgQIAAAQIECBAgQIAAAQLtC+iQAAEC0xIQAE/reeuWAAECBAgQIEBgKWBJgAABAgQIECBAgAABAgQItC+gQwITFBAAT/Cha5kAAQIECBAgQIDA1AX0T4AAAQIECBAgQIAAAQIECLQvMNUOBcC3PPk+59hUt1zuMAECBAgQIECAAAECBAgMS8BsCBAgQIAAAQIECBAgQIBA0wIC4Pnj9UGAAAECBAgQIECAAAECBAi0L6BDAgQIECBAgAABAgQItC8gAG7/GevwNgHHCRAgQIAAAQIECBAgQIAAgfYFdEiAAAECBAgQIEBgIgIC4Ik8aG0SILBewF4CBAgQIECAAAECBAgQIECgfQEdEiBAgAABAgSmJCAAntLT1isBAgQIrApYJ0CAAAECBAgQIECAAAECBNoX0CEBAgQIEJicgAB4co9cwwQIECBAgEAEAwIECBAgQIAAAQIECBAgQKB9AR0SIEBgmgIC4Gk+d10TIECAAAECBKYroHMCBAgQIECAAAECBAgQIECgfQEdEpiwgAB4wg9f6wQIECBAgAABAgSmJqBfAgQIECBAgAABAgQIECBAoH2BqXcoAJ76N0D/BAgQIECAAAECBAgQmIaALgkQIECAAAECBAgQIEBgJAJ9zrGpRtLG0aY58QD4aO5uTIAAAQIECBAgQIAAAQIECBxMwI0IECBAgAABAgQIECAwHQEB8HSetU6vCtgmQIAAAQIECBAgQIAAAQIE2hfQIQECBAgQIECAAIGJCQiAJ/bAtUuAwELAJwECBAgQIECAAAECBAgQINC+gA4JECBAgAABAlMUEABP8anrmQABAtMW0D0BAgQIECBAgAABAgQIECDQvoAOCRAgQIDAZAUEwJN99BonQIAAAQJTFNAzAQIECBAgQIAAAQIECBAg0L6ADgkQIDBtAQHwtJ+/7gkQIECAAAEC0xHQKQECBAgQIECAAAECBAgQINC+gA4JEAgBsC8BAQIECBAgQIAAAQLNC2iQAAECBAgQIECAAAECBAgQaF9AhwuBLuccq7XY7ZMAAQIECBAgQIAAAQIECDQhoAkCBAgQIECAAAECBAgQIDApgYn+AnhSz1izBAgQIECAAAECBAgQIEBgogLaJkCAAAECBAgQIECAwPQEBMDTe+Y6JkCAAAECBAgQIECAAAECBAi0L6BDAgQIECBAgAABAhMVEABP9MFrm8BUBfRNgAABAgQIECBAgAABAgQItC+gQwIECBAgQIDAlAUEwFN++nonQIDAtAR0S4AAAQIECBAgQIAAAQIECLQvoEMCBAgQIDB5AQHw5L8CAAgQIECAwBQE9EiAAAECBAgQIECAAAECBAi0L6BDAgQIEKgCAuCqoAgQIECAAAECBNoV0BkBAgQIECBAgAABAgQIECDQvoAOCRC4EBAAX1BYIUCAAAECBAgQIECgNQH9ECBAgAABAgQIECBAgAABAu0L6PCygAD4soctAgQIECBAgAABAgQIEGhDQBcECBAgQIAAAQIECBAgQGASAjnnWK2JBcCTeMaaJECAAAECBAgQIECAAAECExfQPgECBAgQIECAAAECBKYrIACe7rOfXuc6JkCAAAECBAgQIECAAAECBNoX0CEBAgQIECBAgACBiQsIgCf+BdA+gakI6JMAAQIECBAgQIAAAQIECBBoX0CHBAgQIECAAAECEQJg3wICBAgQaF1AfwQIECBAgAABAgQIECBAgED7AjokQIAAAQIEzgUEwOcQFgQIECBAgECLAnoiQIAAAQIECBAgQIAAAQIE2hfQIQECBAisCgiAVzWsEyBAgAABAgQItCOgEwIECBAgQIAAAQIECBAgQKB9AR0SIHBNQAB8jcQOAgQIECBAgAABAgTGLmD+BAgQIECAAAECBAgQIECAQPsCOlwvcC0AzjnHaq2/zF4CBAgQIECAAAECBAgQIDBIAZMiQIAAAQIECBAgQIAAAQJNC6xmuXX9arPXAuCrJ7SxrQsCBAgQIECAAAECBAgQIECgfQEdEiBAgAABAgQIECBAgIAA2HegfQEdEiBAgAABAgQIECBAgAABAu0L6JAAAQIECBAgQIAAgbmAAHjO4IMAgVYF9EWAAAECBAgQIECAAAECBAi0L6BDAgQIECBAgACBFwIC4BcW1ggQIECgLQHdECBAgAABAgQIECBAgAABAu0L6JAAAQIECBC4IiAAvgJikwABAgQIEGhBQA8ECBAgQIAAAQIECBAgQIBA+wI6JECAAIF1AgLgdSr2ESBAgAABAgQIjFfAzAkQIECAAAECBAgQIECAAIH2BXRIgMCNAgLgG2kcIECAAAECBAgQIEBgbALmS4AAAQIECBAgQIAAAQIECLQvoMPNArcGwDnnWK3NwzlKgAABAgQIECBAgAABAgSOIuCmBAgQIECAAAECBAgQIECgSYHVrLau39bkrQHwbQMM+7jZESBAgAABAgQIECBAgAABAu0L6JAAAQIECBAgQIAAAQIElgIC4KWEZXsCOiJAgAABAgQIECBAgAABAgTaF9AhAQIECBAgQIAAAQKXBATAlzhsECDQioA+CBAgQIAAAQIECBAgQIAAgfYFdEiAAAECBAgQIHBdQAB83cQeAgQIEBi3gNkTIECAAAECBAgQIECAAAEC7QvokAABAgQIELhBQAB8A4zdBAgQIECAwBgFzJkAAQIECBAgQIAAAQIECBBoX0CHBAgQILBJQAC8SccxAgQIECBAgACB8QiYKQECBAgQIECAAAECBAgQINC+gA4JELhVQAB8K5ETCBAgQIAAAQIECBAYuoD5ESBAgAABAgQIECBAgAABAu0L6PBuAlsHwDnnWK273cZZBAgQIECAAAECBAgQIEBgLwIGJUCAAAECBAgQIECAAAECTQmsZrF1fdvmtg6At73BQpTv5QAAEABJREFUcc53VwIECBAgQIAAAQIECBAgQKB9AR0SIECAAAECBAgQIECAwFUBAfBVEdvjF9ABAQIECBAgQIAAAQIECBAg0L6ADgkQIECAAAECBAgQWCsgAF7LYicBAmMVMG8CBAgQIECAAAECBAgQIECgfQEdEiBAgAABAgT2KZBj8Z993mOfYwuA96lrbAIECBA4pIB7ESBAgAABAgQIECBAgAABAu0L6JAAAQIECOxdoO9zzCuXZam933DHNxAA7xjUcAQIECBAgMAxBNyTAAECBAgQIECAAAECBAgQaF9AhwQIECBwFwEB8F2UnEOAAAECBAgQIDBcATMjQIAAAQIECBAgQIAAAQIE2hfQIYEDCqSUIqV0wDvu9lYC4N16Go0AAQIECBAgQIAAgQMKuBUBAgQIECBAgAABAgQIECDQvoAOtxN4cACcc45aV2+b0iIV786XV4/vYrsv967j1PvfVPW4IkCAAAECBAgQIECAAIHmBDREgAABAgQIECBAgAABAgT2IlBzx+XA+8o6S8I6z1hX71XXay3vfd/lgwPg+954P9cZlQABAgQIECBAgAABAgQIEGhfQIcECBAgQIAAAQIECBAgcJOAAPgmGfvHJ2DGBAgQIECAAAECBAgQIECAQPsCOiRAgAABAgQIECBAYKOAAHgjj4MECIxFwDwJECBAgAABAgQIECBAgACB9gV0SIAAAQIECBAgcLuAAPh2I2cQIECAwLAFzI4AAQIECBAgQIAAAQIECBBoX0CHBAgQIECAwB0FBMB3hHIaAQIECBAgMEQBcyJAgAABAgQIECBAgAABAgTaF9AhAQIECGwjIADeRsu5BAgQIECAAAECwxEwEwIECBAgQIAAAQIECBAgQKB9AR0SILC1gAB4azIXECBAgAABAgQIECBwbAH3J0CAAAECBAgQIECAAAECBNoX0OH9BHYWAOecY1l1KnW9LhUBAgQIECBAgAABAgQIENihgKEIECBAgAABAgQIECBAgMCDBGqOuanq4PV4l1Jd3VvVe6zWrm60swB4VxO63ziuIkCAAAECBAgQIECAAAECBNoX0CEBAgQIECBAgAABAgQI3CYgAL5NyPHhC5ghAQIECBAgQIAAAQIECBAg0L6ADgkQIECAAAECBAgQuJOAAPhOTE4iQGCoAuZFgAABAgQIECBAgAABAgQItC+gQwIECBAgQIAAgbsLCIDvbuVMAgQIEBiWgNkQIECAAAECBAgQIECAAAEC7QvokAABAgQIENhSQAC8JZjTCRAgQIAAgSEImAMBAgQIECBAgAABAgQIECDQvoAOCRAgQOA+AgLg+6i5hgABAgQIECBA4HgC7kyAAAECBAgQIECAAAECBAi0L6BDAgTuLSAAvjedCwkQIECAAAECBAgQOLSA+xEgQIAAAQIECBAgQIAAAQLtC+jwYQJ7CYBzzpFSetjMXE2AAAECBAgQIECAAAECBF4IWCNAgAABAgQIECBAgAABAs0IpEh762UvAfDeZnttYDsIECBAgAABAgQIECBAgACB9gV0SIAAAQIECBAgQIAAAQJ3FRAA31XKecMTMCMCBAgQIECAAAECBAgQIECgfQEdEiBAgAABAgQIECCwlYAAeCsuJxMgMBQB8yBAgAABAgQIECBAgAABAgTaF9AhAQIECBAgQIDA9gIC4O3NXEGAAAECxxVwdwIECBAgQIAAAQIECBAgQKB9AR0SIECAAAEC9xQQAN8TzmUECBAgQIDAMQTckwABAgQIECBAgAABAgQIEGhfQIcECBAg8BABAfBD9FxLgAABAgQIECBwOAF3IkCAAAECBAgQIECAAAECBNoX0CEBAg8WEAA/mNAABAgQIECAAAECBAjsW8D4BAgQIECAAAECBAgQIECAQPsCOtyNQPMBcM45NtVuGA83Sl/6Wa3D3dmdCBAgQIAAAQIECBAgcBQBNyVAgAABAgQIECBAgACBAwusZlHr1g88na1vtykbrMe2HnBkF4w0AB6ZsukSIECAAAECBAgQIECAAAEC9xBwCQECBAgQIECAAAECBAhsKyAA3lbM+ccXMAMCBAgQIECAAAECBAgQIECgfQEdEiBAgAABAgQIECBwLwEB8L3YXESAwLEE3JcAAQIECBAgQIAAAQIECBBoX0CHBAgQIECAAAEC9xcQAN/fzpUECBAgcFgBdyNAgAABAgQIECBAgAABAgTaF9AhAQIECBAg8EABAfADAV1OgAABAgQIHELAPQgQIECAAAECBAgQIECAAIH2BXRIgAABArsQEADvQtEYBAgQIECAAAEC+xMwMgECBAgQIECAAAECBAgQINC+gA4JENiZgAB4Z5QGIkCAAAECBAgQIEBg1wLGI0CAAAECBAgQIECAAAECBNoX0OFuBQTAu/U8+Gh9zrGpDj4hNyRAgAABAgQIECBAgMBuBIxCgAABAgQIECBAgAABAnsS2JQt1WN7uq1hDyQwsgD4QCpuQ4AAAQIECBAgQIAAAQIECBxRwK0JECBAgAABAgQIECBA4L4CAuD7yrnu8ALuSIAAAQIECBAgQIAAAQIECLQvoEMCBAgQIECAAAECBB4kIAB+EJ+LCRA4lID7ECBAgAABAgQIECBAgAABAu0L6JAAAQIECBAgQODhAgLghxsagQABAgT2K2B0AgQIECBAgAABAgQIECBAoH0BHRIgQIAAAQI7EhAA7wjSMAQIECBAgMA+BIxJgAABAgQIECBAgAABAgQItC+gQwIECBDYpYAAeJeaxiJAgAABAgQIENidgJEIECBAgAABAgQIECBAgACB9gV0SIDAzgUEwDsnNSABAgQIECBAgAABAg8VcD0BAgQIECBAgAABAgQIECDQvoAO9yPQ5ZxjtfZzm+GOutr7uvXhztzMCBAgQIAAAQIECBAg0KSApggQIECAAAECBAgQIECAwEaBdZne6r6NF0/g4Eh+ATyBJ6FFAgQIECBAgAABAgQIECAweQEABAgQIECAAAECBAgQIPBQAQHwQwVdv38BdyBAgAABAgQIECBAgAABAgTaF9AhAQIECBAgQIAAAQI7ERAA74TRIAQI7EvAuAQIECBAgAABAgQIECBAgED7AjokQIAAAQIECBDYnYAAeHeWRiJAgACB3QoYjQABAgQIECBAgAABAgQIEGhfQIcECBAgQIDAjgUEwDsGNRwBAgQIECCwCwFjECBAgAABAgQIECBAgAABAu0L6JAAAQIE9iEgAN6HqjEJECBAgAABAgTuL+BKAgQIECBAgAABAgQIECBAoH0BHRIgsDcBAfDeaA1MgAABAgQIECBAgMC2As4nQIAAAQIECBAgQIAAAQIE2hfQ4X4FrgXAOedYrf3efvijr1rU9eHP+PIM+/I8N9Xls20RIECAAAECBAgQIEDgaAJuTIAAAQIECBAgQIAAAQI7EtiUDdVjO7qNYY4kUDPLTXUtAD7SPG+4rd0ECBAgQIAAAQIECBAgQIBA+wI6JECAAAECBAgQIECAAIFdCQiAdyVpnN0LGJEAAQIECBAgQIAAAQIECBBoX0CHBAgQIECAAAECBAjsVEAAvFNOgxEgsCsB4xAgQIAAAQIECBAgQIAAAQLtC+iQAAECBAgQIEBg9wIC4N2bGpEAAQIEHibgagIECBAgQIAAAQIECBAgQKB9AR0SIECAAAECexIQAO8J1rAECBAgQIDAfQRcQ4AAAQIECBAgQIAAAQIECLQvoEMCBAgQ2KeAAHifusYmQIAAAQIECBC4u4AzCRAgQIAAAQIECBAgQIAAgfYFdEiAwN4FBMB7J3YDAgQIECBAgAABAgRuE3CcAAECBAgQIECAAAECBAgQaF9Ah4cRuDUAzjnHah1mWsO9y6pFXe+LT63hznjzzOrcN9Xmqx0lQIAAAQIECBAgQIDAgwUMQIAAAQIECBAgQIAAAQIELgRqblU3ag53U9XjU6qrDrf1fmsAfNsA+zluVAIECBAgQIAAAQIECBAgQKB9AR0SIECAAAECBAgQIECAwK4FBMC7FjXewwWMQIAAAQIECBAgQIAAAQIECLQvoEMCBAgQIECAAAECBPYiIADeC6tBCRC4r4DrCBAgQIAAAQIECBAgQIAAgfYFdEiAAAECBAgQILA/AQHw/myNTIAAAQLbCTibAAECBAgQIECAAAECBAgQaF9AhwQIECBAgMCeBQTAewY2PAECBAgQIHAXAecQIECAAAECBAgQIECAAAEC7QvokAABApsF8vnhnJdr5zssthIQAG/F5WQCBAgQIECAAIGdCxiQAAECBAgQIECAAAECBAgQaF9AhwRuEchR/lOCX+HvLVB3OCwAvgOSUwgQIECAAAECBAgQ2I+AUQkQIECAAAECBAgQIECAAIH2Be7aofD3rlKbz9s6AK7wq7V5+P0fXZ3LuvX9z8AdCBAgQIAAAQIECBAgQOAeAi4hQIAAAQIECBAgQIAAgXsK9DnHprrnsEe9LEU66v2HdPOrmee2c9s6AN72Btud72wCBAgQIECAAAECBAgQIECgfQEdEiBAgAABAgQIECBAgMC+BATA+5I17vYCriBAgAABAgQIECBAgAABAgTaF9AhAQIECBAgQIAAAQJ7FRAA75XX4AQI3FXAeQQIECBAgAABAgQIECBAgED7AjokQIAAAQIECBDYv4AAeP/G7kCAAAECmwUcJUCAAAECBAgQIECAAAECBNoX0CEBAgQIECBwIAEB8IGg3YYAAQIECBBYJ2AfAQIECBAgQIAAAQIECBAg0L6ADgkQIEDgkAIC4ENquxcBAgQIECBAgMALAWsECBAgQIAAAQIECBAgQIBA+wI6JEDg4AJ7C4Bzzgdvxg0JECBAgAABAgQIEBiHgFkSIECAAAECBAgQIECAAAEC7Qvo8DgCDw6Aa9B7tVZb6ScSBNc+a6323sJ67WlTtdCjHggQIECAAAECBAgQOKiAmxEgQIAAAQIECBAgQIDALQKbspl67JbLHb5F4Gq2eXX7lst3cjjHix/T7vr+Dw6Ab+qwTvSmY9f320OAAAECBAgQIECAAAECBAi0L6BDAgQIECBAgAABAgQIENi3QJdKuLysfd/M+ATWCthJgAABAgQIECBAgAABAgQItC+gQwIECBAgQIAAAQIEDiKwt18AH2T2bkKAwOgFNECAAAECBAgQIECAAAECBAi0L6BDAgQIECBAgACBwwlcCoD9Evhw8O5EgAABAoGAAAECBAgQIECAAAECBAgQaF9AhwQIECBAgMCBBS4FwPu4d5fSPoY1JgECBAgQIDBqAZMnQIAAAQIECBAgQIAAAQIE2hfQIQECBAgcQ6DrcsSydjWBnPvIOYfsd1eixiFAgAABAgQINCSgFQIECBAgQIAAAQIECBAgQKB9AR0SIHA0gb38Arhkv+cBcBleCny0h+vGBAgQIECAAAECBIYmYD4ECBAgQIAAAQIECBAgQIBA+wI6PK5A16eIZS2nkv2zwTwAABAASURBVHLEsuIer5RSpJQWV9Y0eLF2lM/6S+RNdZRJuSkBAgQIECBAgAABAgSmJ6BjAgQIECBAgAABAgQIECBwFIGrWeFRJnHlpinSlT272+x2N9R9RnINAQIECBAgQIAAAQIECBAg0L6ADgkQIECAAAECBAgQIEDgUAI3BMC53H9ZZdWbwD4EjEmAAAECBAgQIECAAAECBAi0L6BDAgQIECBAgAABAgQOIJAj5UVdCYBzufm6Kru9CRAgsEMBQxEgQIAAAQIECBAgQIAAAQLtC+iQAAECBAgQIEBg3wLXs92VAPjqwdXJ1GOr29YJECBAgMC9BVxIgAABAgQIECBAgAABAgQItC+gQwIECBAgQGDPAstf/C6XETXTzbESAC9nUA6kUvMT6r7lel3WbUWAAAECBAgQuK+A6wgQIECAAAECBAgQIECAAIH2BXRIgAABAocVKDluzXfPa00AfNjpuBsBAgQIECBAgMBEBLRJgAABAgQIECBAgAABAgQItC+gQwIEjiCQInKKblllKxZVFt4ECBAgQIAAAQIECBDYg4AhCRAgQIAAAQIECBAgQIAAgfYFdHhMgRICx6K6Rfiby2xqlUU9UNLhqMuISGX9RdXtyxVeBAgQIECAAAECBAgQIEDgZgFHCBAgQIAAAQIECBAgQIDAQQVyzrFaB735AW6WSqxbK+Z57iL0jfLqz6sEwGXt2rueuLrz6vbqsfusu4YAAQIECBAgQIAAAQIECBBoX0CHBAgQIECAAAECBAgQILBfges57g0BcJ1GPXlZdVsR2JGAYQgQIECAAAECBAgQIECAAIH2BXRIgAABAgQIECBAgMCBBJaZ7mJZ/y3g+m8C33DzetINh+wmQIDAPQRcQoAAAQIECBAgQIAAAQIECLQvoEMCBAgQIECAAIF9COQy6E1VDp3/SeiLXwDnlEoQ/KJifkJ4ESBAgACBXQkYhwABAgQIECBAgAABAgQIEGhfQIcECBAgQIDAXgRuCn6v7o/o+hRRazGPsjEPfutysccnAQIECBAgQODhAkYgQIAAAQIECBAgQIAAAQIE2hfQIQECBAgMQeDiF8DXJ1ND4FrXj9hDgAABAgQIECBA4M4CTiRAgAABAgQIECBAgAABAgTaF9AhAQJ7F0g5olbc8toQAN9ypcMECBAgQIAAAQIECBC4RcBhAgQIECBAgAABAgQIECBAoH0BHQ5LoOtyilox/9PPcfHKJT6udbGj0ZWcc2yqRtvWFgECBAgQIECAAAECBPYtYHwCBAgQIECAAAECBAgQILAXgU3ZXj22l5seYdAS185/8btY1r/cvKicUtxcEV3Mg98Uh3m5CwECBAgQIECAAAECBAgQINC+gA4JECBAgAABAgQIECBAYPcCNdPdVIs7lgB4sbLdZy6nL6usehO4i4BzCBAgQIAAAQIECBAgQIAAgfYFdEiAAAECBAgQIECAwB4EltlsvvhV8E032TIAzmWcdVV2exMgQGCDgEMECBAgQIAAAQIECBAgQIBA+wI6JECAAAECBAgQ2LXA9Wy2/jO+uf4Q+IZbbREAXx18dcR6bHXbOgECBAgQuBCwQoAAAQIECBAgQIAAAQIECLQvoEMCBAgQIEDggQKpRK6r1eWyIxZVQ9/Lw9f9l/cst7YIgJeXlMHqnec3q/vK9ny9Luu2IkCAAAECBAgsBSwJECBAgAABAgQIECBAgACB9gV0SIAAAQL7Fag5bI4aAi9++bvYjqjL63e+RwCcylilotb1Ae0hQIAAAQIECBAgMBfwQYAAAQIECBAgQIAAAQIECLQvoEMCBA4gUHPZZd1+u3sEwHXQeoO6VAQIECBAgAABAgQIELguYA8BAgQIECBAgAABAgQIECDQvoAODylw93z21gC4/ox4USlyWlb9EfBiPea/BK43rBVeBAgQIECAAAECBAgQIDBtAd0TIECAAAECBAgQIECAQGMCef5v0S6a6kpeuFjz+RCBHNf/fHMucWut5bj93LrsLHls/Rd6UzlYK8r2i4prr1sD4MtX1Bus7qnby1rdf3XdNgECBAgQIECAAAECBAgQINC+gA4JECBAgAABAgQIECBAYLcCNYtdHbFuL2t1/4v1LQPgeuFywLqs24tK10PqxQGfBAgQIECAAAECBAgQIECAAAEC7QvokAABAgQIECBAgACBBwnUvLXW9UFqLrus60ev7rlHAFyHqDeoS0WAAIHNAo4SIECAAAECBAgQIECAAAEC7QvokAABAgQIECBAYHuBbRLXnOo/z1v/md7b73PPADiips+rFeW13C6r3gQIECBAgAABAgQIECBAgAABAgQIECDQvoAOCRAgQIAAgfsI5IgaAC/z1bqMNa9cTqq15tCNu+4dAN84ogMECBAgQIAAgUBAgAABAgQIECBAgAABAgQItC+gQwIECBB4kMB5CHyXMfoSBC/rtvMFwLcJOU6AAAECBAgQILCdgLMJECBAgAABAgQIECBAgACB9gV0SIDAYAUEwIN9NCZGgAABAgQIECBAYHwCZkyAAAECBAgQIECAAAECBAi0L6DDHQmkiLyjoVaHuXcAXP/W9GrVQZfbdb2VyjnHXWpf/fbl/qt1dS77uu9Qxl3tfd36UOZpHgQIECBAgAABAgQIBAICBAgQIECAAAECBAgQaETg2HnU1ftf3W6BOaUUfWlkma/WZdmcv+v6suY7ykdXkuJllc2N73sHwBtHvThohQABAgQIECBAgAABAgQIEGhfQIcECBAgQIAAAQIECBAgMBSBnQXANYUeSlPmMRAB0yBAgAABAgQIECBAgAABAgTaF9AhAQIECBAgQIAAAQI7Eah5a62HDrazAPihE3E9AQJtCeiGAAECBAgQIECAAAECBAgQaF9AhwQIECBAgAABAsMTEAA/8Jlc/Zvjy3+n9oHDupwAAQJjFjB3AgQIECBAgAABAgQIECBAoH0BHRIgQIAAAQIDFRAAD/TBmBYBAgQIEBingFkTIECAAAECBAgQIECAAAEC7QvokAABAgSGLNClHLGs8CJAgAABAgQIECBwXwHXESBAgAABAgQIECBAgAABAu0L6JAAgcEL+AXw4B+RCRIgQIAAAQIECBAYvoAZEiBAgAABAgQIECBAgAABAu0L6HAcAl3OfSwr+j5qLbfrchxtHHeWKaX5BFJK0Z1XHOiVcy7P7+Y60DTchgABAgQIECBAgACB6QronAABAgQIECBAgAABAs0J9CV/2VRjb/g++VK9puZgY+99CvPf0y+Ap0CnRwIECBAgQIAAAQIECBAgMHUB/RMgQIAAAQIECBAgQIDA0AS6LkfUqv8O8NAmZz4jFTBtAgQIECBAgAABAgQIECBAoH0BHRIgQIAAAQIECBAgMCiBmvfW6voUUSuX5aBmaDIECIxSwKQJECBAgAABAgQIECBAgACB9gV0SIAAAQIECBAgMFyBS38CuobAtYY7XTMjQIAAgQELmBoBAgQIECBAgAABAgQIECDQvoAOCRAgQIAAgYEI1F/7rtZyWl0NfJe13GlJgAABAgQIENhOwNkECBAgQIAAAQIECBAgQIBA+wI6JECAAIExCFz6BfDqhJdp8eo+6wQIECBAgAABAgSuCdhBgAABAgQIECBAgAABAgQItC+gQwIEBi/Q5Yh5DX6mJkiAAAECBAgQIECAwGAFTIwAAQIECBAgQIAAAQIECBBoX0CH4xLoUuoileri8n/qvlrjauc4s805R0rpODe/5a51bpvqlssHf7gv9ptq8A2YIAECBAgQIECAAIHxCpg5AQIECBAgQIAAAQIERiuwKVuox0bb2PnEN2VD9dj5aRYjFbjpLzn3Ja6s1e22L6MRIECAAAECBAgQIECAAAEC7QvokAABAgQIECBAgAABAgSGKtDdlBAvJ3zb8eV5lgQCAQECBAgQIECAAAECBAgQINC+gA4JECBAgAABAgQIEBi0wK2/AM4potaguzA5AgSOLmACBAgQIECAAAECBAgQIECAQPsCOiRAgAABAgQIEBi+wEUA3OUXkxX4vrCwNm6B+nf6a427C7MnMHgBEyRAgAABAgQIECBAgAABAgTaF9AhAQIECBAgMBKBeQCc1ky2hsC11hyyiwABAgQIECBwLmBBgAABAgQIECBAgAABAgQItC+gQwIECBAYk0BXf/mbVn79O6bJmyuBuwrUXwHXuuv5ziNAgAABAgTuIOAUAgQIECBAgAABAgQIECBAoH0BHRIgMDqB+S+ARzdrEyZAgAABAgQIECBA4KgCbk6AAAECBAgQIECAAAECBAi0L6DDcQp0fYpY1rKF+ovgZS33WbYpkHOOTdVa1/VXwKvVWn/6IUCAAAECBAgQIHAAAbcgQIAAAQIECBAgQIDA4AVWs4B164Nv4JYJbsp26rFbLnd45AL1n/HdVDv6BfDIlUyfAAECBAgQIECAAAECBAgQuIOAUwgQIECAAAECBAgQIEBg6AIC4KE/oTHMzxwJECBAgAABAgQIECBAgACB9gV0SIAAAQIECBAgQIDAKAS65c+DRzFbkyRAYHACJkSAAAECBAgQIECAAAECBAi0L6BDAgQIECBAgACB8Qhc/AJ4GQQvl+NpwUwJECBA4EgCbkuAAAECBAgQIECAAAECBAi0L6BDAgQIECBAYGQCXZ8iao1s3qZLgAABAgQIHFXAzQkQIECAAAECBAgQIECAAIH2BXRIgAABAmMUuPgF8Bgnb84ECBAgQIAAAQJHEHBLAgQIECBAgAABAgQIECBAoH0BHRIgMFoBAfBoH52JEyBAgAABAgQIEDi8gDsSIECAAAECBAgQIECAAAEC7QvocNwCXfR91Mq5j9XqY/Gfcbdn9gQ2C/Q5x6bafLWjBAgQIECAAAECBCYloFkCBAgQIECAAAECBAgMRmDTf7dfjw1movecSJdS1Iorr1xyjVpXdtucmEC+kute3e5SAalVFvd4u4QAAQIECBAgQIAAAQIECBBoX0CHBAgQIECAAAECBAgQIDAWAX8CeixPaojzNCcCBAgQIECAAAECBAgQIECgfQEdEiBAgAABAgQIECAwKgEB8Kgel8kSGI6AmRAgQIAAAQIECBAgQIAAAQLtC+iQAAECBAgQIEBgfAIC4PE9MzMmQIDAsQXcnwABAgQIECBAgAABAgQIEGhfQIcECBAgQIDASAUEwCN9cKZNgAABAgSOI+CuBAgQIECAAAECBAgQIECAQPsCOiRAgACBMQsIgMf89MydAAECBAgQIHBIAfciQIAAAQIECBAgQIAAAQIE2hfQIQECoxcQAI/+EWqAAAECBAgQIECAwP4F3IEAAQIECBAgQIAAAQIECBBoX0CHbQiMNgDOxT/nHLXKqveeBKrvTVVv2ZdnUJeKAAECBAgQIECAAIFmBTRGgAABAgQIECBAgAABAkcQKCnYPAdbzWmOMI3J3jKlFGPNwe4ZAB//Wfd9P//SH38mZkCAAAHfCB1fAAAQAElEQVQCBAgQIECAAAECBFoV0BcBAgQIECBAgAABAgQIjE1gtAFwCd3HZt3OfHVCgAABAgQIECBAgAABAgQItC+gQwIECBAgQIAAAQIERilwQwBc/8ByXxqqy1pldWDvlG6Y+sDmaToEWhPQDwECBAgQIECAAAECBAgQINC+gA4JECBAgAABAgTGK3AlRa1h7zL4rU3V7dVlXR9GpWFMwywIECAwJQG9EiBAgAABAgQIECBAgAABAu0L6JAAAQIECBAYucCaALh2tAx+l+t1u1bdVgQIECBAgMD0BHRMgAABAgQIECBAgAABAgQItC+gQwIECBBoQeBKALxsye9rlxKWBAgQIECAAIHJCwAgQIAAAQIECBAgQIAAAQIE2hfQIQECzQhcCYBvC37rr4CX1YyBRggQIECAAAECBAgQuEHAbgIECBAgQIAAAQIECBAgQKB9AR22JbAmAL68K+c+FjUry2Ut9/VH18g5l3ndXEefoAkQIECAAAECBAgQIEBgnAJmTYAAAQIECBAgQIAAAQJHFEiRjnh3t64ZZJfG+Qwup70Xz/KmZpYn1F8BL9ctCRAgQIAAAQIECBAgQIAAgbYEdEOAAAECBAgQIECAAAECYxW4MQBOJeOtNdbGzHsPAoYkQIAAAQIECBAgQIAAAQIE2hfQIQECBAgQIECAAAECoxa4IQAu6e/Gtm77hfDGix0kQGCEAqZMgAABAgQIECBAgAABAgQItC+gQwIECBAgQIAAgfELXATA9de+KedIuS+V13RWT12WAHgNkF0ECBBoVUBfBAgQIECAAAECBAgQIECAQPsCOiRAgAABAgQaEaiJ7kory+B3uVw5ZJUAAQIECBCYoICWCRAgQIAAAQIECBAgQIAAgfYFdEiAAAECLQlcCYDPW1v5ge/il8Hn+y0IECBAgAABAgSmI6BTAgQIECBAgAABAgQIECBAoH0BHRIg0JzA+gDYD4Cbe9AaIkCAAAECBAgQILCNgHMJECBAgAABAgQIECBAgACB9gV02KZAl3IftSL6lQ5XfgJ8vreec71y5HL9+locO7/8aIuc6zxurqNNzI0JECBAgAABAgQIECAwTAGzIkCAAAECBAgQIECAAAECBAYskFIXaUN1d5v7TWf5qfBNMvYTIECAAAECBAgQIECAAIHxCZgxAQIECBAgQIAAAQIECIxd4IEB8NjbN/87CTiJAAECBAgQIECAAAECBAgQaF9AhwQIECBAgAABAgQINCGwgwC4/ulovwRu4tugCQJrBOwiQIAAAQIECBAgQIAAAQIE2hfQIQECBAgQIECAQDsCOwiAK0YNgGsQvKy6XaseUwQIECAwUgHTJkCAAAECBAgQIECAAAECBNoX0CEBAgQIECDQmMAOAuAa9NZalbm6vXrMOgECBAgQIDB8ATMkQIAAAQIECBAgQIAAAQIE2hfQIQECBAi0KLCnALhFKj0RIECAAAECBCYioE0CBAgQIECAAAECBAgQIECgfQEdEiDQrMAOAuBUcGqVhTcBAgQIECBAgAABAqMWMHkCBAgQIECAAAECBAgQIECgfQEdti3w4AA45RSLirJ8UV3ksp3DiwABAgQIECBAgAABAgRGIWCSBAgQIECAAAECBAgQIECAQAMCtwTAD+hwnv3OPx4wiEsJECBAgAABAgQIECBAgACB/Qu4AwECBAgQIECAAAECBAi0IrC/ALgVoSn3oXcCBAgQIECAAAECBAgQIECgfQEdEiBAgAABAgQIECDQgED9Ye6iBMANPE4tENiHgDEJECBAgAABAgQIECBAgACB9gV0SIAAAQIECBAgMHaBRegb8WIpAB77MzV/AgQI7F7AiAQIECBAgAABAgQIECBAgED7AjokQIAAAQIERi/wIvQVAI/+YWqAAAECBAjsS8C4BAgQIECAAAECBAgQIECAQPsCOiRAgACBtgRKEJxKnf8K2C+A23q6uiFAgAABAgQI3F/AlQQIECBAgAABAgQIECBAgED7AjokQKBNgZL/pij/ySkaCIBLN+dp9upPm8OLAAECBAgQIECAAIE7CziRAAECBAgQIECAAAECBAgQaF9Ah3cTyLnmjzV5XCzvdtUhzqrzWa0r96yHSgg83gA49RG11oa/tbtaceurPsBNdesATiCwQ4G+/C+UbWqHtzYUAQIECBAgQIDAdAV0ToAAAQIECBAgQIAAgWsC2/x31evOvTagHQRGJrDID4c06Zp9LirnWdSKfhbRl8y0L/vLYjHn/qZfAA+pGXMhQIAAAQIECBAgQIAAAQIE9iNgVAIECBAgQIAAAQIECBC4KlCD1LpvuazrY6rx/gJ4r8q5jL6ssrrmXf8d5VprDo1/lw4IECBAgAABAgQIECBAgACB9gV0SIAAAQIECBAgQIBAUwIpd9HVaqqrBzezDH1Xlw8e1AAERiVgsgQIECBAgAABAgQIECBAgED7AjokQIAAAQIECBBoTyCnPvpS4/0FcEmvo1ak8nRuqnLozu/V0LeuX74wlV2X6vJhWwQIEGhBQA8ECBAgQIAAAQIECBAgQIBA+wI6JECAAAECBEYpkCLlZXVlfVHLVnIqYeb5Rne+HPEilbmvq7L7Xu+Ks6w6QF8+asWlqDm8CBAgQIBAUwKaIUCAAAECBAgQIECAAAECBNoX0CEBAgQIjFeg5peXZ18T0hd7cuTUz6uBAHjR1kqovdhx789KtazNg8zPKta7u/fm+zlKgAABAgQIENiLgEEJECBAgAABAgQIECBAgACB9gV0SIDAiAVKIBmrtbmVUQfANYCNS82uNn7b+iaYxcibznCMAAECBAgQIECAQAsCeiBAgAABAgQIECBAgAABAgTaF9Dh/QRSGkJmWDPP9fO/fOTFXLucc2yq9cMdf2+KPuZV5p9K1SC4LmvV9bvVah8VZVl1/2I95W7xN7TrritVUXM5rdaVQzvb7MoXq1YdcPU51W1FoC/f/U1FiAABAgQIECBAgMAGAYcIECBAgAABAgQIEJiwwKb/brkemzCN1icgsJq5rVuvBHV/ienq6sEr577kt6s1m2/3JR+tFWVZq/7J5+XkUgksl7lmt9y5WE79s6S5lwgW24vPSwdsECBAgAABAgQIECBAgACBEQuYOgECBAgQIECAAAECBAjcJpAi3XbKAY7Xn6Rud5tmAuCrjaRiUWs7jnp2fZDLqtsTKq0SIECAAAECBAgQIECAAAEC7QvokAABAgQIECBAgACBEQrkqNlnrdsmfzU3ve38kRzPD5xnDYA3DdGXg6VSqbLmTaAFAT0QIECAAAECBAgQIECAAAEC7QvokAABAgQIECBAYMgCNeOstf0cc4k3lzXaADhHF/NKKXKp/uIn2Lms5aJSqywu3qXrciQuVWz56sv5pZZDlS1vAgQINCCgBQIECBAgQIAAAQIECBAgQKB9AR0SIECAAAECgxao2eaySh4ZfaRcK8qyVg0o49orl93zKkeWV482AC49RG0iLgLduMOrCGx1/poh6xAF/MWRvqzWKgtvAgQIECAwOgETJkCAAAECBAgQIECAAAECBNoX0CEBAgQItCxQM9N5CFxyzLocdQD84kHN23qxubJW/w52rZVdO1hthG0HEoYgQIAAAQIERixg6gQIECBAgAABAgQIECBAgED7AjokQKAZgS53UevGhsrxKNVAklnD32Wbq+t137rtum+16nmb6+LsmpqXU5fbZdWbAAECBAgQIECAwCgFTJoAAQIECBAgQIAAAQIECBBoX0CHwxXI53/reHczLEHm+WC3BsA5l9tvqPNxDr9IfUStOc55JJvKslZEdGV/rSjLshmp9LCulsfrOeuqL9dfVBm+n1eOvoxXa3lNzrOIMp8+FsvY0St1KSKl+i5Vl4uK89dgn8/5/CyOK9Cff09vWh53du5OgAABAgQIECBwJAG3JUCAAAECBAgQIEBgAgI3/ffCy/0TINDihAXGkp8t57l4VClKrDOvGnfWWux/8dnXLLLUiz016j2v+refzw/UPRFxvmVxi0C6+fiGQzdf5AgBAgQIECBAgAABAgQIEDikgHsRIECAAAECBAgQIECAwBAEati7r3kIgLeWrUlvrcWFy2Q+97kk8nmxc2yf5kuAAAECBAgQIECAAAECBAi0L6BDAgQIECBAgAABAgQGLHD/nLEml/PKXaRS3YC7HN/U7v9cxterGTcjoBECBAgQIECAAAECBAgQIECgfQEdEiBAgAABAgQIDFWgBozL6sska5XFre8a+b44qW6l1Eet8QbAJb2OWjFvp3RXlvVvW9cqW/t9l3ut3ne+XilL1TnV2u8EjE6AAIFdCBiDAAECBAgQIECAAAECBAgQaF9AhwQIECBAgMCgBZbhb13eNtGSRcaySl5ZMslULqsVUVbOL69nnK+OdVGau5j66vrFzj2t1Hut1p5uY1gCBAgQILAXAYMSIECAAAECBAgQIECAAAEC7QvokAABAgTGIVDC23mK25fplvXyuf27Xlev7+cR8fbXD+6KZRA7uImZEAECBAgQIEBgeAJmRIAAAQIECBAgQIAAAQIECLQvoEMCBEYqkO8+71QD38XpNT9eVgO/AF409bDPCnlT3W3knOv1dzvXWQQIECBAgAABAgSOJeC+BAgQIECAAAECBAgQIECAQPsCOtyNQF75s8q7GfEwo4w6AJ7/7rfkrjXNvsrVl4O1ru6/up1KcLupVv9e9tVrl9s1/K2VUoquVOzwlfvy1cp99PNlXb9cO7yVoSYo0Jfv/6aaIImWCRAgQIAAAQItC+iNAAECBAgQIECAAIGGBDb9d7v1WEOtaoXANYGay22qaxfcY0dKKUqMco8r73ZJnX89M5ccMJcb5f7Fr3nr/vVVz1lWCUnnJ9Vl3TffqB8x6gB43sFAPuqDKd+DgczGNAgQIECAAAECBAgQIECAwKqAdQIECBAgQIAAAQIECBDYVqDmf9te8/Dz0x2HqMFvPXW5rOuLajcAzgWnVpTlolefVwVsEyBAgAABAgQIECBAgAABAu0L6JAAAQIECBAgQIAAgREIpEi5K5W2mOvlX/4uL+yWK+Nd1lS71roOtgFad719BNoV0BkBAgQIECBAgAABAgQIECDQvoAOCRAgQIAAAQIEthGomeOytrluWOeONwBOJdGuFcuHUJcVt4S+fvlbIRQBAgRuErCfAAECBAgQIECAAAECBAgQaF9AhwQIECBAgMBWAjVrXK3zLLLmkcvaarw1Jy/HKctUqos+UrnlokrGueaS++wabwC8sdvdAW28jYMECBAgQGB0AiZMgAABAgQIECBAgAABAgQItC+gQwIECBCYskCjAXB9pDUErlXXFQECBAgQIECAQCAgQIAAAQIECBAgQIAAAQIE2hfQIQEC9xDI5ZpaZXHEd5e7qPXQKTQcAD+UZvX6+sBvqtXzrBMgQIAAAQIECBAYpoBZESBAgAABAgQIECBAgAABAu0LY1sE4wAAEABJREFU6PA+AjUDvM91u75mdz9sfXAAnHOOddWf799161fHy7kv919Xi3ldPX/b7VT62FQRiy9FSrt7KFfnmCJd3XXn7Vzmv6nuPJATCRAgQIAAAQIECBAYq4B5EyBAgAABAgQIECBAgACB0QjUXKtOti5vqnp8N1VzvmWtG7FEqXml1p2yzb7zsVJZ1oqyjCjjzytFn2Je2wy5cu7Fah3xYsMKAQIECBAgQIAAAQIECBAg0JKAXggQIECAAAECBAgQIEDgbgI1CL5y5ppdV84Y5KYAeAePJaUSx+9gnIMNsXKj5f/nxMouqwQIECBAgAABAgQIECBAgEALAnogQIAAAQIECBAgQOCOAjXpzbH4q8D1kpr9jTdGHe/Mq70iQGBrARcQIECAAAECBAgQIECAAAEC7QvokAABAgQIECBAYJ1ALjtXq2yufddz+njAv9Ia27/O7xnlvttffOmKZgPgXIL5TXVJYQcbKZUb7mCcYw3hl8DHkndfAgcVcDMCBAgQIECAAAECBAgQIECgfQEdEiBAgAABAmsFasB6uZa/+E0lVKwVF4lvPS/Kq4SxaaXKnt2/673KPaIudzN6swHwbniMQoAAAQIEWhHQBwECBAgQIECAAAECBAgQINC+gA4JECBA4P4Cyx971iC2VA1+7z/YFleWe9WzU1nWe9Zl3X5ACYAfgNfipX4J3OJT1RMBAgQITF4AAAECBAgQIECAAAECBAgQINC+gA4JENiRQIo0/0Vwd/F74B0NfMswJQCen7Fczjfu9dHd66rBX5QGP0MTJECAAAECBAgQIHAIAfcgQIAAAQIECBAgQIAAAQIE2hc4VId9fng4efe51nttW3cfffOZ484a2wmA0/ILUFtKJZmPeUX9k9lrqn4/a4XXWoHlL4GXy6snpZTmu7rz5Xxjxx/L/yWynMO65Y5vaTgCBAgQIECAAAECLQnohQABAgQIECBAgAABAgQI3EtgUyazzG/uNfCtF62Gesvsb9vlrTeZZ4jzaPHaqTX/SpFL/pWji5xL7rha184fxI5rkyizvrZvpDuWD3+k0zdtAgQIECBAgAABAgQIECCwMwEDESBAgAABAgQIECBAYPcCNRje/ahDG3ERAh9vVvX+D7t7QwHwwyAednUNnx82wkGudhMCBAgQIECAAAECBAgQIECgfQEdEiBAgAABAgQIEGhUoP5qt9Z926vX1tp8fc39am0+a/dHS/A7/7VxWT5wcAHwAwEj6heg1oMHMgCBvQoYnAABAgQIECBAgAABAgQIEGhfQIcECBAgQIAAAQI1t1tXt8lcvaaPeHgWG3d+1dvf+eTNJzYcAFel8mDW/iPAOXJ5YJtqM9vq0XqfWvVeZZnKstbqKdYJECBwXAF3J0CAAAECBAgQIECAAAECBNoX0CEBAgQIEGhOoP5ad7VinsiWkO/GZcnq4kWlnGO11l8f5ZWjnBgvfvhZtstW1Jyx5n7Lmu97wMfFOCVPXI59MVzt62LjQSuNB8A32Swf2k3H77q/jnNe82dS1+96rfMIECBAgMAhBNyDAAECBAgQIECAAAECBAgQaF9AhwQIEJiaQA3mrtZdDVavu3LNMm2uIXINa68cHstmwwHwIR7ByhfkyNlv/T4eomP3IECAAAECBEYkYKoECBAgQIAAAQIECBAgQIBA+wI6JDApgRrI5Vj8qnf7xrscUeseV0bkQ8Sq9R61tp/h6hUPH2F1tNGspx3OtI5Vqw65XNb13VZKKXIu38rdDms0AgQIECBAgACBRgW0RYAAAQIECBAgQIAAAQIECLQvMK0Od5WT1XGWtVkwpfPsr56++dQdHD2/1w5G6mqouKl2cI9hDJHqk6lVM+8UdXNTbT/pxbhR0/9a2w9w8xXly1Xe8wC4Pqt6YiqtXKqyc7ldVnf+rvddVh28rtelIkCAAAECBAgQIEBgcAImRIAAAQIECBAgQIAAAQIENgrUnGdTrbu4np9SWndoh/u6SOmk5HhddHESXVnvyj27LkXXRamyLNtx/lpmY4tlKtctK8p6XHv15cRaUf/E80XV01LZtVKRIvdRPuPKq0wial3ZfdfNmiHWmo9RxlldX3O3m4atzyLnHDcty8g3Xdra/pKYzh/kOPtKqZs/xNXZl69hLKvur+t1qQgQIECAAAECBAgQIEBgqgL6JkCAAAECBAgQIECAQBsCl3OvmvPVvpbLur6uLl+17oyb99VrL1dKdXt5xer6ct8wlxMKgPf1AOrDrrWv8e827sYZ3G0IZxEgQIAAAQIECBAgQIAAAQJjFjB3AgQIECBAgAABApMWqOFwrX0g1Eh1PGlcne0+FEY9Zi7Pb1m3N1K/SLVuP3N3Z9TfnPeRo1aU5Yva3T2M1IqAPggQIECAAAECBAgQIECAAIH2BXRIgAABAgQIEGhboIR38waXy/nG+UfN6a7W+aFRLWoPJQMs+d9Dpy0AXhG8e+i7ctFF/FofSHkwqSxrrZ6yk/U6dqnzh17XlvOdL8s95st13/tyzJsAgUkKaJoAAQIECBAgQIAAAQIECBBoX0CHBAgQIECgIYGSs9UsbJ61LdeX7a2LNeeJWTnh6rLsGs27zr32Wpe7mfQ6qd2MPLhRajJa6/aJ1SB1eVZdr7XcvrysD+K85kPX9ctn7HbrfPz5l345cv1C9HHzHJfnWRIgQIDAtAR0S4AAAQIECBAgQIAAAQIECLQvoEMCBAg0LFCzt1qrLZ5HZau7FuvlQFqpKOuLAyP4PJ/rfP4l96vLB856OgHwPCG9+i1Zr3d31zreeZ0/m/Uj7nhv3v6x3b2nHc/VcAQIECBAgMDhBdyRAAECBAgQIECAAAECBAgQaF9AhwSmJjDP4mpGVqvmc6sAZbtmgcuKsr16eBTr8wbLTJfLsnrPdxW656VDv+xQD7bep1b1WC7r+j5q3+PvY87GJECAAAECBAgQOKSAexEgQIAAAQIECBAgQIAAAQLtC0yhwxqDXqoSky231/dfTpgHv3W5/oxt9+Z6w20vGsD5twbAuXS2qQbQww1TqA+3tres9aeV9mJZ9U+K11pu12Wcf1FySrFay/1x8ar3Kfesv86tdbF/ByvziaQyk3qPWnXMulytuu9F1V/8XqpyaLldVh/0rt+HlNKDxtjVxXUum2pX9zEOAQIECBAgQIAAgREImCIBAgQIECBAgAABAgQIEJgLbMpO6rH5SQP9qPOruWtf8rFrVYK8PurR5eRrXrWs5b6HL1NO0cVJpD5FKrlfKvddrXjgq3ZQqwwf5VaLKmPWfbXK6qb3rcdqgnjrSW2ckEobtcpiq3e95qbaaqCDn7w663rzul2XigABAgQIECBAgAABAgRaE9APAQIECBAgQIAAAQIEpiqwnwSsjppjF3Hs+udy88j1zuuvueteAfAaqXSz+JWz6wNYVFevqXXljH1s5rveZ+XmV3uq27VWTmlydf7/JXIfsCY1NEWAAAECBAgQIECAAAECTQpoigABAgQIECBAgMDkBRZ5XcRyGSN81bnX6LYuHzb9/5+9e9FOVUkCANrt/f8/niNThbYhxjeggDtjpaHp58acWSsVvDnKuBG+tHd7HLt85I302I3PPHFG8fWVAjZNgAABAgQIECBAgAABAgQIbF/ADgkQIECAAAECBJpA5s8y2vm0ZebcWkw78vSjbTgBnLdgH2KXIq/FpRuvfDr2PFrz7H3pWr6lMlq7T5YtQZ1l+/zwXE+ur197nnxReBL4i262raaAIECAAAECBAgQIECAAAECBLYvYIcECBAgQGCDApm6bNFntWKP52VUvfGVecHzeHn6GnnLYZQ4Pw2W+zydjDpIwVEDLKdzomS0FeWtaMfn5a1r523/nmfvTKxm/L26zJpcc1vZUKnVKQkQIEBgKwL2QYAAAQIECBAgQIAAAQIECGxfwA4JECDwDQKZ0TqPz+w782yZFzzFZ5bx8KzbSQCneP9xzA/v/eWGW0Hrf2TiHZtPBL+MsbKOngRe2Q2zXAIECBB4TkBrAgQIECBAgAABAgQIECBAYPsCdkiAwIYFMguZMW6L40cYN//LvbtIXO738e3qCJnevHrRhaMApSOEggABAgQIECCwcgHLJ0CAAAECBAgQIECAAAECBLYvsOUddiX+lwnALW/y5t6my9qtMgEct790/RO/ufwW52KJlNfO69t5fqb2rQTyoV3X7WOuQ5R99IkY1uUyMrJ1jpaRxzl7Rh5/MvLp3j5uLCLX2beJxZ+XN7qt+lLXxbsoYtWbsHgCBAgQIECAAAECBwHfCRAgQIAAAQIECBAgQIDAZgQ2ncPpInc5jBLnp8iM3eE2NoOzMnKWj+W3ctTDSCv73jb8s+xEyfipcXQQeEQl25zHobfvBAgQIECAAAECBAgQILBcASsjQIAAAQIECBAgQIDANgTyub3M/21jN5/dxWoTwH/ZWvry75XLNbn17HP56q3afEr2/Po+h8o4v/CJc3MSIECAAAECBAgQIECAAAEC2xewQwIECBAgQIAAAQJfJpA5uoxPbTtTgTl/lnOsoR+7Gz9yZkHHj7K4EVJmH6vKiOLPa67b8mciFQTeLmBCAgQIECBAgAABAgQIECBAYPsCdkiAAAECBAgQIDCvQGYb/8wQlfNlGWPwkrnNjD8zP1WxsQRwg8ny3CG32mK+W3M+q3MCBAi8UcBUBAgQIECAAAECBAgQIECAwPYF7JAAAQIECHyNQHsitpVzb7yLFOKvOE4Y1aVfw/F8iiLH3EVKs3ZdjL2P6KYYth8jM6L9wTa+NZgo8y6UKLexMbsgQIAAAQJ3BFwmQIAAAQIECBAgQIAAAQIEti9ghwQIECDwToFhpjETtvPM3WbJssW4mTaWAG4YcQsyPV+ibFVKAgQIECBAgMBWBeyLAAECBAgQIECAAAECBAgQ2L6AHRIgUPKJ2Yz5KDK32OLvLNev/G37fE2N/R2ijPzaWAI42UeKbLB7+1uBZ8sNUjy9pX3XlYynO+pAgAABAgQIEHiTgGkIECBAgAABAgQIECBAgACB9wu8O3fw/h2+f8a6mDTfz0J+jub0mH6WVSaA6+DJ3i4SdD9RStfViO4UP7djH4ctMhUapyNe+QnTw8i/NujPY8wasZRXcJQxcWkftR6ML11bW93Pe+fnPTOsa/vJf8gz2rmSAAECBAgQIECAwAIELIEAAQIECBAgQIAAAQIEPiiQeYOMTyxhmMu4dPyJNU05Z59zu5DO20cSLmPsXF23j1xiRuYWf6LsY9L9vrT5Y7o+K9nKsfOe+ncxT0TXR85/yL39K13JOLU7HDz9fZUJ4Kd3+adDoP6pU0Hgr8DhB8/75a+MGgIECBAgQIAAAQIEPitgdgIECBAgQIAAAQIEPimQ+YNPzr/FuWufal3OzuqcS8nUU8ZMc0yYAJ5wqNGbzbW0uDbYPi7MKBujv/0144T5lw4zDm9oAgQIECBAgAABAgQIECBA4FEB7WzzJRQAABAASURBVAgQIECAAAECBAgcBeRvjhBTFV3kFzOmGu+pcWLu0uKpjn8a5yh/Kr+nYp4EcI7a4nss7fTTAuYnQIAAAQIECBAgQIAAAQIEti9ghwQIECBAgAABAjMK1H0pGeXvV8v9Zfn36hQ1MXdpMW68EQng6NpnwKPss9G5kOFxnn9X5A0/j7UK5F+M/IrYSDuPQy8CBJYlYDUECBAgQIAAAQIECBAgQIDA9gXskAABAgQIlF0kojJaziY/prgd43lFoCVcswzcC0Nk7XlcaPZiVY6cc2e8OMSFbpmxvVD9QFWu54Fm39YkWbr4aTvFigFiG/2nrWeZ22hlHgsCBAgQWIqAdRAgQIAAAQIECBAgQIAAAQLbF7BDAgQI/BbInE1G1rYyj787+izdCILsn4nYLDN+hsqzU+4vwPP85+pURzl3i3FjPpEAvtO0fxp43GLW3Dtvep8tXfMmrJ0AAQIECBBYl4DVEiBAgAABAgQIECBAgAABAtsXsEMCBB4QyJTsMB7ocrVJjnP14owXMhfbYtw0OcprI0R2+7WO7+71noWe3grvme4tiLmnFjlhHmcpCBAgQIAAAQIEPi9gBQQIECBAgAABAgQIECBAgMD2Ba7tMHM2GXm9lXn8nTG1wPqTfTcSwHEpn+o9Rbxl8rhEfRyWsi+lRpTj1/C4b5PtMo7XZypqraXW61FKLeXXenJNGVHdv3IP5/HzRql1V+qFKLtdDLsr+eRvRg6Vo/z0zJr5o+u6citeXUHu6VfEQKfzmLPWGjXzv27tLa/NvwIzECBAgAABAgQIEFicgAURIECAAAECBAgQIECAwMwCmYO4FTl9Xt+9KV+S82XsIz2TccrZRGU7jsPNvNqerpU/G83MXIuf2ntHtf5X6tWIHGAJ6HuDTHI958n5Mv4M+HLF9dHS6tKw1+ovtV1t3VdscrV3x8IJECBAgAABAgQIECDwvQJ2ToAAAQIECBAgQIAAAQKXBZ7N72Xy9VpcnmEttdcTwH92cN40zvsngv80VPFugTfMl39h8YZpTEGAAAECBAgQIECAAAECBAhcE1BPgAABAgQIECBA4ExA/qaBRPK3RpSMVnepHCZ8L12/Xdf3jimyvN3ylauRez19qvEr/X/65Eg/Z8OjeyuPzQ2br+/43gbbBzqvfqPruzVW/JSAxgQIECBAgAABAgQIECBAgMD2BeyQAAECBAgQIEAgBTJvN4yseywyWX6IeznCw3g5y+Fo8D0qH+s96PPwYeYmWzzc6WLD6wng9t/4zf+2b0aetyFW8OTv4QaWcq0s/Wd35/aHUY5fcff6o/Oyr+y/5R8RDCMrc6T5bnrOIAgQIPBLwAkBAgQIECBAgAABAgQIECCwfQE7JECAAAECBHqBzNtdirwYGbpMCvb5vzxvUSNXeIjSX4t25fpXDvErjk2zV58XPJ5PV+R+pkn6DteUOcvhueMUyLuYZR8J36KvuP0tm95u4SoBAgQIEJhAwBAECBAgQIAAAQIECBAgQIDA9gXskAABAgQeF/iV4Bt0y/pa9n0C+FDdkryHs+vfh2m/HOV6yymu7GOQFnE44nUjAZyXMq6Nntcyrl1XT4AAAQIECBAgMIuAQQkQIECAAAECBAgQIECAAIHtC9ghAQIDgUzFZgyqLh5mmjbj4sWfjw6+cnkr1dczuGmYsZGdvm0rN95TG6G0DQIECBAgQIAAgQ8KmJoAAQIECBAgQIAAAQIECBDYvoAdDgWGWb48zhhen/I4x25RBs8MR+64TPtVay0507SjHkYbJIDjsBvE4Xrs5ljXzk/l4RHkbt+Vi9Ht+/pT88kPDvOXcqn8zZVnGdmy/3zuOGmPdl8sB2vtch99xD77MvYV5T7mzWj9s0uOH0Pn4WKi63Ld12MxC31xIVvf34ssuhEgQIAAAQIECGxTwK4IECBAgAABAgQIECBAYCIB+YWJIGcfJjNvg8hEX582zbpLk2d9Rj6x2eLYrj+NazFGF7m+S1H2ke3b/ys18ms1coEZpe5L1+I41CRFrCemiaEiFxtzxUF7jS5zxMMgsd/DwRa+T72ZuANbYLEHAgQIECBAgAABAgQIEFipgGUTIECAAAECBAgQIECAQHkqBfhKfu9ngld6P3OHav988c98z/S91/YnAfynZV7K+HPhCyrqYI9pMDwfXPr0ofkJECBAgAABAgQIECBAgACB7QvYIQECBAgQIECAAIGvF8hEaRcp01pqfjxvHF0mqVHdIg6vvGpXYpzy8FcbMcuHO32wYWY3D9P/WfE+6jOiWOUr1x5376m1/0GI3vfGyTkyoqkXgTcKmIoAAQIECBAgQIAAAQIECBDYvoAdEiBAgAABAgS+SyBzbsM4231eupr8bW0v5fviWt83yquv2w2ujHp1tE9e+EkA52dL10h2nuKTy3pk7lz6eRz7Zdq+P7x+o7LJ36iR7d9F9J0H33KcsEmjY9RuH+0yuii7aLsvu9LFW25fShoWXwQIEJhNwMAECBAgQIAAAQIECBAgQIDA9gXskAABAgQIfKFAF3v+idp15ZDPyxxejWsZUZxeef4TXa2li9NhtKa7dvCn7KIm8nslyzhsr/50F/MfonS7dmXx5Y2VxkY3kciMfZzfsLu3Jd4ZpzZ5dzNOFRcPDj3ut7vYWSUBAgQIEHhYQEMCBAgQIECAAAECBAgQIEBg+wJ2SIAAAQJ/BQ7ZuMv1eS3j79X7NS2/18r7PZbeYtdnq/uM9Y1c8NJ30a/v+k2JXH/JW/74DrN1P2h8y+OMOLzxut/iRmeXCBAgQIAAAQKPCGhDgAABAgQIECBAgAABAgQIbF/ADgkQuCqw62rJKNe+4nrJuHK9Rjox4+LlDSX7fnKiseGLm11N5e0NPH/Pnu9R+jRz8UWAAAECBAgQIEBgcgEDEiBAgAABAgQIECBAgAABAtsXsMNXBG7lCPPapbgwTza7UD1XVVdywlfykfdX9JMAzrarehI4P9p5GLGBTNn3H1vdRSp2HxFlV0pWl7Ivw+iiXRcX8o8ALkWJ3qUkzzDK8SsGPR6dit6uxmm074/jcAWvrou3141YwRZWvcR92A/j/H6senMWT4AAAQIECBAgMJWAcQgQIECAAAECBAgQIECAwEcFMn+RC8hyVzMflmdzRI5dI7d3iNLn62opx3Ifc+/j9Ce3F3muzPfF9S4iOkbTrhy+svwdh9xg1g3zhofWJfuX9hWT9HnC0qdps0e7MlkZg8Z2YrhcS+QXS4njaV5/R4vJphn6E6OcL/78/HxN966ft79znsNl3GnmMgECBAgQIECAAAECBAgQeExAKwIECBAgQIAAAQIECHyTQCZeb8XnLDIF2GKKVWQyPXc6xVjnY0QCOF59BjvL4eU4X9GTrMOVXzqO5H+f9L907fm64e3I44znR3m5R/+3Bq/31pMAAQIECBAgQIAAAQIECBBYgYAlEiBAgAABAgQIECCwCIE+8RvpwNOTx7OtKvKzfd721QkO/eN7PlaccTZQ7uSs6qHT2HypOV4M0JcP9ZqoUU4+fqhYeTndwBgyjw+jxsnhYPC9b304z8sZh7OZvrf50jgjz2eayrCLFLAoAgQIECBAgAABAgQIECBAYPsCdkiAAAECBAgQWJbAu/JROc+tWJbKy6uZOZ8YCeC2tEwmHo9fffK3T/i2cfLmHMebpcilDyMmyUztg2tvTwQPyxih5KovRtyIrtbS1V1EtmxxbN3vPY9j//1xuz5VeRy7ZJkxHPf8fHjNMQECGxKwFQIECBAgQIAAAQIECBAgQGD7AnZIgAABAgQ+KBB5rnIpMheV9XMvLee5F3OvYcbxM4eYkcZ9mXtt82Xesx0/WmafYRz67fqndfsJDhXTfB+8AXLsjGkGftsoyX0eP5NHNridtAxyf549+oMZv+UcGW2KPG7R6pQECBAgsD0BOyJAgAABAgQIECBAgAABAgS2L2CHBAgQIEBgvMDu+hB5KeN6i++9MkgAd3Gc8TaMmK9kvG1CExEgQIAAAQKfFjA/AQIECBAgQIAAAQIECBAgsH0BOyRAYHaBX891zj7bKxNkbjbjlb4/fcaP0Mb6upxk23CWGQlxLPOB3DydLY7z/Bk/J27x5+KkFV2X80w6pMEIECBAgAABAgQuCKgiQIAAAQIECBAgQIAAAQIEti9waYddWWAu5lqK6tIGPlo3sd1q9n1A35UucsAZh/PB9/wY54xB1fAwP9Y5ou660keNstZSa8Z/UR6i5NgZw76THOfa9qXr/h0jfgza8T6Oj3F/qsM4JT9ru0Xs6/DR2LGnGKAeI4rTq4t9djX4+rJGz3AstdTY6yFKHEeUqb5qDHSYIw4uvLqoO4+oGvnKRO95DIfcfzgRXGsttV6P4VrXeHxuf36+xj1ZMwECBAgQIECAwMMCGhIgQIAAAQIECBAgQIDATAK1Xs8t1FpnmvXxYTP/kimY87xAO398pGdbZi4q8l8xeZsry59RIq+WebSfiomP0r6WQx7uelnKod2prJEjyyj5FXnC7pBDLPtY7yC6vj7qstnNiPEi+9fnD/v9Rp8sW9zse+Ni5BFLRK2HPOqxLPV0Xkut9cYA55diXW2dfXm4nnfxcOT7BYG8uaXcZs6rGeX0lWctTpUbO+jiBz+3tHvqTZg9BAECBAgQIECAAAECBAjcF9CCAAECBAgQIECAAIFvF2i5mO9yaBm2a2XTOL/e6lt5yPG1s5fKnOKljp/vJAF8dg/yXtZ4T5zi7PpHT/vJ+xX2R5/61vV/HdEVud9P3YGfebtIxGf81DgiQIAAAQIECBAgQIAAgdUL2AABAgQIECBAgACBxQhkXmoxixm9kJb/Gz3QYgc4PBEsAXzhBuVbucWFy19fFTnHkknHWuPtIwv8tveDiQgQIECAAAECBAgQIECAAIHtC9ghAQIECBAgQOBzAofkYf+xx59bxKwzd5EAzJh1kpcH76JnuwdxOOIVGbwXe3fRNaNEeTFC8MWhH+t2Pm/2anV5/HysJ+uftm2veXwtnjfQY50CmZDPWOfqrfoBAU0IECBAgAABAgQIECBAgACB7QvYIQECBAgQ+JDAMOmYOafMQWV5Hh9a3ohpM9k7jBFDzdi1JX6znGaavIPTjGSUDwmc//C18w8tx7QECBAgMLGA4QgQIECAAAECBAgQIECAAIHtC9ghAQIEFiBQMxGcScgscz2ZcxqWebzuaMngZe0izWNF/ZOqYZ9lnI557UrezIwxo/zpG4srLf5cXHxFurZY/GItkMBAIJ8CzhhUOSRAgACBNQtYOwECBAgQIECAAAECBAgQILB9ATsksBSB/pN/zxaTGdOzqjWfLjv/d0wEl1a+Lr07dW1J/FOFg2sCyd7iWpvP17cVXis/v0IrIECAAAECBAgQuC7gCgECBAgQIECAAAECBAgQILB9gbXtsFYJxTXcs58EcD6xm08CPxrH3XX7rpyi+xe1+eRvFLO/cp5h5IQTbtIDAAAQAElEQVTtPI8PkU9D3opDq+vfa7cvLUoYdRlh1PXRkqvX+3/mSlvXvfK11dVaS6310LnLOQ6Hn/h+697mtU+saQlz5t4zlrCWW2vYx/tnTNwa2zUCBAgQIECAwIoFLJ0AAQIECBAgQIAAAQIEZhbI36Hfipmnf2j4Wo+5mIdaj2mU6cKMHCPLjOPc+chsVpda4lf68T2uXXpSuG+zvG+5/GEsZYXH3GqY7iO6QwxyrmPXGXdp7BDf3P+zyc9vlrd3AgQIECBAgAABAgQIbFPArggQIECAAAECBAgQILBUgRoJ4LrUxVnXQEACeIDxyGG+rd/+lwKPLEwbAgQIECBAgAABAgQIECBAYN0CVk+AAAECBAgQIEDgowLbTxu2HN/LzPn0c8bLA7yn4/bv5AyOfRI4xs0yCi8CswoYnAABAgQIECBAgAABAgQIENi+gB0SIECAAAECBAjML9BFci9j/pk+O8MgATw4LPsLq4rrmdFucaFFyWsl2l26NnldzjOMnKCd5/H0UbtSMsriv+LdWx6JxW/EAgl8u4D9EyBAgAABAgQIECBAgAABAtsXsEMCBAgQIEBgJoFM9g7jqWkiL1gy79nyn3351Agfa5wZ08cm7zf5WFOtliBQYxHXIi6VvKEZeSwIECBAYHkCVkSAAAECBAgQIECAAAECBAhsX8AOCRAgQOCdAi0Z/PScK0up7Upmq/t4eqs3OmReucWNZiu9VOMmt1jfFmLxkfytXVcyShyvbw9WTIAAAQIENi5gewQIECBAgAABAgQIECBAgMD2BeyQAIG3C4zN79XIqfbx9pU/N2FmaQ898mHRw9Hl7/euX+6ldlEC3aJWYzEECBAgQIAAAQJ/BdQQIECAAAECBAgQIECAAAEC2xeww7kFxic282nhS6scP/KlUaet25W6L32UKEv72rWDQRnXW9tbZT9OtD2VgyEmPRzOkcc5eJYZebyt6Lp96bqfBG4eZzy6y3za9yd+erW/dLhW/rRc51Ea3Yp17sqqm8A+fiZuRWunJECAAAECBAisRMAyCRAgQIAAAQIECBAgQGAigVu5gbw20TSGWaRApmgzdqV/Wrc9tRtlyf+m743o6q4copYu2rXMXI199rm0afKfMdq8r928wxudAAECBAgQIECAAAECBAgQuC+gBQECBAgQIECAAAECBAgsRyBTvr//Q6qHmuWs8NZKJIBv6Xz62ozz543PmHEKQxP4uEB7OvjjC7EAAgQIECBAgAABAgQI3BJwjQABAgQIECBAgMBMAvnU6q2h712/1XeN13K/Ga+uPZPAGa/2v98vs3cZ91veajF+hFuju7ZYgX2sLCMKr4UKWBYBAgQIECBAgAABAgQIECCwfQE7JECAAAECBAgQeJ9A/nd9Mx6dcZjszY+DbvFo/6vthgNfbfT6hRUngHPpw0iEdp7H3x351wvD2PXv5nw31dIffjeP3X+ZwAqfBP6yO2S7BAgQIECAAAECBAgQIEDgKwVsmgABAgQITC4wzA31xzFDX2bmcnDc6vrMUVzL87i8+lfu4zzapmKb7fBqed43fbJx9s38Wh9Z8WrUfSkZpZU5cjl+ZZ7zeDiymG6kkQtZd/fhzVnyTtrbtPRJ4HyTLnm11kaAAIHvFLBrAgQIECBAgAABAgQIECBAYPsCdkiAAIH5BDIb1CJnyeMsW+R5i6zL4yy3GL/2FieZG8t4ZK/R/E+zzAhm/yz/XFxQhQTw6JuRtzhj9EBvGiDfrufxpqlNQ+DDAp4E/vANMD0BAvcFtCBAgAABAgQIECBAgAABAgS2L2CHBN4okE+03pru3vVbfbd+LbN/Ge/dZ6ZuM8bNOn6EcfPrPZtAviWvRU7aksB5LAgQIECAAAECBD4tYH4CBAgQIECAAAECBAgQIEBg+wJz7zCzP3PPsabxM1M2dr39GCuDXXECeB/3axhxmp+X3UcePxZd15Vb8dgo2SrXEm+B/NzujKz6WMSe6iFKiTVF7OO8HdfY8yE+tsDFTHzr3ue1xSzUQiYV8CTwpJwGI0CAAAECBMYLGIEAAQIECBAgQIAAAQIEnhDI3/Fm8/w9/rXI698Qmf5psYuUUDtue8+PK87jzF/21/JkEH+utzFqLbX+jcg+DXp/8HAfebkL0XX7yPvFtePS2v7ytN9/nyPL65cidlcjmzaM6JhjBEscjX7F4JGa7SJKRCvz+BQTzBFDxOjx3Wsigclu/0TrMQwBAgQIECBAgAABAgQILFvA6ggQIECAAAECBAgQIDBOIPKVJePeKPfa5PWMe+Os+/qtXN6taxPveuapJIDv3K+ui2z/IO40n+byBKMc/ophgoEMQYAAAQIECBAgQIAAAQIECMwjYFQCBAgQIECAAAECCxLInGTGgpb0ZynyX39ILlZIAF9kebVy+38X8aqMfo8LaEmAAAECBAgQIECAAAECBAhsX8AOCRAgQIAAAQJTCAwzU5m87T+ueFj5wCR9v2jX+mYZpxt93cK5de0dHMOPpR4334oTwLn0YSREO8/jeaI9Efx39Jw73hj5ed0ZfxvMWtP+4uFQxjr6h/3vlbMuyeAECDwvoAcBAgQIECBAgAABAgQIECCwfQE7JECAAIGRAjXSH5mvGTnMKrsf8kClZLmLzG2WJb7isGTiti/j/NFX3z49Ix7t8852ub9hjJ87N5o5vUtRe9fhfDUm7M+jnOeVd6AlfqebIXc33WhGWpBA/5aM9Vwr45IXAQIECCxIwFIIECBAgAABAgQIECBAgACB7QvYIQECYwW6Ev/LnNnYgVbcv2V+Lm2hTwJHg1eITn2j/6Wxv7Wu53gF9GmwlgjO8unOvzpIAP/ieOUkb3vGK33n65N/9ZEx3wyfHbn/a4u3/LB9dp9mJ0CAAIEvEbBNAgQIECBAgAABAgQIECBAYPsCdjiJQPfh3EDmXjIm2czCBmm5lywXtrTTctI+41Qx40Fm/zKGU+R5+mQ5rF/asQTwJHdkibc5/wW8FZNs3CAECBAgQIAAAQIjBXQnQIAAAQIECBAgQIAAAQIEti8w5Q4z+zPleMa6LHDROSqXmBU838GKE8D5+PMwcmvtPI/njfxs+Z/Ylzze7+OuzzttzJNz/UTZx54juu6nLo//lX35F/8rJdd0Le4vtv8rhuh+XuZfV2Td/RGmaZFz/YpphjUKAQIECBAgQIAAgU8KmJsAAQIECBAgQIAAAQIEFi6Q+ZBhfHq5p49pPi4kz/Mwk5Kv5FGG/XKcpUTby/l69rHgjPP6x88j6RU5tHIxupKev+I4cEx7+O8DH8+fLN7efMUJ4LdbrWzCfAOvbMl3ltv/cEWbLKPwIkCAAAECBAgQIECAwIoFLJ0AAQIECBAgQIAAAQLTCmT+pMUzI2efZ9qvu+2t/Nnfa8OaNTlJAL/8Lk26jJcH+NvxiZprf/nwxBDRdPi2jdOVvfIHbRqHlW3ccgkQIECAAAECBAgQIEBg3QJWT4AAAQIECBAgsHqBfCo4cxSr38hxA8Ocy5b2ddzeZEXvNNlolwbK3GPGpWuP140f4fG5tHyrQL4Fr02Yid9hXGu3nPrhbnLlubIs22P4eb72sH4CBAgQIECAAAECBAgQIEBg+wJ2SIAAAQIECGxDID+GOHMU29jNYReZi8k4nG31+60d/r02rOnzUsGSZRTjXsOBx410sfeKE8C59GHk/tp5Hk8dbexWTj3+7fHyry3aX5Pk8e3WeTXfObnWLFtkfbwt+wGizNM+hsd9xce/5Ypzvy36JceqcqX5D2qWcepFYCsC9kGAAAECBAgQIECAAAECBAhsX8AOCRAgQGAFAi0v0crMV7RlZ9K3HSvXKpB3NPNnl6KWzEf9iuM2My/V56dqKXl8rH6+qPtSMkorh6PlmsokX9ONNMlyDDK9QLwTS8a1kfON1eJam+XVtx+y5a3MiggQIPCsgPYECBAgQIAAAQIECBAgQIDA9gXskACBrQhkEjhjK/sZ7mN92aLh6qc/vpRd643iQpbTzzjdiCtPAC+dd7obZSQCBAgQIEBggwK2RIAAAQIECBAgQIAAAQIECGxfwA4JrEAgM27t4bssV7DkjS4xU7cZ47Y3foRx87/ce7erpct348sj6EiAAAECBAgQIEDgcwJmJkCAAAECBAgQIECAAAECBLYvsIYdSret4S49t8bVJoDzE7a77l8kgfex44wo8vOy+8jjqSPnGMbU498eL//aIj9SIMuM263XfzX/sRnusx3X2Nqvz16PhrfOo/lXv7qui5+R6/HVODZPgAABAgQIEPicgJkJECBAgAABAgQIECAwWmBXa7kVxddDAu2/9dvKPg8x6BlpiNNZa5PlqXLlB7m/zMFkrHwrS1z+3zV1kZrNKIMyj0/xt8srNTH6K90+36fW/BHsSl98fjlWMINAd2XMvPOPxJXuqgkQIECAAAECBAgQIPBBAVMTIECAAAECBAgQILBogUxOZCx6kRa3eoGZ32OrTQCXyAB2M+PcfvO0p4Fvt3ro6guN8i8xMp7vmnARCdh3bsdZ9hW+ESBAgAABAgQIECBAgAABAnMIGJMAAQIECBAgQGD5ApkuyVj+Sidf4Wt5p8mXYcAJBNabAJ5g8987xPBfrsyivxLfqzf1zo1HgAABAgQIECBAgAABAgQIbF/ADgkQIECAAIF1CLSMyTpW+/wq2/5a+fwIW+6RKvkAaJYZ795rzt1i3NzrTQC3z8f+9ZnYuZ2McSjb7J1J3xbDHeYb+JUYjuGYAIFXBPZdV/ZddzVeGVMfAgQIECBAgAABAgQIECBAYHECFkSAAAECCxbYR+pkGAte6uil9dmg2G8+6TuMNnDNBu3kq8rceCZes8yNtzKP546cK+fOmG4u2dLpLFcwUvxU/1plvKnypzmjxPGva04IECBAYF4BoxMgQIAAAQIECBAgQIAAAQLbF7BDAgTWJtCSwWtbt/WOEWg5slbmWHk8bVI2R70dOV+L2y3vXd1QAvh8K3mecY9gjdfbmy7LZ9dfS1czSl/GtzyIQc6Tw1H1wVfurDs+GfnBZZiaAAECBAjMI2BUAgQIECBAgAABAgQIECBAYPsCdrhKgV0kKDJWufgJFp3PDGZMMNQKh1hWrmwM4KozpLVGIjOShGMA1tk3/vXpF97K/uTFb/lmzhh2z3FbDOvfd7zf5184HOZrK7lUHlr4ToAAAQIECBBYj4CVEiBAgAABAgQIECBAgAABAtsXeMcOL+VNbtW9Y03rnOM8T7bOXQxXvdoEcNf9i31kknBf8vgQXRxnHBLD+QRpNNrQ67DfVzfUxfs3o5Q4uBglvuKfhvzTjhYlzqP2z6uOW8uf8c4qaj3ew1hq3OFyLa6s7my05Z7uYp8ZucJ8v7bI83dEm+9SmfPvv/IPLHLn80R6DuPeLMO2l47v9XedAAECBAgQWJyABREgQIAAAQIECBAgQGAygUu/MxzWTTbRgwPl75lb0/Z773a+5DKfoW8RAAAAEABJREFU9h1GW+u/yI/citbuU2Xme16Je+s9jRn5gbyn57HfdyXfZ/fGGXv9tI7IE106rnVX6o14bv6YpOyiSyuHx1H9/OvjPXIHH1/EawtYe+rvtV1P1yvfxMOYbuSpRqo11zfVaMYhQIAAAQIECBAgQIDAJwXMTYAAAQIECBAgQIAAAQLrEVh3jmrFCeB7b5HcWsa9dh+8PmLq0wO6L4yRz+5e7xZv6OGfUpQ4v9549iv5lyWzT2ICAgQIECBAgAABAgQIECAwp4CxCRAgQIAAAQIEVicwJg+zus1a8FHgfk4sW/TvjWOP6YvMbWaMG3n8COPmH9E7iW90zweEM2402calTOe+vtGW6/1tkbYtfl9511kmfjPeNd8n5jEnAQIECBAgQIAAAQIECBAgsH0BOyRAgAABAgTWKXA5f7LOvVj1awIXs29RmRm010Yc9JpkkMF4Z4crTwDn8iO6C3G20bWf5l8T7GKftY/z3cS7rWQiuEVX2j9Mw7L1Cq12eCq7WqNPi1P1xw5iOR+b28QE3iAwyRT531kYxiSDGoQAAQIECBAgQIAAAQIECBCYSsA4BAgQILACgX0k4oaxgiVb4owCXbwffsVxrqgumavL8lj1WlEjl5eReb2+zBxfG+pSBq9de66cbqTn5p2u9dBlulFXNFICZAyXfH4+vPb7ON5m+RY7Vo5+2x7HGV/Uuv635ngFIxAgsE0BuyJAgAABAgQIECBAgAABAgS2L2CHBAisVaAlg9e6fuueVmCYcVtOFu3+HmXZ7hvdaZEp1Lz9GXeaznI5324Zrw2eb4CMn9451jB+rrzzKFfwzvnMRWALAsOngfN4C3uyBwKbE7AhAgQIECBAgAABAgQIECBAYPsCdkiAwGYFMn+VMd8GM2uXMW6G8SOMm38jvT+V/H2EL9d2Ky6NkW/djEvXlld3bXfLW6kVESBAgAABAt8sYO8ECBAgQIAAAQIECBAgQIDA9gXscCsCmX0qZfZs2UwTrDgB/KhIbvFWlIm+4o2Qn9XdYqJR2zD5eeP7GLvrI2r7DxqPOePw0qt2+5JR9v/Kpei6f6WLNqUcxug/0iAG+j1sGl+JrplGpw++0uVWfHBpT09da1o/3U0HAlcF9l1XbsXVji4QIECAAAECUwsYjwABAgQIECBAgAABAl8h0MXvJHd+172Ke5336lYsfRO3ckN57dX113gP18if1SxL5NrO4s649y9nfi1iX3aRodvF6Lu+7I7nXYyQEcWoV2bxRg2g85oFHnkLZVLyUqx539ZOgAABAgQIECBAgACBdwmYhwABAgQIECBAgAABAgTWI/CTO8vs2Jzr/plp+lkkgKc3vT/iBC26UkvGBEMZggABAgQIECBAgAABAgQIEJhDwJgECBAgQIAAAQIECBD4gMD6E8Bzp98/cFNM+YhAF40yoljZy3IJECBAgAABAgQIECBAgACB7QvYIQECBAgQIECAwNoEbued8qOls0XGLDur+1JalHFfK04AB0I5RsMYluNcXugdmeguOFu8MML9LjF+ybjfcmyL/k2cW7oSY8cf1z9/tFoc3wPtvXAqx82gN4GZBAxLgAABAgQIECBAgAABAgQIbF/ADgkQIECAAIFVCWTOKfNNWQ4W3p/O89/o/ZklJmn5zZ/K0UfvySaOXubSB4gs6dKXaH0ECBAg8GEB0xMgQIAAAQIECBAgQIAAAQLbF7BDAgQIEFifQCRh+0W3sj/59S2v9BEpwf4hyl9XpzrJJHSLcWNKAI/zi95JGHe7ZMTpSl+7eNfmTla6fMsmQIAAAQLLFrA6AgQIECBAgAABAgQIECBAYPsCdkiAwLoFVpHqy2xexm3q+y1u91/u1VXcpKXwRfa3XIulrNE6CBAgQIAAAQLrFLBqAgQIECBAgAABAgQIECBAYPsCdrgBgUyVbWAbuYVd13XlVmSjdUR7JDpz2hlxXvext3+XYx/7jljH3toqY08lo52/XtZ4Ex+iKzXeA+VqArjrJ9lHQj1nPvTpqz74LRbTP3Fd497GymOJuYXfcbjvpffKlZ/HB5dv6l5gnzcsjrbx709sxIsAAQIECBAg8FdADQECBAgQIECAAAECBL5GoNZaaq1fs9/lbvSQD+m6Q57kb5m5s0isLHcDb1pZGhysfiYcvn/zOPONP1dvHM14KdfwE7nqQ+wis/c3Sjm0ze8zLuoDQx92/YGJTflegRrTXYu45EWAAAECBAgQIECAAIGPCpicAAECBAgQIECAAAECBJYrkAnF5a5u7Mq2lwB+VKTlDh9tP0W7CceY+kncqcebcKuGIkCAAAECBAgQIECAAAEC6xKwWgIECBAgQIAAAQKLFth28nMO+j6tGGwtn5bns8zT7UqNuD72Li5lRHHjdb/Fjc7rvnT+WPeru8lx4o6XjFfH0O8bBOyRAAECBAgQIECAAAECBAgQ2L6AHRIgQIAAAQIEPieQOatbs2cuaxi32m7xWu49jTKe318mfVs833uqHrn2jNvjbTcBnNnxYfSfed0w7sO0lo+V+YaJqDFui8c6Ptwq/6JgF/upfTzc7Usbth+/LPMtfim+lMa2PyVgXgIECBAgQIAAAQIECBAgQGD7AnZIgMCXCey7rtyKL+Ow3Y8KRH6qZFxaROZKsj7yWKVFnmfkeZZbj9xn+mT5/F5TMOP5nhd6tDxilDUi/yu+mQM8ROazzvvkun8i13ErWu9LI7VrGy8b1tht5pulxdix9J9OoL39pxvRSAQIEHhNQC8CBAgQIECAAAECBAgQIEBg+wJ2SIAAgQUIRELx5ioydXJq0HJbWZ4qN3pw3OMhyxp7PJ7H0cdfTy/lsfzmFyWAE2SO25g/LS3mGN+YBAgQIECAwGoFLJwAAQIECBAgQIAAAQIECBDYvoAdEliKQPdFab9Xzbtl5/Ty04AzXt1e6/cd74S8l23HSgIECBAgQIAAAQJvEDAFAQIECBAgQIAAAQIECBAgsH2BVe2wf9p060mz3GTGhTtzpfpCy9VXbTcBnI+5tzh97nk+BZwxx32LH5j8y4oWE0+Rf5Cwj/10fUw8+IXhTk/BH6/t4oci3yy5jox9bjfieFlBgAABAgQIECBAgMCPgCMCBAgQIECAAAECBAgQWLlArbXUej2Wtb3M4GRcWlUkePrqGt+zTZbnEZdW9uq6fbke/2I3mQ9sEaf9K/fdHzzwLd0O/Q+5uTiOHF1pcRjh+e/HPGI+5VvzuOQ9+YnMv2XcG7jbd+VW5Ij3xnD9rsAzb5i7g2lAgAABAgQIECBAgAABAqsVsHACBAgQIECAAAECBAgsXSDzWi2WvtZn15eJ22f7XGmfRINLOXKLQfVrh5MNdHl6CeDLLk/UJmG+AzKudJuhOp/CzZhhaEMSIECAAAECBAgQIECAAAECrwjoQ4AAAQIECBAgQOCjApmzmnMBmbWcc/zxY59/wu3fEdMo4++VWzW588zLneJW41mv5dozbk9yv8Xt/q72Hy/d3/bNWJzevO/NaW/G73wjzgkQIECAAAECBAgQIECAAIHtC9ghAQIECBAgQGC7Ai0PFuXYj0AejRRrKBmjB1rgAPtYU4s4HPHabgI4Pze7Rf/52amU283I4ykj32gR7U2f5ZTDn8bKtWecKiY9aInfSQc1GIHvFrB7AgQIECBAgAABAgQIECBAYPsCdkiAAAECBBYkkHmkjHzK71o8s9zIf/UJ11Ye++bQx8P3FW0NWR4SpbXbl2G8by1TzfSzl8sj5r0cxuVW57XZ47xue+dpN9uucvAWs01yNvC8P1X5H5ducTaxUwIECBB4WEBDAgQIECBAgAABAgQIECBAYPsCdkiAAIGlCmQu6VK8ut7zXNi+lNkeiCxf+hWm/ScPZzmO4DsSwL3R+VbzPKO/OOLb8IdnxDBPdc05c+0ZT3V8qPEufoZ3XS0ZpeRcxRcBAgQIECDwjIC2BAgQIECAAAECBAgQIECAwPYF7JDAVwlkvihj2Zve9TmuZa/x+uoy79fiSqvTpx9fuX6szlGOh4p1Csz5wzbn2OvUtmoCBAgQIECAwD0B1wkQIECAAAECBAgQIECAAIHtC3znDteeN1rW+mut/Ydrz/Fe2m4COB87j6iR6u+jdqXWeoz/jmWd0DTGaln3LCcc+dZQXeypq7tyiBJlRhflPqK71bW/1nXRro84zSfKI7ro1sW3Luqj1uuDAl1/H+J+Xik/uDRTEyBAgAABAgQI/BVQQ4AAAQIECBAgQIAAgc0I3Pv99LXr+/h9dsZmIL5+I5H/Ki0SI1KLmQdrkVUfjC7yfxk11rOL+LOUuB6Zs6iOdff7iMPxr2lGCNb4cYmxcm0ZcXh65XnGqeJwELnPRz56+0LPQ3/fnxGIO/RM8zW0jSRwyVjDWq2RAAECBAgQIECAAAECHxewAAIECBAgQIAAAQIECGxVYJAHW1zuKBeUcc0+r2Vcu/65+tonpOdZ2xcngHPrGWNvbI5RY5CMKIavjx3nWtq6nl9E/jFELbt42+3KUr/6Nc7zM7HULVsXAQIECBAgQIAAAQIECCxVwLoIECBAgAABAgQIbF4gc08Zn93op/NDtduVuo+YhWEXo7aIwxGvHGVEd11L2QdCZiIz4vCjr1d/8C71y31lfHRDq57c4gkQIECAAAECBAgQIECAAIHtC9ghAQIECBAgQOB7BC7lk6befebbrsXUc90eL1fxq0VWRLxD4de8L5xIAL+A9rdL3O0S0T53O8u/jd5Qk2+5R29ptmsR/bo8bkuMvbTDhZTtLzpauZBlWQaBawLqCRAgQIAAAQIECBAgQIAAge0L2CEBAgQIECAwuUDmqH6idl0ZxuTTnQ3YZcqsRVzrSuTPIodWW0TdvK99DH8r4vIDr1j1A600uSHQxbUWcbiIV7wzR60j95NvriwzRg2mMwECBL5MwHYJECBAgAABAgQIECBAgACB7QvYIQECBAh8g8AwSzY2+/ZOLwng0dp56zNGDzThAPkWzFubMWbYpe3r7148EfzXRA0BAgQIfFDA1AQIECBAgAABAgQIECBAgMD2BeyQAIGPC3wqP9SeBP44wJ0FjM0Q3hne5c8LZDL4fBWX6oZt2vVWDq85JkCAAAECBAgQuCSgjgABAgQIECBAgAABAgQIENi+gB1+UiAfXGzR1pG5rIx2fl7mtYzz+sfOX+95Z/wYuCu5lzi40/SVy1+UAM6PNM7ILWe8wrW+Pl2tpau7s8i6EnWD/dS0aef5ZkujKPfx5tvHtbOorb51maGM2cu9v+DoolHGtem7Ln58bsS1fu+q38faMq6t8946rvV7tP7e+K4TIECAAAECBAg8JKARAQIECBAgQIAAAQIECGxM4N7v2Te23QVtJxI/JSJSUyUi0iil6/aHiIqu/CtdlG3BNZJEGV3kufZ9lLKP7u16ieslxysx2K8oF79qpMUOUSNHtet71mh5jFJijj7KuK+2mrIrJaYcROT0sp16PaUAABAASURBVPLq8KeeV1vkhRg2C/G6wOmWvz6EngQIECBAgAABAgQIECCwUgHLJkCAAAECBAgQIECAAIHpBG7l3TJVOt1M90bKldxrM+Z6l9ntPsU8ZpTLfSWAL7s8UZu3v8Wxm4IAAQIECBAgQIAAAQIECBDYvoAdEiBAgAABAgQIECDwRoHIx3WR2uyf6n3jtCucKpRWuGpLJrBgAUsjQIAAAQIECBAgQIAAAQIEti9ghwQIECBAgAABAnMI5FO+GRfGvlJ9oeUsVTl9i1kmaB8vneXICSSARwL+dG9/dRCk+dcHPxccESDwPQJ2SoAAAQIECBAgQIAAAQIECGxfwA4JECBAgACB2QRairX9t26zbJNFLq4dvrFsKxqW000fo2bCN2O6QW/+V4QnnMZQBAgQIEBg6wL2R4AAAQIECBAgQIAAAQIECGxfwA4JECBA4BsFIk1b8pOnTzELQia7W4ybYDeu+5J651YylrQmayFAgAABAgS+QsAmCRAgQIAAAQIECBAgQIAAge0L2CEBAgsQyFxgxvxL6ZO+808zywzvEZpl6QYlQIAAAQIECBAg8HkBKyBAgAABAgQIECBAgAABAgS2L2CH8wt0JVOu88/z7Az9qj7z6dPPLvXUfsUJ4Fz6ME57Ohx07drhtPSfdp117dHpVrbrY8u4/fn53C3GDjd7/1hvaQbnZV6bfQGLmKDr4p+TByMXvI+2WU4Vu1pLRq211Po3ysxfbf/n09Ra+6pcW3/woW9tfdfKDy3LtAQIECBAgACBJqAkQIAAAQIECBAgQGDDAvn74Fux4a33W6u1Xvy9da2H+r6Rb7MJ5O/nM65NcO335q3+Wr/l12cur95YZstp3Wgy4tLpI55jCf1xjNXVstDUdCzuyisVr1xaSXXmKjMuLfda/aW2X1d3C+fWta+DsmECBAgQIECAAAECBAhcEFBFgAABAgQIECBAgAABAlMKTPwM3pRLW91Y608AN/J84jejnWcZ2fks3hYmIkCAAAECBAgQIECAAAECBLYvYIcECBAgQIAAAQIECBCYQSBTm/Xmc5qZ2s24Pfn9Frf7L+9qL7MvJT+Kuf+I4+Jr1QL5Lr8U791UfmTCvRldJ0CAAAECBAgQIECAAAECBLYvYIcECBAgQIAAAQIzCGR+r8/rRY5vdR+4PKFHpsQmGG5bCeCPJn3jnZlPILeY4OZ8doj8AbsW+e7LmHGFeS8z+h/ynOtSzDj/YOhM/mbUuMW3Pm9/0MXh9wnYMQECBAgQIECAAAECBAgQILB9ATskQIAAAQIE5hDo80GZk4rBIxdT+txQHM/w6mL8W5FP3/6KWEN/HuXUr1hK2UX6qx//WP6dI1O5w0iniDS7FMcBssfxcEtFbPz0VwLv2FfeonfMs5Q54l24lKW8aR2ZAH7TVKYhQGB1AhZMgAABAgQIECBAgAABAgQIbF/ADgkQIEBgdoFMaPb5vWXlofos4LKWdPdWbDQBfHffEzZIwrz1GRMOaygCBAgQIEBg+QJWSIAAAQIECBAgQIAAAQIECGxfwA4JEHiPQH7Kbml5t+mnzCd/nxk1M38Zz/QZ2zZ3n3F9nLyacb1FXrnfIluJDQq8+y07ljD/tCJjOE6eX4thO8cECBAgQIAAgekFjEiAAAECBAgQIECAAAECBAhsX8AO3ydQM3WVaZ+SB/PMm8NnPDJ6tqt1vrU8soZX2+xqraXW6/HqwG/rV0upu3qIGuVZlI19dfuuDKPE+a0Yfm747+Ow6v+S4lWgfNtnvNr/mX4xT1t8qdExI+r6z4C/VUbTka/86OeMHKbWXSnx/ioTfu27Lm5fV3KOSzHhVJsc6pLZM3XNf5M4C9hU871WLmCJlkCAAAECBF4V0I8AAQIECBAgQIAAgRUIXPu91KP1K9jiR5dYa41fmf+NXdRnfHRxoyY//GdGa+QlLsdhzzlFrbX/HX8eTx3tfXrtd95Tz/fR8fp8VeRgZlpEPvnbR4zfl/X6f2X4dD3a7EtX8jy6lTgt8Zb4iawcEbnbHPN8iMO7b1jbas7LGCHdzuPYNa4ejxQEnhbI5OvTnXQgQIAAAQIECBAgQIDAigUsnQABAgQIECBAgACBzQtkZu5SbH7jH9xgpJxqTfQPruHC1LVP/R4u1ChaxOG4V+y3ZLw6yp2+G04A59YyXpV7ot8Hmk72BvvA2k1JgAABAgQIECBAgAABAgRWKWDRBAgQIECAAAECBD4qkFm/FvMspD3lOs/od0bNp1n7hGtmwe60ffJyrxbDtv3F4ZMjvKt55jYzrs2X1zKuXT/U329xaOf7VYF85Lp/21xtsbwLud5cd8byVre2FVkvAQIECBAgQIAAAQIECBAgsH0BOyRAgAABAgQIfE4g8zqX4nMrmm/m+VOz88/wgM7Mi1hxAjiTlxn5hs8yo4G+e1u5hogaa2jRljJRmX+RsMspYrzX3xMxQIk1jnqmPBbw8VcKPBIfX6gFbF/ADkcItP+GxbVyxNC6EiBAgAABAgQIECBAgACBKQWMRYAAAQIEDgKZmujzLJlriWg5oWF5aDnx98zvtBgOnXXD8+ePM/80jOdHWFaP/G/2nkeuMG9dv888+WS090q+j/L4V87uUn4z64bx2OKzx2MtF9tq/Jt73NZy/hbjRpq/d64zZunf4fkP0/E8qtb36n9UY9nXyrjkRYAAgVkFDE6AAAECBAgQIECAAAECBAhsX8AOCRAgcCYwTEucXZr3NHM6LXKmdpxlnot7Annr7rXZyvUNJICv3YrcWsa161PV59ulxVRjzj1O+8eglXPPZ3wCBAgQILAxAdshQIAAAQIECBAgQIAAAQIEti9ghwSWJpDpqDetqX+WcGVppHzy9x7P8veVuc2MKzvp4lrGlcutOlq1Q+X3CLR/IVq5xp3nvzq3Yo17smYCBAgQIEBgDQLWSIAAAQIECBAgQIAAAQIECGxcoCul/2TeW2mIvLZxhjVuL29LxmrWPlOqbhMJ4K7rStf9O0Yt3T4j6vbvvMVxhzLj3mLid1b+1UJs6/TvTRu+1lpqvR6l77GP5hlR5CsH69dZ82yFkff1kZhma7UOnOK9Ns2oh1F2MXZGrfXifTy08n1ugX3c14y55zH+cwJ5T8bEc7NpTYAAAQIEHhLQiAABAgQIECBAgAABAgQ2L5Cps13pIpdyK0qJNpG42ZX/IhUTffq8S5QT+WTuIKPWOkv+4N6TsLH9kjHRdmYdJtfZR8zSlzVuSRxferXrl64N6uY7PL5P9vn+iWhlF8d91H247wfz5/Eg4nqJqLuu3Irp3omDpXz0sPvE7PFO+sS0D835EZCHVqYRAQIECBAgQIAAAQIE1iNgpQQIECBAgAABAgQIECBAYDqBOTN420sAT+d+f6S+RRJmAjijr3jLt3xTZLxlMpMQIECAAAECBAgQIECAAIFvFrB3AgQIECBAgAABAosTyLxUi6kWl5mnFlON+Z5x+lUnx3umW/wsmb1c/CKXvcB87Lp/W71vmTXmbHFx1lxPtCkZFxuonEDAEAQIECBAgAABAgQIECBAgMD2BeyQAAECBAgQILAMgZbdbGWuanic569G5pUuxavjzdOvfXxzlvPM8OFRM/c30RIkgCeBPP5Q5I1pMcm454NEQjfHP68+nec6ok3J8lS5wYP8B+2R2ODWbWkpAtZBgAABAgQIECBAgAABAgQIbF/ADgkQIECAwPsFMg90Hm0V+d+PbceTlZlTGsZw4Kwfnn/mOBO+fXxm+plnDeN2vy/OlKncYVxs9Kcye/ypVPGMQNyYPuGa5TP9xrTNJG/rn8dt7mNZo+zfLFG2Zpsr7yWAN7dhGyJAYDECFkKAAAECBAgQIECAAAECBAhsX8AOCRAg8G0CkVPK/FKf88q9x3l/nGWefzZyFcMkcH+cqaLPLmvi2TPnN82QEsCjHfPd1WL0YC8OkG/7Ydd23srhtTUeh2//k+ztusa7Z80ECBDYlIDNECBAgAABAgQIECBAgAABAtsXsEMCixbIXElG5E7esM4+J/yGeUzxiEAmiFvcbp/vkNstXF2hQPuhb+UKt/BnyVvay5/NqSBAgAABAgRWIGCJBAgQIECAAAECBAgQIECAwPYF1rPDfAjwUqxnB7dXKi902+f21c0ngLuuK7fiNs8zV+ONmJ+93uKZri+1Pc/w5/lxoPa0bJbHqtUVJ8dwLRmXd5B/eXIrLvdaTu0+3p8Z196j71rpcP6cM8+zFASWLLCrtdyK4osAAQIECEwnYCQCBAgQIECAAAECBAgQ2JhA/h78Vnxsuy0/MixLpvNaZD4o41Lyt9XdX32mkP7EoFvLvWTV8DjP54/IC+1iv7v/Somo9b+yi/iv/Fdq2ZWojDi8cg95VONbW2dfxvkLr4V2yfud8fjyUunx1lpeEci31ZVLqkcKsB0JqDsBAgQIECBAgAABAqMEdCZAgAABAgQIECBAgACB9wtkfuhSXF/JsPX1Vt9xRQL4lfv8q08StrfUrwsznuxK7Q4x4yQLGrr5tnJBS7MUAgQIECBAgAABAgQIENiugJ0RIECAAAECBAgQ+BqBloPJMjedZS279ohtWcJXV2qtfcy1mv7p4W6u0e+P+zP/LhpnRHF6Pf4U8HnP0xAOCCxLoMZyMqL48Mv0BAgQIECAAAECBAgQIECAwPYF7JAAAQIECBAgsDyBxxOAr619mIfJLGhX9pmRLIfj0pevjTyu13D+djxuxOX3znud8dpKJYBfc3t7r/z52h2f+s3jty/AhAQIpIAgQIAAAQIECBAgQIAAAQIEti9ghwQIECBAYGECmQjMuLSsTNqex6V21+qGfSPFG6f50G8XyaiMqClZZuTxtVHmq28J3/Nymhljm2UY04x6Y5Qa9/EYNcpd6QbzX0rbRvvTcJeuny7+Oni85a9uTggQIECAwLcJ2C8BAgQIECBAgAABAgQIECCwfQE7JECAwIIFImF4eXWRtS0tLre4XZt9hy26ODnEIfEbpx9/HdbTZ0sjafrx5Uy1gNzWxbEy8Ztx8eLdSgngu0R/Gxz+8qGULP9eVUOAAAECBAhsTsCGCBAgQIAAAQIECBAgQIAAge0L2CGBpQt0c6b1MgmckQhZHqIuJhl2WM8hOZfHuc75okZiNmO+GS6PvIt5M0rJe51x3i7rMs7rf5/fb/G7vTMCBAgQIECAAAECXyVgswQIECBAgAABAgQIECBAgMD2BezwXKBGRUYUw9eFquHleY9z8hbzzrT20b8+Adx1XbkVwxucf+SQMax713HOu6/70vXxrlk/O08X0+e+b0U0ufnKv84YEzcHn+DirtaSUWsttf6N8oGv/HmotX5gZlMSIECAAAECBBYnYEEECBAgQIAAAQIECBAgcEUgf5d8KfaRd8m40u1t1ZfWNqx720JenCgNMw5rLpHLysicVpY5aP4ev0WeTxG11EjKHKLEcem/aiRsMvqTsi8lclXlbV81ZmqMw3xvAAAQAElEQVQRhxO9cj8Zx+H+FMEQObk/1eMr8inuiF1EjSglU7U/sa+7knF9ovAvGddb5JUcMUtBgAABAgQIECBAgAABAgQInAQcECBAgAABAgQIECBAYCkC9Wwhed7i7NLo0xx39CATD7DENY3cYiTVS8bIYa51lwC+JnOp/ldd0PWZ+V+Vbzvp4r2e8bYJTUSAAAECBAgQIECAAAECBL5FwD4JECBAgAABAgQILE4gEkOlxVyLy4xkxs/4kQ37OfnoUdt7Kx9dzHJ28OiKp2j3nbueQu73+3+KEY2xcAHLI0CAAAECBAgQIECAAAECBLYvYIcECBAgQIAAgeUKZPJzjtVl0us8DvPc/7DhQ7v3fM/9Zzw6W2vbykf7fapdarcYtwYJ4If9dqV2hyhRPtxt0oa7GC0jCi8CBN4pYC4CBAgQIECAAAECBAgQIEBg+wJ2SIAAAQIEvlDgd+K3q105RInywJGfSJtxOFv698yjtWiJ3yyzbolrT/9pkr7D3S11t8M1Oh4K5PtgeO6YAAECBGYWMDwBAgQIECBAgAABAgQIECCwfQE7JECAwLcLZAIqIhLAkfoNjDjO75k7jdLrHQItEZzluPkkgE9+j1Pke712u/6J4HJ4/59GcUCAAAECBAhsSMBWCBAgQIAAAQIECBAgQIAAge0L2CEBAiHQZ78i93ssS5ZRvbBX5qczHl5W5PMebruhhrsN7eUjW+m6rnT7N2aBl/nz9hF7kxIgQIAAAQIE5hQwNgECBAgQIECAAAECBAgQILB9ATscCmQSqsWwfonHuc7zdV2qG7a5d33Y9nAcWcDDwcq+f3ECOLaeWf9TxJ3L4xL1cdheXVcjwZsRtzgSvZns7aP7V7qI1u495b7U2kXUU7xn3uXOEren3Irlrvywsn3XlYz+Dwni+Lw8tPKdAIFLAvmzcysu9VFHgAABAgQeFNCMAAECBAgQIECAAAECBO4I1PqTq6j153gXxxl3urt8RyANM2r9sa315/hO9ycu12jbIg4X8uq6feTh9qXsf8ehPnJlkRyqkdf7HbVEGu13lP3gPK/v4nzXdnmzrDXyg93NJou9+NgOF7v8EQu7dsPO68/Pz6ZsyYezaqcECBAgQIAAAQIECBAgsEoBiyZAgAABAgQIECBAgMC3CdSHN/x4y4eHXHTDrruTKFzo6r83AfznhpxTxHkXke0WGO0vGBa4NEsiQIAAAQIECBAgQIAAAQLrFLBqAgQIECBAgAABAl8rkKndYVyGyPzU7oM50Zw/4/LqtlCbucmMcXsZP8K4+T/XO9/Dt2b/4Jv31rJcm1+gi/dGi5xNECBAgAABAgQIECBAgAABAtsXsEMCBAgQIECAAIFIkJSM5Urczt9kcm8fi88yirNX65vl2aULpzlGjDUXx1zjHnfyvQngkjdtEHl+RCkLfPK3xvtsF+s6fJZ5W6hySoH8gc+YckxjrV7ABggQIECAAAECBAgQIECAAIHtC9ghAQIECBAgcEUg81PDuNJsturM2wzj8kSRROvzfFlmi1bmcSmn/ofTB7+3MQa5xBrHD/a+2izHyMj19mWbJ3tMl7adbqRclyCwAYF9LaXFBrZjCwQIvCygIwECBAgQIECAAAECBAgQILB9ATskQIAAgTUJtGTu7zW3JGor82oma3/O86hFXr08Tl5pEa37BG07X1cpAXz1fiVNxtUGLhAgQIAAAQJbFbAvAgQIECBAgAABAgQIECBAYPsCdkiAwMsCNXpmRDHrK58+fniCPwuKJO7Dnc8bxmDdJ/KEOWfG+XqeOx8/wnPzaU2AAAECBAgQIEBg0QIWR4AAAQIECBAgQIAAAQIECGxfwA43KPAn3xtJ3Je3Oabvy5NO1nH7CeDMzj8Sf0jz0fCMPxc+UpGPou/rvnR9fGQJq5w03R6NtsFd/APRotXNVe5qLRm11lLr3yi+CBAgQIAAAQIE3ilgLgIECBAgQIAAAQIECBAgQOCDAvnE7zByKe08j38ikjkl83gZrba2gygzBTo8j6qf1xNHMc4wz/hEz4tN21jlOG6Wv+Jir6crY/Sn++hAgAABAgQIECBAgAABAgQ2JmA7BAgQIECAAAECBAgQILAegUwAv2G1c00z17hHEgngI8TFYsGV7anWBS/R0ggQIECAAAECBAgQIECAwDoErJIAAQIECBAgQIAAgUUK5NO/w4Xlecaw7pHjfBa4RbbPMTLy+HJk6/WmUde78st3Qy2ByQQMRIAAAQIECBAgQIAAAQIECGxfwA4JECBAgAABAgSeF8gHWDOe7zmmR86YH/mc8fw4mdJ9vNdxruc6PT78xZa5rxYXGzxcKQH8MNUSGubtyljCWqyBwKYFbI4AAQIECBAgQIAAAQIECBDYvoAdEiBAgAABAncE2ifStvJO89GX2zzDspRDMrZ2WT4/RT7pm/FczzZXJGTrIJ4b5IHWOU+MXzIeaP5gE9nEB6E0I0CAAIFvEbBPAgQIECBAgAABAgQIECBAYPsCdkiAAAECrwhkYnb/1qdic5WZJI2yz+LmcUacz/qKOTLxO+sc54NnErjF+bXnziWAn/PSmgABAgQIENiygL0RIECAAAECBAgQIECAAAEC2xewQwIEXhaItOjLfUd3jMl3pZZdZqHL81+ZP25xv3dkubvd/WYLbbHelS8U1LIIECBAgAABAgTWKWDVBAgQIECAAAECBAgQIECAwPYF7HDpApHl7T/y+co68/KVS9NWRwJ42gHfOpoE8Fu5x042zWPfY1eh/3QC+64rGV2Ul2K6mYxEgAABAgQIECBwQ8AlAgQIECBAgAABAgQIEHhS4NLvtLMuf+ed8eRwmi9KIJOfVyKfis2Ybb2Z4e1K7fZ9lF//bdxa8uOnM16cvuTDw7fi77iRSs39tvjb4KWauqulj7ortdaXxrjVaXfromsECBAgQIAAAQIECBAgQGDbAnZHgAABAgQIECBAgAABAn8FMil5Kf623HRNt87dSQBfum8rqHv8M8pXsBlLJECAAAECBAgQIECAAAECnxAwJwECBAgQIECAAAECKxPI1GbG3MvO5Pc75jnfR86ZcV7/3Pn4EZ6bb1ut895va0d2U0qBQIAAAQIECBAgQIAAAQIECGxfwA4JECBAgAABAgTWKLCPRWdE8eQrP/r5yS6rbS4B/Oqtq/nmisgyowyO+/NXB77cL5/43XW7Uvu43EYtAQKjBQxAgAABAgQIECBAgAABAgQIbF/ADgkQIECAAIHFCuTTlxm7WGGLOOxfr30ecyZ+++jH+P0t82/D+H11hrPMIWZkXjGjP27z5H7b8bhyupHGrUNvAgQIECDwYQHTEyBAgAABAgQIECBAgAABAtsXsEMCBAgQWLZAJn8zLqyyz9TmA5nPJ4KzR4sLI2+uSgJ4c7fUhggQIECAAIGnBXQgQIAAAQIECBAgQIAAAQIEti9ghwQIbEQgU7nPbSVTyi1+91xaqjTXk/F7lc+ejR/h2Rm1J0DgqkCttdRar153gQABAgQIEJhewIgECBAgQIAAAQIECBAgQIDA9gXskMDv7EueZaRLK/P4d9R6/drvlss6kwBe1v24upr8bPJ93Zeuj6vNXFiZwC7+4ciotb6U+O0/7aAr5VpZFv7VdV25FQtfvuURIECAAAEC6xewAwIECBAgQIAAAQIECHytwK3fzT5y7WvhbHwlAvtY5yFqt488Sh5HQiVqD68aRY28W4nIchdlVA1e+XMQ6ZtBzQSHXaRmM0qUGcPjPJ9gihwiR89SECCwAIFa69OJ4BrrvhRR7UWAAAECBAgQIECAwFUBFwgQIECAAAECBAgQIEBgXQKZDckVtzKPn4lhAvixfrXUxxourJUE8PCGPHq8gHudTwRnPLrkMuFfDTw+p5aPChyeAj60zr8oORxd/3564vd6E1cIECBAgAABAgQIECBA4JqAegIECBAgQIAAAQIE1ieQibF8YjbLF1afuZU/3XK8P5Xrr5AAfvYe1uyQj4lnuZboFx2LbWUcev0R+HxF7T8O+dF1uJuPSmlHgAABAgQIECBAgAABAgR+BBwRIECAAAECBAisTWDGjEj9yfnl88GZW874jFCupcW4FUgAP+PXvwkS/lKnePPlXwm0uNRkdF3eroz7A3U1P6u8RSQWc3k1y6y731+L9wrkPyr7/bX3Vin5Vym/oviaWMBwBAgQIECAAAECBAgQIECAwPYF7JAAAQIECGxGoNZaar0em9lov5Ea3x/Lj0XDm6/a7SPn0qKL42zela7sSyZ+uzjNiOKNr5xxP+l802hNuqQ1DDbtTVjDjq1xXoFM/t776Of8563FvKsxOoFvE7BfAgQIECBAgAABAgQIECBAYPsCdkiAAAECBM4FMvHa4nCtTwJnMuZw+qbvuYacKvOPLfL89dhQAji3kvE6xqZ75pPJm97gc5trT9M+12u+1vXt/5jMtxcjEyBAYFUCFkuAAAECBAgQIECAAAECBAhsX8AOCRB4WSDzKS93XkXH3wma3G/GKpZ+Y5Eypjdwtnvp95v59X1ONc7rK9hKz1rv/yjm33+02Mq+7YMAAQIECHxSwNwECBAgQIAAAQIECBAgQIDA9gXskMB1gZbnauWh5e+zQ93avt/POi12R7n0YbxjoTlfPnr9jrkuzbEvXfcvorsbZf+vZORfKfRR9v3nmPfHXS1dJBxvRSm513tRLy1ykXWHfZeTQTl+ndefnx+bzVbsu65k5Mc/X4o2cdyyuGflJ9oF5aIF8t4O4/weL3rxFkeAAAECBLYtYHcECBAgQIAAAQIECLxBYPi7sUvHb1iCKTYm0JX4X/xe/fx3rZfON7b1t23nUp6k1b1tEX8mysfj9n9qH6j40+R3bizzZdmklhp5sX6f5TNftcYadj8xdhWZ4Rs7xmf75z3PeMcq3jXPO/ZijtULeDuu/hbaAAECBAgQIECAwEcETEqAAAECBAgQIECAAAEC6xJ4T0aknlB+jk5Vbz0YP//6E8ANPP8btxnt/JlyhW37v0K4+X7PW5uxws3NvuSu7LpDzD7VTBOcngieaXzDEiBAgAABAgQIECBAYJMCNkWAAAECBAgQIECAwC+BzDf9qjg72d3MRZ01XuPpr9xiLTXOayZhSv3AbmLOmL/084+bXoZwnJ/eqxLIf6UOsa9dySilK6vagsUSIECAAAECBAgQIECAAAECLwnoRIAAAQIECBAg8LzAPnKSz/eausd7FtFnkGKqCfKvrwHkAl7r+aeXBPAfkmVWRL6y7CLrX/u4tMa8lcO41Obxunxz34zHh1pEyy4Ah/F7URP+RP0e2NnyBT66wkv/XYph3UcXZ3ICBAgQIECAAAECBAgQILAdATshQIAAAQIEjgKRLinDyOp2nsfnuaFhXR5/JiIrWzIHNn722u1j/y26Usu+H7SL712cdX0Z3+Z61Zgvo5+3HbfJcp/teFw5jda4NehN4I0Chx/dQzI4pz2cxtdKCAAAEABJREFUexI4LQSBbxOwXwIECBAgQIAAAQIECBAgQGD7AnZIgAABAmMEMiE8pv+0fadLkB7WlTmiw1H7njUZ7XytpQTwWu/cvXV3cWsz7rX7kuv51yunrU7978NpYAcECBAgsBoBCyVAgAABAgQIECBAgAABAgS2L2CHBAjcFditKtuZCZ7If030NPBlnLnHvzzrT+008+coP2M6ui2Q76vbLVxdjED+izWMwcKyenD6c5gXWvzULv2orfi8XPq6rY8AAQIECHxKwLwECBAgQIAAAQIECBAgQIDA9gXscB6BbaXKlrab6dYjAfzU+38frT9Dlo/Y7+u+dH3EMk6vXE/GqeJwEO1KxPC/Jzo8LvtIF0bkk7G34jDY3++5noy/V5ZQ05Xa/Y78iOfDPvOHp8VwrV2cnEdULfyV9+BWLHz5lndHYPgze+n4TneXCRAgQIAAgb8CaggQIECAAAECBAgQeEJgH79nHRNPTKUpgYcEaqkPtdPoR+CQGymRNzlEPvGbUY5f+wHpeduL59HvQlYqahf1emAxuYvB5k89MheYcaqY9iA/vTejf4o51jA8nvD9HSNPu26jEVi+wKUf6OWv2goJECBAgAABAgQIEBgjoC8BAgQIECBAgAABAgQITCKQz9NNMpBB5hL47gTwFKqZmc+YMCv/yLLaU5+PtNWm9H9HMXRof7UyrPt77F+wvyZqCBAgQIAAAQIECBAgsEIBSyZAgAABAgQIECBAgMANgRrXhhGnq35JAD96+/KuX2pb96VklE8lC2P+klEm+2rJ5SwnG3RRAx3u1fUl5fVhXG/pCgECBAgQIECAAAECBAgQILBsAasjQIAAAQIECBD4EciPfM74qXHUBDIV2KLVvbfM3FTm/DLGzSwBfM0vk7rD+JVkvcQWN+VX+2sDj6nPeTMujZFvhmFcanO7LhO+fUSz2M3HUtox/chXLV39HfvTE9pdHHUxfkYUp1f+SOdJ1OfjwSXKPO1jeNxX+LZ+ATsgQIAAAQIECBAgQIAAAQIEti9ghwQIECBA4OsFukh/DOPrQS4AZFoo48KlN1VlHmofc2UZxQSva9nECYb+liHyhmRMd1Nuyv2ZJufOuNnr4Ys5/Hk83HlRDeNftEj1llOUF7+axovddSNAYIEClkSAAAECBAgQIECAAAECBAhsX8AOCRAgQOCSQEsGX7qm7lMCmYuKuTML3T9sejyPqldfEsCvyp36JWFGJhxPlW88yLkzppkyd3Ee04y8rFFSLGNZq7IaAgQIEJhdwAQECBAgQIAAAQIECBAgQIDA9gXskACBqwJ9jnF8fvHq+C6MEWg3ppWvjyUH9rrdZ3pmdnbmmXOKFjNP9Ybh84ck4w1TmYIAAQIECBBYtIDFESBAgAABAgQIECBAgAABAtsXsEMCBEqRAL72LuiCJqLW/0o9RS21ZnTHsg56x3G0Ly0GV6Y7zI96zsgRs8zI40uR1x6Jn761KyWjbOari/0copTuuKu8T7XsS8axqi9+Xy9xvfRftXT5eQj9cXyL+x/fvQgQIECAAAECBNYlYLUECBAgQIAAAQIECLwgsIvfh96KF4bUZUECtdZS699Y0BItZQKBzPsMY4Ih3zPELvJ0FyJTNhlXFvFSdY6X8VLnhXYKvYWuzLIIzCZQ74x87/qd7i4TIECAAAECBAgQILAgAUshQIAAAQIECBAgQIAAAQJrEhifp/rOBPCU9/j0xO/4m/HMsmrMm/FMn0fbrvIvQX5tLp/mzfhV6YQAAQIECBAgQIAAAQIEvk3AfgkQIECAAAECBJ4WqLX2TwY/3VGHVQjsIn2SsYrFXlhkrbtSa71wZQtVsa/I/5UJHkfebYHjo3uo+1IySvzEFF+fFch7cB5/V/RcTY4X9/i5TloTIECAAAECBAgQIECAAAECHxYwPQECBAgQIECAwF+BfeQYM/5eUfNxgUxJTbQICeBrkJnUzSiZ/GvRGl9ii7uS7Vu0phOV+VTuLrL+tY+JBt3UMOFfLsXYTeaYMUbe1/Ze6I+jzmuNAtZMgAABAgQIECBAgAABAgQIbF/ADgkQIECAAIGjQD5MOoxjtWIgkDm4jEHVfIeZY8q4mHOK7PxEM1/KZE409LcM05LDx0Tht2x7sfuM+9D/lEZ5Sgi/utjjGP0P4qtj6EeAwHIErIQAAQIECBAgQIAAAQIECBDYvoAdEiBAgMAtgZYMvtXGtfULSACPvodJmDFdVn70kr59gMjb5t3IGEeRI0R0eX/HjaQ3AQIECHxYwPQECBAgQIAAAQIECBAgQIDA9gXskAABAiME8vnCFiOGGdk1c1IZ44YZP8K4+fUmsHCBSAAvfIWWR4AAAQIECNwWcJUAAQIECBAgQIAAAQIECBDYvoAdEli/wHQ5KQnga++G/qnPR3je8xHQ+Uj+vu5L18e1Rb9S39Z/qexeGfAjfdpfZPTlHCs4vR/iPdEfTzPJrtbSotZaav0d5cu/uq4rt2LrPLX+fj/U+vt86/u3PwIECBAgMIGAIQgQIECAAAECBAgQIECAwCYFbv3uPK9tctPXN/XClUt5sVaX+bGMF4a91yVzTBFd2ZWMfZY1jvuoJfOBGbX+zgfU+vv83jSRzbrX5Iuvd1+8937rXw/QK/hGgAABAgQIECBAgMAaBayZAAECBAgQIECAAAECBAi8IvCe/Nics3xXAvjZe1wf6ZCEGQ81fmTAh9pk9j/jocZf1SjuQ8DsjlFKnJcxX9k/Y8wY+hIgQIAAAQIECBAgQIDAWwVMRoAAAQIECBAgQIDARYH+k1TnzDxenFXluwUyc/nuOZc9X+b66r6UjBJl8bU+gRp37hDDtb92nP8KZrzWWy8CBAgQIECAAAECBAgQIEDgvQJmI0CAAAECBAgQILBOgcxHZW4yY9wOJICHfqOSvpE57oKzxXDcyY5j/JIx2YCbGairtfzElNvKH7YY7/TeiB+6/jjqvNYkYK0ECBAgQIAAAQIECBAgQIDA9gXskAABAgQIEDgTaE/8tvLsstNFCGQuKvJPJctpFiSbeNExkVtcbPC5yunu/ef2MNvMkYQ/jt3FYcbx9MUisSMkfF/0043AUgSsgwABAgQIECBAgAABAgQIENi+gB0SIECAAIG1CkQuql96lpmfzLKvePmbBPDLdMeOpyd+I+N4rFJ8UiDvwzDGrOU4Tt7jMcPoS4AAAQKfEzAzAQIECBAgQIAAAQIECBAgsH0BOyRAgMAmBFrit5Wvb0oC+HW7z/TMnORnZl7RrImUMcWSpxpnirUYgwABAgQIEHhGQFsCBAgQIECAAAECBAgQIEBg+wJ2SIDAXwEJ4F8myZGPVv+qXNBJri1jQUv6lqX0TwHn+yOiP55m4/uuKy26OH42plnFeke557XenR1Wfm9/964fRvGdAAECBAh8pYBNEyBAgAABAgQIECBAYPMCu1pLRrnyde/3h/euXxlW9coE8j+XOYyVLf/ecl2/IhDZrCtXvrF6/BPV36hmzwQIECBAgAABAgQIEFiQgKUQIECAAAECBAgQIECAAIE1C4z/dNrvSACv+R5fWXuNZHXGlcuqJxPIHzI/JpNxGogAAQIECBAgQIAAAQJzChibAAECBAgQIECAAIGbAu1p4JuNXPyQQC2120XU0fPvRo/w7QPUfSkZJTKyxdcSBayJAAECBAgQIECAAAECBAgQ2L6AHRIgQIAAAQIECBAgcBCQAD44TPA9EsCZCG4xwYjDIfJp312f9d+VPB5ec0yAwFUBFwgQIECAAAECBAgQIECAAIHtC9ghAQIECBAgQGAdAi2PGGWN2JV9n/fL3F/Nx7Mn2sVuonG+eJh97D0jEsBx5LVNgfEP22/Txa4ILFvA6ggQIECAAAECBAgQIECAAIHtC9ghAQIECBAgcC4gAXwu8vR5EmZIET5Nt6IO7u6KbpalEiBAIAUEAQIECBAgQIAAAQIECBAgsH0BOyRAgMDGBPLTgDPGbiszl2PH2E5/Wb7t3Es7IUCAAAECBL5WwMYJECBAgAABAgQIECBAgACB7QvYIYHtCUyXqJQA/vXuyI9yfpUkbkoXfVv8Gnf8SX7s977uS9fH+PHWMkLXxZ5vxO191PB6LUqJ+xmRn7e+O366d40yoyzoq+u6citeWWqtYRbjvtJXHwIECBAgQIDAhwVMT4AAAQIECBAgQIDAGwV28bvEW/HGpZgqBM5/VxxVXhsWqLWWWv/Ghrc83Np6j495xBplRomylMgv9lHLvpY+xm4wRxw7hv4EFiwQPyllTCx4a5ZGgAABAgQIECBAgMBAwCEBAgQIECBAgAABAgQIECCQAttOAOcOX46kybgzQGbmM/ok4522E17OJ4IzJhxyVUPVNz+N28+3KqFxi82nnh9494+bRG8CBAgQIECAAAECBAhMJWAcAgQIECBAgAABAgR6gVprqbX2x759r4AcT7v3r/4s1H0pGSUyksXXkgSmXEsm27/uDn/dhqd8xxiLAAECBAgQIECAAAECBN4lYB4CBAgQIECAAAEC2xDIxEzkHUvGuB19bwI4k7bD+IX5CkvclF/jjbsxl3vnujIuX91ybf8EbhIfY+699gnfWkqW+XnrOV8eZ+Tx1mLom0//bmB/tkCAAAECBAgQIECAAAECBAhsX8AOCRAgQIAAAQIbEIjkV5+nzHKa7XxnNnEau+MomYXPmO6mHAe+XLxpmsuTf2/tN7BHvrtkfO9dtvPtCNgJAQIECBAgQIAAAQIECBAgsH0BOyRAgAABAlsROGah+qf1IueY5citSQCPBCwlCTPq6JEM8LxA/gxkPN/zuR7HH73nOm2gdb6rMzawFVsgQOBbBOyTAAECBAgQIECAAAECBAgQ2L6AHRIgQGCTAi0b1crXN5mZy9d76/l+Adm495ubkQABAgQIEFiFgEUSIECAAAECBAgQIECAAAEC2xewQwIHAQmzg8Pl79+bAO5i68Pon+RtSPt28EQZb7Rf4z3R9eGmua6Mhzv8aVhrLbX+xJ8GC6qosZZ8ujcjDi++umiUcfHiRJW1xiRtrG78X120oZZQpm0fg8V0scdaD3vO3WYMLi/qsNb66/1c6+/zRS3WYggQIECAAIE5BYxNgAABAgQIECBAgMACBXbx+7pbscAlWxIBAssWOK4ucwG7yA/89ydKn+/bHdstt8jcS8a+lpJ5rj5iuVmXEYejXssXGLW9JzpPofnEdJoSWIpA/NuylKVYBwECBAgQIECAAIEXBHQhQIAAAQIECBAgQIAAge8TyOzGpViPxPXUZO5r3D62mQAeZ/Jc7/bUbxl/M56ZuH9q8/o745mhtCVAgAABAgQIECBAgAABAusUsGoCBAgQIECAAAECXyYgP7TlG565xkzdZjlunznKuBG20vtVy7ovJaNsJxvbP2YeHlmWFX5ZMgECBAgQIECAAAECBAgQILB9ATskQIAAAQIECHyDQKRrvmGb9jixwPcmgDNpO8JlrucAABAASURBVIwSidwT7isskQD+Nd5psEkO8i86dt2u1D4mGfLPIJnw7SOuxG5KRhx+5tUs+/uS92YYH13ZZzzM+qiAdgQIECBAgAABAgQIECBAgMD2BeyQAAECBAh8jUAmgDNHdIqv2flrG601cmk11V7rP3uvlv9qZZ8Ha7NOt+5dG1L5qkBLTG4jKZm76JPA8R7ry1dZZu2Xq5x1AoMTILBKAYsmQIAAAQIECBAgQIAAAQIEti9ghwQIEPgygUiJRMqmtPiy3dvuiwISwFfhkibjaoNNXuj/Acl/TFpscpc2RYAAAQKbE7AhAgQIECBAgAABAgQIECBAYPsCdkiAQC8wzOX0Fb5tSCBzkxnjtjR+hHHzL7d3JEA/+xnIn6Pp/+GI6bOMYoGv5a5sgViWRIAAAQIENi9ggwQIECBAgAABAgQIECBAgMD2BeyQwPYFpst/SQBP9W7JD1/vP6c7SLuIqcY9jpMfx7yv+9L1caycuMgtZAyHzfNLsYsEedYP2056nIYRtf5X6p/Yldp/hvtu0inXOFittdR6Pda4J2smQIAAAQIECDwhoCkBAgQIECBAgAABAgQIENikQI1dZUTx5xUpmsgXlT7+XNxmxZ9dZd7sVvzpsJSKyH2VYZTMdbW4dsf/Lr7WejM/lCP+7aXmdYH8qXu998J61gWsJ9dwKRawNEsgQIAAAQIECBAgQOCDAqYmQIAAAQIECBAgQIAAAQIELglsKwF8aYcbrWt/1TDH9moksWu3KzUnmWMCYxIgQIAAAQIECBAgQIAAgTEC+hIgQIAAAQIECHy9QK315hOQXw80J0Cdc/DvHrv2ObrxBrvxQxhhewL3fnLj3dd/3HWWc+8+57gUf+dVQ4AAAQIECBAgQIAAAQIECGxfwA4JECBAgAABAgQ+I5DPDWbGZv+Z6b9g1qY7XlgCeFVvl7xdGeMX3f+QRp73p9yVrraICxenaG+8LLNBK/N44qjx5s4oOce1mHhOw61ZwNoJECBAgAABAgQIECBAgACB7QvYIQECBAgQIPABgZZLyqnzOEsxXiCzcbtIgdWuK7XbR3TjBz2OME028TiY4g0C0937FxbbJo8yn0HPETJJm5HHggABAh8RMCkBAgQIECBAgAABAgQIECCwfQE7JECAAIFPC+wjYxkZopJJ4Cw/vZ7tzH/UzNxbn3M7no/YoATwCLxD1ySM6CJKxqF21d/zfZX7ybi0kfgBv1StjgABAgQIvF3AhAQIECBAgAABAgQIECBAgMD2BeyQAAECXyHQlXwieFcyUTduwxvJWI5DuNg7k5wZFy9+sHKWNT056Pj33QcBTU2AAAECBAhsRcA+CBAgQIAAAQIECBAgQIAAge0LfP0OI4WTaZlhfL0JgLsC35sA7p9u3ZVa65Xoor67C/jeBvuYLiOKB1+1/t5f69Y/RR7bq+FQu2jTH5dSsyzxlY+YZ5SoKDlnRtT3r1pK9OkPo3/J6E8m/BZjdhmx/u5qTDifoU4CtdbSdXnfT1WLPch13orFLvxNC7tns1/JfX4Tl2kIECBAYF0CVkuAAAECBAgQIECAAAECZwK11shr/MTZZacrE8jf0p+iHtIy3aAcu53hWPeO21z5dGos4SeX1C7MV2525N7xwu7yY7aHGbkLTR6q2j3UaquN8idnq3ubbF+fRmo/AuflZBs0EAECBAgQIECAAAECqxKwWAIECBAgQIAAAQIECHyPwKezNH+kF7egPytcf0XNnNi4bWwjAfyqwXi/0j/92iVjRF++upjn+tX4Act4rpfWBA4C+d7p43B6+fsUPx+XR35bbXsC9m0TmogAAQIECBAgQIAAgXkFjE6AAAECBAgQIECAwC+B/F3/r4qJT+Yef+Llrny4SMxkrjEfyR65k8hajhxhbd3DruRHG2f0H208cgM5TkaJjOzIoXR/TUCv1wTyR2HYM9/BGf3HC8TFKT5iYDi+YwIECBAgQIAAAQIECBAgMEZAXwIECBAgQIAAAQKbFsgkzUQb/K4EcJ+onSutFXclx28x0Q1qw+RfWOwi61/7aLWvl/nHA7fi9ZH1XKJAvn9+xdki491b2vvh7NLSTx9aX3sSuJUPddKIAAECBAgQIECAAAECBAgQWIqAdRAgQIAAAQJHgV+/649f7teob3VxOPrVxmplDjg8znMxQuCUR8x8ZUSen4bLu3k6GXXwXQngE1WA9k//ZnmqfPEgx8iIn7IXR9CNwDsE8p+NFrfma4ngvrzVcAPXJITXfhOtnwABAgQIECBAgAABAgQIENi+gB0SIECAwLlA+11/lnmtlXksCKTAlyaAc+uCAIFvFWiJ3/Ny33Ul41td7JvAqgQslgABAgQIECBAgAABAgQIENi+gB0SIHBXIJ/OvdtoRIOd5x9H6L3SNVO3Ga/0/ekzfoSfsRwRILBggfw3ukVb5vl5q1cSIECAAIElC1gbAQIECBAgQIAAAQIECBAgsH0BO7wukL/bv3513iueNp7TdzrdL0sA53bz45rnvDnzjJ0fx7uv+9L1MX6O/IuQWzF+BiMsSSDfP78iFpf/BzGsi6rDa9+VXamlf38cajb9vdba76/WWnbHKL4IECBAgACBpQpYFwECBAgQIECAAAECBAgQ+GqB0+/1jwp5nof5m+7+9/rxy/8ss+6VyPEyWt99Dnw8yXHzdHc8n7HY7tBd6GWUKDOGx5GbmWrjOfpUYy1/nHjTL3+RVkiAAAECBAgQIECAAAECfwXUECBAgAABAgQIECBAgMAtgUzOZtxqM8k1+bZJGOccZN0J4DllHh47CTPe8iN1WlX+9UXGqcIBgScE8r2T8UQXTQkQIECAAAECBAgQIPA5ATMTIECAAAECBAgQINAL9E/hRgL2UlYqqktG33Cj39r+N7q9ybaVmcvJBjMQgXcKmIsAAQIECBAgQIAAAQIECBDYvoAdEiBAgAABAgS+WeBSove8LpO+fcSFfPgrY71m/U5i+dfKuLTZV+55H7vLiGLESwJ4BN7vrvlTFZz5Wd0Zvy9OdBbj5+eBTzBa/vDfigmmMASBOQWMTYAAAQIECBAgQIAAAQIECGxfwA4JECBAgMDXC0T2qbSnXvvyTCRThi3fc3Zppaf9jmLth7J2Xez/J8omn3HuYr+Z9M0yDid4ZUZxgmEM8TaB6e7925ZsIgIECEwrYDQCBAgQIECAAAECBAgQIEBg+wJ2SIAAAQK9QOSF+iRwnGQZxdVXSwRnebWRCwsUiJucq+oz/JEIzjLPR4QE8Ai8vms+7ZtR7v3Y9a19I0CAAAECBMYI6EuAAAECBAgQIECAAAECBAhsX8AOCRC4KpC5wYxLDbK+xaXrW6rb5j6PieAJnnKWAF7bu32mPHN7S62Nw3oJECBAgACB7xGwUwIECBAgQIAAAQIECBAgQGD7AnZIgMB4AQng8YZvHGEfc2VEMeErk78ZOfI2/2JiHFbXpc5xjDpTBv44vOL9Anl/a3Vf3y9vRgIECBAg8JSAxgQIECBAgAABAgQIECDwpECttdT6N54cRvMPCdSYNyOKX6/8eOeMVpltLuV2aq1rvP+xrdpHjU1mlHI4/12WEpf7KL4uCkgAX2RRSYAAAQIECBAgQIAAAQLLELAKAgQIECBAgAABAgQIELglkCnSW9fXdS13cyvWtZvXVpv7f61n67XOBHBb/ReXtSslo/giQIAAAQIECBAgQIAAAQJbFbAvAgQIECBAgAABAgQeEsiUYeaNWjzUSaOFCcRd7CJ1m483j1xZjDJyhG/vXvelZJTIyBZf7xB4zxx5P1u8Z0azECBAgAABAgQIECBAgAABAj8CjggQIECAAAECBB4TaNmMzBu2eKznEluddhOLu3Qc1Vt95XYn2psE8ESQJRPAmQhuMdm4h4HyLzZ2kfWvfRzqfJ9LIH/ChtGS/FGWiLzHc01t3HsCrhMgQIAAAQIECBAgQIAAAQLbF7BDAgQIECBA4EGBPpuRD45GPNhl4c36HcUab5Vxea2vzDFlZL4poz9um5nuJkoAN9OXy0gI5g0q+UZ8eRAdCRAgQOCugAYECBAgQIAAAQIECBAgQIDA9gXskAABAgReFcinf/eRQ8zy1TH024aABPDo+5iEGfETNXosAxAgQIAAAQIXBVQSIECAAAECBAgQIECAAAEC2xeww7cI1FpLrfUtc5nkvQLtUcVWvnd2s00jkDnHjHGjjR9h3Px6EyBAgAABAgQIELgp4CIBAgQIECBAgAABAgQIECCwfQE7vCIQufpM6F6LYa9o2p+2sj/52m/TKHRv/QTgadact1wCOBUmibgpXXC2mGTMn0Hycf193Zeuj5/6V49q/EuRkf1j5SUjVh/jl1+R178vUmMYIZP3tUSZ0R8vQ6Xr4p+eG7GMVVrFUgRqraXWQ+SadnGcpSBAgAABAgsWsDQCBAgQIECAAAECBAgQeFHA749fhFtIt0jjlFPU37mbzBkNoy058z676JRlqzsva63974nP6z98Ppi+xvG9iCY3X63/Ma+TuZ0/cXOA/mKttUQKpj+e7FvmmDLaeobHJdc9zUy582lGMsqqBaZ7S62aYbD4FGkxqHZIgAABAgQIECBAgMCbBExDgAABAgQIECBAgAABApHP/TKElpu5Vr6XI/+Q4r0zTjPbuhLA0+x52lEyM58xYVb+kQW2v+x4pO0rbfKvQzJe6asPAQIECBAgQIAAAQIECBAYJaAzAQIECBAgQIAAAQIPCcjlPMT0dY0kgMfe8rovJaN/EL+s4qslj7O8vOD8e5LYV8m43OITte+dMw1avHdmsxEgQIAAAQIECBAgQIAAgW8WsHcCBAgQIECAAIFvFmi5mWvlu2xy/siT5YPI75qyzzXGnBPk5ySAJ7tp8UbIRHCLycYdDpS3K2NY9/hxJnz7iC6x2v5tFIf9K/9CpHZdqd0+ouvrvvdb7n8Y+1LyvvY/cO24+HqvgNkIECBAgAABAgQIECBAgACB7QvYIQECBAgQIHBH4JDPKeVUlnI6Lpv4GuZnrh2/Y6M5d85zzAtlnigjqyaPnCvm+ZW5GzfJ69nEcfNuqHfekIy8OW/Y1shpsnufBK6l9OWvJefVqOj/1Yg9ZRmnXuXNH/BdfBEg8EvACQECBAgQIECAAAECBAgQILB9ATskQIAAgUcFIsXT5y2yzD6tzGMxlUDkzGZL+J6vMebKqszL5ZxZ5vmI+OIEcG49Y4TeZrse32illZvd6MMbm+Bn7eG5NCRAgACBgYBDAgQIECBAgAABAgQIECBAYPsCdkiAwMsC8hcv093pGGn17t15xJaXa+WdJd64/O6V31jKGy7FvXrDLPNOMfEeLg/Xals575aMToAAAQIECBC4JKCOAAECBAgQIECAAAECBAgQ2L6AHT4vMD49+Pycn+uRu8149wrWnSPbbgK4f0Q6P8Z4ECWOS245491vlCnmy/VnXB+r1lpq/Ylhy/wrkPzY56zL4138vNS5qsX5AAAQAElEQVRuX1pkfUZXain5Vw2tcVZ+VdQw+YldWsT7pkaZ0dusxKPrujKMlSzbMgkQIECAAAECBAgQIECAAAECBAgQIECAwCiBWuP3/Bdi1KAL6Jypmz6Oa8njPKzxrXYl8huHKOv4urPK4Yb6HUb7LKO499pFLnAQ6TSMe91/rsc4kR8qLX4uLPooVr3o9VncmwQe/HF502qWME2KtFjCeqyBAAECBAgQIECAwLcI2CcBAgQIECBAgAABAgQIvCKw/axG7vAVmRF9Igc9oveLXcfvcx0J4Bd5bnfLrWfcbnX/ao6RMf5m3J/rp0WNN1zGT83Yo9zD2DG22z+t33uHt2tpZwQIECBAgAABAgQIELgq4AIBAgQIECBAgAABAjcF+nxF5ohutnJxvEBmhd6dO4s5+yeNoxy5gXevfORyp+y+j8Eyovj6Vy3xb0UojH9DxSCTvz4zYIq0KKX/WIDPLMSsBAgQIECAAAECBAgQIEDgKwRskgABAgQIECBA4K/ApczNpbq/PdWME8gcUeQR34mdU45b9Kn3dhPAfYY8ttfKEsenbccNOx1PdRDvgDZXllMNexwn/6Ij/1u0NcbO42P1y0UXHvuIru5KVyMBHMsv+d/+jbopxi+r/urC5Cf2+d+TLvuoO0Tpz1e9wTUt3loJECBAgAABAgQIECBAgACB7QvYIQECBAgQIHBFINM3mbc5xZV2qqcW6I4D7kufF8rcUEYZ+ZVjZETeqWT0x23MvNvteFw5zIqOG2npvdt9Oq0zbljCns6/8+APy3cy3N11N93P3N25NCBAoAkoCRAgQIAAAQIECBAgQIAAge0L2CEBAgQI3BSIRE6mKFrcbOvihAIJn7nECYd841DfkwD+g5pbz/hz4bmKLsbI6J+efa7rYlrHe7iU2MdgQbuoyxhUffVh/mXNVwPYPAECBN4tYD4CBAgQIECAAAECBAgQIEBg+wJ2SIDA0wKZr8h4uqMOTwrUUvr835PdRjfPfF3GuIHGjzBu/vf1jvv0vsnWPhOsu3cQ0V0iDQgQIECAwKsC+hEgQIAAAQIECBAgQIAAAQLbF7DDFQt8RY7kE5ucbs7tJoDzM7OHcfy451prqfW/UmuWdTU/XfkRxPvYT9fHa8vOMWp37BvjlHbSMwwfY8+KfGtkHNt/VVGDpkU5PRudXPXkEF5peDp3sESBWuvpZ73W68dLXPsca+q6rrTI8fdxnqUgQIAAAQILErAUAgQIECBAgAABAgQIECBAIATqMaL49cpcT8avyhlOco6LEXNFhiS+j3qtqHPkyvJJ4BZjV34aJ8bNDFSeZ9lH3vWxExz65+iHI98JEBgIDH7IWtI8rw6P81wQIECAAAECBAgQIDCRgGEIECBAgAABAgQIECBAYOkCX5cmWemGl50AnvVdnlvPmHWS2QZvf3Xx8gT5FwU5yMsDbLlj/jRn/Ozx99O/WR/vnTTMQ0GAAAECBAgQIECAAAEC4wT0JkCAAAECBAgQIECAwBsE+nzP7xTQlVnzQcHIBV25uvTq9a58tGw+oJ4xcqD8GOCM8tC7ZeRkU3XPN+1hrJ+jw/nhe1fy46YzDuef+f7+WfMenkesIpAyV55X4uzw+nVyqPKdAAECBAgQIECAAAECBAgQeF5ADwIECBAgQIAAAQLLE8hEUOQRI0f0vrUd5ywx78hJt5sAzqczh9F/dnbTGg/XRvop46ZkIrjFz4UJj/J2ZbwyZPY7RmQz8/2aZ+0vHbIsfRJ7X7rDySuTrLhP3L/yE2lwiHL8MduVrh6i5PtqxTtdydItkwABAgQIECBAgAABAgQIENi+gB0SIECAAAECBGYVqJH6Gcbjk0XHvnHkFFvuL8u+bupvOVfMU7KcZuzMAU4z0tJH+WOWkBljF55jZPyZYOzAl/vPNE0mhMvpjdWVQ/Jzpsku72whtbHnX/8SxHms7PA9DrwIEHiDgCkIECBAgAABAgQIECBAgACB7QvYIQECBAgQWLJAZIZmS/ie7zvmyqo+PxU5xyzzfER8TwL4D1JuPePPhScrcoyMQwr1yc5vb56r7COfYs24uoK+1dWr33bh+KM32Hbe84xBlUMCBAgQGC9gBAIECBAgQIAAAQIECBAgQGD7AnZIgACBhwQiV9VlTJeP2UXCJ+P+9NPOe3++bBGLy6K0sj956dt0Yi9N/8ZOcZ/eONt8U720j9+dfp8dljr+rXQYZ6vfL5ltda/2RYAAAQIEPiVgXgIECBAgQIAAAQIECBAgQGD7Anb4pEAkKDKHcx5PjrLi5gHwkdV/at5pNrvdBHA+lj2Msh+IzbHteCPkE7UtBrNNd5h7yPgZsdZaav2JnyvtKPda+5N8YjwjT2r5V2r5XxzmePvSpVWc5at2tdT4lyQjz782jgZNMD36CJC+jOtx6EWAAAECBAgQIDBewAgECBAgQIAAAQIECBAgQOAtArVGDiTiLZONmCRTEKeoJfI4ZzFi7A92fWDq2GxksMopyktf53mcWnelRnS7Xel2Ocejw+4CfhCPdrvTrt3bfSwl0nKH+xt9Wn0cjnrFikf113mNAvnuKf23Na7+PWse8gyP3zO7WQgQIECAAAECBAh8kYCtEiBAgAABAgQIECBAgMA1ge9LUURGtLS4pvLG+hlvwPWhc//j9rjMBPC4PT3YO7ee8WDza826GCOjfzNeazR9fY13RcYrIz/2tol9lYxXZlh5n7SNLTzmFA29CBAgQIAAAQIECBAgQOA1Ab0IECBAgAABAgQIECBwVSAzNcOIBE7/gGOWVztNdCHnfXeerM2Z5bhtvHvl41a7xN750ckZ/RtuiQu8tqZ7b57DR0Nf6z1n/dLHzn9W8iOzM5a+VusjQIAAAQIECBAgQIAAAQJLFbAuAgQIECBAgAABAvcFWj6rz85E82EZp7O9cp7IlbXpZ5tnnoElgCdzjTdCJoJbTDbuYaB82nfX7Urt41B36/vp88LjjXnpuPRPLO9K6Z/ybWWc9q/YS19+z7f0PcXFbR/+O8mZ9D1EKd+ndBFm6krjESBAgAABAgQIECBAgAABAtsXsEMCBAgQIECAwIMCmY0ZxrBb1g/PpzxuY2cSeBBjp2h5xFaWGPs0Zj0djT3IzN/YMb68f96YjPZG2ABHy4RKcV68mYeE+jEhfLGFSgIEXhPQiwABAgQIECBAgAABAgQIENi+gB0SIECAAIFXBCIPl/mrU+4qzvvjLF8Z716fGDeTtPeaLfS6BPBCb8xnl1VLySxn/5TwZ1fyqdl38XOdcXX+Ln90Mq62cIEAAQIEnhHQlgABAgQIECBAgAABAgQIENi+gB0SIEBgNQKZK/tEHijnzBgHNX6EcfPrvUSBSH4ucVnvWlP8SL9rKvMQIECAAAECpRQIBAgQIECAAAECBAgQIECAwPYF7JDAYwKZpBrGea93ZXHmn6fW8znOz8/3/vj5FyWA82OaM3LLGY8jLaFlPpC7r8ePHX7g/udT8LeilPzhSY9htJ0+MEFrupGyix+yjF24pNvfbeV75hj9079/W6hZnkDXdeVWLG/FVkSAAAECBL5OwIYJECBAgAABAgQIECBAgACB7Qs8scPMX51Hdo/cVZ+fibL/BNthmdd/RxeXb8Xv1rfOIjeU87a41fSRa22cKGuJrFQuMsrSRy1TfcWqpxrKOOsSyB+eda3YagkQIECAAAECBAgQ2JKAvRAgQIAAAQIECBAgQIAAgVcEMlHa4pX+T/SZMZ1W+0T2PBMsKwH8hPdymiZhRn3rkvIPAjLmmzT3lDHfDOseOW0y1r0LqydAgAABAgQIECBAgMBHBExKgAABAgQIECBAgMBLAvkppn281HsrneZJmv7WybzfGvNAueZd/zzx7/04+xKBfOPe2mr7aOhbbaa9tq7R+KzrflktAQIECBAgQIAAAQIECCxFwDoIECBAgAABAgQeF7iUzblU9/iIa26Zid9hzLmXnCdyQQvCzgdDb0ct7XqmgefU+aKx4x3QBWeLWXYe40+Ws4/19mO1MbNsi843dTtWHgTih7wco2Z5qPV9MgEDESBAgAABAgQIECBAgAABAtsXsEMCBAgQIEDgSYHM5vRP/Ebqpi+f7L++5v2OY9nDMk7LESDLPO0j6vpyjm9t7MgJZV6oxRxT3RmzJXVzRX9jFyItIgEcY2WbYdYvqrwWL5B3be5F9v+C5EQZc0+20vHzB71PCK90/ZZNYFECFkOAAAECBAgQIECAAAECBAhsX8AOCRAgQOAlgUjVnKdCXxpnNZ2Gu83jawsPmEh9lj6utRlTH+P3uaAxY0zXN1ZTTongYDkdxxT9tbNSAjhAvM4Fju+cEuX5JecHgXzSu3+C+nDqOwECBAi8KKAbAQIECBAgQIAAAQIECBAgsH0BOyRAYDKB0zN8k41ooMsCkSPrc0GXry63NlO/Oxms5d6gKyuL99uVK9NV558KTDeakQgQIECAAAECFwVUEiBAgAABAgQIECBAgAABAtsXsEMC6xR4R0Lulswj819vs6u1llqvx62pF32tz8pnlrutMo8z9lExjDid5BVZ03wUvMUkY54P0tZ9Xv/3/PTody0XHwmP2ujUxmtlVPWv6NSX2//W/lKmdl3J2Jda9rH9Fj8C+d45Rv/e+rmy5KNaa6n1J5a8VmsjQIAAAQIEvkrAZgkQIECAAAECBAgQIECAAIEbAjWuZUTx69XyP78ql3sy28p+8jsl8jt/o0z2FbmhzAu1mGzc2wN1kdvp6i5yfDF/2ZWaEWuov6JGfTmLPtMVrcuGv7oN72301uCMJjQAAQIECBAgQIAAAQIvCOhCgAABAgQIECBAgAABAgRWIrCgdFoNskdjF21neuUSHhx+phX0Ke+5xv7wuO0vG+ZbRt67jPlmWPTIXbx/M66+idImY9G7sDgCBAgQIECAAAECBAgsS8BqCBAgQIAAAQIECBAg8JLAed4mzvscTpYvDXinU4673jzQeld+7bbk/Th9DPP+Wiv1CxL4zFLyTzaGcWkV+Wa6VJ91+d7KyGNBgAABAgQIECBAgAABAgQI3BNwnQABAgQIECBAgMA4gfO8zfn5uNF/984cUuSB5pzi94QPnB3XVLK83XzCBHAM1UX0nyqd5QdEMvFb4mbc3vNMV2O/uf8WE8+ST/zuYuzax/3Bs/2tuD/CllvkD8alyD3nfYzo/2okz1vk++oY/fus1StHCuhOgAABAgQIECBAgAABAgQIbF/ADgkQIECAAAECLwq0nE2WLw7xUrfMI2XHyA1lXqhFVr09ci2xjpJlTt7KPL4cmam9fOXZ2vtzPTviiPaJ0GLEMLp+qcAD/4h89Af9S2+LbW9QwJYIECBAgAABAgQIECBAgACB7QvYIQECBAgQGCvwQN5m7BR/+kfiM3NBf+o/URFr6adtZZ5kHnR4nnU/MV0C+GfMBRzltlosYDmWsEKB/MckY4VLt2QCBAisQcAaCRAgQIAAAQIE7wORnwAAEABJREFUCBAgQIAAge0L2CEBAgRWKxA5oi5zjUvewDsSwOGwZAJre0bAzXxGS1sCBAgQIEDgOQGtCRAgQIAAAQIECBAgQIAAge0L2OFEApGyyTTfeUw0+kqGyd1PvdSAvTnk4frh+82GL1/s+o90HjPD9b53U9e11lLrI9GVuutik/nIcUYex+k7X30m/u6WZlpR7DcfBW8x8SxdLWUfY3d93B8829+KPyPUWH//Rku/mOxPgy1V5P4eiS3t2V4IECBAgAABAosQsAgCBAgQIECAAAECBAgQIEDgAYGWtenLSGn8yfncGCOal0z73Iob3ae4NOEYvUCMl2UUk7x6oRgpc2KXo7eLFjVyj78i6yKmeHWxpVpzLZdGi4sl860Z7fqwba57eN7aHMq8ejjayvf02Mpe3rqPhMt466QfnCx/KG7FB5dmagIECBAgQIAAAQKbFLApAgQIECBAgAABAgQIEHhW4NXMzTYzIOca5+fP6t5un0ng2y3GXe0yA3x1iHF7mzEBnAsbZqUv7GCuqsjGl4wy4/bmWvuD47a/9HiwuWZPCeR7N+NGp3x/Zdxo4hIBAgQIECBAgAABAgQIHAUUBAgQIECAAAECBAgQGCUQeZsaUTJyoCxb5PnUkSn09eYZ17vyR+5j3vdH2mnzEYHlTZpvmPNY3iqtiAABAgQIECBAgAABAgQIrEnAWgkQIECAAAECBAisTyATwL9XPcwg/b4y1VnOkA/XZowbc9sJ4HE2T/aON0I+Edriyd6PNc/blXG/df4RxK24P8K3tcgfqkvRHNL9GHmPW7XyVQH9CBAgQIAAAQIECBAgQIAAge0L2CEBAgQIECBAYPUCt7JH02wuZ8ikb5bTjJgZrWlGMsp7BKa79+9Z7+pmCeBh5vz0UQKr24gFE1iwgKURIECAAAECBAgQIECAAAEC2xewQwIECBAgsB2ByB6V9p9n7ctJt5aj54BZTpMIlgBOT0HgXKD/6a1RmxHFn1f+6GT8uaCCAAECBG4JuEaAAAECBAgQIECAAAECBAhsX8AOCRAgQOAFgUwAZ7dW5vFrIYP1mtvnel3LR35uRSudOX94hnFpG9ewr9VfGkMdAQIECBAg0ASUBAgQIECAAAECBAgQIECAwPYF7JAAgccEas18U+aqsnysz6OtNp8ArrWWWn/iUZjn28UNqvtSWpQ5vvaxly7iHfuZY/1LGbOLhVyKqC619M/wZ5mnGfH+KWVfdqWL73F9eC2vCwIECBAgQIAAgXsCrhMgQIAAAQIECBAgQIAAAQILEqi1llr/xsglztC9xpgRtYtyW6/gL12/rdhf5KCm3N3mE8BTYhnrWwTyB+3SXvufwksX1BEgQIAAAQIECBAgcFXABQIECBAgQIAAAQIECBAgQOBcoJYaVS331MqomuD1mQTwBAv/9iHyDx0yvt1hvv3nD13GfDMYmQABAgQIECBAgAABApsXsEECBAgQIECAAAECBFYlUGsttdZVrfmdi02ZzM9l+c55n51LAvhZMe1HCyx/gPwrixbLX60VEiBAgAABAgQIECBAgACBJQpYEwECBAgQIECAAIE1C2Sm6M/6o3Lpyd9cswRwKkwScbu74GwxyZg/g+RfE+xi7NrHT/21oy6XcyOu9fuO+oAplyJ3nz+5EaVF1okJBQxFgAABAgQIECBAgAABAgQIbF/ADgkQIECAAAECqxT4k1877qLPKkXqKMtj1aKLyFguen0WR2AmgfwRHcbZNJlxz+gTwWfXnBIg8KKAbgQIECBAgAABAgQIECBAgMD2BeyQAAECBAhsRyByvqfNZFbpdLLwAwnghd8gy/uQQPsTj/5J4Q+twbQECBDYkoC9ECBAgAABAgQIECBAgAABAtsXsEMCBAhsXCCTwBlL3WY+25ghAbzUO2RdMwvk32wM49J05z/C5+eX+qgjQIAAAQIEzgWcEyBAgAABAgQIECBAgAABAtsXsEMCWxSodb7cUNd/Cm0bv5XTKK4/ARwedVfLtZiG6ZFRIplY96W0KNN+5QOp+xi76+P+2JndvxX3R9hyi7hX/Q/VeZl7rqUk9unJ33a+K/uo25Xss4+GLeLQi8D/2bvbxVR1JQCgief9X7mcGWzc1OI3Vgir12kghJBZ6Plxp7gJECBAgAABAgQIECBAgAABAv0LyJAAAQIECBDoR+AQJdKZqPVQakQmOgxDqVEmyu0WQ2xkRPPyK6b/nj9nPLvQzdmPdao6fJVplKhmZRxunm8Agd0JPPoh2x2QhAkQmAjYJECAAAECBAgQIECAAAECBPoXkCEBAgQI7FOglvq2xLPAXMb5swBcJj+vX1MBeMK5pc18SDVjS2ve1lrzw9Xi58p/PFn985A9AgQIENiXgGwJECBAgAABAgQIECBAgACB/gVkSIAAgT8SyLpUlm6zfe6SWcM6RD05Z3luhlWf9RWraxGbXgQeEohPxvhVz639eXJ+7Fr8PGKPAAECBAgQ2I+ATAkQIECAAAECBAgQIECAAIH+BWRIYFsC+fDoVxSxOisAf7LoG5pDcLZ4y/sh5i8Zb5l8R5PGvRofqT9vkyCKvvnnEWMBOPf/RXZn/OuxRYAAAQIECBAgsEsBSRMgQIAAAQIECBAgQIAAAQL9C7wjwxq1zGmU2D9dJ+tWp53ZjaxTnUcbmMXftt1pNTGxWrRUtQSmAvkhmsb02HQ7CsI/PnzTY7YJECBAgAABAgQIENibgHwJECBAgAABAgQIECBAgMBaBLLSNV1LFoEzOi0AT1N98/ZwKCWf+h2fKH3ztUxPgAABAgQIECBAgAABAgQIfErAdQkQIECAAAECBAgQ+JRA1uKystl9PS5LtxmvQb8+w2vXdzaBDwnkk73TOF/G+d9MnB9v+1oCBAgQIECAAAECBAgQIECgfwEZEiBAgAABAgQIfF5gidrNtDY0t/3JLB/PLzOYW3FnBeBMJ7/6+V+qtdZS6+X4N3ILW5lbxhbWuuY15sdhLnLNdfJEd2yXjHxfRXdsjn9cksNWErXWUuvlWMky+12GzAgQIECAAAECBAgQIECAAIH+BWRIgACBjQrUevn/O661bjQryyaQ793zuFdlrjY013fvfE+MG59kjrpTa0tsnyLz+jlnjeVN4xD7GW3UtG71Y1wboCVA4FwgP2gZ5/32CRAgUAoDAgQIECBAgAABAgQIECBAoH8BGRIgQIDAGgWydtNijev7/JqyrPz5VWxyBUmX8ZnFtyr+Z66+l6sOe0lUngQIECDwmIDRBAgQIECAAAECBAgQIECAQP8CMiRAYDUCrdjb2kcWlrWeFo+ct+2xn6tgbtvN6rsWaP8haG3XyUqOAAECBAgQeEjAYAIECBAgQIAAAQIECBAgQKB/ARmuT6AVf1vt5nc71KG0KOX38WPf+jL7t6Jc81fsZkQz8/oKhoyZQz+6FIB/cFzbSappXBu7/LF4z5bDcCh1jNvz53d+X4vbM/Q8Ij4dZS4y5/hwJXaJNncnkd0Zky6bBAgQIECAAAECexKQKwECBAgQIECAAAECBAgQIPBBgazd/I7bRd/pOefLn6kXnQ95+36uL4u+Q9QBy68o3z9Z9/vevNkcbo4wgECXAucf6EtJDnEgP3TReBEgQIAAAQIECBAgsFsBiRMgQIAAAQIECBAgQIDAugXyydgWx5VGjSef7JvGzAOA5cdDg+UDP7HO8arR1qhJ5XrH/TKurEx+sgicMema3VQAnmW5o3M4lDLgu0PKEAIECBAgQIAAAQIECBAgsGUBaydAgAABAgQIECBAgMAfCEQBeLxKa8edp36pYD7F1sNJ+QTsNI/cz5j29bydH55pnOd6y+J8vH0CBAgQIECAAAECBAgQIECgPwEZESBAgAABAgQIrFug1XpeWWWbY9q+Mt9y5+aKnpmtswLwVxg8llKttdR6Lf6L4xlnYw5DqRGHWktGefNPPs79Vb/KMMbti9Wh/PqO8GlfHC2lTKzyAqVGXxpOI7q6ewVOmYtMNAzGJ7ujHT2yPTolUUaOEjsXkD4BAgQIECBAgAABAgQIECDQv4AMCRAgQIAAgZNArbXUWsvhEBFtWcVP1Hqi+FWj5vNVaqxoGrGbfVnYmUb25aFTxBxxfpmN06A/22iraRfMpbftSPVU+2t9l9pjZevSUf0Edi3Q/kOxawTJEyBwJmCXAAECBAgQIECAAAECBAgQ6F9AhgQIECCwRYG5uk7ra+0W83p8zR0XgDO1jMdRHjmjHmrJeOScJcZmxT9jibnMQYAAAQIECNwlYBABAgQIECBAgAABAgQIECDQv4AMCRAg8DGBGlfOiOal1/srpC8tz8nvEcgHyL9i6oxovAgQIECAAAECBG4IOEyAAAECBAgQIECAAAECBAj0LyBDAn0IbLgAnMXLjLli5utp5dO11+Iztz/zynj26s0q22fn6OG8/NuJe+Jnru271X/22iNAgAABAgQIEOheQIIECBAgQIAAAQIECBAgQIBA/wJ/nGFWqg5Rsmv1p9xfagmvVBOXWsOL84TMizNs7/Rn3wLfVuM7KYrn2W4v+YVWnIbXYqHLmIYAAQIECBAgQIAAgU0LWDwBAgQIECBAgAABAgQIbEUg62AZW1nvhXUukEIHBeALOCVTy7h0/On+FZyYhcvMLeOZ5bR3TmufmcM5BAgQIECAAAECBAgQIECgawHJESBAgAABAgQIECCwaoGol+XX+Z7WmHWvFqfOTW3kE8HPVv+miS4xx3S+brfz7bLO5OLNfXFh145dPGknB/KOXotLDPoJECBAgAABAgQIECBAgACB/gVkSIAAAQIECBAgQOCPBbJstdAlOyoAfwVJRqaUEbsLvdI7I2fPb03OWGjql6cZai1DPVwIBeB54Lyb98TPs4fgzPjZa29XApIlQIAAAQIECBAgQIAAAQIE+heQIQECBAgQIPBxgazH/I6sic1EqSUqZWV8ejbKP9mWnf8sWyndOeZ20o9K5rjY1o47fhEgQIDAFQGHCBAgQIAAAQIECBAgQIAAgf4FZEiAAAECaxfI2laLttbcz+2o/mYjoiAOYX8C459MRO0/2/1lL2MCBAgQIPCogPEECBAgQIAAAQIECBAgQIBA/wIyJEBgcwJZ+M3IhWfxt0XubzBaKgssPaqAC8xiio0ILPjO2UjGlkmAAAECBAgQeE3A2QQIECBAgAABAgQIECBAgED/AjLcjkAr8rZ2Oyu/Z6VfUcr7umfgjTEKwDeA+joc7xoPfT99S2v8tyTj6QmcSIAAAQIECBAgsC0BqyVAgAABAgQIECBAgAABAgRWJBCFmjIXucSsgbXI/QfiQ0Mzkyz45hf2jtHWkWm07SdbBeAn4ZxGgAABAgQIECBAgAABAv0KyIwAAQIECBAgQIAAAQIEtiawQOX0wylnUTjj1WUoAN8hmG+XWspp5FiFj85sT502CBAgQIAAAQIECBAgQIAAgR4E5ECAAAECBAgQIECAwLrzVNkAABAASURBVGYFooBXMjabwCILVwBehNEk2xfIv6fIuJSJfgIECBAgQIAAAQIECBAgQKB/ARkSIECAAAECBAhsSyBrOxnbWvW7V6sAfEE4/63XHxHjEmvbT/3mB2CJfzo6MLp6hUu72eNfheRfhmT8TDLvfcbPXnu7EJAkAQIECBAgQIAAAQIECBAg0L+ADAkQIEBgVwK11lLr5dgVxkyytf60mRmygq7v+k6JttRYT4vY3Pkra5o7J9hT+vkB2FO+z+aa/4F49lznESDQm4B8CBAgQIAAAQIECBAgQIAAgf4FZEiAAAECPQio77S7qADcJG60+YDojSEOEyBAgAABAn0JyIYAAQIECBAgQIAAAQIECBDoX0CGBAgQOAlkPTDj1PHHG1nCznj1sgrArwpu6vwl3jKbSthiCRAgQIAAAQJPCjiNAAECBAgQIECAAAECBAgQ6F9AhgT6FFAAfuC+ZsU/44FTVjY0C8Bu+bM3Je99xrPnO48AAQIECBAgQGAjApZJgAABAgQIECBAgAABAgQI9C8QGWbdZxrR9WevsWo3lHK6flnuRzVwOcsNzZRvqQ0t11IJECBAgAABAgQIECDwRwIuQ4AAAQIECBAgQIAAAQIEPioQReFXr68AfFvw14hTJX6BG/Br8j/pyAJw3vqMP7mgixAgQIAAAQIECBAgQIAAgbULWB8BAgQIECBAgAABAp0LtBrfrTTvHXdrnkePH6L2uET1bok5Hl278asSyGLwqha0gsXEp6u0WMFyLIEAAQIECBAgQIAAAQIECBB4s4DpCRAgQIAAAQIEti+QtZ0NZ7Hg8hWAb74PvmLEpVjwTsRVPvPKAnC+DS7FZ1b13qtmzi3ySrE9fMep8Jv3tkWOKeU05Ljr9x4E5EiAAAECBAgQIECAAAECBAj0LyBDAgQIECBAYKMCrbYTbWk1nWz/pdOe5G1tO3K+3/pbu/WaUFb9Wi7ahwV+vokePt0JHxTI/xhML5/7GdM+2wQI7FlA7gQIECBAgAABAgQIECBAgED/AjIkQIAAga0LZG0nY+t5LLt+BeBlPc22CYEs3GdsYrEWSYAAAQJ/L+CKBAgQIECAAAECBAgQIECAQP8CMiRAoEOBW0/2ZmE0Y5WpL1jHXm2Oq4RfzaKyeJlfS53taha1gYWk13lsYNmWSIAAAQIECPyhgEsRIECAAAECBAgQIECAAAEC/QvIcK8CWV3LWGv+X1EEXmJ9CsBrvcOz68pbnpFFzBzQ2twW1wXSai6unzU9euuvRqZjbRMgQIAAAQIECGxQwJIJECBAgAABAgQIECBAgACBTQm02k1rzxff/i3f1o7HV/Irq1ZZ8G1ry/1xaVEEHtsXfikAv4D3uVNPb4FYwrQgHLteNwTSLiL/S1CiHePGKQ4TIECAAAECBAgQINC9gAQJECBAgAABAgQIECBAoH+BVmxdZ6Z1rFoN5fUKsALw5Tu8oSPDhtb66aXmhyYiP+HjByi2P70k1ydAgAABAgQIECBAgACBTwq4NgECBAgQIECAAAEC3QhkzWwo+RxgxrbSyppVlm6zfW3lOctrMzi7c4Frb7Jrx9bMkutucWmd+gkQIECAAAECBAgQIECAAIH+BWRIgAABAgQIECDQj8Cw0VSyZrXs0hWAl/Vc3Wz5oOu1uL3gfNPl22Qu8tjtGdYxItfa4rkVNcfnznbWpgQslgABAgQIECBAgAABAgQIEOhfQIYECBAgQIDAxgRanaeWGkWbjDJ+22uJnyj+1ojxS5Rj9/uVXXPxffhjTT3UcoioNXKph1Lrf6WObW4fSjn8dz1KjLkSebT42bpA3XoCf7R+Tn8E7TIENi1g8QQIECBAgAABAgQIECBAgED/AjIkQIAAga0KZK1nGlvNY7ruzGe637az/1K0MfOtAvC8y8p782a3JeYtnO63fu28QFpNY36UXgIECBDYpYCkCRAgQIAAAQIECBAgQIAAgf4FZEiAAIEVCkxrV237+WVm9fD5s50ZAl8Rvx8pj06v1Qm0+zRtV7dICyJAgAABAgQ+IuCiBAgQIECAAAECBAgQIECAQP8CMty+wLTGk9vbz+hfBq3wm+2/3me2FICfUft1Tr7BImoUg1v8GrNER96ujCXm2tsccX/G730/b+93aN8Rf/8ZRhIgQIAAAQIECGxCwCIJECBAgAABAgQIECBAgACBDQic13jafi49iqZDRMnI/ZnYUZdq4ss3u725sn15MhO8XSDvU0RWc08F4bdf1AUIECBAgAABAgQIEFipgGURIECAAAECBAgQIEBgLwJRHRkrI/3mq/jb7q0CcJP41z641f/H5UGQlQ/PD3/E6a9AYnvlK7Y8AgQIECBAgAABAgQIEHiLgEkJECBAgAABAgQI7EZgrGZFSSTLIxn9Jh5Jegq4KAC//A7/90bKrZenM8EfCOSdanF+OfsECBAgQIAAAQIECBAgQIBA/wIyJECAAAECBAjsRyCLv/1mm9llbC/D+sZCtQLwi++HOsTtiTjETarx/jpF+YqerxdnPz8958s477+8X2us7IW4PPPWjtRYcIvYfOIVt7lkPHGqU7YiYJ0ECBAgQIAAAQIECBAgQIBA/wIyJECAAAECOxKI0tVY2+izvhHZtcJcaTWgbDdyg2stwxA5vGG5hzfMuc8p33N/9mn5tqw39KF/m4GJCRC4JKCfAAECBAgQIECAAAECBAgQ6F9AhgQIECDQs8C26kBR/33bzVAAfhutidcpkB/+aaxzlVZFgAABAn8q4GIECBAgQIAAAQIECBAgQIBA/wIyJLB7gT6fAt79bZ0FUACeZXmtMz9ALV6b6Z6z8yuhPX58j1Qp6XQe951pFAECBAgQINCrgLwIECBAgAABAgQIECBAgACB/gX2k6EqyH7u9bVMFYCv6Tx4rBV9px+uB6e4MTxvV8b5sLxiFoJb5P75mL3vp8lc3O9y+hr5+08xkgABAgQIECBAYM0C1kaAAAECBAgQIECAAAECBDoSGKsgtZRTvep7u6WYdY62vat2h8nOVRN3yLBcyr8+XMtNfWGm8Ypnx7LvrMvut0DaRIz/lYu2ZHwf0hAgQIAAAQIECBAgsBsBiRIgQIAAAQIECBAgQIAAgV4FFID/3dmNbtVYd0Y0XncIpFVE/vlLiXaMO04zhAABAgQIECBAgAABAgR6EZAHAQIECBAgQIAAgd0K5PNxGX0ARJ0n6z2Dcuf5/SRyLtLFfrzhu8jjXUmkT4t2DS0BAgQIECBAgAABAgQIECDQv4AMCRAgQIAAAQL9COR3nE6jn8weySTrPY+M38fYQ6211Ho59sGwlSzbv/Gb6z1+pGvNe3eIe/jfzyixH5Ejr8X4hxH19/fBt/5yOJS5GA61jP3XJl/VsRqraRGbT7xOJk+c65SVC1geAQIECBAgQIAAAQIECBAg0L+ADAkQIECAQEcCrWZx3t5KsY2/NW6dx1udZ9quc6VvX9WF+t1Yu4tjUd17+xJc4M8E2hv+zy64sQulz8aWbLkECLxdwAUIECBAgAABAgQIECBAgACB/gVkSIAAAQK9CGStp0UvOS2fhwLwwqbjW24oJb8/fYzyrp/xSjF5tmW8XvFzh0B6TeOOUwwhQIAAgV4F5EWAAAECBAgQIECAAAECBAj0LyBDAgS6FZjWe3K720QfTkwB+GGy2yfkW6zF7dFLjojKc/mOsfqc20vOv/W50uM8tp6T9RMgQIAAAQLPCTiLAAECBAgQIECAAAECBAgQ6F9Ahv0JXKrztP7+Mn4mIwXgZ9QunPP+mmverowyPvHbrpdticJvHYboH0pu/4vY9QqBc5e2H4fufKVzxp3DDSNAgAABAgQIEFirgHURIECAAAECBAgQIECAAAECGxRotZ1b7XdqO26O1cQdA/Sb+vTN32+Wj2f27TJWcr+3H5/EGQQIECBAgAABAgQIbFTAsgkQIECAAAECBAgQIECAQO8CHRWAM5WMh29ZFyfsN/NHb9/3l3MP323J9tE5jCdAgAABAgQIECBAgACBDQpYMgECBAgQIECAAAECBHYh0EHdUAFvF+/URZPM90yLRSc2GQECBAgQIECAAAECBAgQILBKAYsiQIAAAQIECBDoU8C3vc7d15sF4FprqfXxOHyfM3fRZfpy6Rk1pss2mg+/8qHSjPct4yumziglr5MRHePr2Dtulvx24xbHHr9LyfdJi/LUT3pnPHWyk9YpYFUECBAgQIAAAQIECBAgQIBA/wIyJECAAAECBDoViOLvqSDWakDZdpruA2mto3L6wIINJfC8gA/983bOJNCfgIwIECBAgAABAgQIECBAgACB/gVkSIAAAQJ7ElAHane7owJwppLRUuu7Pf1Bw8U0803e4uKgHR5oJq3dIYGUCRAgQIAAAQIECBAgQIAAAQIECBAg0L+ADAkQILBbgf1UTHd0i/Nrio+RRc4dJX4z1SFGnEd0eREgQIAAAQI7EpAqAQIECBAgQIAAAQIECBAg0L+ADAnsW0ABeMH7f/up3OcvlnMfhkOpY8zNU8tQj1FKFn4zip+TwHnht+2fBtzcyHuQcXOgAQQIECBAgAABAusUsCoCBAgQIECAAAECBAgQIECgfwEZlgODngSy6FvLVxSCv2Lzq6fUFsvlu/A7VnK/txeb20QECBAgQIAAAQIECKxVwLoIECBAgAABAgQIECBAgMBeBPZcAO77Hg9RAR6fBO47zcez+3Y5+eT+47M4gwABAgQIECBAgAABAgQ2I2ChBAgQIECAAAECBAh0KRA1nqz3DEuWO2POsb6W7XbRlhTZrkJvK88HW3vLadF88kPbYtGJTUaAAAECBAgQIECAAAECBAisSsBiCBAgQIAAAQIE+hbIes/SGb5jzqXXeH2+TReAa62l1kOpNdv5uJ7+skfHPzKoy87ZZsu5v+pXGcZovSX26yla7yE2DmUoGbHpNQrkjWkxdjz8K+9BxsMnOmF9AlZEgAABAgQIECBAgAABAgQI9C8gQwIECBAgQKAzgVbn+Vcby7rNazGdq21vny1rhdvPYvcZ5Bt+9wh3AHC6A8kQAt0LSJAAAQIECBAgQIAAAQIECBDoX0CGBAgQINCrQNZ6WiyVY5sv26Xm/Ow8CsCf9X/66u2vGY4T3P7O53p7yHGq7n/nh7eWGoAZ3acrQQIECBCYCtgmQIAAAQIECBAgQIAAAQIE+heQIQECuxGokek0shiWEd3PvqJ+VDKePX8l5ykAr+RGPL+MfCPPxfMz9n9m+49B/5nKkAABAgQIEGgCWgIECBAgQIAAAQIECBAgQKB/ARnuTyBrPpn1ea0s++6Jdn6OjTnqd+TuhkMBeMGb9/73RN6ujOmi441YfkcdhtLWk22ekW1Gbu8tMu9pPJN/O/+Zc51DgAABAgQIECDwQQGXJkCAAAECBAgQIECAAAECBDoVGCKv7/hRL4vu2VcWfFtEze30tO/5HLMnb6YzMtvMWi10VmD7C/w8AAAQAElEQVT6hpwdMNP5zDkz0+giQIAAAQIECBAgQIDAygUsjwABAgQIECBAgAABAgT2IPBd+8qn+U6F4Et5twLw3PHvecY55o5vo6/TAnDenK+4AxnR/Hx1ttfepNleTu2QJOPh3DiP8YBfBAgQIECAAAECBAgQIECgJwG5ECBAgAABAgQIECCwG4Gsk0WMT/RGWzJ2k/yvRDsuAP/KtdOOfANnnKc315eF3/Nxe9uXLwECBAgQIECAAAECBAgQINC/gAwJECBAgAABAgT2J5C1sRb7y36a8YYLwHPFzOz73FO/+UcFGVPgZbczt4ycNXMdyr9/67fGdou8rTUGZUQTr6/JI++5eW/EqV288r5M45mk2vnPnOuclQhYBgECBAgQIECAAAECBAgQINC/gAwJECBAgACBHQlkLazFNO3WN9dOxmXBbNy9MW4cs51fWSnczmpvrnS4OaLvAe3N2XeWsiNAgMAzAs4hQIAAAQIECBAgQIAAAQIE+heQIQECBAjsUSDrY3N5Z/95zI1rfdOxrW+b7aYLwLXWEq+VygftEPGm1dUhco8opZbXf/ZXOE+6jNftzECAAAECGxCwRAIECBAgQIAAAQIECBAgQKB/ARkSILBrgayXncd+Qd5XofyIad7Yj1z490U/UlPNiw5lqP/i98LOe47nlPJoez6PfQIECBAgQIDAGgWsiQABAgQIECBAgAABAgQIEOhfQIYEUiDrhC1yf7/RYQH4UynVUofDGCXapd9SNeqzh5j3eI252adF3xhcWrSxNTZaxObp1cY92p4m2M1G3oOM3SQsUQIECBAgQIDA1gWsnwABAgQIECBAgAABAgQIEOhfQIa/BA6/enRsXuAr67zfBeDj08AtpfFA24k2ir5Z0cwYx0eXFwECBAgQIECAAAECBDoQkAIBAgQIECBAgAABAgQIENirwJ4KwC/e40epcnzGi5d96+lREB6+o0T71muZnAABAgQIECBAgAABAgQI/ImAixAgQIAAAQIECBAgQGDXAmuvUK7k5rTiaGvPl3Wp/3zcp/eHyQJyOyPXnjE51OWmpAgQIECAAAECBAgQIECAAIH+BWRIgAABAgQIECBAgEBnBeAsaH4tdFeTpkUrkGabfdNL5H721/FLlHMFx6O5jozj3qu/80Hdr/pVhjH+zfZV/v1vGI7XO/xbRMlvd84oJTsnkZ0ZY/+/+c63cshcHOK69ft65+dsZ/9438r49PO17TL+5D3IGHf82paA1RIgQIAAAQIECBAgQIAAAQL9C8iQAAECBAgsKFBrLbVejgUvZaoZgVov29daZ87YV9dc7W7al9XLjkSywPmX6XiD/aX2e66V9/BavOeqZiVA4O8EXIkAAQIECBAgQIAAAQIECBDoX0CGBAgQIECAwD+BzgrA/xJbfGuYUmXBMPezXfxKd02YT6JmtMFZ1W/bt9tYd56cUWL79glGECBAgACBLQpYMwECBAgQIECAAAECBAgQINC/gAwJECCwG4GsB2bMJ5wPyh4jq5jzYzbZq5h5/21Lq4z7zzCSAAECBAgQILAdASslQIAAAQIECBAgQIAAAQIE+heQIQECpRyLvtO2wwLwUil9xTumRcDV3I6u8TVfOM3ejHHIW35lbhmlZHV/GiV+2n5szrxyZS1mDuu6KXDd9+bpBhAgQIAAAQIECPyVgOsQIECAAAECBAgQIECAAAEC/QvsIMNWm2rt75Sjhtl/Afh32sv0JN4yM312liwAf3YFrk6AAAECBAgQIECAAIF3CpibAAECBAgQIECAAAECBAjsTyBqma1KHO3xcdK+Fd6T3RB0Ge+Z/eFZ417eeU4Wgadx52mGESBAgAABAgQIECBAgACBdQtYHQECBAgQIECAAAECBLoWOESdN+NWklHFvDXE8VKyYFo6+sl8MjpK6WIqDhAgQIAAAQIECBAgQIAAAQL9C8iQAAECBAgQIECAQApEhXTmK5H//fu4OWYdMeRS37SUzgrAKTX9t3qXUEuimWJp/pvAGZNL5NUzJl0Lb2ZuGfE2jSUNEe0C0+18GrhFO659XSCNM16fyQx/JuBCBAgQIECAAAECBAgQIECAQP8CMiRAgAABAgR2J1BrLbXORYn+Ej9ZsbsUcXgNr6gA11pnV3KpzvcVwzNmT5p0ZnVzsrv1zbyRW8/B+gkQIEBgCQFzECBAgAABAgQIECBAgAABAv0LyJAAAQIECGxVYBifVH7P6jsrAH8jjWXxr1KyLX3+ZGoZfWYnKwIECBAg8JKAkwkQIECAAAECBAgQIECAAIH+BWRIgACB7gSy9pfxdGL5VbYRfRaATxXzfT4RHPe1tHj6DeJEAgQIECBAgMAmBSyaAAECBAgQIECAAAECBAgQ6F9AhgTmBL7mOlfdVx9eXdY+pzE3QS2dFoDLR37yJmW84+JZ7T8Mh1LHmL+Cou+8y1K9eQ8ylprPPAQIECBAgAABAgsLmI4AAQIECBAgQIAAAQIECBDoX+BXhln4zfh1IDqycnce0b2GV9Rxx5Vl+x3XlxWDylzkWTFTFgpLtLF7iPDqTODreG/HrPJeZ4w7fhEgQIAAAQIECBAgQKBTAWkRIECAAAECBAgQIECAwM4F6j1F4JUZZT13sSX9KxD2XABejMtEBKYC+fFpMe23TYAAAQIECBAgQIAAAQIfEXBRAgQIECBAgAABAgQIlDJsv+x5iIJwxvO381jB2r7E8wLO7FpAcgQIECBAgAABAgQIECBAgED/AjIkQIAAAQIECBAgsE2BWuv4hc7Lr776N4DLhZ/82uSMcohK+SHq5GdR66HUHxHj3najSsm1fNWvaDP+LTr7W7Te6V8G1KGUjOJnVqDZXW3jPRCMYR/3oQzxv2yPMTupzs8LWAEBAgQIECBAgAABAgQIECDQv4AMCRAgQIAAAQKjwCF+Z0RTss2Iul1pkf3riqzd1VzfkBWof2vLf+Y141/PdKvGzj1RRoUY3OurfiSxvFUtPrIAF11cIO/n4pOakACBtwiYlAABAgQIECBAgAABAgQIEOhfQIYECBAgQOC6QNYIM66P+uTRGst7vP4UJ2Xh+GIcM8oS+HGrq9+RfH7Pdz7W+cd55Y3Ky57iTddv879petMSIECAAIEtClgzAQIECBAgQIAAAQIECBAg0L+ADAkQIHBBoNOy54Vsf3ePVcroHjp9Ajjzi/Te+VKAfaeuuQkQIECAAAECjwoYT4AAAQIECBAgQIAAAQIECPQvIEMC9wpksXAu7j1/S+N+57nhUngm8xX604jd8VXH36/8Gr97Oy4xbdt8ecW2/bdt3q6Mv72qqxEgQIAAAQIECBBYtYDFESBAgAABAgQIECBAgAABAv0LjBlmle6eiCJfuRTjRJ38ms9xw9XETOhD92ZSX/7Mk8CTBXyIwGUJECBAgAABAgQIECCwBgFrIECAAAECBAgQIECAAAECBKJuOnmqdcMF4Iu38vtAppbxvdtVkwXgzC2jq8QkQ4AAAQIECBAgQIAAAQIE7hUwjgABAgQIECBAgAABAgRmBFQQZ1BudkUR/eaYPxuQxeA/u9gGLmSJBAgQIECAAAECBAgQIECAQP8CMiRAgAABAgQIECCwZ4EsVmbMGygAz7uU9tXO07YNTbT2FHXr+8o6bES8Sjs2tm3AQm2th1J/xX+l1mOUMq6glB9t8UNgHwKyJECAAAECBAgQIECAAAECBPoXkCEBAgQIECCwY4FD5H5PzNXLWl9M8eHXtP44t319eVn4nUaOjtwmE6VQ9ooFBYL4VH5dcNoLU02vNrd94TTdBAgQ6ExAOgQIECBAgAABAgQIECBAgED/AjIkQIAAAQL3CczVzLLvvrO3OSrzO4YC8Dbv4Iurbn8V8OI0TidAgAABAusQsAoCBAgQIECAAAECBAgQIECgfwEZEiBAYOcC99f3NlwAzgr2tfv8FQczonnDqz1F/Yap3zhle2NM2zdeztQECBAgQIAAgbcLuAABAgQIECBAgAABAgQIECDQv4AMCexZYFrXa9vXPTZeAM7lT6Mlm8m37efaGlOcR5vpfWXldoV3tJFQmYt3XMucBAgQIECAAAECBP5AwCUIECBAgAABAgQIECBAgACB/gV+ZJhVumvxY3AHO3O1vey7nlpWT6+P2OLRfDg4q7djwfMNCcT8X9/xhtnfPGW8KdKmxbuM3pyF6QkQIECAAAECBAgQ2LeA7AkQIECAAAECBAgQIECAwH4EHqvv9VQA/nePT9/PHFXaf722RoEwaT7Zltgf+/0iQIAAAQIECBAgQIAAAQKbELBIAgQIECBAgAABAgQIELgi0FkBWDHzyr2eHEqnFpPuTW9aPAECBAgQIECAAAECBAgQINC/gAwJECBAgAABAgQI3CMwxKC5iO4dvDosAHeW0mJvwlbwzXaxSU30osCh1tKi1lpq/RnFz30CRhEgQIAAAQIECBAgQIAAAQL9C8iQAAECBAgQIFCyDngt2r8PPFf8bX3lVz2m1r7qMylU+vup/aW0SEZcFmE0CQECqxKwGAIECBAgQIAAAQIECBAgQKB/ARkSIECAAAEC9wt0XADO1DLux3hk5GEoJeORc9YxtsYyphG7XgQIECBAYJsCVk2AAAECBAgQIECAAAECBAj0LyBDAgQIEChR2xsmkftXVN5XIb1y0c0fiuLvtnOIN8iNN8a287N6AgQIECBAoH8BGRIgQIAAAQIECBAgQIAAAQL9C8iQAIF/Aq2+l+2/3rktBeA5leibFtHbdnSPL2gjg18ECBAgQIAAAQIEPiPgqgQIECBAgAABAgQIECBAgED/ArMZfkXvtcgqXkYWSS9FTLGZ1zSH+xedAvePNpIAAQIECBAgQIAAAQIECHxQwKUJECBAgAABAgQIECBAgMBtgWnhdLp9+8z1jcj1P7aq2QJwe+I128em+8johy+aebV4+OTvE+pQSkbxQ4AAAQIECBAgQIAAAQIECPyFgGsQIECAAAECBAgQIECAwB0CswXgO87b0JDHq+K/k4tqbzmP36P0fELANQkQIECAAAECBAgQIECAAIH+BWRIgAABAgQIECBAYK8CWaO8J/ccd4xDrYdSv6McDiWj7R/b/0qtl+Oey31yTK2HUr/XXw7/RX7/lfq9f609lOP/yq/C7xFuqEPJp4g/mds91841Xot75jCGwGoFLIwAAQIECBAgQIAAAQIECBDoX0CGBAgQIECAAIGTwCG2rkUcjlettdR6OWLIql//antZj2wRVcvaokadskX2tTHHNoXuSDBmK3Nxx6kfHzK37lt9H1+0BRAgQIDADQGHCRAgQIAAAQIECBAgQIAAgf4FZEiAAAECBAhcEsh65+RY7n7HbAH4Kw/+KPhOTrZJgAABAgQIEPisgKsTIECAAAECBAgQIECAAAEC/QvIkAABAn8uUIdSMsrmfqK4+++x4XJo2/N5xOCZA+2cbGcOb6orc7gWm0rGYgkQIECArUOdgwAACcVJREFUAAEC3QtIkAABAgQIECBAgAABAgQIEOhfQIYECDwukHXdY5yeAB7qsaOUeqwKR1vOfoYYknHWvZndrNhn3F5wJDrmf6u9PZMRBAgQIECAAAECBAgsJGAaAgQIECBAgAABAgQIECBAoH+BP8ww64Y/4g+vfd+lprXKuTPmjx/y654zjqfMDzoe+/f7699myYJwxqRrA5tDrPEYmUvm/ztq+ZoUxcuvgnDxQ4AAAQIECBAgQIAAAQJ/JOAyBAgQIECAAAECBAgQIEDgHQL3VUffceV758wVXhv7+/jpCeDz02pUdTPO+8f93/OM3X/868nLDaUOQ5x7jEMZyiE3o8eLAAECBAgQIECAAAECBAgQWJ2ABREgQIAAAQIECBAgQGARgRo1wYxrk2UZNMdkXBv3t8fGVcUlp23snl7T/louFoDLtZ/A+Xc4J/y3d9oau8dfp67Pb/xY+OeXYwUvCDiVAAECBAgQIECAAAECBAgQ6F9AhgQIECBAgAABAgQIHAWy7tri2PPzdztWy+EwxK+IMn7FcTn9DFHWPkYpeTijHfxXNa6l1kOp9b9SDj9jaH3tpHe1h0Nc+0qcrpvF3xalRHpjlO+fQxyai+/DnTY18noyhjB/8u8H4qJedwrUWkutl+POafobJiMCBAgQIECAAAECBAgQIECgfwEZEiBAgMBLAsMwlGvx0uROJrARgVYPPLWx7poRdcGxL7bPX3HoV230fMza96OKN6b5wjrb+eftC1O+/dS8dW+/yEYucH7f7t3fSHqWSYBAdwISIkCAAAECBAgQIECAAAECBPoXkCEBAgQIEFhKYFr5anO2vrbfWxsF4N5SupVPFH+zpF+iPQ2dbh87c0jGcc9vAgQIECBAYAUClkCAAAECBAgQIECAAAECBAj0LyBDAgQIvE0ga38Zb7vASibuuACcRd1pXBKfjpluXxq/lv7pWue217JO6yBAgAABAgQILCFgDgIECBAgQIAAAQIECBAgQKB/ARkSWFYgn/RtM47VtOgYIlpfr22nBeDxFsY9O2+jq8RdHe9stLk7Pgk8lDr8jDL2jwNW+GuINd0TMcyLAAECBAgQIECAwNYFrJ8AAQIECBAgQIAAAQIECBDoX2CBDPPp3haHKKXldk4bmyXLg2ObHZ1HpwXgW3ftZ/H3WOzNW35+Xva1OD9mnwABAgQIECBAgAABAgTeLWB+AgQIECBAgAABAgQIECDwiEBWATPmzhmLwHEwq39zx3vp22IBeEH7uMP5RPApplPnrR9OTwYfi8TT47YJECBAgAABAgQIECBAgACBNwqYmgABAgQIECBAgAABAgSeENhRAXgInoxofrxaEXjaOTcuj2d/i9xfU6x1XUsbLTVf87rULnUd8xAgQIAAAQIECBAgQIAAAQKPCziDAAECBAgQIECAwOMCWfV7/Kz+zthJATiKfPkl3xmnp33zLVBLHY5Rxv4SP99jS7Sx117n/0bwcb8d/XQba60R45prLKZFbHrNCDSrW+3Mqbo+K+DqBAgQIECAAAECBAgQIECAQP8CMiRAgACBTQjUWkutv+MQfRmbSKLjRdb6+97Uen/fVmiyPNai/Zu/ud/WH2XAcbPG7+w/Rez3/NpJAfj8Fo63OTqnbex288q8uklGIgQIEBgF/CJAgAABAgQIECBAgAABAgT6F5AhAQIECBB4VCCrYhm3zssxLW6N3frxnRaAt37brP/dAse/AMknhN99JfMTIECAwB0ChhAgQIAAAQIECBAgQIAAAQL9C8iQAAECBBYS2HEBOIt703hG9NXzn7mmc94vML2vuf3+K7oCAQIECBAgcElAPwECBAgQIECAAAECBAgQINC/gAwJPC+QlZxT1FLa1z4/P+P2z9xpAfj0Nog7ON2O3dLeGdHm7ilyfxrT83L7K0ZGW6PNiD2vtQpM7+Nxu8Z/DWrevmGId8AQC8+IZnxNt8cOvwgQIECAAAECBP5CwDUIECBAgAABAgQIECBAgACB/gVeyDDKO2PB99TGXKo6pey0ABx3/+qrXjia/RkXDhdvqUsy6+vP+ziNSyvMe5px6bh+AgQIECBAgAABAgTeIWBOAgQIECBAgAABAgQIECDwqMC0EPzouT2Nv1gAPj4NuapU/3gx0+Jg2/7jJbjcHwlkgTfj9+V8Dn6b6CFAgAABAgQIECBAgMCbBUxPgAABAgQIECBAgACBuwSyjnPXwJ0NulgA3plDpJsFwIzYnH3lsRazA6IzC8XReL1BYOkp273Mts093W59WgIECBAgQIAAAQIECBAgQODvBFyJAAECBAgQIECAAIHLAlnLuhbHM08F4KyQT+N4eC+/A6olX7KImxF941c6X2pzTC11OMZhOHxvZxsRdDVi7a9YfrkWa1//c+v7d09r3KQxDrUcDuUY0XEY97OvlhrbtdYy/rR23PHrzwRciAABAgQIECBAgAABAgQIEOhfQIYECBAgsCqBWmup9XKsarE7XEytl+9NrfWmyDAM5VrcnOBDA2qUeH5ErKPtx2bnr0i+HCNv8XzU8XMbJa/OLd6aXo3ZW8Sm14YF8gOz4eVbOoGOBaRGgAABAgQIECBAgAABAgQI9C8gQwIECBAgcK9Aq8xlm+e0NrfFUeBQo8Kfcdz9/Xs/VfPfueshQIAAAQIEPirg4gQIECBAgAABAgQIECBAgED/AjIkQIDA0wJZx5yenPtjTDvv3M5HBTPuHL6KYZeK34fy/ajwpXYIpYzfx1eR1yoXkW+OFqtcoEXNCFz6iMwM1UWAAAECBAj8gYBLECBAgAABAgQIECBAgAABAv0LyJDA4wK3anCPVnzafEOc2OLxVS11xmk1MeH5dnTdfH3FiK9yKgAfJoXg+YLvECecR3R1+Yo7XO6Jn8mf6+T+zxH21iEwvbfxEciPwbiw3M5j445fBAgQIECAAAECnxJwXQIECBAgQIAAAQIECBAgQKB/gScybAXabL+ipJNtThObpUZhLtvcvzfilJJzZNx7zvvGjauJ6S+3NRZ6jEPk+x1xxph3zeLv8dw8Umo97sTx0yvOHxM+dexuI6muxTzIKBmnNb/cnx+p97MCcZNKxmdX4eoECBAgQIAAAQIECPwUsEeAAAECBAgQIECAAAECBO4VmNbhXq36ZG1vWlS+dw1/P66OFa76feGxzFu+JXIn4nCI/Wi/h6yysSgC7xcYDsdvOX//lVyBAAECBAgQIECAAAECBOYF9BIgQIAAAQIECBAgQOAlgax5ZjwzSZRMx9NaO+6s/NelXKPqtfKVW97OBaRPgAABAgQIECBAgAABAgQI9C8gQwIECBAgQIAAAQIElhL4HwAA//+VKAqqAAAABklEQVQDACLGVk5U/nBsAAAAAElFTkSuQmC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2" name="Текстовое поле 1"/>
          <p:cNvSpPr txBox="1"/>
          <p:nvPr/>
        </p:nvSpPr>
        <p:spPr>
          <a:xfrm>
            <a:off x="1981835" y="774065"/>
            <a:ext cx="11931650" cy="28321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lnSpc>
                <a:spcPts val="1500"/>
              </a:lnSpc>
              <a:spcBef>
                <a:spcPts val="1600"/>
              </a:spcBef>
              <a:spcAft>
                <a:spcPts val="800"/>
              </a:spcAft>
            </a:pPr>
            <a:r>
              <a:rPr lang="en-US" altLang="zh-CN" sz="1600" b="1">
                <a:solidFill>
                  <a:srgbClr val="0F1115"/>
                </a:solidFill>
                <a:latin typeface="quote-cjk-patch"/>
                <a:ea typeface="quote-cjk-patch"/>
              </a:rPr>
              <a:t> </a:t>
            </a:r>
            <a:r>
              <a:rPr lang="en-US" altLang="zh-CN" sz="4400" b="1">
                <a:solidFill>
                  <a:schemeClr val="accent2"/>
                </a:solidFill>
                <a:latin typeface="quote-cjk-patch"/>
                <a:ea typeface="quote-cjk-patch"/>
              </a:rPr>
              <a:t>Модуль </a:t>
            </a:r>
            <a:r>
              <a:rPr lang="en-US" altLang="zh-CN" sz="4400" b="1">
                <a:solidFill>
                  <a:schemeClr val="accent2"/>
                </a:solidFill>
                <a:latin typeface="Menlo"/>
                <a:ea typeface="Menlo"/>
              </a:rPr>
              <a:t>gui</a:t>
            </a:r>
            <a:r>
              <a:rPr lang="en-US" altLang="zh-CN" sz="4400" b="1">
                <a:solidFill>
                  <a:schemeClr val="accent2"/>
                </a:solidFill>
                <a:latin typeface="quote-cjk-patch"/>
                <a:ea typeface="quote-cjk-patch"/>
              </a:rPr>
              <a:t> – графическая оболочка</a:t>
            </a:r>
            <a:endParaRPr lang="en-US" altLang="zh-CN" sz="4400" b="1">
              <a:solidFill>
                <a:schemeClr val="accent2"/>
              </a:solidFill>
              <a:latin typeface="quote-cjk-patch"/>
              <a:ea typeface="quote-cjk-patch"/>
            </a:endParaRPr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1981835" y="1755775"/>
            <a:ext cx="12136755" cy="230695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ru-RU" altLang="en-US" sz="3600" b="0" i="0">
                <a:solidFill>
                  <a:srgbClr val="0F1115"/>
                </a:solidFill>
                <a:latin typeface="quote-cjk-patch"/>
                <a:ea typeface="quote-cjk-patch"/>
              </a:rPr>
              <a:t> </a:t>
            </a:r>
            <a:r>
              <a:rPr lang="en-US" altLang="zh-CN" sz="3600" b="0" i="0">
                <a:solidFill>
                  <a:srgbClr val="0F1115"/>
                </a:solidFill>
                <a:latin typeface="quote-cjk-patch"/>
                <a:ea typeface="quote-cjk-patch"/>
              </a:rPr>
              <a:t>Инициализирует все остальные модули</a:t>
            </a:r>
            <a:endParaRPr lang="en-US" altLang="zh-CN" sz="3600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ru-RU" altLang="en-US" sz="3600" b="0" i="0">
                <a:solidFill>
                  <a:srgbClr val="0F1115"/>
                </a:solidFill>
                <a:latin typeface="quote-cjk-patch"/>
                <a:ea typeface="quote-cjk-patch"/>
              </a:rPr>
              <a:t> </a:t>
            </a:r>
            <a:r>
              <a:rPr lang="en-US" altLang="zh-CN" sz="3600" b="0" i="0">
                <a:solidFill>
                  <a:srgbClr val="0F1115"/>
                </a:solidFill>
                <a:latin typeface="quote-cjk-patch"/>
                <a:ea typeface="quote-cjk-patch"/>
              </a:rPr>
              <a:t>Запускает графическое окно</a:t>
            </a:r>
            <a:endParaRPr lang="en-US" altLang="zh-CN" sz="3600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ru-RU" altLang="en-US" sz="3600" b="0" i="0">
                <a:solidFill>
                  <a:srgbClr val="0F1115"/>
                </a:solidFill>
                <a:latin typeface="quote-cjk-patch"/>
                <a:ea typeface="quote-cjk-patch"/>
              </a:rPr>
              <a:t> </a:t>
            </a:r>
            <a:r>
              <a:rPr lang="en-US" altLang="zh-CN" sz="3600" b="0" i="0">
                <a:solidFill>
                  <a:srgbClr val="0F1115"/>
                </a:solidFill>
                <a:latin typeface="quote-cjk-patch"/>
                <a:ea typeface="quote-cjk-patch"/>
              </a:rPr>
              <a:t>Содержит цикл обработки команд:</a:t>
            </a:r>
            <a:endParaRPr lang="en-US" altLang="zh-CN" sz="3600" b="0" i="0">
              <a:solidFill>
                <a:srgbClr val="0F1115"/>
              </a:solidFill>
              <a:latin typeface="quote-cjk-patch"/>
              <a:ea typeface="quote-cjk-patch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Image 1" descr="data:image/png;base64,iVBORw0KGgoAAAANSUhEUgAAB4AAAAQ4CAYAAADo08FDAAAQAElEQVR4Aezde4xsW34f9N/a3eec+5i545mJJ37HBmN5YpsQxyDjYBJbykMJI8XIAWOCIlmIhwFHQiJ/RHIAoZB/MMSJkAniaYFkO3GIHAhRUJCC8/AojJOJQyJhZpjBGY89L8/jzr33nNO1F2tVdfWp7q6u7uqux95rf2rqV/u99vp9dtmS5+vq0735+c/lzfVr5bh68/MMGPgO+A74DvgO+A74DvgO+A74DvgO+A74Doz2O+D/tvd/1/sO+A74DvgO+A74DvgO+A74DvgO+A5M5DvQhdeEBbROgAABAgQIECBAgAABAgQItC+gQwIECBAgQIAAAQIEpiQgAJ7S09YrgVUB6wQIECBAgAABAgQIECBAgED7AjokQIAAAQIECBCYnMCaALgvCKtVNr0JECBAoCkBzRAgQIAAAQIECBAgQIAAAQLtC+iQAAECBAgQmKbAlQC4BL+pQKS6XFbZ9iZAgAABAgRaEdAHAQIECBAgQIAAAQIECBAg0L6ADgkQIEBgwgJXAuAqUYLfyHXlvMp2DYTPtywIECBAgAABAgTGKmDeBAgQIECAAAECBAgQIECAQPsCOiRAYOoCawLgSlJ/BlyXigABAgQIECBAgACBJgQ0QYAAAQIECBAgQIAAAQIECLQvoEMCReCGALgc8SZAgAABAgQIECBAgACBJgQ0QYAAAQIECBAgQIAAAQIECLQvsOywBMB9WV9WWY2yqy7qMpf1Zc33+SBAgAABAgQIECBAgAABAgRGJGCqBAgQIECAAAECBAgQIDAxgZLwXul4+c//LpdXDttsQUAPBAgQIECAAAECBAgQIECAQPsCOiRAgAABAgQIECBAYIoC1wPgqlB/9VuXigCB9gR0RIAAAQIECBAgQIAAAQIECLQvoEMCBAgQIECAAIHJCqwPgCfLoXECBAi0LaA7AgQIECBAgAABAgQIECBAoH0BHRIgQIAAAQLTFhAAT/v5654AAQIEpiOgUwIECBAgQIAAAQIECBAgQKB9AR0SIECAAIEQAPsSECBAgAABAgSaF9AgAQIECBAgQIAAAQIECBAg0L6ADgkQILAQEAAvHHwSIECAAAECBAgQaFNAVwQIECBAgAABAgQIECBAgED7AjoksCIgAF7BsEqAAAECBAgQIECAAIGWBPRCgAABAgQIECBAgAABAgQItC9wtUMB8FUR2wQIECBAgAABAgQIECBAYPwCOiBAgAABAgQIECBAgACBiQoIgCf14DVLgAABAgQIECBAgAABAgQItC+gQwIECBAgQIAAAQIEpiwgAJ7y09f7tAR0S4AAAQIECBAgQIAAAQIECLQvoEMCBAgQIECAAIHJCwiAJ/8VAECAwBQE9EiAAAECBAgQIECAAAECBAi0L6BDAgQIECBAgEAVEABXBUWAAAECBNoV0BkBAgQIECBAgAABAgQIECDQvoAOCRAgQIDAhYAA+ILCCgECBAgQIECgNQH9ECBAgAABAgQIECBAgAABAu0L6JAAAQKXBQTAlz1sESBAgAABAgQIEGhDQBcECBAgQIAAAQIECBAgQIBA+wI6JLBGQAC8BsUuAgQIECBAgAABAgQIjFnA3AkQIECAAAECBAgQIECAAIH2BW7qUAB8k4z9BAgQIECAAAECBAgQIEBgfAJmTIAAAQIECBAgQIAAAQITFxAAT+ILoEkCBAgQIECAAAECBAgQIECgfQEdEiBAgAABAgQIECBAIEIA7FtAoHUB/REgQIAAAQIECBAgQIAAAQLtC+iQAAECBAgQIECAwLmAAPgcwoIAAQItCuiJAAECBAgQIECAAAECBAgQaF9AhwQIECBAgACBVQEB8KqGdQIECBAg0I6ATggQIECAAAECBAgQIECAAIH2BXRIgAABAgSuCQiAr5HYQYAAAQIECBAYu4D5EyBAgAABAgQIECBAgAABAu0L6JAAAQLrBQTA613sJUCAAAECBAgQIDBOAbMmQIAAAQIECBAgQIAAAQIE2hfQIYENAgLgDTgOESBAgAABAgQIECBAYEwC5kqAAAECBAgQIECAAAECBAi0L3BbhwLg24QcJ0CAAAECBAgQIECAAAECwxcwQwIECBAgQIAAAQIECBAgMBcQAM8ZWv3QFwECBAgQIECAAAECBAgQINC+gA4JECBAgAABAgQIECDwQkAA/MLCGoG2BHRDgAABAgQIECBAgAABAgQItC+gQwIECBAgQIAAAQJXBATAV0BsEiBAoAUBPRAgQIAAAQIECBAgQIAAAQLtC+iQAAECBAgQILBOQAC8TsU+AgQIECAwXgEzJ0CAAAECBAgQIECAAAECBNoX0CEBAgQIELhRQAB8I40DBAgQIECAAIGxCZgvAQIECBAgQIAAAQIECBAg0L6ADgkQILBZQAC82cdRAgQIECBAgAABAuMQMEsCBAgQIECAAAECBAgQIECgfQEdEriDgAD4DkhOIUCAAAECBAgQIECAwJAFzI0AAQIECBAgQIAAAQIECBBoX+CuHQqA7yrlPAIECBAgQIAAAQIECBAgMDwBMyJAgAABAgQIECBAgAABApcEBMCXOFrZ0AcBAgQIECBAgAABAgQIECDQvoAOCRAgQIAAAQIECBAgcF1AAHzdxB4C4xYwewIECBAgQIAAAQIECBAgQKB9AR0SIECAAAECBAgQuEFAAHwDjN0ECBAYo4A5EyBAgAABAgQIECBAgAABAu0L6JAAAQIECBC4LJBSipRypFyiz9RH1IrpvorCdJvXOQECBAgQaEhAKwQIECBAgAABAgQIECBAgED7AjokQIAAgXUCn30jzr7w2TjJNQSelTNSqem+BcDTffY6J0CAAAECBJoR0AgBAgQIECBAgAABAgQIECDQvoAOCRBYJ5BK6PvmZz4ezz798cjlPyn6KIt1p05mnwB4Mo9aowQIECBAgAABAk0KaIoAAQIECBAgQIAAAQIECBBoX0CH1wTyxZ4c/ec+FvGZT8RZ9zxyrr/+rXVxwuRWBMCTe+QaJkCAAAECBAgQIECgFQF9ECBAgAABAgQIECBAgACBKQrUjHdepflUst7P/vKH4vWPfTjqvoiyI9p6bduNAHhbMecTIECAAAECBAgQIECAAIHjC5gBAQIECBAgQIAAAQIEJilQQ94Xv/7too9HcfJ/fzief/hD8TheLSFwFy+OT5IoBMBNPXfNECBAgAABAgQIECBAgAABAu0L6JAAAQIECBAgQIDANAVqsJtL5Bulur6LPs3iydnn4q1PfSqefupXIj75D+uhyf8GWAA8zf/50HWLAnoiQIAAAQIECBAgQIAAAQIE2hfQIQECBAgQIEBgwgL1jzun6Mp/ZnHSn8RZfhqv//33x6tnz+OVs7N468N/Jx719ayYvxaBcUzuF8EC4Pnj90GAAIFxC5g9AQIECBAgQIAAAQIECBAg0L6ADgkQIECAAIGIVFPdiDjJXTx6HPGJX/i5eHKW43F+Hp/6u++Pk9OXoxyd/wo4pz4inUVdnl8WU3gJgKfwlPVIgAABAi0L6I0AAQIECBAgQIAAAQIECBBoX0CHBAgQIHAuUIPcPqX44kufj+6XPh4nf+//iSezFH2KePqRX46nn/54pFS3a/j7PJ6fzCLKsZjQSwA8oYetVQIECBAgQKA1Af0QIECAAAECBAgQIECAAAEC7QvokACBVYGa5Z72OU5L6PtrH/jf49lZH59/EvGsO4lHZ7P49M/+1TiJ59F3fXQ54pXnEac1C14dpPH1rvH+tEeAAAECBAgQIECgTQFdESBAgAABAgQIECBAgAABAu0L6HAuUHLc+XL5kXKORx//pfjVD/xcPDo5jecnZ+XQSXTpLL74wb8e3a98PB7nWUR3WsLflyLSSaQuXVQ0/uoa7097BAgQIECAAAECBAgQaE5AQwQIECBAgAABAgQIECBAYCoCOUXUKouLlme5i0++/3+LR88iHkcfT2Z9PJql6E/6OHn6yfjIX67HzuJZCYCflYA4lyuXVVZH877vRAXA95VzHQECBAgQIECAAAECBAgQOLyAOxIgQIAAAQIECBAgQGAyAquhbV+67krwe9I/ivShfxBf+D8/GO95+sV489HzeN6V8Dfl+T/1e1I+T//B++NzH/1wvP35S3E6O4367wPncjynvqznyGWslt8C4CaeriYIECBAgAABAgQIECBAgACB9gV0SIAAAQIECBAgQGBaAvVXvyXaLZFuH2ddF89O+kjps/Hxn/oz8crzsi918dKsxrl5Hup2ffXJMUufic/9uT8f8dZnY9adlJ2Lc8pKedf1smj4LQBu+OFqbSIC2iRAgAABAgQIECBAgAABAgTaF9AhAQIECBAgQGBCAqsRbcopTvIsUj6JV549iw/9zE/GS5/9aHT90+hLKFz/PeAUs6ivGnx2keJxOTf/2kfj4z/9P8aj+EJE7iPn1VHr2e1W125rOiNAgED7AjokQIAAAQIECBAgQIAAAQIE2hfQIQECBAgQmJJAyXujVv3lb0luo+S5ZfssnpxFfOJnfy4e/fwH4guvfC5m9ee+5cS+LHPUX/nG4pUj+v61ctlZfObv/R/xqb/y0/MAOcr+xQlpsWj4UwDc8MPVGgECBAg0LaA5AgQIECBAgAABAgQIECBAoH0BHRIgQGBSAjWjrVWb7ktO28VZCXLfisf9FyL/3b8Uz/7S/xDp7DNx+vztMUspcqnIp9GVs7p6Ua1yXd+9UY718fYSDv/aX/2L8dm//XPxcjqNWf+4jFhParsuLNpuU3cECBAgQIAAgZYE9EKAAAECBAgQIECAAAECBAi0L6BDAtMTKNltpJIA1+VZCWyfpVeiO3stnn3wF+LTP/7nYtY9j8hdiXsXNrmeGKeLjdXPVAY5337cn8Xnf+bHyxjvL0FyuT6VOj/W6qJrtTF9ESBAgAABAgQIEGhSQFMECBAgQIAAAQIECBAgQIBA+wIT7rBmuid9V0LePl59/sX44t/82fjET/xUPH3lzTgpwe6T/qQcS5FSulGpK/lvrfkJZf2VN87iYz/1ozH7a382Xn3ax81Xzq+IcsliZaSf3UjnbdoECBAgQIAAAQIECBCYnICGCRAgQIAAAQIECBAgQIBACwLzX+6mPlaT2Bq61prvzCfx0uyL8ff/5/82fuV/+a9idvqFyOl5nPZ99PP0druIM3fP49HsLP7fv/wz8as/+afL+vPo8uJuUV4v1qLc57zK/mO9H3rf7XQeejfXEyBAgAABAgQIECBAgAABAvcRcA0BAgQIECBAgAABAgSaEKjhbw1ca0XUIHY2z4FnJbU8y7Pons7i2Uf/TnzsP/vReMff/BvRPf5UnMxOS2ib5uFvjnJiX64ulW+sFLkmxbMUqSxnJVDO/eN49XmKt37h5+Ojf+KPRveLHyxjvhnp5Cxm3UnUcVMZNpe1sUMXobG3MOX5650AAQIECBAgQIAAAQIECBBoX0CHBAgQIECAAAECBNoQKPnqEQDMUQAAEABJREFURbza5RLqnr0Sj0qd9rN4+XnE2z72y/HG//TfxC//l38ynn/sF+N5l6LvXysBcY00F5UKxbLK6sZ3Pe/FCamME/Nf/naf+XR85Mf/VPzSn/mxmH3+o/N/G/i0hMkn/aM4nT2OxZ+gfnHl2Naq1NjmbL4ECFQBRYAAAQIECBAgQIAAAQIECLQvoEMCBAgQIECAQEMCqfRSf2XbxUnMuj7efPxGvPW2L0T8ysfjcz/9X8eHfuyPxyc/+LfjUfpCdI+fliC2j9eelrP7cuGO3qnGwPmtiPR6vPF//a34pR/5E/HWX/jzcfbJD8XTV5/GG+lp1F8ixw2v1RD7hlOOvlsAfPRHYAIECBDYXsAVBAgQIECAAAECBAgQIECAQPsCOiRAgAABAk0IpNpFV2PXSLkv0W+OnCPyJ/5hzD7wV+KX/7sfiY/82B+Ltz7w8/HK8xxdvBVn3Uk5v4/+5Hm89fjNODvpo1xyUXXE+1aXZ3E6y/Ho2WvxZPZKPH76mfjU3/gL8f/9yH8an/hT/0U8/cD7o3v6RnSzs+jKfFO5a4p+Pp8oyz6VuZSe6p+yvu8c9n1dt+8bGJ8AAQIECBDYqYDBCBAgQIAAAQIECBAgQIAAgfYFdEiAAIGmBGaf/0K88ZEPx+sf/Ovxsb/438ev/uc/HB/5k38sPv2TfzZe/vlfjHe89Vac5i9Gf/J6nHZvxeNZlO3Fn2I+mT2JedhaQteSwsa84v6vPnXl4i5Sehan/Vk8OnsUr5zleK3c/8kv/q3IP/Gn41f/gx+Mj/3oH41P/q8/EZ/++b8W/Yc/HvHJz0aalfA3cgmyZ1FD4RjoqxvovEyLAAECBAgQIEDgmoAdBAgQIECAAAECBAgQIECAQPsCOiTQlkAqgenj/CxO5392eRY59XHWzeLs5Fmpp/Hs8RfjjSelHr8ZuezvcioBa70qFYjT+XrKXfRla1m5rD/k3dehywB1MUuzeHp6Fk8fPY/nXY5nJ12cPXlbpMcvx2k58cnZLJ6f9vH8pNw91TvXZb2yDDDQtwB4oA/GtAgQIECAAAECBAhcErBBgAABAgQIECBAgAABAgQItC/QYIc5n8TZO94Vj7/2N8Zr3/yd8Rt+1x+Ir/g3/uP45n/3P4kv/54/GCff+Jtjlt4VuX8l+nLunGAetM7XLj5qqLms+8SvNbq9GOzqyqyLR2evxunXvDde+r5/Kb76D//x+Op/+4fjS973B+KVb/+ueOk3fFW89O4vib7rSiDdxdBfw5/h0AXNjwABAgQIECBAgAABAnsWMDwBAgQIECBAgAABAgQIEBijQA1qU5zFSTyLlJ6WAHUWT1OK5/FmPH/nO+PJb/kd8RXf/0fia37oP4zH/+z74vW3vasErLlUjTBzaTlH/SwrMV+pG7XmO7b7yGUyVy/t61y6J/G27/hn4sv+vR+Kd/9b/2Z8ybf/7sjv/ooyw9MSSOdI5TYlH45nJylyl6Ir18SeXrsaturtaizjECBAgAABAgQIECBAgAABArsVMBoBAgQIECBAgAABAgRGK5DLzGvw2kcJU+Nx5PQ4UnoUj0rls5LpdinOTk/i+bu/Ot7zO783vukH/6OIf/z3lbD1cTx7/GbMTt6MvpwbZaAaxC6rDLvVO0UfXY6oY/XxUgmYH8Wz0xSPv/WfLOHzD8c73vcDMft1742c3x798z7y09ejK8F1/XPVfS4hdF/uPDuZ37P2E+VoSYPn20P86IY4KXO6TcBxAgQIECBAgAABAgQIECBAoH0BHRIgQIAAAQIECBBoQCDXODKVRmpF1M+ufNZllGS3hrO5O4unJaF949WX4su/533x2r/2g5Ff+8Z4Hq+WnPXNeXi7OD+2epXMt4S+9S5dnOY+Huc3Ip98PvKXfXl87b/678e7v/+H4ulXfkk877rIaTGrep9lxU2vOvBNxwawvxvAHEyBAIFtBJxLgAABAgQIECBAgAABAgQItC+gQwIECBAgQIDARARm3SziZBaPUh/x6El8/pVX49Wv/rb4mn/nD8fjb/6OeP1k8cvblF+ApLJaqyxufNfT6zn1ulnXR46TeP3Rq3Hym74tvuoP/ZHov/Yro+/PIqV3Ru5O5+Okrl5RA+OyuVgtKy/eqYTZqe9izaEXJw1grRvAHEyBAAECBO4o4DQCBAgQIECAAAECBAgQIECgfQEdEiBAgACBKQmknKNPszjpI155FvHy85MSsKZ4/vjd8TX/8g/Ee37774lnJQTO8713l6l/qjnXUDnVK/t4K70SX/vd/2J8zff9ocjxUpz2OU7ys+jirAzaR18+87JKwlvXy+bld9lZDl3eN8AtAfAAH4opESBAgACBNQJ2ESBAgAABAgQIECBAgAABAu0L6JAAAQITFEiR8knkLsWzR2W9O4uuBLeP0vM4m52WAPj3x7u+/1+PN5+8rZx3VipFyWHntQ4rlZ2pxLldOakvG7mEy336yvj13/t9cfLbf1s8PXslzlKK5+lxRH4SXV8C57Jdbjofs1xWRli8y+XlfvGiYhwvAfA4npNZEiBAgAABApMW0DwBAgQIECBAgAABAgQIECDQvoAOCUxTIEWKLnfRlxB28YvdPqIEwCWdjfqapZN4xzf91vjS3/vPx1snL0V/8kbZvRrTls3zd907S/XKLk5zH4/PTmPWvyPe8z3/XLz6W35zub6EvVHGjxKRlvtFuXecvxa/GC7XluvPd5WNmJ9Rd9WKkbxKdyOZqWkSIECAAAECBAgQmKKAngkQIECAAAECBAgQIECAAIH2BSbe4TJcTSlFSi8qdyly18XrcRov/1PfGV/+u39ffD49ihwp1r3q3pQjZvWcNIu3Xn0pvuy73xdPvvXb4/WTV8pVp5G72cWluV5wsRXleKlyfdzwqqfXuuHwYHYLgAfzKEyEAAECBAgQIECAAAEClwVsESBAgAABAgQIECBAgAABAjnyyZvxtHspHn/Hd8W7v/k7o0+LiDPlroS21xPblE/i2UmOl7/lG+Pl7/6umMWr8WT2KE5L9ltGi1nXR/0d8DXb60NdO2UfO3Y9ZrfrAY1HgAABAgQIECBAgAABAgQIPFjAAAQIECBAgAABAgQIEGheIPcljl2pPudYrVy2a9Xg9rQ/i+cnr8SX/gs/EE+/9KviJL2thL8RJR0uH1feJxGPvuTr49f9jj8Yz0twnLpnsfzz0jXjzalcVmp5r3qPcuOoy1rlUKRyYl2ujlx2Ra3VfUNc74Y4KXO6ScB+AgQIECBAgAABAgQIECBAoH0BHRIgQIAAAQIECBAgsCpQg9haUSLfs3QaX/e+3x+zOItZCXafpZdLKLs4GuevpyUxfs/v/Vfi9OVXI3XPy94a2/axCIFjHu7Gplc5/fKIm04e3jEB8PCeiRkRWC9gLwECBAgQIECAAAECBAgQINC+gA4JECBAgAABAgQuBEoOG7UudpSVnEo0+4++N578E78pZieP4/nJ5TPq8Ze/5Vuje+83xuz0cZyd5kgpndfJfFmGmb/z/PPFRyqr6375W3aP6i0AHtXjMlkCBKYqoG8CBAgQIECAAAECBAgQIECgfQEdEiBAgAABArcL1NB29tKjeOfveV+kR++Orns9Tvsa3ZZry+J5dxJf+Tu/N9KTN+KsrOd4FLOSiPYlBO7LKfX6slj/LgfLEOuPjWhvaXdEszVVAgQIECAwPQEdEyBAgAABAgQIECBAgAABAu0L6JAAAQIEthDo+1nE27803v4bvzmeRFcC4JPoU443cxdP/unfGvnt74yzZ4+jyzm6vovyWSrF8lXX5lUD39VanjDypQB45A/Q9AkQIECAAIGWBfRGgAABAgQIECBAgAABAgQItC+gQwIEthGowe3JLEfKJ/HO3/Xb4unZy3FWds66Lh6nt8V7SgDcp0UEmqKPVAYv2XDkulLW6zuXj1plsTheVlYOl61xvxfdj7sHsydAgAABAgQIECDQnoCOCBAgQIAAAQIECBAgQIAAgfYFdLi9QElq6296Uz6N19/17nj8j31TPDuNEvWexktf/w1x8uu/Ls6ibufIuVS/iHprCJxyV4Ljrhxt+91+h20/P90RIECAAAECBAgQINCggJYIECBAgAABAgQIECBAgACB9QK5RL2z1EVf6vHJ2+Pt3/ZtMUslFS518q3fErPnL88vXMS+89VLH+XMS9vH3NjXvQXA+5I1LgECBAgQIECAAAECBAgQ2F7AFQQIECBAgAABAgQIECBwm0A+iZxypOddPP6690bXzeL07FG841u+PWZxEqlUVypHlPWIqL8EntesrM6iXLqocqjFd9diU+31pCMCBAgQIECAAAECBAgQIECgfQEdEiBAgAABAgQIECBwm0Ca/xnnkunWE0uo+/LbXouT93xlpC/79ZHTad07rxr+zlfqx/lGquul6rJWWW3yLQBu8rFqqikBzRAgQIAAAQIECBAgQIAAAQLtC+iQAAECBAgQIEDgzgIX4W0Jdvty1aOvf288+oZviFQD4PS8BMElIC4nlcPlaERZja5s1GWtaPwlAG78AWuPAIFxC5g9AQIECBAgQIAAAQIECBAg0L6ADgkQIECAAIH7C+SU4uQ9Xx3py768pL65hL81Eo7Fq6S9JfeNq7U42O6nALjdZ6szAgQIEBi3gNkTIECAAAECBAgQIECAAAEC7QvokAABAgQeLJDjtXd9Xbz67n8kUupL2PsiAJ4HvzUEXq0H32/4AwiAh/+MzJAAAQIECBCYnICGCRAgQIAAAQIECBAgQIAAgfYFdEiAwK4Eure/EielcpxFihcB8NXxLwLhqwca2xYAN/ZAtUOAAAECBAgQIDByAdMnQIAAAQIECBAgQIAAAQIE2hfQ4c4Eci6x7rtei0df8lrMutNIuYtIJQSuFdN8FYFpNq5rAgQIECBAgAABAgQIDE3AfAgQIECAAAECBAgQIECAAIG7C5Tot4S+KZ6fljpJUbfT3S8/2pn7vrEAeN/CxidAgAABAgQIECBAgAABArcLOIMAAQIECBAgQIAAAQIE7iGQoouTkvx2uYsupUipVFlPfRep7F9b0fara7u9sXdn/gQIECBAgAABAgQIECBAgED7AjokQIAAAQIECBAgQOA+AqlcNK8S+s7D3+V2DX6X62uWZVfTbwFw049Xc6MWMHkCBAgQIECAAAECBAgQIECgfQEdEiBAgAABAgQIPEig/sI3cok8V+tBI47/4qIx/iZ0QIAAgdYE9EOAAAECBAgQIECAAAECBAi0L6BDAgQIECBAgMA+BATA+1A1JgECBAgQuL+AKwkQIECAAAECBAgQIECAAIH2BXRIgAABAgT2JiAA3hutgQkQIECAAAEC2wo4nwABAgQIECBAgAABAgQIEGhfQIcECBDYr4AAeL++RidAgAABAgQIECBwNwFnESBAgAABAgQIECBAgAABAu0L6JDAAQQEwAdAdgsCBAgQIECAAAECBAhsEnCMAK1QBkUAABAASURBVAECBAgQIECAAAECBAgQaF/gUB12fc6xzzpUI+5DgAABAgQIECBAgAABAgRGKGDKBAgQIECAAAECBAgQIDAxgX1ms3VsvwAe5BfKpAgQIECAAAECBAgQIECAAIH2BXRIgAABAgQIECBAgACB3QsIgHdvakQCDxNwNQECBAgQIECAAAECBAgQINC+gA4JECBAgAABAgQI7ElAALwnWMMSIEDgPgKuIUCAAAECBAgQIECAAAECBNoX0CEBAgQIECBAYJ8CAuB96hqbAAECBAjcXcCZBAgQIECAAAECBAgQIECAQPsCOiRAgAABAnsXEADvndgNCBAgQIAAAQK3CThOgAABAgQIECBAgAABAgQItC+gQwIECBxGQAB8GGd3IUCAAAECBAgQILBewF4CBAgQIECAAAECBAgQIECgfQEdEjiggAD4gNhuRYAAAQIECBAgQIAAgVUB6wQIECBAgAABAgQIECBAgED7AofuUAB8aHH3I0CAAAECBAgQIECAAAECEQwIECBAgAABAgQIECBAgMBeBATAe2G976CuI0CAAAECBAgQIECAAAECBNoX0CEBAgQIECBAgAABAgT2JyAA3p+tkQlsJ+BsAgQIECBAgAABAgQIECBAoH0BHRIgQIAAAQIECBDYs4AAeM/AhidAgMBdBJxDgAABAgQIECBAgAABAgQItC+gQwIECBAgQIDAIQQEwIdQdg8CBAgQIHCzgCMECBAgQIAAAQIECBAgQIBA+wI6JECAAAECBxMQAB+M2o0IECBAgAABAlcFbBMgQIAAAQIECBAgQIAAAQLtC+iQAAEChxUQAB/W290IECBAgAABAgQILAR8EiBAgAABAgQIECBAgAABAu0L6JDAEQQEwEdAd0sCBAgQIECAAAECBKYtoHsCBAgQIECAAAECBAgQIECgfYFjdSgAPpa8+xIgQIAAAQIECBAgQIDAFAX0TIAAAQIECBAgQIAAAQIE9iogAN4r710Hdx4BAgQIECBAgAABAgQIECDQvoAOCRAgQIAAAQIECBAgsH8BAfD+jd2BwGYBRwkQIECAAAECBAgQIECAAIH2BXRIgAABAgQIECBA4EACAuADQbsNAQIE1gnYR4AAAQIECBAgQIAAAQIECLQvoEMCBAgQIECAwCEFBMCH1HYvAgQIECDwQsAaAQIECBAgQIAAAQIECBAg0L6ADgkQIECAwMEFBMAHJ3dDAgQIECBAgAABAgQIECBAgAABAgQIECBAoH0BHRIgQOA4AgLg47i7KwECBAgQIECAwFQF9E2AAAECBAgQIECAAAECBAi0L6BDAkcUEAAfEd+tCRAgQIAAAQIECBCYloBuCRAgQIAAAQIECBAgQIAAgfYFjt2hAPjYT8D9CRAgQIAAAQIECBAgQGAKAnokQIAAAQIECBAgQIAAAQIHERAAH4T5ppvYT4AAAQIECBAgQIAAAQIECLQvoEMCBAgQIECAAAECBAgcTkAAfDhrdyJwWcAWAQIECBAgQIAAAQIECBAg0L6ADgkQIECAAAECBAgcWEAAfGBwtyNAgEAVUAQIECBAgAABAgQIECBAgED7AjokQIAAAQIECBxDQAB8DHX3JECAAIEpC+idAAECBAgQIECAAAECBAgQaF9AhwQIECBA4GgCAuCj0bsxAQIECBAgMD0BHRMgQIAAAQIECBAgQIAAAQLtC+iQAAECxxUQAB/X390JECBAgAABAgSmIqBPAgQIECBAgAABAgQIECBAoH0BHRIYgIAAeAAPwRQIECBAgAABAgQIEGhbQHcECBAgQIAAAQIECBAgQIBA+wJD6VAAPJQnYR4ECBAgQIAAAQIECBAg0KKAnggQIECAAAECBAgQIECAwEEFBMAH5V7ezJIAAQIECBAgQIAAAQIECBBoX0CHBAgQIECAAAECBAgQOLyAAPjw5u44dQH9EyBAgAABAgQIECBAgAABAu0L6JAAAQIECBAgQIDAkQQEwEeCd1sCBKYpoGsCBAgQIECAAAECBAgQIECgfQEdEiBAgAABAgSOKSAAPqa+exMgQIDAlAT0SoAAAQIECBAgQIAAAQIECLQvoEMCBAgQIHB0AQHw0R+BCRAgQIAAAQLtC+iQAAECBAgQIECAAAECBAgQaF9AhwQIEBiGgAB4GM/BLAgQIECAAAECBFoV0BcBAgQIECBAgAABAgQIECDQvoAOCQxIQAA8oIdhKgQIECBAgAABAgQItCWgGwIECBAgQIAAAQIECBAgQKB9gaF1KAAe2hMxHwIECBAgQIAAAQIECBBoQUAPBAgQIECAAAECBAgQIEDgKAIC4IOyuxkBAgQIECBAgAABAgQIECDQvoAOCRAgQIAAAQIECBAgcDwBAfDx7N15agL6JUCAAAECBAgQIECAAAECBNoX0CEBAgQIECBAgACBIwsIgI/8ANyeAIFpCOiSAAECBAgQIECAAAECBAgQaF9AhwQIECBAgACBIQgIgIfwFMyBAAECBFoW0BsBAgQIECBAgAABAgQIECDQvoAOCRAgQIDAYAQEwIN5FCZCgAABAgQItCegIwIECBAgQIAAAQIECBAgQKB9AR0SIEBgWAIC4GE9D7MhQIAAAQIECBBoRUAfBAgQIECAAAECBAgQIECAQPsCOiQwQAEB8AAfiikRIECAAAECBAgQIDBuAbMnQIAAAQIECBAgQIAAAQIE2hcYaocC4KE+GfMiQIAAAQIECBAgQIAAgTEKmDMBAgQIECBAgAABAgQIEDiqgAD4IPxuQoAAAQIECBAgQIAAAQIECLQvoEMCBAgQIECAAAECBAgcX0AAfPxnYAatC+iPAAECBAgQIECAAAECBAgQaF9AhwQIECBAgAABAgQGIiAAHsiDMA0CBNoU0BUBAgQIECBAgAABAgQIECDQvoAOCRAgQIAAAQJDEhAAD+lpmAsBAgQItCSgFwIECBAgQIAAAQIECBAgQKB9AR0SIECAAIHBCQiAB/dITIgAAQIECBAYv4AOCBAgQIAAAQIECBAgQIAAgfYFdEiAAIFhCgiAh/lczIoAAQIECBAgQGCsAuZNgAABAgQIECBAgAABAgQItC+gQwIDFhAAD/jhmBoBAgQIECBAgAABAuMSMFsCBAgQIECAAAECBAgQIECgfYGhdygAHvoTMj8CBAgQIECAAAECBAgQGIOAORIgQIAAAQIECBAgQIAAgUEICID3+hgMToAAAQIECBAgQIAAAQIECLQvoEMCBAgQIECAAAECBAgMR0AAPJxnYSatCeiHAAECBAgQIECAAAECBAgQaF9AhwQIECBAgAABAgQGJiAAHtgDMR0CBNoQ0AUBAgQIECBAgAABAgQIECDQvoAOCRAgQIAAAQJDFBAAD/GpmBMBAgQIjFnA3AkQIECAAAECBAgQIECAAIH2BXRIgAABAgQGKyAAHuyjMTECBAgQIEBgfAJmTIAAAQIECBAgQIAAAQIECLQvoEMCBAgMW0AAPOznY3YECBAgQIAAAQJjETBPAgQIECBAgAABAgQIECBAoH0BHRIYgYAAeAQPyRQJECBAgAABAgQIEBi2gNkRIECAAAECBAgQIECAAAEC7QuMpcMu5xybaiyNmCcBAgQIECBAgAABAgQIEDiCgFsSIECAAAECBAgQIECAAIFBCfgF8F4eh0EJECBAgAABAgQIECBAgACB9gV0SIAAAQIECBAgQIAAgeEJCICH90zMaOwC5k+AAAECBAgQIECAAAECBAi0L6BDAgQIECBAgAABAgMVEAAP9MGYFgEC4xQwawIECBAgQIAAAQIECBAgQKB9AR0SIECAAAECBIYsIAAe8tMxNwIECBAYk4C5EiBAgAABAgQIECBAgAABAu0L6JAAAQIECAxeQAA8+EdkggQIECBAgMDwBcyQAAECBAgQIECAAAECBAgQaF9AhwQIEBiHgAB4HM/JLAkQIECAAAECBIYqYF4ECBAgQIAAAQIECBAgQIBA+wI6JDAiAQHwiB6WqRIgQIAAAQIECBAgMCwBsyFAgAABAgQIECBAgAABAgTaFxhbh6MPgPucY1ON7YGYLwECBAgQIECAAAECBAiMQsAkCRAgQIAAAQIECBAgQIDAUQRyyUc31egD4KOo3nhTBwgQIECAAAECBAgQIECAAIH2BXRIgAABAgQIECBAgACB4QoIgIf7bMxsbALmS4AAAQIECBAgQIAAAQIECLQvoEMCBAgQIECAAAECAxcQAA/8AZkeAQLjEDBLAgQIECBAgAABAgQIECBAoH0BHRIgQIAAAQIExiAgAB7DUzJHAgQIEBiygLkRIECAAAECBAgQIECAAAEC7QvokAABAgQIjEZAADyaR2WiBAgQIECAwPAEzIgAAQIECBAgQIAAAQIECBBoX0CHBAgQGJeAAHhcz8tsCRAgQIAAAQIEhiJgHgQIECBAgAABAgQIECBAgED7AjokMEIBAfAIH5opEyBAgAABAgQIECBwXAF3J0CAAAECBAgQIECAAAECBNoXGGuHAuCxPjnzJkCAAAECBAgQIECAAIFjCLgnAQIECBAgQIAAAQIECIxcoM85NtXI2wsB8E6eoEEIECBAgAABAgQIECBAgACB9gV0SIAAAQIECBAgQIAAgeELCICH/4zMcOgC5keAAAECBAgQIECAAAECBAi0L6BDAgQIECBAgAABAiMREACP5EGZJgECwxQwKwIECBAgQIAAAQIECBAgQKB9AR0SIECAAAECBMYkIAAe09MyVwIECBAYkoC5ECBAgAABAgQIECBAgAABAu0L6JAAAQIECIxOQAA8ukdmwgQIECBAgMDxBcyAAAECBAgQIECAAAECBAgQaF9AhwQIEBingAB4nM/NrAkQIECAAAECBI4l4L4ECBAgQIAAAQIECBAgQIBA+wI6JDBiAQHwiB+eqRMgQIAAAQIECBAgcFgBdyNAgAABAgQIECBAgAABAgTaFxh7h7cGwDnnWK2xN2z+BAgQIECAAAECBAgQIEDgHgIuIUCAAAECBAgQIECAAAECoxC4NQAeRRdHm6QbEyBAgAABAgQIECBAgAABAu0L6JAAAQIECBAgQIAAAQLjERAAj+dZmenQBMyHAAECBAgQIECAAAECBAgQaF9AhwQIECBAgAABAgRGJiAAHtkDM10CBIYhYBYECBAgQIAAAQIECBAgQIBA+wI6JECAAAECBAiMUUAAPManZs4ECBAgcEwB9yZAgAABAgQIECBAgAABAgTaF9AhAQIECBAYrYAAeLSPzsQJECBAgACBwwu4IwECBAgQIECAAAECBAgQINC+gA4JECAwbgEB8Lifn9kTIECAAAECBAgcSsB9CBAgQIAAAQIECBAgQIAAgfYFdEigAQEBcAMPUQsECBAgQIAAAQIECOxXwOgECBAgQIAAAQIECBAgQIBA+wKtdCgAbuVJ6oMAAQIECBAgQIAAAQIE9iFgTAIECBAgQIAAAQIECBAgcFRUz0sGAAAQAElEQVSBnHOs1m2TEQDfJrT2uJ0ECBAgQIAAAQIECBAgQIBA+wI6JECAAAECBAgQIECAwPgEBMDje2ZmfGwB9ydAgAABAgQIECBAgAABAgTaF9AhAQIECBAgQIAAgZEKCIBH+uBMmwCB4wi4KwECBAgQIECAAAECBAgQINC+gA4JECBAgAABAmMWEACP+emZOwECBAgcUsC9CBAgQIAAAQIECBAgQIAAgfYFdEiAAAECBEYvIAAe/SPUAAECBAgQILB/AXcgQIAAAQIECBAgQIAAAQIE2hfQIQECBNoQEAC38Rx1QYAAAQIECBAgsC8B4xIgQIAAAQIECBAgQIAAAQLtC+iQQEMCAuCGHqZWCBAgQIAAAQIECBDYrYDRCBAgQIAAAQIECBAgQIAAgfYFWutw6wA45xyrNXSQvsx3Uw19/uZHgAABAgQIECBAgAABAkcRcFMCBAgQIECAAAECBAgQGKnApmywHht6W6tZbF3fdr5bB8Db3qCt83VDgAABAgQIECBAgAABAgQItC+gQwIECBAgQIAAAQIECIxXQAA83mdn5ocWcD8CBAgQIECAAAECBAgQIECgfQEdEiBAgAABAgQIEBi5gAB45A/Q9AkQOIyAuxAgQIAAAQIECBAgQIAAAQLtC+iQAAECBAgQINCCgAC4haeoBwIECBDYp4CxCRAgQIAAAQIECBAgQIAAgfYFdEiAAAECBJoREAA38yg1QoAAAQIECOxewIgECBAgQIAAAQIECBAgQIBA+wI6JECAQFsCAuC2nqduCBAgQIAAAQIEdiVgHAIECBAgQIAAAQIECBAgQKB9AR0SaFBAANzgQ9USAQIECBAgQIAAAQIPE3A1AQIECBAgQIAAAQIECBAg0L5Aqx0KgFt9svoiQIAAAQIECBAgQIAAgfsIuIYAAQIECBAgQIAAAQIECOxVoEspasWeXgLgO8E6iQABAgQIECBAgAABAgQIEGhfQIcECBAgQIAAAQIECBAYv4AAePzPUAf7FjA+AQIECBAgQIAAAQIECBAg0L6ADgkQIECAAAECBAg0IiAAbuRBaoMAgf0IGJUAAQIECBAgQIAAAQIECBBoX0CHBAgQIECAAIGWBATALT1NvRAgQIDALgWMRYAAAQIECBAgQIAAAQIECLQvoEMCBAgQINCcgAC4uUeqIQIECBAgQODhAkYgQIAAAQIECBAgQIAAAQIE2hfQIQECBNoUEAC3+Vx1RYAAAQIECBAgcF8B1xEgQIAAAQIECBAgQIAAAQLtC+iQQMMCAuCGH67WCBAgQIAAAQIECBDYTsDZBAgQIECAAAECBAgQIECAQPsCrXf44AA45xyr1TqY/ggQIECAAAECBAgQIECgSQFNESBAgAABAgQIECBAgACBowisZq11/aGTeHAA/NAJDPt6syNAgAABAgQIECBAgAABAgTaF9AhAQIECBAgQIAAAQIE2hEQALfzLHWyawHjESBAgAABAgQIECBAgAABAu0L6JAAAQIECBAgQIBAYwIC4MYeqHYIENiNgFEIECBAgAABAgQIECBAgACB9gV0SIAAAQIECBBoUUAA3OJT1RMBAgQIPETAtQQIECBAgAABAgQIECBAgED7AjokQIAAAQLNCgiAm320GiNAgAABAgS2F3AFAQIECBAgQIAAAQIECBAg0L6ADgkQINC2gAC47eerOwIECBAgQIAAgbsKOI8AAQIECBAgQIAAAQIECBBoX0CHBCYgIACewEPWIgECBAgQIECAAAECmwUcJUCAAAECBAgQIECAAAECBNoXmEqHkw+A+5xjU03li6BPAgQIECBAgAABAgQITFRA2wQIECBAgAABAgQIECAwMoFN2V49NrJ2dj7dyQfA60XtJUCAAAECBAgQIECAAAECBNoX0CEBAgQIECBAgAABAgTaExAAt/dMdfRQAdcTIECAAAECBAgQIECAAAEC7QvokAABAgQIECBAgECjAgLgRh+stggQuJ+AqwgQIECAAAECBAgQIECAAIH2BXRIgAABAgQIEGhZQADc8tPVGwECBAhsI+BcAgQIECBAgAABAgQIECBAoH0BHRIgQIAAgeYFBMDNP2INEiBAgAABArcLOIMAAQIECBAgQIAAAQIECBBoX0CHBAgQmIaAAHgaz1mXBAgQIECAAAECNwnYT4AAAQIECBAgQIAAAQIECLQvoEMCExIQAE/oYWuVAAECBAgQIECAAIHLArYIECBAgAABAgQIECBAgACB9gWm1uHOA+CccyyrYvZluy4VAQIECBAgQIAAAQIECBAYkICpECBAgAABAgQIECBAgACBJgV2HgCPW8nsCRAgQIAAAQIECBAgQIAAgfYFdEiAAAECBAgQIECAAIF2BQTA7T5bnW0r4HwCBAgQIECAAAECBAgQIECgfQEdEiBAgAABAgQIEGhcQADc+APWHgECdxNwFgECBAgQIECAAAECBAgQINC+gA4JECBAgAABAlMQEABP4SnrkQABAgQ2CThGgAABAgQIECBAgAABAgQItC+gQwIECBAgMBkBAfBkHrVGCRAgQIAAgesC9hAgQIAAAQIECBAgQIAAAQLtC+iQAAEC0xIQAE/reeuWAAECBAgQIEBgKWBJgAABAgQIECBAgAABAgQItC+gQwITFBAAT/Cha5kAAQIECBAgQIDA1AX0T4AAAQIECBAgQIAAAQIECLQvMNUOBcC3PPk+59hUt1zuMAECBAgQIECAAAECBAgMS8BsCBAgQIAAAQIECBAgQIBA0wIC4Pnj9UGAAAECBAgQIECAAAECBAi0L6BDAgQIECBAgAABAgQItC8gAG7/GevwNgHHCRAgQIAAAQIECBAgQIAAgfYFdEiAAAECBAgQIEBgIgIC4Ik8aG0SILBewF4CBAgQIECAAAECBAgQIECgfQEdEiBAgAABAgSmJCAAntLT1isBAgQIrApYJ0CAAAECBAgQIECAAAECBNoX0CEBAgQIEJicgAB4co9cwwQIECBAgEAEAwIECBAgQIAAAQIECBAgQKB9AR0SIEBgmgIC4Gk+d10TIECAAAECBKYroHMCBAgQIECAAAECBAgQIECgfQEdEpiwgAB4wg9f6wQIECBAgAABAgSmJqBfAgQIECBAgAABAgQIECBAoH2BqXcoAJ76N0D/BAgQIECAAAECBAgQmIaALgkQIECAAAECBAgQIEBgJAJ9zrGpRtLG0aY58QD4aO5uTIAAAQIECBAgQIAAAQIECBxMwI0IECBAgAABAgQIECAwHQEB8HSetU6vCtgmQIAAAQIECBAgQIAAAQIE2hfQIQECBAgQIECAAIGJCQiAJ/bAtUuAwELAJwECBAgQIECAAAECBAgQINC+gA4JECBAgAABAlMUEABP8anrmQABAtMW0D0BAgQIECBAgAABAgQIECDQvoAOCRAgQIDAZAUEwJN99BonQIAAAQJTFNAzAQIECBAgQIAAAQIECBAg0L6ADgkQIDBtAQHwtJ+/7gkQIECAAAEC0xHQKQECBAgQIECAAAECBAgQINC+gA4JEAgBsC8BAQIECBAgQIAAAQLNC2iQAAECBAgQIECAAAECBAgQaF9AhwuBLuccq7XY7ZMAAQIECBAgQIAAAQIECDQhoAkCBAgQIECAAAECBAgQIDApgYn+AnhSz1izBAgQIECAAAECBAgQIEBgogLaJkCAAAECBAgQIECAwPQEBMDTe+Y6JkCAAAECBAgQIECAAAECBAi0L6BDAgQIECBAgAABAhMVEABP9MFrm8BUBfRNgAABAgQIECBAgAABAgQItC+gQwIECBAgQIDAlAUEwFN++nonQIDAtAR0S4AAAQIECBAgQIAAAQIECLQvoEMCBAgQIDB5AQHw5L8CAAgQIECAwBQE9EiAAAECBAgQIECAAAECBAi0L6BDAgQIEKgCAuCqoAgQIECAAAECBNoV0BkBAgQIECBAgAABAgQIECDQvoAOCRC4EBAAX1BYIUCAAAECBAgQIECgNQH9ECBAgAABAgQIECBAgAABAu0L6PCygAD4soctAgQIECBAgAABAgQIEGhDQBcECBAgQIAAAQIECBAgQGASAjnnWK2JBcCTeMaaJECAAAECBAgQIECAAAECExfQPgECBAgQIECAAAECBKYrIACe7rOfXuc6JkCAAAECBAgQIECAAAECBNoX0CEBAgQIECBAgACBiQsIgCf+BdA+gakI6JMAAQIECBAgQIAAAQIECBBoX0CHBAgQIECAAAECEQJg3wICBAgQaF1AfwQIECBAgAABAgQIECBAgED7AjokQIAAAQIEzgUEwOcQFgQIECBAgECLAnoiQIAAAQIECBAgQIAAAQIE2hfQIQECBAisCgiAVzWsEyBAgAABAgQItCOgEwIECBAgQIAAAQIECBAgQKB9AR0SIHBNQAB8jcQOAgQIECBAgAABAgTGLmD+BAgQIECAAAECBAgQIECAQPsCOlwvcC0AzjnHaq2/zF4CBAgQIECAAAECBAgQIDBIAZMiQIAAAQIECBAgQIAAAQJNC6xmuXX9arPXAuCrJ7SxrQsCBAgQIECAAAECBAgQIECgfQEdEiBAgAABAgQIECBAgIAA2HegfQEdEiBAgAABAgQIECBAgAABAu0L6JAAAQIECBAgQIAAgbmAAHjO4IMAgVYF9EWAAAECBAgQIECAAAECBAi0L6BDAgQIECBAgACBFwIC4BcW1ggQIECgLQHdECBAgAABAgQIECBAgAABAu0L6JAAAQIECBC4IiAAvgJikwABAgQIEGhBQA8ECBAgQIAAAQIECBAgQIBA+wI6JECAAIF1AgLgdSr2ESBAgAABAgQIjFfAzAkQIECAAAECBAgQIECAAIH2BXRIgMCNAgLgG2kcIECAAAECBAgQIEBgbALmS4AAAQIECBAgQIAAAQIECLQvoMPNArcGwDnnWK3NwzlKgAABAgQIECBAgAABAgSOIuCmBAgQIECAAAECBAgQIECgSYHVrLau39bkrQHwbQMM+7jZESBAgAABAgQIECBAgAABAu0L6JAAAQIECBAgQIAAAQIElgIC4KWEZXsCOiJAgAABAgQIECBAgAABAgTaF9AhAQIECBAgQIAAAQKXBATAlzhsECDQioA+CBAgQIAAAQIECBAgQIAAgfYFdEiAAAECBAgQIHBdQAB83cQeAgQIEBi3gNkTIECAAAECBAgQIECAAAEC7QvokAABAgQIELhBQAB8A4zdBAgQIECAwBgFzJkAAQIECBAgQIAAAQIECBBoX0CHBAgQILBJQAC8SccxAgQIECBAgACB8QiYKQECBAgQIECAAAECBAgQINC+gA4JELhVQAB8K5ETCBAgQIAAAQIECBAYuoD5ESBAgAABAgQIECBAgAABAu0L6PBuAlsHwDnnWK273cZZBAgQIECAAAECBAgQIEBgLwIGJUCAAAECBAgQIECAAAECTQmsZrF1fdvmtg6At73BQpTv5QAAEABJREFUcc53VwIECBAgQIAAAQIECBAgQKB9AR0SIECAAAECBAgQIECAwFUBAfBVEdvjF9ABAQIECBAgQIAAAQIECBAg0L6ADgkQIECAAAECBAgQWCsgAF7LYicBAmMVMG8CBAgQIECAAAECBAgQIECgfQEdEiBAgAABAgT2KZBj8Z993mOfYwuA96lrbAIECBA4pIB7ESBAgAABAgQIECBAgAABAu0L6JAAAQIECOxdoO9zzCuXZam933DHNxAA7xjUcAQIECBAgMAxBNyTAAECBAgQIECAAAECBAgQaF9AhwQIECBwFwEB8F2UnEOAAAECBAgQIDBcATMjQIAAAQIECBAgQIAAAQIE2hfQIYEDCqSUIqV0wDvu9lYC4N16Go0AAQIECBAgQIAAgQMKuBUBAgQIECBAgAABAgQIECDQvoAOtxN4cACcc45aV2+b0iIV786XV4/vYrsv967j1PvfVPW4IkCAAAECBAgQIECAAIHmBDREgAABAgQIECBAgAABAgT2IlBzx+XA+8o6S8I6z1hX71XXay3vfd/lgwPg+954P9cZlQABAgQIECBAgAABAgQIEGhfQIcECBAgQIAAAQIECBAgcJOAAPgmGfvHJ2DGBAgQIECAAAECBAgQIECAQPsCOiRAgAABAgQIECBAYKOAAHgjj4MECIxFwDwJECBAgAABAgQIECBAgACB9gV0SIAAAQIECBAgcLuAAPh2I2cQIECAwLAFzI4AAQIECBAgQIAAAQIECBBoX0CHBAgQIECAwB0FBMB3hHIaAQIECBAgMEQBcyJAgAABAgQIECBAgAABAgTaF9AhAQIECGwjIADeRsu5BAgQIECAAAECwxEwEwIECBAgQIAAAQIECBAgQKB9AR0SILC1gAB4azIXECBAgAABAgQIECBwbAH3J0CAAAECBAgQIECAAAECBNoX0OH9BHYWAOecY1l1KnW9LhUBAgQIECBAgAABAgQIENihgKEIECBAgAABAgQIECBAgMCDBGqOuanq4PV4l1Jd3VvVe6zWrm60swB4VxO63ziuIkCAAAECBAgQIECAAAECBNoX0CEBAgQIECBAgAABAgQI3CYgAL5NyPHhC5ghAQIECBAgQIAAAQIECBAg0L6ADgkQIECAAAECBAgQuJOAAPhOTE4iQGCoAuZFgAABAgQIECBAgAABAgQItC+gQwIECBAgQIAAgbsLCIDvbuVMAgQIEBiWgNkQIECAAAECBAgQIECAAAEC7QvokAABAgQIENhSQAC8JZjTCRAgQIAAgSEImAMBAgQIECBAgAABAgQIECDQvoAOCRAgQOA+AgLg+6i5hgABAgQIECBA4HgC7kyAAAECBAgQIECAAAECBAi0L6BDAgTuLSAAvjedCwkQIECAAAECBAgQOLSA+xEgQIAAAQIECBAgQIAAAQLtC+jwYQJ7CYBzzpFSetjMXE2AAAECBAgQIECAAAECBF4IWCNAgAABAgQIECBAgAABAs0IpEh762UvAfDeZnttYDsIECBAgAABAgQIECBAgACB9gV0SIAAAQIECBAgQIAAAQJ3FRAA31XKecMTMCMCBAgQIECAAAECBAgQIECgfQEdEiBAgAABAgQIECCwlYAAeCsuJxMgMBQB8yBAgAABAgQIECBAgAABAgTaF9AhAQIECBAgQIDA9gIC4O3NXEGAAAECxxVwdwIECBAgQIAAAQIECBAgQKB9AR0SIECAAAEC9xQQAN8TzmUECBAgQIDAMQTckwABAgQIECBAgAABAgQIEGhfQIcECBAg8BABAfBD9FxLgAABAgQIECBwOAF3IkCAAAECBAgQIECAAAECBNoX0CEBAg8WEAA/mNAABAgQIECAAAECBAjsW8D4BAgQIECAAAECBAgQIECAQPsCOtyNQPMBcM45NtVuGA83Sl/6Wa3D3dmdCBAgQIAAAQIECBAgcBQBNyVAgAABAgQIECBAgACBAwusZlHr1g88na1vtykbrMe2HnBkF4w0AB6ZsukSIECAAAECBAgQIECAAAEC9xBwCQECBAgQIECAAAECBAhsKyAA3lbM+ccXMAMCBAgQIECAAAECBAgQIECgfQEdEiBAgAABAgQIECBwLwEB8L3YXESAwLEE3JcAAQIECBAgQIAAAQIECBBoX0CHBAgQIECAAAEC9xcQAN/fzpUECBAgcFgBdyNAgAABAgQIECBAgAABAgTaF9AhAQIECBAg8EABAfADAV1OgAABAgQIHELAPQgQIECAAAECBAgQIECAAIH2BXRIgAABArsQEADvQtEYBAgQIECAAAEC+xMwMgECBAgQIECAAAECBAgQINC+gA4JENiZgAB4Z5QGIkCAAAECBAgQIEBg1wLGI0CAAAECBAgQIECAAAECBNoX0OFuBQTAu/U8+Gh9zrGpDj4hNyRAgAABAgQIECBAgMBuBIxCgAABAgQIECBAgAABAnsS2JQt1WN7uq1hDyQwsgD4QCpuQ4AAAQIECBAgQIAAAQIECBxRwK0JECBAgAABAgQIECBA4L4CAuD7yrnu8ALuSIAAAQIECBAgQIAAAQIECLQvoEMCBAgQIECAAAECBB4kIAB+EJ+LCRA4lID7ECBAgAABAgQIECBAgAABAu0L6JAAAQIECBAgQODhAgLghxsagQABAgT2K2B0AgQIECBAgAABAgQIECBAoH0BHRIgQIAAAQI7EhAA7wjSMAQIECBAgMA+BIxJgAABAgQIECBAgAABAgQItC+gQwIECBDYpYAAeJeaxiJAgAABAgQIENidgJEIECBAgAABAgQIECBAgACB9gV0SIDAzgUEwDsnNSABAgQIECBAgAABAg8VcD0BAgQIECBAgAABAgQIECDQvoAO9yPQ5ZxjtfZzm+GOutr7uvXhztzMCBAgQIAAAQIECBAg0KSApggQIECAAAECBAgQIECAwEaBdZne6r6NF0/g4Eh+ATyBJ6FFAgQIECBAgAABAgQIECAweQEABAgQIECAAAECBAgQIPBQAQHwQwVdv38BdyBAgAABAgQIECBAgAABAgTaF9AhAQIECBAgQIAAAQI7ERAA74TRIAQI7EvAuAQIECBAgAABAgQIECBAgED7AjokQIAAAQIECBDYnYAAeHeWRiJAgACB3QoYjQABAgQIECBAgAABAgQIEGhfQIcECBAgQIDAjgUEwDsGNRwBAgQIECCwCwFjECBAgAABAgQIECBAgAABAu0L6JAAAQIE9iEgAN6HqjEJECBAgAABAgTuL+BKAgQIECBAgAABAgQIECBAoH0BHRIgsDcBAfDeaA1MgAABAgQIECBAgMC2As4nQIAAAQIECBAgQIAAAQIE2hfQ4X4FrgXAOedYrf3efvijr1rU9eHP+PIM+/I8N9Xls20RIECAAAECBAgQIEDgaAJuTIAAAQIECBAgQIAAAQI7EtiUDdVjO7qNYY4kUDPLTXUtAD7SPG+4rd0ECBAgQIAAAQIECBAgQIBA+wI6JECAAAECBAgQIECAAIFdCQiAdyVpnN0LGJEAAQIECBAgQIAAAQIECBBoX0CHBAgQIECAAAECBAjsVEAAvFNOgxEgsCsB4xAgQIAAAQIECBAgQIAAAQLtC+iQAAECBAgQIEBg9wIC4N2bGpEAAQIEHibgagIECBAgQIAAAQIECBAgQKB9AR0SIECAAAECexIQAO8J1rAECBAgQIDAfQRcQ4AAAQIECBAgQIAAAQIECLQvoEMCBAgQ2KeAAHifusYmQIAAAQIECBC4u4AzCRAgQIAAAQIECBAgQIAAgfYFdEiAwN4FBMB7J3YDAgQIECBAgAABAgRuE3CcAAECBAgQIECAAAECBAgQaF9Ah4cRuDUAzjnHah1mWsO9y6pFXe+LT63hznjzzOrcN9Xmqx0lQIAAAQIECBAgQIDAgwUMQIAAAQIECBAgQIAAAQIELgRqblU3ag53U9XjU6qrDrf1fmsAfNsA+zluVAIECBAgQIAAAQIECBAgQKB9AR0SIECAAAECBAgQIECAwK4FBMC7FjXewwWMQIAAAQIECBAgQIAAAQIECLQvoEMCBAgQIECAAAECBPYiIADeC6tBCRC4r4DrCBAgQIAAAQIECBAgQIAAgfYFdEiAAAECBAgQILA/AQHw/myNTIAAAQLbCTibAAECBAgQIECAAAECBAgQaF9AhwQIECBAgMCeBQTAewY2PAECBAgQIHAXAecQIECAAAECBAgQIECAAAEC7QvokAABApsF8vnhnJdr5zssthIQAG/F5WQCBAgQIECAAIGdCxiQAAECBAgQIECAAAECBAgQaF9AhwRuEchR/lOCX+HvLVB3OCwAvgOSUwgQIECAAAECBAgQ2I+AUQkQIECAAAECBAgQIECAAIH2Be7aofD3rlKbz9s6AK7wq7V5+P0fXZ3LuvX9z8AdCBAgQIAAAQIECBAgQOAeAi4hQIAAAQIECBAgQIAAgXsK9DnHprrnsEe9LEU66v2HdPOrmee2c9s6AN72Btud72wCBAgQIECAAAECBAgQIECgfQEdEiBAgAABAgQIECBAgMC+BATA+5I17vYCriBAgAABAgQIECBAgAABAgTaF9AhAQIECBAgQIAAAQJ7FRAA75XX4AQI3FXAeQQIECBAgAABAgQIECBAgED7AjokQIAAAQIECBDYv4AAeP/G7kCAAAECmwUcJUCAAAECBAgQIECAAAECBNoX0CEBAgQIECBwIAEB8IGg3YYAAQIECBBYJ2AfAQIECBAgQIAAAQIECBAg0L6ADgkQIEDgkAIC4ENquxcBAgQIECBAgMALAWsECBAgQIAAAQIECBAgQIBA+wI6JEDg4AJ7C4Bzzgdvxg0JECBAgAABAgQIEBiHgFkSIECAAAECBAgQIECAAAEC7Qvo8DgCDw6Aa9B7tVZb6ScSBNc+a6323sJ67WlTtdCjHggQIECAAAECBAgQOKiAmxEgQIAAAQIECBAgQIDALQKbspl67JbLHb5F4Gq2eXX7lst3cjjHix/T7vr+Dw6Ab+qwTvSmY9f320OAAAECBAgQIECAAAECBAi0L6BDAgQIECBAgAABAgQIENi3QJdKuLysfd/M+ATWCthJgAABAgQIECBAgAABAgQItC+gQwIECBAgQIAAAQIEDiKwt18AH2T2bkKAwOgFNECAAAECBAgQIECAAAECBAi0L6BDAgQIECBAgACBwwlcCoD9Evhw8O5EgAABAoGAAAECBAgQIECAAAECBAgQaF9AhwQIECBAgMCBBS4FwPu4d5fSPoY1JgECBAgQIDBqAZMnQIAAAQIECBAgQIAAAQIE2hfQIQECBAgcQ6DrcsSydjWBnPvIOYfsd1eixiFAgAABAgQINCSgFQIECBAgQIAAAQIECBAgQKB9AR0SIHA0gb38Arhkv+cBcBleCny0h+vGBAgQIECAAAECBIYmYD4ECBAgQIAAAQIECBAgQIBA+wI6PK5A16eIZS2nkv2zwTwAABAASURBVHLEsuIer5RSpJQWV9Y0eLF2lM/6S+RNdZRJuSkBAgQIECBAgAABAgSmJ6BjAgQIECBAgAABAgQIECBwFIGrWeFRJnHlpinSlT272+x2N9R9RnINAQIECBAgQIAAAQIECBAg0L6ADgkQIECAAAECBAgQIEDgUAI3BMC53H9ZZdWbwD4EjEmAAAECBAgQIECAAAECBAi0L6BDAgQIECBAgAABAgQOIJAj5UVdCYBzufm6Kru9CRAgsEMBQxEgQIAAAQIECBAgQIAAAQLtC+iQAAECBAgQIEBg3wLXs92VAPjqwdXJ1GOr29YJECBAgMC9BVxIgAABAgQIECBAgAABAgQItC+gQwIECBAgQGDPAstf/C6XETXTzbESAC9nUA6kUvMT6r7lel3WbUWAAAECBAgQuK+A6wgQIECAAAECBAgQIECAAIH2BXRIgAABAocVKDluzXfPa00AfNjpuBsBAgQIECBAgMBEBLRJgAABAgQIECBAgAABAgQItC+gQwIEjiCQInKKblllKxZVFt4ECBAgQIAAAQIECBDYg4AhCRAgQIAAAQIECBAgQIAAgfYFdHhMgRICx6K6Rfiby2xqlUU9UNLhqMuISGX9RdXtyxVeBAgQIECAAAECBAgQIEDgZgFHCBAgQIAAAQIECBAgQIDAQQVyzrFaB735AW6WSqxbK+Z57iL0jfLqz6sEwGXt2rueuLrz6vbqsfusu4YAAQIECBAgQIAAAQIECBBoX0CHBAgQIECAAAECBAgQILBfges57g0BcJ1GPXlZdVsR2JGAYQgQIECAAAECBAgQIECAAIH2BXRIgAABAgQIECBAgMCBBJaZ7mJZ/y3g+m8C33DzetINh+wmQIDAPQRcQoAAAQIECBAgQIAAAQIECLQvoEMCBAgQIECAAIF9COQy6E1VDp3/SeiLXwDnlEoQ/KJifkJ4ESBAgACBXQkYhwABAgQIECBAgAABAgQIEGhfQIcECBAgQIDAXgRuCn6v7o/o+hRRazGPsjEPfutysccnAQIECBAgQODhAkYgQIAAAQIECBAgQIAAAQIE2hfQIQECBAgMQeDiF8DXJ1ND4FrXj9hDgAABAgQIECBA4M4CTiRAgAABAgQIECBAgAABAgTaF9AhAQJ7F0g5olbc8toQAN9ypcMECBAgQIAAAQIECBC4RcBhAgQIECBAgAABAgQIECBAoH0BHQ5LoOtyilox/9PPcfHKJT6udbGj0ZWcc2yqRtvWFgECBAgQIECAAAECBPYtYHwCBAgQIECAAAECBAgQILAXgU3ZXj22l5seYdAS185/8btY1r/cvKicUtxcEV3Mg98Uh3m5CwECBAgQIECAAAECBAgQINC+gA4JECBAgAABAgQIECBAYPcCNdPdVIs7lgB4sbLdZy6nL6usehO4i4BzCBAgQIAAAQIECBAgQIAAgfYFdEiAAAECBAgQIECAwB4EltlsvvhV8E032TIAzmWcdVV2exMgQGCDgEMECBAgQIAAAQIECBAgQIBA+wI6JECAAAECBAgQ2LXA9Wy2/jO+uf4Q+IZbbREAXx18dcR6bHXbOgECBAgQuBCwQoAAAQIECBAgQIAAAQIECLQvoEMCBAgQIEDggQKpRK6r1eWyIxZVQ9/Lw9f9l/cst7YIgJeXlMHqnec3q/vK9ny9Luu2IkCAAAECBAgsBSwJECBAgAABAgQIECBAgACB9gV0SIAAAQL7Fag5bI4aAi9++bvYjqjL63e+RwCcylilotb1Ae0hQIAAAQIECBAgMBfwQYAAAQIECBAgQIAAAQIECLQvoEMCBA4gUHPZZd1+u3sEwHXQeoO6VAQIECBAgAABAgQIELguYA8BAgQIECBAgAABAgQIECDQvoAODylw93z21gC4/ox4USlyWlb9EfBiPea/BK43rBVeBAgQIECAAAECBAgQIDBtAd0TIECAAAECBAgQIECAQGMCef5v0S6a6kpeuFjz+RCBHNf/fHMucWut5bj93LrsLHls/Rd6UzlYK8r2i4prr1sD4MtX1Bus7qnby1rdf3XdNgECBAgQIECAAAECBAgQINC+gA4JECBAgAABAgQIECBAYLcCNYtdHbFuL2t1/4v1LQPgeuFywLqs24tK10PqxQGfBAgQIECAAAECBAgQIECAAAEC7QvokAABAgQIECBAgACBBwnUvLXW9UFqLrus60ev7rlHAFyHqDeoS0WAAIHNAo4SIECAAAECBAgQIECAAAEC7QvokAABAgQIECBAYHuBbRLXnOo/z1v/md7b73PPADiips+rFeW13C6r3gQIECBAgAABAgQIECBAgAABAgQIECDQvoAOCRAgQIAAgfsI5IgaAC/z1bqMNa9cTqq15tCNu+4dAN84ogMECBAgQIAAgUBAgAABAgQIECBAgAABAgQItC+gQwIECBB4kMB5CHyXMfoSBC/rtvMFwLcJOU6AAAECBAgQILCdgLMJECBAgAABAgQIECBAgACB9gV0SIDAYAUEwIN9NCZGgAABAgQIECBAYHwCZkyAAAECBAgQIECAAAECBAi0L6DDHQmkiLyjoVaHuXcAXP/W9GrVQZfbdb2VyjnHXWpf/fbl/qt1dS77uu9Qxl3tfd36UOZpHgQIECBAgAABAgQIBAICBAgQIECAAAECBAgQaETg2HnU1ftf3W6BOaUUfWlkma/WZdmcv+v6suY7ykdXkuJllc2N73sHwBtHvThohQABAgQIECBAgAABAgQIEGhfQIcECBAgQIAAAQIECBAgMBSBnQXANYUeSlPmMRAB0yBAgAABAgQIECBAgAABAgTaF9AhAQIECBAgQIAAAQI7Eah5a62HDrazAPihE3E9AQJtCeiGAAECBAgQIECAAAECBAgQaF9AhwQIECBAgAABAsMTEAA/8Jlc/Zvjy3+n9oHDupwAAQJjFjB3AgQIECBAgAABAgQIECBAoH0BHRIgQIAAAQIDFRAAD/TBmBYBAgQIEBingFkTIECAAAECBAgQIECAAAEC7QvokAABAgSGLNClHLGs8CJAgAABAgQIECBwXwHXESBAgAABAgQIECBAgAABAu0L6JAAgcEL+AXw4B+RCRIgQIAAAQIECBAYvoAZEiBAgAABAgQIECBAgAABAu0L6HAcAl3OfSwr+j5qLbfrchxtHHeWKaX5BFJK0Z1XHOiVcy7P7+Y60DTchgABAgQIECBAgACB6QronAABAgQIECBAgAABAs0J9CV/2VRjb/g++VK9puZgY+99CvPf0y+Ap0CnRwIECBAgQIAAAQIECBAgMHUB/RMgQIAAAQIECBAgQIDA0AS6LkfUqv8O8NAmZz4jFTBtAgQIECBAgAABAgQIECBAoH0BHRIgQIAAAQIECBAgMCiBmvfW6voUUSuX5aBmaDIECIxSwKQJECBAgAABAgQIECBAgACB9gV0SIAAAQIECBAgMFyBS38CuobAtYY7XTMjQIAAgQELmBoBAgQIECBAgAABAgQIECDQvoAOCRAgQIAAgYEI1F/7rtZyWl0NfJe13GlJgAABAgQIENhOwNkECBAgQIAAAQIECBAgQIBA+wI6JECAAIExCFz6BfDqhJdp8eo+6wQIECBAgAABAgSuCdhBgAABAgQIECBAgAABAgQItC+gQwIEBi/Q5Yh5DX6mJkiAAAECBAgQIECAwGAFTIwAAQIECBAgQIAAAQIECBBoX0CH4xLoUuoileri8n/qvlrjauc4s805R0rpODe/5a51bpvqlssHf7gv9ptq8A2YIAECBAgQIECAAIHxCpg5AQIECBAgQIAAAQIERiuwKVuox0bb2PnEN2VD9dj5aRYjFbjpLzn3Ja6s1e22L6MRIECAAAECBAgQIECAAAEC7QvokAABAgQIECBAgAABAgSGKtDdlBAvJ3zb8eV5lgQCAQECBAgQIECAAAECBAgQINC+gA4JECBAgAABAgQIEBi0wK2/AM4potaguzA5AgSOLmACBAgQIECAAAECBAgQIECAQPsCOiRAgAABAgQIEBi+wEUA3OUXkxX4vrCwNm6B+nf6a427C7MnMHgBEyRAgAABAgQIECBAgAABAgTaF9AhAQIECBAgMBKBeQCc1ky2hsC11hyyiwABAgQIECBwLmBBgAABAgQIECBAgAABAgQItC+gQwIECBAYk0BXf/mbVn79O6bJmyuBuwrUXwHXuuv5ziNAgAABAgTuIOAUAgQIECBAgAABAgQIECBAoH0BHRIgMDqB+S+ARzdrEyZAgAABAgQIECBA4KgCbk6AAAECBAgQIECAAAECBAi0L6DDcQp0fYpY1rKF+ovgZS33WbYpkHOOTdVa1/VXwKvVWn/6IUCAAAECBAgQIHAAAbcgQIAAAQIECBAgQIDA4AVWs4B164Nv4JYJbsp26rFbLnd45AL1n/HdVDv6BfDIlUyfAAECBAgQIECAAAECBAgQuIOAUwgQIECAAAECBAgQIEBg6AIC4KE/oTHMzxwJECBAgAABAgQIECBAgACB9gV0SIAAAQIECBAgQIDAKAS65c+DRzFbkyRAYHACJkSAAAECBAgQIECAAAECBAi0L6BDAgQIECBAgACB8Qhc/AJ4GQQvl+NpwUwJECBA4EgCbkuAAAECBAgQIECAAAECBAi0L6BDAgQIECBAYGQCXZ8iao1s3qZLgAABAgQIHFXAzQkQIECAAAECBAgQIECAAIH2BXRIgAABAmMUuPgF8Bgnb84ECBAgQIAAAQJHEHBLAgQIECBAgAABAgQIECBAoH0BHRIgMFoBAfBoH52JEyBAgAABAgQIEDi8gDsSIECAAAECBAgQIECAAAEC7QvocNwCXfR91Mq5j9XqY/Gfcbdn9gQ2C/Q5x6bafLWjBAgQIECAAAECBCYloFkCBAgQIECAAAECBAgMRmDTf7dfjw1movecSJdS1Iorr1xyjVpXdtucmEC+kute3e5SAalVFvd4u4QAAQIECBAgQIAAAQIECBBoX0CHBAgQIECAAAECBAgQIDAWAX8CeixPaojzNCcCBAgQIECAAAECBAgQIECgfQEdEiBAgAABAgQIECAwKgEB8Kgel8kSGI6AmRAgQIAAAQIECBAgQIAAAQLtC+iQAAECBAgQIEBgfAIC4PE9MzMmQIDAsQXcnwABAgQIECBAgAABAgQIEGhfQIcECBAgQIDASAUEwCN9cKZNgAABAgSOI+CuBAgQIECAAAECBAgQIECAQPsCOiRAgACBMQsIgMf89MydAAECBAgQIHBIAfciQIAAAQIECBAgQIAAAQIE2hfQIQECoxcQAI/+EWqAAAECBAgQIECAwP4F3IEAAQIECBAgQIAAAQIECBBoX0CHbQiMNgDOxT/nHLXKqveeBKrvTVVv2ZdnUJeKAAECBAgQIECAAIFmBTRGgAABAgQIECBAgAABAkcQKCnYPAdbzWmOMI3J3jKlFGPNwe4ZAB//Wfd9P//SH38mZkCAAAHfCB1fAAAQAElEQVQCBAgQIECAAAECBFoV0BcBAgQIECBAgAABAgQIjE1gtAFwCd3HZt3OfHVCgAABAgQIECBAgAABAgQItC+gQwIECBAgQIAAAQIERilwQwBc/8ByXxqqy1pldWDvlG6Y+sDmaToEWhPQDwECBAgQIECAAAECBAgQINC+gA4JECBAgAABAgTGK3AlRa1h7zL4rU3V7dVlXR9GpWFMwywIECAwJQG9EiBAgAABAgQIECBAgAABAu0L6JAAAQIECBAYucCaALh2tAx+l+t1u1bdVgQIECBAgMD0BHRMgAABAgQIECBAgAABAgQItC+gQwIECBBoQeBKALxsye9rlxKWBAgQIECAAIHJCwAgQIAAAQIECBAgQIAAAQIE2hfQIQECzQhcCYBvC37rr4CX1YyBRggQIECAAAECBAgQuEHAbgIECBAgQIAAAQIECBAgQKB9AR22JbAmAL68K+c+FjUry2Ut9/VH18g5l3ndXEefoAkQIECAAAECBAgQIEBgnAJmTYAAAQIECBAgQIAAAQJHFEiRjnh3t64ZZJfG+Qwup70Xz/KmZpYn1F8BL9ctCRAgQIAAAQIECBAgQIAAgbYEdEOAAAECBAgQIECAAAECYxW4MQBOJeOtNdbGzHsPAoYkQIAAAQIECBAgQIAAAQIE2hfQIQECBAgQIECAAAECoxa4IQAu6e/Gtm77hfDGix0kQGCEAqZMgAABAgQIECBAgAABAgQItC+gQwIECBAgQIAAgfELXATA9de+KedIuS+V13RWT12WAHgNkF0ECBBoVUBfBAgQIECAAAECBAgQIECAQPsCOiRAgAABAgQaEaiJ7kory+B3uVw5ZJUAAQIECBCYoICWCRAgQIAAAQIECBAgQIAAgfYFdEiAAAECLQlcCYDPW1v5ge/il8Hn+y0IECBAgAABAgSmI6BTAgQIECBAgAABAgQIECBAoH0BHRIg0JzA+gDYD4Cbe9AaIkCAAAECBAgQILCNgHMJECBAgAABAgQIECBAgACB9gV02KZAl3IftSL6lQ5XfgJ8vreec71y5HL9+locO7/8aIuc6zxurqNNzI0JECBAgAABAgQIECAwTAGzIkCAAAECBAgQIECAAAECBAYskFIXaUN1d5v7TWf5qfBNMvYTIECAAAECBAgQIECAAIHxCZgxAQIECBAgQIAAAQIECIxd4IEB8NjbN/87CTiJAAECBAgQIECAAAECBAgQaF9AhwQIECBAgAABAgQINCGwgwC4/ulovwRu4tugCQJrBOwiQIAAAQIECBAgQIAAAQIE2hfQIQECBAgQIECAQDsCOwiAK0YNgGsQvKy6XaseUwQIECAwUgHTJkCAAAECBAgQIECAAAECBNoX0CEBAgQIECDQmMAOAuAa9NZalbm6vXrMOgECBAgQIDB8ATMkQIAAAQIECBAgQIAAAQIE2hfQIQECBAi0KLCnALhFKj0RIECAAAECBCYioE0CBAgQIECAAAECBAgQIECgfQEdEiDQrMAOAuBUcGqVhTcBAgQIECBAgAABAqMWMHkCBAgQIECAAAECBAgQIECgfQEdti3w4AA45RSLirJ8UV3ksp3DiwABAgQIECBAgAABAgRGIWCSBAgQIECAAAECBAgQIECAQAMCtwTAD+hwnv3OPx4wiEsJECBAgAABAgQIECBAgACB/Qu4AwECBAgQIECAAAECBAi0IrC/ALgVoSn3oXcCBAgQIECAAAECBAgQIECgfQEdEiBAgAABAgQIECDQgED9Ye6iBMANPE4tENiHgDEJECBAgAABAgQIECBAgACB9gV0SIAAAQIECBAgMHaBRegb8WIpAB77MzV/AgQI7F7AiAQIECBAgAABAgQIECBAgED7AjokQIAAAQIERi/wIvQVAI/+YWqAAAECBAjsS8C4BAgQIECAAAECBAgQIECAQPsCOiRAgACBtgRKEJxKnf8K2C+A23q6uiFAgAABAgQI3F/AlQQIECBAgAABAgQIECBAgED7AjokQKBNgZL/pij/ySkaCIBLN+dp9upPm8OLAAECBAgQIECAAIE7CziRAAECBAgQIECAAAECBAgQaF9Ah3cTyLnmjzV5XCzvdtUhzqrzWa0r96yHSgg83gA49RG11oa/tbtaceurPsBNdesATiCwQ4G+/C+UbWqHtzYUAQIECBAgQIDAdAV0ToAAAQIECBAgQIAAgWsC2/x31evOvTagHQRGJrDID4c06Zp9LirnWdSKfhbRl8y0L/vLYjHn/qZfAA+pGXMhQIAAAQIECBAgQIAAAQIE9iNgVAIECBAgQIAAAQIECBC4KlCD1LpvuazrY6rx/gJ4r8q5jL6ssrrmXf8d5VprDo1/lw4IECBAgAABAgQIECBAgACB9gV0SIAAAQIECBAgQIBAUwIpd9HVaqqrBzezDH1Xlw8e1AAERiVgsgQIECBAgAABAgQIECBAgED7AjokQIAAAQIECBBoTyCnPvpS4/0FcEmvo1ak8nRuqnLozu/V0LeuX74wlV2X6vJhWwQIEGhBQA8ECBAgQIAAAQIECBAgQIBA+wI6JECAAAECBEYpkCLlZXVlfVHLVnIqYeb5Rne+HPEilbmvq7L7Xu+Ks6w6QF8+asWlqDm8CBAgQIBAUwKaIUCAAAECBAgQIECAAAECBNoX0CEBAgQIjFeg5peXZ18T0hd7cuTUz6uBAHjR1kqovdhx789KtazNg8zPKta7u/fm+zlKgAABAgQIENiLgEEJECBAgAABAgQIECBAgACB9gV0SIDAiAVKIBmrtbmVUQfANYCNS82uNn7b+iaYxcibznCMAAECBAgQIECAQAsCeiBAgAABAgQIECBAgAABAgTaF9Dh/QRSGkJmWDPP9fO/fOTFXLucc2yq9cMdf2+KPuZV5p9K1SC4LmvV9bvVah8VZVl1/2I95W7xN7TrritVUXM5rdaVQzvb7MoXq1YdcPU51W1FoC/f/U1FiAABAgQIECBAgMAGAYcIECBAgAABAgQIEJiwwKb/brkemzCN1icgsJq5rVuvBHV/ienq6sEr577kt6s1m2/3JR+tFWVZq/7J5+XkUgksl7lmt9y5WE79s6S5lwgW24vPSwdsECBAgAABAgQIECBAgACBEQuYOgECBAgQIECAAAECBAjcJpAi3XbKAY7Xn6Rud5tmAuCrjaRiUWs7jnp2fZDLqtsTKq0SIECAAAECBAgQIECAAAEC7QvokAABAgQIECBAgACBEQrkqNlnrdsmfzU3ve38kRzPD5xnDYA3DdGXg6VSqbLmTaAFAT0QIECAAAECBAgQIECAAAEC7QvokAABAgQIECBAYMgCNeOstf0cc4k3lzXaADhHF/NKKXKp/uIn2Lms5aJSqywu3qXrciQuVWz56sv5pZZDlS1vAgQINCCgBQIECBAgQIAAAQIECBAgQKB9AR0SIECAAAECgxao2eaySh4ZfaRcK8qyVg0o49orl93zKkeWV482AC49RG0iLgLduMOrCGx1/poh6xAF/MWRvqzWKgtvAgQIECAwOgETJkCAAAECBAgQIECAAAECBNoX0CEBAgQItCxQM9N5CFxyzLocdQD84kHN23qxubJW/w52rZVdO1hthG0HEoYgQIAAAQIERixg6gQIECBAgAABAgQIECBAgED7AjokQKAZgS53UevGhsrxKNVAklnD32Wbq+t137rtum+16nmb6+LsmpqXU5fbZdWbAAECBAgQIECAwCgFTJoAAQIECBAgQIAAAQIECBBoX0CHwxXI53/reHczLEHm+WC3BsA5l9tvqPNxDr9IfUStOc55JJvKslZEdGV/rSjLshmp9LCulsfrOeuqL9dfVBm+n1eOvoxXa3lNzrOIMp8+FsvY0St1KSKl+i5Vl4uK89dgn8/5/CyOK9Cff09vWh53du5OgAABAgQIECBwJAG3JUCAAAECBAgQIEBgAgI3/ffCy/0TINDihAXGkp8t57l4VClKrDOvGnfWWux/8dnXLLLUiz016j2v+refzw/UPRFxvmVxi0C6+fiGQzdf5AgBAgQIECBAgAABAgQIEDikgHsRIECAAAECBAgQIECAwBAEati7r3kIgLeWrUlvrcWFy2Q+97kk8nmxc2yf5kuAAAECBAgQIECAAAECBAi0L6BDAgQIECBAgAABAgQGLHD/nLEml/PKXaRS3YC7HN/U7v9cxterGTcjoBECBAgQIECAAAECBAgQIECgfQEdEiBAgAABAgQIDFWgBozL6sska5XFre8a+b44qW6l1Eet8QbAJb2OWjFvp3RXlvVvW9cqW/t9l3ut3ne+XilL1TnV2u8EjE6AAIFdCBiDAAECBAgQIECAAAECBAgQaF9AhwQIECBAgMCgBZbhb13eNtGSRcaySl5ZMslULqsVUVbOL69nnK+OdVGau5j66vrFzj2t1Hut1p5uY1gCBAgQILAXAYMSIECAAAECBAgQIECAAAEC7QvokAABAgTGIVDC23mK25fplvXyuf27Xlev7+cR8fbXD+6KZRA7uImZEAECBAgQIEBgeAJmRIAAAQIECBAgQIAAAQIECLQvoEMCBEYqkO8+71QD38XpNT9eVgO/AF409bDPCnlT3W3knOv1dzvXWQQIECBAgAABAgSOJeC+BAgQIECAAAECBAgQIECAQPsCOtyNQF75s8q7GfEwo4w6AJ7/7rfkrjXNvsrVl4O1ru6/up1KcLupVv9e9tVrl9s1/K2VUoquVOzwlfvy1cp99PNlXb9cO7yVoSYo0Jfv/6aaIImWCRAgQIAAAQItC+iNAAECBAgQIECAAIGGBDb9d7v1WEOtaoXANYGay22qaxfcY0dKKUqMco8r73ZJnX89M5ccMJcb5f7Fr3nr/vVVz1lWCUnnJ9Vl3TffqB8x6gB43sFAPuqDKd+DgczGNAgQIECAAAECBAgQIECAwKqAdQIECBAgQIAAAQIECBDYVqDmf9te8/Dz0x2HqMFvPXW5rOuLajcAzgWnVpTlolefVwVsEyBAgAABAgQIECBAgAABAu0L6JAAAQIECBAgQIAAgREIpEi5K5W2mOvlX/4uL+yWK+Nd1lS71roOtgFad719BNoV0BkBAgQIECBAgAABAgQIECDQvoAOCRAgQIAAAQIEthGomeOytrluWOeONwBOJdGuFcuHUJcVt4S+fvlbIRQBAgRuErCfAAECBAgQIECAAAECBAgQaF9AhwQIECBAgMBWAjVrXK3zLLLmkcvaarw1Jy/HKctUqos+UrnlokrGueaS++wabwC8sdvdAW28jYMECBAgQGB0AiZMgAABAgQIECBAgAABAgQItC+gQwIECBCYskCjAXB9pDUErlXXFQECBAgQIECAQCAgQIAAAQIECBAgQIAAAQIE2hfQIQEC9xDI5ZpaZXHEd5e7qPXQKTQcAD+UZvX6+sBvqtXzrBMgQIAAAQIECBAYpoBZESBAgAABAgQIECBAgAABAu0LY1sE4wAAEABJREFU6PA+AjUDvM91u75mdz9sfXAAnHOOddWf799161fHy7kv919Xi3ldPX/b7VT62FQRiy9FSrt7KFfnmCJd3XXn7Vzmv6nuPJATCRAgQIAAAQIECBAYq4B5EyBAgAABAgQIECBAgACB0QjUXKtOti5vqnp8N1VzvmWtG7FEqXml1p2yzb7zsVJZ1oqyjCjjzytFn2Je2wy5cu7Fah3xYsMKAQIECBAgQIAAAQIECBAg0JKAXggQIECAAAECBAgQIEDgbgI1CL5y5ppdV84Y5KYAeAePJaUSx+9gnIMNsXKj5f/nxMouqwQIECBAgAABAgQIECBAgEALAnogQIAAAQIECBAgQOCOAjXpzbH4q8D1kpr9jTdGHe/Mq70iQGBrARcQIECAAAECBAgQIECAAAEC7QvokAABAgQIECBAYJ1ALjtXq2yufddz+njAv9Ia27/O7xnlvttffOmKZgPgXIL5TXVJYQcbKZUb7mCcYw3hl8DHkndfAgcVcDMCBAgQIECAAAECBAgQIECgfQEdEiBAgAABAmsFasB6uZa/+E0lVKwVF4lvPS/Kq4SxaaXKnt2/673KPaIudzN6swHwbniMQoAAAQIEWhHQBwECBAgQIECAAAECBAgQINC+gA4JECBA4P4Cyx971iC2VA1+7z/YFleWe9WzU1nWe9Zl3X5ACYAfgNfipX4J3OJT1RMBAgQITF4AAAECBAgQIECAAAECBAgQINC+gA4JENiRQIo0/0Vwd/F74B0NfMswJQCen7Fczjfu9dHd66rBX5QGP0MTJECAAAECBAgQIHAIAfcgQIAAAQIECBAgQIAAAQIE2hc4VId9fng4efe51nttW3cfffOZ484a2wmA0/ILUFtKJZmPeUX9k9lrqn4/a4XXWoHlL4GXy6snpZTmu7rz5Xxjxx/L/yWynMO65Y5vaTgCBAgQIECAAAECLQnohQABAgQIECBAgAABAgQI3EtgUyazzG/uNfCtF62Gesvsb9vlrTeZZ4jzaPHaqTX/SpFL/pWji5xL7rha184fxI5rkyizvrZvpDuWD3+k0zdtAgQIECBAgAABAgQIECCwMwEDESBAgAABAgQIECBAYPcCNRje/ahDG3ERAh9vVvX+D7t7QwHwwyAednUNnx82wkGudhMCBAgQIECAAAECBAgQIECgfQEdEiBAgAABAgQIEGhUoP5qt9Z926vX1tp8fc39am0+a/dHS/A7/7VxWT5wcAHwAwEj6heg1oMHMgCBvQoYnAABAgQIECBAgAABAgQIEGhfQIcECBAgQIAAAQI1t1tXt8lcvaaPeHgWG3d+1dvf+eTNJzYcAFel8mDW/iPAOXJ5YJtqM9vq0XqfWvVeZZnKstbqKdYJECBwXAF3J0CAAAECBAgQIECAAAECBNoX0CEBAgQIEGhOoP5ad7VinsiWkO/GZcnq4kWlnGO11l8f5ZWjnBgvfvhZtstW1Jyx5n7Lmu97wMfFOCVPXI59MVzt62LjQSuNB8A32Swf2k3H77q/jnNe82dS1+96rfMIECBAgMAhBNyDAAECBAgQIECAAAECBAgQaF9AhwQIEJiaQA3mrtZdDVavu3LNMm2uIXINa68cHstmwwHwIR7ByhfkyNlv/T4eomP3IECAAAECBEYkYKoECBAgQIAAAQIECBAgQIBA+wI6JDApgRrI5Vj8qnf7xrscUeseV0bkQ8Sq9R61tp/h6hUPH2F1tNGspx3OtI5Vqw65XNb13VZKKXIu38rdDms0AgQIECBAgACBRgW0RYAAAQIECBAgQIAAAQIECLQvMK0Od5WT1XGWtVkwpfPsr56++dQdHD2/1w5G6mqouKl2cI9hDJHqk6lVM+8UdXNTbT/pxbhR0/9a2w9w8xXly1Xe8wC4Pqt6YiqtXKqyc7ldVnf+rvddVh28rtelIkCAAAECBAgQIEBgcAImRIAAAQIECBAgQIAAAQIENgrUnGdTrbu4np9SWndoh/u6SOmk5HhddHESXVnvyj27LkXXRamyLNtx/lpmY4tlKtctK8p6XHv15cRaUf/E80XV01LZtVKRIvdRPuPKq0wial3ZfdfNmiHWmo9RxlldX3O3m4atzyLnHDcty8g3Xdra/pKYzh/kOPtKqZs/xNXZl69hLKvur+t1qQgQIECAAAECBAgQIEBgqgL6JkCAAAECBAgQIECAQBsCl3OvmvPVvpbLur6uLl+17oyb99VrL1dKdXt5xer6ct8wlxMKgPf1AOrDrrWv8e827sYZ3G0IZxEgQIAAAQIECBAgQIAAAQJjFjB3AgQIECBAgAABApMWqOFwrX0g1Eh1PGlcne0+FEY9Zi7Pb1m3N1K/SLVuP3N3Z9TfnPeRo1aU5Yva3T2M1IqAPggQIECAAAECBAgQIECAAIH2BXRIgAABAgQIEGhboIR38waXy/nG+UfN6a7W+aFRLWoPJQMs+d9Dpy0AXhG8e+i7ctFF/FofSHkwqSxrrZ6yk/U6dqnzh17XlvOdL8s95st13/tyzJsAgUkKaJoAAQIECBAgQIAAAQIECBBoX0CHBAgQIECgIYGSs9UsbJ61LdeX7a2LNeeJWTnh6rLsGs27zr32Wpe7mfQ6qd2MPLhRajJa6/aJ1SB1eVZdr7XcvrysD+K85kPX9ctn7HbrfPz5l345cv1C9HHzHJfnWRIgQIDAtAR0S4AAAQIECBAgQIAAAQIECLQvoEMCBAg0LFCzt1qrLZ5HZau7FuvlQFqpKOuLAyP4PJ/rfP4l96vLB856OgHwPCG9+i1Zr3d31zreeZ0/m/Uj7nhv3v6x3b2nHc/VcAQIECBAgMDhBdyRAAECBAgQIECAAAECBAgQaF9AhwSmJjDP4mpGVqvmc6sAZbtmgcuKsr16eBTr8wbLTJfLsnrPdxW656VDv+xQD7bep1b1WC7r+j5q3+PvY87GJECAAAECBAgQOKSAexEgQIAAAQIECBAgQIAAAQLtC0yhwxqDXqoSky231/dfTpgHv3W5/oxt9+Z6w20vGsD5twbAuXS2qQbQww1TqA+3tres9aeV9mJZ9U+K11pu12Wcf1FySrFay/1x8ar3Kfesv86tdbF/ByvziaQyk3qPWnXMulytuu9F1V/8XqpyaLldVh/0rt+HlNKDxtjVxXUum2pX9zEOAQIECBAgQIAAgREImCIBAgQIECBAgAABAgQIEJgLbMpO6rH5SQP9qPOruWtf8rFrVYK8PurR5eRrXrWs5b6HL1NO0cVJpD5FKrlfKvddrXjgq3ZQqwwf5VaLKmPWfbXK6qb3rcdqgnjrSW2ckEobtcpiq3e95qbaaqCDn7w663rzul2XigABAgQIECBAgAABAgRaE9APAQIECBAgQIAAAQIEpiqwnwSsjppjF3Hs+udy88j1zuuvueteAfAaqXSz+JWz6wNYVFevqXXljH1s5rveZ+XmV3uq27VWTmlydf7/JXIfsCY1NEWAAAECBAgQIECAAAECTQpoigABAgQIECBAgMDkBRZ5XcRyGSN81bnX6LYuHzb9/5+9e9FOVUkCANrt/f8/niNThbYhxjeggDtjpaHp58acWSsVvDnKuBG+tHd7HLt85I302I3PPHFG8fWVAjZNgAABAgQIECBAgAABAgQIbF/ADgkQIECAAAECBJpA5s8y2vm0ZebcWkw78vSjbTgBnLdgH2KXIq/FpRuvfDr2PFrz7H3pWr6lMlq7T5YtQZ1l+/zwXE+ur197nnxReBL4i262raaAIECAAAECBAgQIECAAAECBLYvYIcECBAgQGCDApm6bNFntWKP52VUvfGVecHzeHn6GnnLYZQ4Pw2W+zydjDpIwVEDLKdzomS0FeWtaMfn5a1r523/nmfvTKxm/L26zJpcc1vZUKnVKQkQIEBgKwL2QYAAAQIECBAgQIAAAQIECGxfwA4JECDwDQKZ0TqPz+w782yZFzzFZ5bx8KzbSQCneP9xzA/v/eWGW0Hrf2TiHZtPBL+MsbKOngRe2Q2zXAIECBB4TkBrAgQIECBAgAABAgQIECBAYPsCdkiAwIYFMguZMW6L40cYN//LvbtIXO738e3qCJnevHrRhaMApSOEggABAgQIECCwcgHLJ0CAAAECBAgQIECAAAECBLYvsOUddiX+lwnALW/y5t6my9qtMgEct790/RO/ufwW52KJlNfO69t5fqb2rQTyoV3X7WOuQ5R99IkY1uUyMrJ1jpaRxzl7Rh5/MvLp3j5uLCLX2beJxZ+XN7qt+lLXxbsoYtWbsHgCBAgQIECAAAECBwHfCRAgQIAAAQIECBAgQIDAZgQ2ncPpInc5jBLnp8iM3eE2NoOzMnKWj+W3ctTDSCv73jb8s+xEyfipcXQQeEQl25zHobfvBAgQIECAAAECBAgQILBcASsjQIAAAQIECBAgQIDANgTyub3M/21jN5/dxWoTwH/ZWvry75XLNbn17HP56q3afEr2/Po+h8o4v/CJc3MSIECAAAECBAgQIECAAAEC2xewQwIECBAgQIAAAQJfJpA5uoxPbTtTgTl/lnOsoR+7Gz9yZkHHj7K4EVJmH6vKiOLPa67b8mciFQTeLmBCAgQIECBAgAABAgQIECBAYPsCdkiAAAECBAgQIDCvQGYb/8wQlfNlGWPwkrnNjD8zP1WxsQRwg8ny3CG32mK+W3M+q3MCBAi8UcBUBAgQIECAAAECBAgQIECAwPYF7JAAAQIECHyNQHsitpVzb7yLFOKvOE4Y1aVfw/F8iiLH3EVKs3ZdjL2P6KYYth8jM6L9wTa+NZgo8y6UKLexMbsgQIAAAQJ3BFwmQIAAAQIECBAgQIAAAQIEti9ghwQIECDwToFhpjETtvPM3WbJssW4mTaWAG4YcQsyPV+ibFVKAgQIECBAgMBWBeyLAAECBAgQIECAAAECBAgQ2L6AHRIgUPKJ2Yz5KDK32OLvLNev/G37fE2N/R2ijPzaWAI42UeKbLB7+1uBZ8sNUjy9pX3XlYynO+pAgAABAgQIEHiTgGkIECBAgAABAgQIECBAgACB9wu8O3fw/h2+f8a6mDTfz0J+jub0mH6WVSaA6+DJ3i4SdD9RStfViO4UP7djH4ctMhUapyNe+QnTw8i/NujPY8wasZRXcJQxcWkftR6ML11bW93Pe+fnPTOsa/vJf8gz2rmSAAECBAgQIECAwAIELIEAAQIECBAgQIAAAQIEPiiQeYOMTyxhmMu4dPyJNU05Z59zu5DO20cSLmPsXF23j1xiRuYWf6LsY9L9vrT5Y7o+K9nKsfOe+ncxT0TXR85/yL39K13JOLU7HDz9fZUJ4Kd3+adDoP6pU0Hgr8DhB8/75a+MGgIECBAgQIAAAQIEPitgdgIECBAgQIAAAQIEPimQ+YNPzr/FuWufal3OzuqcS8nUU8ZMc0yYAJ5wqNGbzbW0uDbYPi7MKBujv/0144T5lw4zDm9oAgQIECBAgAABAgQIECBA4FEB7WzzJRQAABAASURBVAgQIECAAAECBAgcBeRvjhBTFV3kFzOmGu+pcWLu0uKpjn8a5yh/Kr+nYp4EcI7a4nss7fTTAuYnQIAAAQIECBAgQIAAAQIEti9ghwQIECBAgAABAjMK1H0pGeXvV8v9Zfn36hQ1MXdpMW68EQng6NpnwKPss9G5kOFxnn9X5A0/j7UK5F+M/IrYSDuPQy8CBJYlYDUECBAgQIAAAQIECBAgQIDA9gXskAABAgQIlF0kojJaziY/prgd43lFoCVcswzcC0Nk7XlcaPZiVY6cc2e8OMSFbpmxvVD9QFWu54Fm39YkWbr4aTvFigFiG/2nrWeZ22hlHgsCBAgQWIqAdRAgQIAAAQIECBAgQIAAAQLbF7BDAgQI/BbInE1G1rYyj787+izdCILsn4nYLDN+hsqzU+4vwPP85+pURzl3i3FjPpEAvtO0fxp43GLW3Dtvep8tXfMmrJ0AAQIECBBYl4DVEiBAgAABAgQIECBAgAABAtsXsEMCBB4QyJTsMB7ocrVJjnP14owXMhfbYtw0OcprI0R2+7WO7+71noWe3grvme4tiLmnFjlhHmcpCBAgQIAAAQIEPi9gBQQIECBAgAABAgQIECBAgMD2Ba7tMHM2GXm9lXn8nTG1wPqTfTcSwHEpn+o9Rbxl8rhEfRyWsi+lRpTj1/C4b5PtMo7XZypqraXW61FKLeXXenJNGVHdv3IP5/HzRql1V+qFKLtdDLsr+eRvRg6Vo/z0zJr5o+u6citeXUHu6VfEQKfzmLPWGjXzv27tLa/NvwIzECBAgAABAgQIEFicgAURIECAAAECBAgQIECAwMwCmYO4FTl9Xt+9KV+S82XsIz2TccrZRGU7jsPNvNqerpU/G83MXIuf2ntHtf5X6tWIHGAJ6HuDTHI958n5Mv4M+HLF9dHS6tKw1+ovtV1t3VdscrV3x8IJECBAgAABAgQIECDwvQJ2ToAAAQIECBAgQIAAAQKXBZ7N72Xy9VpcnmEttdcTwH92cN40zvsngv80VPFugTfMl39h8YZpTEGAAAECBAgQIECAAAECBAhcE1BPgAABAgQIECBA4ExA/qaBRPK3RpSMVnepHCZ8L12/Xdf3jimyvN3ylauRez19qvEr/X/65Eg/Z8OjeyuPzQ2br+/43gbbBzqvfqPruzVW/JSAxgQIECBAgAABAgQIECBAgMD2BeyQAAECBAgQIEAgBTJvN4yseywyWX6IeznCw3g5y+Fo8D0qH+s96PPwYeYmWzzc6WLD6wng9t/4zf+2b0aetyFW8OTv4QaWcq0s/Wd35/aHUY5fcff6o/Oyr+y/5R8RDCMrc6T5bnrOIAgQIPBLwAkBAgQIECBAgAABAgQIECCwfQE7JECAAAECBHqBzNtdirwYGbpMCvb5vzxvUSNXeIjSX4t25fpXDvErjk2zV58XPJ5PV+R+pkn6DteUOcvhueMUyLuYZR8J36KvuP0tm95u4SoBAgQIEJhAwBAECBAgQIAAAQIECBAgQIDA9gXskAABAgQeF/iV4Bt0y/pa9n0C+FDdkryHs+vfh2m/HOV6yymu7GOQFnE44nUjAZyXMq6Nntcyrl1XT4AAAQIECBAgMIuAQQkQIECAAAECBAgQIECAAIHtC9ghAQIDgUzFZgyqLh5mmjbj4sWfjw6+cnkr1dczuGmYsZGdvm0rN95TG6G0DQIECBAgQIAAgQ8KmJoAAQIECBAgQIAAAQIECBDYvoAdDgWGWb48zhhen/I4x25RBs8MR+64TPtVay0507SjHkYbJIDjsBvE4Xrs5ljXzk/l4RHkbt+Vi9Ht+/pT88kPDvOXcqn8zZVnGdmy/3zuOGmPdl8sB2vtch99xD77MvYV5T7mzWj9s0uOH0Pn4WKi63Ld12MxC31xIVvf34ssuhEgQIAAAQIECGxTwK4IECBAgAABAgQIECBAYCIB+YWJIGcfJjNvg8hEX582zbpLk2d9Rj6x2eLYrj+NazFGF7m+S1H2ke3b/ys18ms1coEZpe5L1+I41CRFrCemiaEiFxtzxUF7jS5zxMMgsd/DwRa+T72ZuANbYLEHAgQIECBAgAABAgQIEFipgGUTIECAAAECBAgQIECAQHkqBfhKfu9ngld6P3OHav988c98z/S91/YnAfynZV7K+HPhCyrqYI9pMDwfXPr0ofkJECBAgAABAgQIECBAgACB7QvYIQECBAgQIECAAIGvF8hEaRcp01pqfjxvHF0mqVHdIg6vvGpXYpzy8FcbMcuHO32wYWY3D9P/WfE+6jOiWOUr1x5376m1/0GI3vfGyTkyoqkXgTcKmIoAAQIECBAgQIAAAQIECBDYvoAdEiBAgAABAgS+SyBzbsM4231eupr8bW0v5fviWt83yquv2w2ujHp1tE9e+EkA52dL10h2nuKTy3pk7lz6eRz7Zdq+P7x+o7LJ36iR7d9F9J0H33KcsEmjY9RuH+0yuii7aLsvu9LFW25fShoWXwQIEJhNwMAECBAgQIAAAQIECBAgQIDA9gXskAABAgQIfKFAF3v+idp15ZDPyxxejWsZUZxeef4TXa2li9NhtKa7dvCn7KIm8nslyzhsr/50F/MfonS7dmXx5Y2VxkY3kciMfZzfsLu3Jd4ZpzZ5dzNOFRcPDj3ut7vYWSUBAgQIEHhYQEMCBAgQIECAAAECBAgQIEBg+wJ2SIAAAQJ/BQ7ZuMv1eS3j79X7NS2/18r7PZbeYtdnq/uM9Y1c8NJ30a/v+k2JXH/JW/74DrN1P2h8y+OMOLzxut/iRmeXCBAgQIAAAQKPCGhDgAABAgQIECBAgAABAgQIbF/ADgkQuCqw62rJKNe+4nrJuHK9Rjox4+LlDSX7fnKiseGLm11N5e0NPH/Pnu9R+jRz8UWAAAECBAgQIEBgcgEDEiBAgAABAgQIECBAgAABAtsXsMNXBG7lCPPapbgwTza7UD1XVVdywlfykfdX9JMAzrarehI4P9p5GLGBTNn3H1vdRSp2HxFlV0pWl7Ivw+iiXRcX8o8ALkWJ3qUkzzDK8SsGPR6dit6uxmm074/jcAWvrou3141YwRZWvcR92A/j/H6senMWT4AAAQIECBAgMJWAcQgQIECAAAECBAgQIECAwEcFMn+RC8hyVzMflmdzRI5dI7d3iNLn62opx3Ifc+/j9Ce3F3muzPfF9S4iOkbTrhy+svwdh9xg1g3zhofWJfuX9hWT9HnC0qdps0e7MlkZg8Z2YrhcS+QXS4njaV5/R4vJphn6E6OcL/78/HxN966ft79znsNl3GnmMgECBAgQIECAAAECBAgQeExAKwIECBAgQIAAAQIECHyTQCZeb8XnLDIF2GKKVWQyPXc6xVjnY0QCOF59BjvL4eU4X9GTrMOVXzqO5H+f9L907fm64e3I44znR3m5R/+3Bq/31pMAAQIECBAgQIAAAQIECBBYgYAlEiBAgAABAgQIECCwCIE+8RvpwNOTx7OtKvKzfd721QkO/eN7PlaccTZQ7uSs6qHT2HypOV4M0JcP9ZqoUU4+fqhYeTndwBgyjw+jxsnhYPC9b304z8sZh7OZvrf50jgjz2eayrCLFLAoAgQIECBAgAABAgQIECBAYPsCdkiAAAECBAgQWJbAu/JROc+tWJbKy6uZOZ8YCeC2tEwmHo9fffK3T/i2cfLmHMebpcilDyMmyUztg2tvTwQPyxih5KovRtyIrtbS1V1EtmxxbN3vPY9j//1xuz5VeRy7ZJkxHPf8fHjNMQECGxKwFQIECBAgQIAAAQIECBAgQGD7AnZIgAABAgQ+KBB5rnIpMheV9XMvLee5F3OvYcbxM4eYkcZ9mXtt82Xesx0/WmafYRz67fqndfsJDhXTfB+8AXLsjGkGftsoyX0eP5NHNridtAxyf549+oMZv+UcGW2KPG7R6pQECBAgsD0BOyJAgAABAgQIECBAgAABAgS2L2CHBAgQIEBgvMDu+hB5KeN6i++9MkgAd3Gc8TaMmK9kvG1CExEgQIAAAQKfFjA/AQIECBAgQIAAAQIECBAgsH0BOyRAYHaBX891zj7bKxNkbjbjlb4/fcaP0Mb6upxk23CWGQlxLPOB3DydLY7z/Bk/J27x5+KkFV2X80w6pMEIECBAgAABAgQuCKgiQIAAAQIECBAgQIAAAQIEti9waYddWWAu5lqK6tIGPlo3sd1q9n1A35UucsAZh/PB9/wY54xB1fAwP9Y5ou660keNstZSa8Z/UR6i5NgZw76THOfa9qXr/h0jfgza8T6Oj3F/qsM4JT9ru0Xs6/DR2LGnGKAeI4rTq4t9djX4+rJGz3AstdTY6yFKHEeUqb5qDHSYIw4uvLqoO4+oGvnKRO95DIfcfzgRXGsttV6P4VrXeHxuf36+xj1ZMwECBAgQIECAwMMCGhIgQIAAAQIECBAgQIDATAK1Xs8t1FpnmvXxYTP/kimY87xAO398pGdbZi4q8l8xeZsry59RIq+WebSfiomP0r6WQx7uelnKod2prJEjyyj5FXnC7pBDLPtY7yC6vj7qstnNiPEi+9fnD/v9Rp8sW9zse+Ni5BFLRK2HPOqxLPV0Xkut9cYA55diXW2dfXm4nnfxcOT7BYG8uaXcZs6rGeX0lWctTpUbO+jiBz+3tHvqTZg9BAECBAgQIECAAAECBAjcF9CCAAECBAgQIECAAIFvF2i5mO9yaBm2a2XTOL/e6lt5yPG1s5fKnOKljp/vJAF8dg/yXtZ4T5zi7PpHT/vJ+xX2R5/61vV/HdEVud9P3YGfebtIxGf81DgiQIAAAQIECBAgQIAAgdUL2AABAgQIECBAgACBxQhkXmoxixm9kJb/Gz3QYgc4PBEsAXzhBuVbucWFy19fFTnHkknHWuPtIwv8tveDiQgQIECAAAECBAgQIECAAIHtC9ghAQIECBAgQOBzAofkYf+xx59bxKwzd5EAzJh1kpcH76JnuwdxOOIVGbwXe3fRNaNEeTFC8MWhH+t2Pm/2anV5/HysJ+uftm2veXwtnjfQY50CmZDPWOfqrfoBAU0IECBAgAABAgQIECBAgACB7QvYIQECBAgQ+JDAMOmYOafMQWV5Hh9a3ohpM9k7jBFDzdi1JX6znGaavIPTjGSUDwmc//C18w8tx7QECBAgMLGA4QgQIECAAAECBAgQIECAAIHtC9ghAQIEFiBQMxGcScgscz2ZcxqWebzuaMngZe0izWNF/ZOqYZ9lnI557UrezIwxo/zpG4srLf5cXHxFurZY/GItkMBAIJ8CzhhUOSRAgACBNQtYOwECBAgQIECAAAECBAgQILB9ATsksBSB/pN/zxaTGdOzqjWfLjv/d0wEl1a+Lr07dW1J/FOFg2sCyd7iWpvP17cVXis/v0IrIECAAAECBAgQuC7gCgECBAgQIECAAAECBAgQILB9gbXtsFYJxTXcs58EcD6xm08CPxrH3XX7rpyi+xe1+eRvFLO/cp5h5IQTbtIDAAAQAElEQVTtPI8PkU9D3opDq+vfa7cvLUoYdRlh1PXRkqvX+3/mSlvXvfK11dVaS6310LnLOQ6Hn/h+697mtU+saQlz5t4zlrCWW2vYx/tnTNwa2zUCBAgQIECAwIoFLJ0AAQIECBAgQIAAAQIEZhbI36Hfipmnf2j4Wo+5mIdaj2mU6cKMHCPLjOPc+chsVpda4lf68T2uXXpSuG+zvG+5/GEsZYXH3GqY7iO6QwxyrmPXGXdp7BDf3P+zyc9vlrd3AgQIECBAgAABAgQIbFPArggQIECAAAECBAgQILBUgRoJ4LrUxVnXQEACeIDxyGG+rd/+lwKPLEwbAgQIECBAgAABAgQIECBAYN0CVk+AAAECBAgQIEDgowLbTxu2HN/LzPn0c8bLA7yn4/bv5AyOfRI4xs0yCi8CswoYnAABAgQIECBAgAABAgQIENi+gB0SIECAAAECBAjML9BFci9j/pk+O8MgATw4LPsLq4rrmdFucaFFyWsl2l26NnldzjOMnKCd5/H0UbtSMsriv+LdWx6JxW/EAgl8u4D9EyBAgAABAgQIECBAgAABAtsXsEMCBAgQIEBgJoFM9g7jqWkiL1gy79nyn3351Agfa5wZ08cm7zf5WFOtliBQYxHXIi6VvKEZeSwIECBAYHkCVkSAAAECBAgQIECAAAECBAhsX8AOCRAgQOCdAi0Z/PScK0up7Upmq/t4eqs3OmReucWNZiu9VOMmt1jfFmLxkfytXVcyShyvbw9WTIAAAQIENi5gewQIECBAgAABAgQIECBAgMD2BeyQAIG3C4zN79XIqfbx9pU/N2FmaQ898mHRw9Hl7/euX+6ldlEC3aJWYzEECBAgQIAAAQJ/BdQQIECAAAECBAgQIECAAAEC2xeww7kFxic282nhS6scP/KlUaet25W6L32UKEv72rWDQRnXW9tbZT9OtD2VgyEmPRzOkcc5eJYZebyt6Lp96bqfBG4eZzy6y3za9yd+erW/dLhW/rRc51Ea3Yp17sqqm8A+fiZuRWunJECAAAECBAisRMAyCRAgQIAAAQIECBAgQGAigVu5gbw20TSGWaRApmgzdqV/Wrc9tRtlyf+m743o6q4copYu2rXMXI199rm0afKfMdq8r928wxudAAECBAgQIECAAAECBAgQuC+gBQECBAgQIECAAAECBAgsRyBTvr//Q6qHmuWs8NZKJIBv6Xz62ozz543PmHEKQxP4uEB7OvjjC7EAAgQIECBAgAABAgQI3BJwjQABAgQIECBAgMBMAvnU6q2h712/1XeN13K/Ga+uPZPAGa/2v98vs3cZ91veajF+hFuju7ZYgX2sLCMKr4UKWBYBAgQIECBAgAABAgQIECCwfQE7JECAAAECBAgQeJ9A/nd9Mx6dcZjszY+DbvFo/6vthgNfbfT6hRUngHPpw0iEdp7H3x351wvD2PXv5nw31dIffjeP3X+ZwAqfBP6yO2S7BAgQIECAAAECBAgQIEDgKwVsmgABAgQITC4wzA31xzFDX2bmcnDc6vrMUVzL87i8+lfu4zzapmKb7fBqed43fbJx9s38Wh9Z8WrUfSkZpZU5cjl+ZZ7zeDiymG6kkQtZd/fhzVnyTtrbtPRJ4HyTLnm11kaAAIHvFLBrAgQIECBAgAABAgQIECBAYPsCdkiAAIH5BDIb1CJnyeMsW+R5i6zL4yy3GL/2FieZG8t4ZK/R/E+zzAhm/yz/XFxQhQTw6JuRtzhj9EBvGiDfrufxpqlNQ+DDAp4E/vANMD0BAvcFtCBAgAABAgQIECBAgAABAgS2L2CHBN4okE+03pru3vVbfbd+LbN/Ge/dZ6ZuM8bNOn6EcfPrPZtAviWvRU7aksB5LAgQIECAAAECBD4tYH4CBAgQIECAAAECBAgQIEBg+wJz7zCzP3PPsabxM1M2dr39GCuDXXECeB/3axhxmp+X3UcePxZd15Vb8dgo2SrXEm+B/NzujKz6WMSe6iFKiTVF7OO8HdfY8yE+tsDFTHzr3ue1xSzUQiYV8CTwpJwGI0CAAAECBMYLGIEAAQIECBAgQIAAAQIEnhDI3/Fm8/w9/rXI698Qmf5psYuUUDtue8+PK87jzF/21/JkEH+utzFqLbX+jcg+DXp/8HAfebkL0XX7yPvFtePS2v7ytN9/nyPL65cidlcjmzaM6JhjBEscjX7F4JGa7SJKRCvz+BQTzBFDxOjx3Wsigclu/0TrMQwBAgQIECBAgAABAgQILFvA6ggQIECAAAECBAgQIDBOIPKVJePeKPfa5PWMe+Os+/qtXN6taxPveuapJIDv3K+ui2z/IO40n+byBKMc/ophgoEMQYAAAQIECBAgQIAAAQIECMwjYFQCBAgQIECAAAECCxLInGTGgpb0ZynyX39ILlZIAF9kebVy+38X8aqMfo8LaEmAAAECBAgQIECAAAECBAhsX8AOCRAgQIAAAQJTCAwzU5m87T+ueFj5wCR9v2jX+mYZpxt93cK5de0dHMOPpR4334oTwLn0YSREO8/jeaI9Efx39Jw73hj5ed0ZfxvMWtP+4uFQxjr6h/3vlbMuyeAECDwvoAcBAgQIECBAgAABAgQIECCwfQE7JECAAIGRAjXSH5mvGTnMKrsf8kClZLmLzG2WJb7isGTiti/j/NFX3z49Ix7t8852ub9hjJ87N5o5vUtRe9fhfDUm7M+jnOeVd6AlfqebIXc33WhGWpBA/5aM9Vwr45IXAQIECCxIwFIIECBAgAABAgQIECBAgACB7QvYIQECYwW6Ev/LnNnYgVbcv2V+Lm2hTwJHg1eITn2j/6Wxv7Wu53gF9GmwlgjO8unOvzpIAP/ieOUkb3vGK33n65N/9ZEx3wyfHbn/a4u3/LB9dp9mJ0CAAIEvEbBNAgQIECBAgAABAgQIECBAYPsCdjiJQPfh3EDmXjIm2czCBmm5lywXtrTTctI+41Qx40Fm/zKGU+R5+mQ5rF/asQTwJHdkibc5/wW8FZNs3CAECBAgQIAAAQIjBXQnQIAAAQIECBAgQIAAAQIEti8w5Q4z+zPleMa6LHDROSqXmBU838GKE8D5+PMwcmvtPI/njfxs+Z/Ylzze7+OuzzttzJNz/UTZx54juu6nLo//lX35F/8rJdd0Le4vtv8rhuh+XuZfV2Td/RGmaZFz/YpphjUKAQIECBAgQIAAgU8KmJsAAQIECBAgQIAAAQIEFi6Q+ZBhfHq5p49pPi4kz/Mwk5Kv5FGG/XKcpUTby/l69rHgjPP6x88j6RU5tHIxupKev+I4cEx7+O8DH8+fLN7efMUJ4LdbrWzCfAOvbMl3ltv/cEWbLKPwIkCAAAECBAgQIECAwIoFLJ0AAQIECBAgQIAAAQLTCmT+pMUzI2efZ9qvu+2t/Nnfa8OaNTlJAL/8Lk26jJcH+NvxiZprf/nwxBDRdPi2jdOVvfIHbRqHlW3ccgkQIECAAAECBAgQIEBg3QJWT4AAAQIECBAgsHqBfCo4cxSr38hxA8Ocy5b2ddzeZEXvNNlolwbK3GPGpWuP140f4fG5tHyrQL4Fr02Yid9hXGu3nPrhbnLlubIs22P4eb72sH4CBAgQIECAAAECBAgQIEBg+wJ2SIAAAQIECGxDID+GOHMU29jNYReZi8k4nG31+60d/r02rOnzUsGSZRTjXsOBx410sfeKE8C59GHk/tp5Hk8dbexWTj3+7fHyry3aX5Pk8e3WeTXfObnWLFtkfbwt+wGizNM+hsd9xce/5Ypzvy36JceqcqX5D2qWcepFYCsC9kGAAAECBAgQIECAAAECBAhsX8AOCRAgQGAFAi0v0crMV7RlZ9K3HSvXKpB3NPNnl6KWzEf9iuM2My/V56dqKXl8rH6+qPtSMkorh6PlmsokX9ONNMlyDDK9QLwTS8a1kfON1eJam+XVtx+y5a3MiggQIPCsgPYECBAgQIAAAQIECBAgQIDA9gXskACBrQhkEjhjK/sZ7mN92aLh6qc/vpRd643iQpbTzzjdiCtPAC+dd7obZSQCBAgQIEBggwK2RIAAAQIECBAgQIAAAQIECGxfwA4JrEAgM27t4bssV7DkjS4xU7cZ47Y3foRx87/ce7erpct348sj6EiAAAECBAgQIEDgcwJmJkCAAAECBAgQIECAAAECBLYvsIYdSret4S49t8bVJoDzE7a77l8kgfex44wo8vOy+8jjqSPnGMbU498eL//aIj9SIMuM263XfzX/sRnusx3X2Nqvz16PhrfOo/lXv7qui5+R6/HVODZPgAABAgQIEPicgJkJECBAgAABAgQIECAwWmBXa7kVxddDAu2/9dvKPg8x6BlpiNNZa5PlqXLlB7m/zMFkrHwrS1z+3zV1kZrNKIMyj0/xt8srNTH6K90+36fW/BHsSl98fjlWMINAd2XMvPOPxJXuqgkQIECAAAECBAgQIPBBAVMTIECAAAECBAgQILBogUxOZCx6kRa3eoGZ32OrTQCXyAB2M+PcfvO0p4Fvt3ro6guN8i8xMp7vmnARCdh3bsdZ9hW+ESBAgAABAgQIECBAgAABAnMIGJMAAQIECBAgQGD5ApkuyVj+Sidf4Wt5p8mXYcAJBNabAJ5g8987xPBfrsyivxLfqzf1zo1HgAABAgQIECBAgAABAgQIbF/ADgkQIECAAIF1CLSMyTpW+/wq2/5a+fwIW+6RKvkAaJYZ795rzt1i3NzrTQC3z8f+9ZnYuZ2McSjb7J1J3xbDHeYb+JUYjuGYAIFXBPZdV/ZddzVeGVMfAgQIECBAgAABAgQIECBAYHECFkSAAAECCxbYR+pkGAte6uil9dmg2G8+6TuMNnDNBu3kq8rceCZes8yNtzKP546cK+fOmG4u2dLpLFcwUvxU/1plvKnypzmjxPGva04IECBAYF4BoxMgQIAAAQIECBAgQIAAAQLbF7BDAgTWJtCSwWtbt/WOEWg5slbmWHk8bVI2R70dOV+L2y3vXd1QAvh8K3mecY9gjdfbmy7LZ9dfS1czSl/GtzyIQc6Tw1H1wVfurDs+GfnBZZiaAAECBAjMI2BUAgQIECBAgAABAgQIECBAYPsCdrhKgV0kKDJWufgJFp3PDGZMMNQKh1hWrmwM4KozpLVGIjOShGMA1tk3/vXpF97K/uTFb/lmzhh2z3FbDOvfd7zf5184HOZrK7lUHlr4ToAAAQIECBBYj4CVEiBAgAABAgQIECBAgAABAtsXeMcOL+VNbtW9Y03rnOM8T7bOXQxXvdoEcNf9i31kknBf8vgQXRxnHBLD+QRpNNrQ67DfVzfUxfs3o5Q4uBglvuKfhvzTjhYlzqP2z6uOW8uf8c4qaj3ew1hq3OFyLa6s7my05Z7uYp8ZucJ8v7bI83dEm+9SmfPvv/IPLHLn80R6DuPeLMO2l47v9XedAAECBAgQWJyABREgQIAAAQIECBAgQGAygUu/MxzWTTbRgwPl75lb0/Z773a+5DKfoW8RAAAAEABJREFU9h1GW+u/yI/citbuU2Xme16Je+s9jRn5gbyn57HfdyXfZ/fGGXv9tI7IE106rnVX6o14bv6YpOyiSyuHx1H9/OvjPXIHH1/EawtYe+rvtV1P1yvfxMOYbuSpRqo11zfVaMYhQIAAAQIECBAgQIDAJwXMTYAAAQIECBAgQIAAAQLrEVh3jmrFCeB7b5HcWsa9dh+8PmLq0wO6L4yRz+5e7xZv6OGfUpQ4v9549iv5lyWzT2ICAgQIECBAgAABAgQIECAwp4CxCRAgQIAAAQIEVicwJg+zus1a8FHgfk4sW/TvjWOP6YvMbWaMG3n8COPmH9E7iW90zweEM2402calTOe+vtGW6/1tkbYtfl9511kmfjPeNd8n5jEnAQIECBAgQIAAAQIECBAgsH0BOyRAgAABAgTWKXA5f7LOvVj1awIXs29RmRm010Yc9JpkkMF4Z4crTwDn8iO6C3G20bWf5l8T7GKftY/z3cS7rWQiuEVX2j9Mw7L1Cq12eCq7WqNPi1P1xw5iOR+b28QE3iAwyRT531kYxiSDGoQAAQIECBAgQIAAAQIECBCYSsA4BAgQILACgX0k4oaxgiVb4owCXbwffsVxrqgumavL8lj1WlEjl5eReb2+zBxfG+pSBq9de66cbqTn5p2u9dBlulFXNFICZAyXfH4+vPb7ON5m+RY7Vo5+2x7HGV/Uuv635ngFIxAgsE0BuyJAgAABAgQIECBAgAABAgS2L2CHBAisVaAlg9e6fuueVmCYcVtOFu3+HmXZ7hvdaZEp1Lz9GXeaznI5324Zrw2eb4CMn9451jB+rrzzKFfwzvnMRWALAsOngfN4C3uyBwKbE7AhAgQIECBAgAABAgQIECBAYPsCdkiAwGYFMn+VMd8GM2uXMW6G8SOMm38jvT+V/H2EL9d2Ky6NkW/djEvXlld3bXfLW6kVESBAgAABAt8sYO8ECBAgQIAAAQIECBAgQIDA9gXscCsCmX0qZfZs2UwTrDgB/KhIbvFWlIm+4o2Qn9XdYqJR2zD5eeP7GLvrI2r7DxqPOePw0qt2+5JR9v/Kpei6f6WLNqUcxug/0iAG+j1sGl+JrplGpw++0uVWfHBpT09da1o/3U0HAlcF9l1XbsXVji4QIECAAAECUwsYjwABAgQIECBAgAABAl8h0MXvJHd+172Ke5336lYsfRO3ckN57dX113gP18if1SxL5NrO4s649y9nfi1iX3aRodvF6Lu+7I7nXYyQEcWoV2bxRg2g85oFHnkLZVLyUqx539ZOgAABAgQIECBAgACBdwmYhwABAgQIECBAgAABAgTWI/CTO8vs2Jzr/plp+lkkgKc3vT/iBC26UkvGBEMZggABAgQIECBAgAABAgQIEJhDwJgECBAgQIAAAQIECBD4gMD6E8Bzp98/cFNM+YhAF40yoljZy3IJECBAgAABAgQIECBAgACB7QvYIQECBAgQIECAwNoEbued8qOls0XGLDur+1JalHFfK04AB0I5RsMYluNcXugdmeguOFu8MML9LjF+ybjfcmyL/k2cW7oSY8cf1z9/tFoc3wPtvXAqx82gN4GZBAxLgAABAgQIECBAgAABAgQIbF/ADgkQIECAAIFVCWTOKfNNWQ4W3p/O89/o/ZklJmn5zZ/K0UfvySaOXubSB4gs6dKXaH0ECBAg8GEB0xMgQIAAAQIECBAgQIAAAQLbF7BDAgQIEFifQCRh+0W3sj/59S2v9BEpwf4hyl9XpzrJJHSLcWNKAI/zi95JGHe7ZMTpSl+7eNfmTla6fMsmQIAAAQLLFrA6AgQIECBAgAABAgQIECBAYPsCdkiAwLoFVpHqy2xexm3q+y1u91/u1VXcpKXwRfa3XIulrNE6CBAgQIAAAQLrFLBqAgQIECBAgAABAgQIECBAYPsCdrgBgUyVbWAbuYVd13XlVmSjdUR7JDpz2hlxXvext3+XYx/7jljH3toqY08lo52/XtZ4Ex+iKzXeA+VqArjrJ9lHQj1nPvTpqz74LRbTP3Fd497GymOJuYXfcbjvpffKlZ/HB5dv6l5gnzcsjrbx709sxIsAAQIECBAg8FdADQECBAgQIECAAAECBL5GoNZaaq1fs9/lbvSQD+m6Q57kb5m5s0isLHcDb1pZGhysfiYcvn/zOPONP1dvHM14KdfwE7nqQ+wis/c3Sjm0ze8zLuoDQx92/YGJTflegRrTXYu45EWAAAECBAgQIECAAIGPCpicAAECBAgQIECAAAECBJYrkAnF5a5u7Mq2lwB+VKTlDh9tP0W7CceY+kncqcebcKuGIkCAAAECBAgQIECAAAEC6xKwWgIECBAgQIAAAQKLFth28nMO+j6tGGwtn5bns8zT7UqNuD72Li5lRHHjdb/Fjc7rvnT+WPeru8lx4o6XjFfH0O8bBOyRAAECBAgQIECAAAECBAgQ2L6AHRIgQIAAAQIEPieQOatbs2cuaxi32m7xWu49jTKe318mfVs833uqHrn2jNvjbTcBnNnxYfSfed0w7sO0lo+V+YaJqDFui8c6Ptwq/6JgF/upfTzc7Usbth+/LPMtfim+lMa2PyVgXgIECBAgQIAAAQIECBAgQGD7AnZIgMCXCey7rtyKL+Ow3Y8KRH6qZFxaROZKsj7yWKVFnmfkeZZbj9xn+mT5/F5TMOP5nhd6tDxilDUi/yu+mQM8ROazzvvkun8i13ErWu9LI7VrGy8b1tht5pulxdix9J9OoL39pxvRSAQIEHhNQC8CBAgQIECAAAECBAgQIEBg+wJ2SIAAgQUIRELx5ioydXJq0HJbWZ4qN3pw3OMhyxp7PJ7H0cdfTy/lsfzmFyWAE2SO25g/LS3mGN+YBAgQIECAwGoFLJwAAQIECBAgQIAAAQIECBDYvoAdEliKQPdFab9Xzbtl5/Ty04AzXt1e6/cd74S8l23HSgIECBAgQIAAAQJvEDAFAQIECBAgQIAAAQIECBAgsH2BVe2wf9p060mz3GTGhTtzpfpCy9VXbTcBnI+5tzh97nk+BZwxx32LH5j8y4oWE0+Rf5Cwj/10fUw8+IXhTk/BH6/t4oci3yy5jox9bjfieFlBgAABAgQIECBAgMCPgCMCBAgQIECAAAECBAgQWLlArbXUej2Wtb3M4GRcWlUkePrqGt+zTZbnEZdW9uq6fbke/2I3mQ9sEaf9K/fdHzzwLd0O/Q+5uTiOHF1pcRjh+e/HPGI+5VvzuOQ9+YnMv2XcG7jbd+VW5Ij3xnD9rsAzb5i7g2lAgAABAgQIECBAgAABAqsVsHACBAgQIECAAAECBAgsXSDzWi2WvtZn15eJ22f7XGmfRINLOXKLQfVrh5MNdHl6CeDLLk/UJmG+AzKudJuhOp/CzZhhaEMSIECAAAECBAgQIECAAAECrwjoQ4AAAQIECBAgQOCjApmzmnMBmbWcc/zxY59/wu3fEdMo4++VWzW588zLneJW41mv5dozbk9yv8Xt/q72Hy/d3/bNWJzevO/NaW/G73wjzgkQIECAAAECBAgQIECAAIHtC9ghAQIECBAgQGC7Ai0PFuXYj0AejRRrKBmjB1rgAPtYU4s4HPHabgI4Pze7Rf/52amU283I4ykj32gR7U2f5ZTDn8bKtWecKiY9aInfSQc1GIHvFrB7AgQIECBAgAABAgQIECBAYPsCdkiAAAECBBYkkHmkjHzK71o8s9zIf/UJ11Ye++bQx8P3FW0NWR4SpbXbl2G8by1TzfSzl8sj5r0cxuVW57XZ47xue+dpN9uucvAWs01yNvC8P1X5H5ducTaxUwIECBB4WEBDAgQIECBAgAABAgQIECBAYPsCdkiAAIGlCmQu6VK8ut7zXNi+lNkeiCxf+hWm/ScPZzmO4DsSwL3R+VbzPKO/OOLb8IdnxDBPdc05c+0ZT3V8qPEufoZ3XS0ZpeRcxRcBAgQIECDwjIC2BAgQIECAAAECBAgQIECAwPYF7JDAVwlkvihj2Zve9TmuZa/x+uoy79fiSqvTpx9fuX6szlGOh4p1Csz5wzbn2OvUtmoCBAgQIECAwD0B1wkQIECAAAECBAgQIECAAIHtC3znDteeN1rW+mut/Ydrz/Fe2m4COB87j6iR6u+jdqXWeoz/jmWd0DTGaln3LCcc+dZQXeypq7tyiBJlRhflPqK71bW/1nXRro84zSfKI7ro1sW3Luqj1uuDAl1/H+J+Xik/uDRTEyBAgAABAgQI/BVQQ4AAAQIECBAgQIAAgc0I3Pv99LXr+/h9dsZmIL5+I5H/Ki0SI1KLmQdrkVUfjC7yfxk11rOL+LOUuB6Zs6iOdff7iMPxr2lGCNb4cYmxcm0ZcXh65XnGqeJwELnPRz56+0LPQ3/fnxGIO/RM8zW0jSRwyVjDWq2RAAECBAgQIECAAAECHxewAAIECBAgQIAAAQIECGxVYJAHW1zuKBeUcc0+r2Vcu/65+tonpOdZ2xcngHPrGWNvbI5RY5CMKIavjx3nWtq6nl9E/jFELbt42+3KUr/6Nc7zM7HULVsXAQIECBAgQIAAAQIECCxVwLoIECBAgAABAgQIbF4gc08Zn93op/NDtduVuo+YhWEXo7aIwxGvHGVEd11L2QdCZiIz4vCjr1d/8C71y31lfHRDq57c4gkQIECAAAECBAgQIECAAIHtC9ghAQIECBAgQOB7BC7lk6befebbrsXUc90eL1fxq0VWRLxD4de8L5xIAL+A9rdL3O0S0T53O8u/jd5Qk2+5R29ptmsR/bo8bkuMvbTDhZTtLzpauZBlWQaBawLqCRAgQIAAAQIECBAgQIAAge0L2CEBAgQIECAwuUDmqH6idl0ZxuTTnQ3YZcqsRVzrSuTPIodWW0TdvK99DH8r4vIDr1j1A600uSHQxbUWcbiIV7wzR60j95NvriwzRg2mMwECBL5MwHYJECBAgAABAgQIECBAgACB7QvYIQECBAh8g8AwSzY2+/ZOLwng0dp56zNGDzThAPkWzFubMWbYpe3r7148EfzXRA0BAgQIfFDA1AQIECBAgAABAgQIECBAgMD2BeyQAIGPC3wqP9SeBP44wJ0FjM0Q3hne5c8LZDL4fBWX6oZt2vVWDq85JkCAAAECBAgQuCSgjgABAgQIECBAgAABAgQIENi+gB1+UiAfXGzR1pG5rIx2fl7mtYzz+sfOX+95Z/wYuCu5lzi40/SVy1+UAM6PNM7ILWe8wrW+Pl2tpau7s8i6EnWD/dS0aef5ZkujKPfx5tvHtbOorb51maGM2cu9v+DoolHGtem7Ln58bsS1fu+q38faMq6t8946rvV7tP7e+K4TIECAAAECBAg8JKARAQIECBAgQIAAAQIECGxM4N7v2Te23QVtJxI/JSJSUyUi0iil6/aHiIqu/CtdlG3BNZJEGV3kufZ9lLKP7u16ieslxysx2K8oF79qpMUOUSNHtet71mh5jFJijj7KuK+2mrIrJaYcROT0sp16PaUAABAASURBVPLq8KeeV1vkhRg2C/G6wOmWvz6EngQIECBAgAABAgQIECCwUgHLJkCAAAECBAgQIECAAIHpBG7l3TJVOt1M90bKldxrM+Z6l9ntPsU8ZpTLfSWAL7s8UZu3v8Wxm4IAAQIECBAgQIAAAQIECBDYvoAdEiBAgAABAgQIECDwRoHIx3WR2uyf6n3jtCucKpRWuGpLJrBgAUsjQIAAAQIECBAgQIAAAQIEti9ghwQIECBAgAABAnMI5FO+GRfGvlJ9oeUsVTl9i1kmaB8vneXICSSARwL+dG9/dRCk+dcHPxccESDwPQJ2SoAAAQIECBAgQIAAAQIECGxfwA4JECBAgACB2QRairX9t26zbJNFLq4dvrFsKxqW000fo2bCN2O6QW/+V4QnnMZQBAgQIEBg6wL2R4AAAQIECBAgQIAAAQIECGxfwA4JECBA4BsFIk1b8pOnTzELQia7W4ybYDeu+5J651YylrQmayFAgAABAgS+QsAmCRAgQIAAAQIECBAgQIAAge0L2CEBAgsQyFxgxvxL6ZO+808zywzvEZpl6QYlQIAAAQIECBAg8HkBKyBAgAABAgQIECBAgAABAgS2L2CH8wt0JVOu88/z7Az9qj7z6dPPLvXUfsUJ4Fz6ME57Ohx07drhtPSfdp117dHpVrbrY8u4/fn53C3GDjd7/1hvaQbnZV6bfQGLmKDr4p+TByMXvI+2WU4Vu1pLRq211Po3ysxfbf/n09Ra+6pcW3/woW9tfdfKDy3LtAQIECBAgACBJqAkQIAAAQIECBAgQGDDAvn74Fux4a33W6u1Xvy9da2H+r6Rb7MJ5O/nM65NcO335q3+Wr/l12cur95YZstp3Wgy4tLpI55jCf1xjNXVstDUdCzuyisVr1xaSXXmKjMuLfda/aW2X1d3C+fWta+DsmECBAgQIECAAAECBAhcEFBFgAABAgQIECBAgAABAlMKTPwM3pRLW91Y608AN/J84jejnWcZ2fks3hYmIkCAAAECBAgQIECAAAECBLYvYIcECBAgQIAAAQIECBCYQSBTm/Xmc5qZ2s24Pfn9Frf7L+9qL7MvJT+Kuf+I4+Jr1QL5Lr8U791UfmTCvRldJ0CAAAECBAgQIECAAAECBLYvYIcECBAgQIAAAQIzCGR+r8/rRY5vdR+4PKFHpsQmGG5bCeCPJn3jnZlPILeY4OZ8doj8AbsW+e7LmHGFeS8z+h/ynOtSzDj/YOhM/mbUuMW3Pm9/0MXh9wnYMQECBAgQIECAAAECBAgQILB9ATskQIAAAQIE5hDo80GZk4rBIxdT+txQHM/w6mL8W5FP3/6KWEN/HuXUr1hK2UX6qx//WP6dI1O5w0iniDS7FMcBssfxcEtFbPz0VwLv2FfeonfMs5Q54l24lKW8aR2ZAH7TVKYhQGB1AhZMgAABAgQIECBAgAABAgQIbF/ADgkQIEBgdoFMaPb5vWXlofos4LKWdPdWbDQBfHffEzZIwrz1GRMOaygCBAgQIEBg+QJWSIAAAQIECBAgQIAAAQIECGxfwA4JEHiPQH7Kbml5t+mnzCd/nxk1M38Zz/QZ2zZ3n3F9nLyacb1FXrnfIluJDQq8+y07ljD/tCJjOE6eX4thO8cECBAgQIAAgekFjEiAAAECBAgQIECAAAECBAhsX8AO3ydQM3WVaZ+SB/PMm8NnPDJ6tqt1vrU8soZX2+xqraXW6/HqwG/rV0upu3qIGuVZlI19dfuuDKPE+a0Yfm747+Ow6v+S4lWgfNtnvNr/mX4xT1t8qdExI+r6z4C/VUbTka/86OeMHKbWXSnx/ioTfu27Lm5fV3KOSzHhVJsc6pLZM3XNf5M4C9hU871WLmCJlkCAAAECBF4V0I8AAQIECBAgQIAAgRUIXPu91KP1K9jiR5dYa41fmf+NXdRnfHRxoyY//GdGa+QlLsdhzzlFrbX/HX8eTx3tfXrtd95Tz/fR8fp8VeRgZlpEPvnbR4zfl/X6f2X4dD3a7EtX8jy6lTgt8Zb4iawcEbnbHPN8iMO7b1jbas7LGCHdzuPYNa4ejxQEnhbI5OvTnXQgQIAAAQIECBAgQIDAigUsnQABAgQIECBAgACBzQtkZu5SbH7jH9xgpJxqTfQPruHC1LVP/R4u1ChaxOG4V+y3ZLw6yp2+G04A59YyXpV7ot8Hmk72BvvA2k1JgAABAgQIECBAgAABAgRWKWDRBAgQIECAAAECBD4qkFm/FvMspD3lOs/od0bNp1n7hGtmwe60ffJyrxbDtv3F4ZMjvKt55jYzrs2X1zKuXT/U329xaOf7VYF85Lp/21xtsbwLud5cd8byVre2FVkvAQIECBAgQIAAAQIECBAgsH0BOyRAgAABAgQIfE4g8zqX4nMrmm/m+VOz88/wgM7Mi1hxAjiTlxn5hs8yo4G+e1u5hogaa2jRljJRmX+RsMspYrzX3xMxQIk1jnqmPBbw8VcKPBIfX6gFbF/ADkcItP+GxbVyxNC6EiBAgAABAgQIECBAgACBKQWMRYAAAQIEDgKZmujzLJlriWg5oWF5aDnx98zvtBgOnXXD8+ePM/80jOdHWFaP/G/2nkeuMG9dv888+WS090q+j/L4V87uUn4z64bx2OKzx2MtF9tq/Jt73NZy/hbjRpq/d64zZunf4fkP0/E8qtb36n9UY9nXyrjkRYAAgVkFDE6AAAECBAgQIECAAAECBAhsX8AOCRAgcCYwTEucXZr3NHM6LXKmdpxlnot7Annr7rXZyvUNJICv3YrcWsa161PV59ulxVRjzj1O+8eglXPPZ3wCBAgQILAxAdshQIAAAQIECBAgQIAAAQIEti9ghwSWJpDpqDetqX+WcGVppHzy9x7P8veVuc2MKzvp4lrGlcutOlq1Q+X3CLR/IVq5xp3nvzq3Yo17smYCBAgQIEBgDQLWSIAAAQIECBAgQIAAAQIECGxcoCul/2TeW2mIvLZxhjVuL29LxmrWPlOqbhMJ4K7rStf9O0Yt3T4j6vbvvMVxhzLj3mLid1b+1UJs6/TvTRu+1lpqvR6l77GP5hlR5CsH69dZ82yFkff1kZhma7UOnOK9Ns2oh1F2MXZGrfXifTy08n1ugX3c14y55zH+cwJ5T8bEc7NpTYAAAQIEHhLQiAABAgQIECBAgAABAgQ2L5Cps13pIpdyK0qJNpG42ZX/IhUTffq8S5QT+WTuIKPWOkv+4N6TsLH9kjHRdmYdJtfZR8zSlzVuSRxferXrl64N6uY7PL5P9vn+iWhlF8d91H247wfz5/Eg4nqJqLuu3Irp3omDpXz0sPvE7PFO+sS0D835EZCHVqYRAQIECBAgQIAAAQIE1iNgpQQIECBAgAABAgQIECBAYDqBOTN420sAT+d+f6S+RRJmAjijr3jLt3xTZLxlMpMQIECAAAECBAgQIECAAIFvFrB3AgQIECBAgAABAosTyLxUi6kWl5mnFlON+Z5x+lUnx3umW/wsmb1c/CKXvcB87Lp/W71vmTXmbHFx1lxPtCkZFxuonEDAEAQIECBAgAABAgQIECBAgMD2BeyQAAECBAgQILAMgZbdbGWuanic569G5pUuxavjzdOvfXxzlvPM8OFRM/c30RIkgCeBPP5Q5I1pMcm454NEQjfHP68+nec6ok3J8lS5wYP8B+2R2ODWbWkpAtZBgAABAgQIECBAgAABAgQIbF/ADgkQIECAwPsFMg90Hm0V+d+PbceTlZlTGsZw4Kwfnn/mOBO+fXxm+plnDeN2vy/OlKncYVxs9Kcye/ypVPGMQNyYPuGa5TP9xrTNJG/rn8dt7mNZo+zfLFG2Zpsr7yWAN7dhGyJAYDECFkKAAAECBAgQIECAAAECBAhsX8AOCRAg8G0CkVPK/FKf88q9x3l/nGWefzZyFcMkcH+cqaLPLmvi2TPnN82QEsCjHfPd1WL0YC8OkG/7Ydd23srhtTUeh2//k+ztusa7Z80ECBDYlIDNECBAgAABAgQIECBAgAABAtsXsEMCixbIXElG5E7esM4+J/yGeUzxiEAmiFvcbp/vkNstXF2hQPuhb+UKt/BnyVvay5/NqSBAgAABAgRWIGCJBAgQIECAAAECBAgQIECAwPYF1rPDfAjwUqxnB7dXKi902+f21c0ngLuuK7fiNs8zV+ONmJ+93uKZri+1Pc/w5/lxoPa0bJbHqtUVJ8dwLRmXd5B/eXIrLvdaTu0+3p8Z196j71rpcP6cM8+zFASWLLCrtdyK4osAAQIECEwnYCQCBAgQIECAAAECBAgQ2JhA/h78Vnxsuy0/MixLpvNaZD4o41Lyt9XdX32mkP7EoFvLvWTV8DjP54/IC+1iv7v/Somo9b+yi/iv/Fdq2ZWojDi8cg95VONbW2dfxvkLr4V2yfud8fjyUunx1lpeEci31ZVLqkcKsB0JqDsBAgQIECBAgAABAqMEdCZAgAABAgQIECBAgACB9wtkfuhSXF/JsPX1Vt9xRQL4lfv8q08StrfUrwsznuxK7Q4x4yQLGrr5tnJBS7MUAgQIECBAgAABAgQIENiugJ0RIECAAAECBAgQ+BqBloPJMjedZS279ohtWcJXV2qtfcy1mv7p4W6u0e+P+zP/LhpnRHF6Pf4U8HnP0xAOCCxLoMZyMqL48Mv0BAgQIECAAAECBAgQIECAwPYF7JAAAQIECBAgsDyBxxOAr619mIfJLGhX9pmRLIfj0pevjTyu13D+djxuxOX3znud8dpKJYBfc3t7r/z52h2f+s3jty/AhAQIpIAgQIAAAQIECBAgQIAAAQIEti9ghwQIECBAYGECmQjMuLSsTNqex6V21+qGfSPFG6f50G8XyaiMqClZZuTxtVHmq28J3/Nymhljm2UY04x6Y5Qa9/EYNcpd6QbzX0rbRvvTcJeuny7+Oni85a9uTggQIECAwLcJ2C8BAgQIECBAgAABAgQIECCwfQE7JECAwIIFImF4eXWRtS0tLre4XZt9hy26ODnEIfEbpx9/HdbTZ0sjafrx5Uy1gNzWxbEy8Ztx8eLdSgngu0R/Gxz+8qGULP9eVUOAAAECBAhsTsCGCBAgQIAAAQIECBAgQIAAge0L2CGBpQt0c6b1MgmckQhZHqIuJhl2WM8hOZfHuc75okZiNmO+GS6PvIt5M0rJe51x3i7rMs7rf5/fb/G7vTMCBAgQIECAAAECXyVgswQIECBAgAABAgQIECBAgMD2BezwXKBGRUYUw9eFquHleY9z8hbzzrT20b8+Adx1XbkVwxucf+SQMax713HOu6/70vXxrlk/O08X0+e+b0U0ufnKv84YEzcHn+DirtaSUWsttf6N8oGv/HmotX5gZlMSIECAAAECBBYnYEEECBAgQIAAAQIECBAgcEUgf5d8KfaRd8m40u1t1ZfWNqx720JenCgNMw5rLpHLysicVpY5aP4ev0WeTxG11EjKHKLEcem/aiRsMvqTsi8lclXlbV81ZmqMw3xvAAAQAElEQVQRhxO9cj8Zx+H+FMEQObk/1eMr8inuiF1EjSglU7U/sa+7knF9ovAvGddb5JUcMUtBgAABAgQIECBAgAABAgQInAQcECBAgAABAgQIECBAYCkC9Wwhed7i7NLo0xx39CATD7DENY3cYiTVS8bIYa51lwC+JnOp/ldd0PWZ+V+Vbzvp4r2e8bYJTUSAAAECBAgQIECAAAECBL5FwD4JECBAgAABAgQILE4gEkOlxVyLy4xkxs/4kQ37OfnoUdt7Kx9dzHJ28OiKp2j3nbueQu73+3+KEY2xcAHLI0CAAAECBAgQIECAAAECBLYvYIcECBAgQIAAgeUKZPJzjtVl0us8DvPc/7DhQ7v3fM/9Zzw6W2vbykf7fapdarcYtwYJ4If9dqV2hyhRPtxt0oa7GC0jCi8CBN4pYC4CBAgQIECAAAECBAgQIEBg+wJ2SIAAAQIEvlDgd+K3q105RInywJGfSJtxOFv698yjtWiJ3yyzbolrT/9pkr7D3S11t8M1Oh4K5PtgeO6YAAECBGYWMDwBAgQIECBAgAABAgQIECCwfQE7JECAwLcLZAIqIhLAkfoNjDjO75k7jdLrHQItEZzluPkkgE9+j1Pke712u/6J4HJ4/59GcUCAAAECBAhsSMBWCBAgQIAAAQIECBAgQIAAge0L2CEBAiHQZ78i93ssS5ZRvbBX5qczHl5W5PMebruhhrsN7eUjW+m6rnT7N2aBl/nz9hF7kxIgQIAAAQIE5hQwNgECBAgQIECAAAECBAgQILB9ATscCmQSqsWwfonHuc7zdV2qG7a5d33Y9nAcWcDDwcq+f3ECOLaeWf9TxJ3L4xL1cdheXVcjwZsRtzgSvZns7aP7V7qI1u495b7U2kXUU7xn3uXOEren3Irlrvywsn3XlYz+Dwni+Lw8tPKdAIFLAvmzcysu9VFHgAABAgQeFNCMAAECBAgQIECAAAECBO4I1PqTq6j153gXxxl3urt8RyANM2r9sa315/hO9ycu12jbIg4X8uq6feTh9qXsf8ehPnJlkRyqkdf7HbVEGu13lP3gPK/v4nzXdnmzrDXyg93NJou9+NgOF7v8EQu7dsPO68/Pz6ZsyYezaqcECBAgQIAAAQIECBAgsEoBiyZAgAABAgQIECBAgMC3CdSHN/x4y4eHXHTDrruTKFzo6r83AfznhpxTxHkXke0WGO0vGBa4NEsiQIAAAQIECBAgQIAAAQLrFLBqAgQIECBAgAABAl8rkKndYVyGyPzU7oM50Zw/4/LqtlCbucmMcXsZP8K4+T/XO9/Dt2b/4Jv31rJcm1+gi/dGi5xNECBAgAABAgQIECBAgAABAtsXsEMCBAgQIECAAIFIkJSM5Urczt9kcm8fi88yirNX65vl2aULpzlGjDUXx1zjHnfyvQngkjdtEHl+RCkLfPK3xvtsF+s6fJZ5W6hySoH8gc+YckxjrV7ABggQIECAAAECBAgQIECAAIHtC9ghAQIECBAgcEUg81PDuNJsturM2wzj8kSRROvzfFlmi1bmcSmn/ofTB7+3MQa5xBrHD/a+2izHyMj19mWbJ3tMl7adbqRclyCwAYF9LaXFBrZjCwQIvCygIwECBAgQIECAAAECBAgQILB9ATskQIAAgTUJtGTu7zW3JGor82oma3/O86hFXr08Tl5pEa37BG07X1cpAXz1fiVNxtUGLhAgQIAAAQJbFbAvAgQIECBAgAABAgQIECBAYPsCdkiAwMsCNXpmRDHrK58+fniCPwuKJO7Dnc8bxmDdJ/KEOWfG+XqeOx8/wnPzaU2AAAECBAgQIEBg0QIWR4AAAQIECBAgQIAAAQIECGxfwA43KPAn3xtJ3Je3Oabvy5NO1nH7CeDMzj8Sf0jz0fCMPxc+UpGPou/rvnR9fGQJq5w03R6NtsFd/APRotXNVe5qLRm11lLr3yi+CBAgQIAAAQIE3ilgLgIECBAgQIAAAQIECBAgQOCDAvnE7zByKe08j38ikjkl83gZrba2gygzBTo8j6qf1xNHMc4wz/hEz4tN21jlOG6Wv+Jir6crY/Sn++hAgAABAgQIECBAgAABAgQ2JmA7BAgQIECAAAECBAgQILAegUwAv2G1c00z17hHEgngI8TFYsGV7anWBS/R0ggQIECAAAECBAgQIECAwDoErJIAAQIECBAgQIAAgUUK5NO/w4Xlecaw7pHjfBa4RbbPMTLy+HJk6/WmUde78st3Qy2ByQQMRIAAAQIECBAgQIAAAQIECGxfwA4JECBAgAABAgSeF8gHWDOe7zmmR86YH/mc8fw4mdJ9vNdxruc6PT78xZa5rxYXGzxcKQH8MNUSGubtyljCWqyBwKYFbI4AAQIECBAgQIAAAQIECBDYvoAdEiBAgAABAncE2ifStvJO89GX2zzDspRDMrZ2WT4/RT7pm/FczzZXJGTrIJ4b5IHWOU+MXzIeaP5gE9nEB6E0I0CAAIFvEbBPAgQIECBAgAABAgQIECBAYPsCdkiAAAECrwhkYnb/1qdic5WZJI2yz+LmcUacz/qKOTLxO+sc54NnErjF+bXnziWAn/PSmgABAgQIENiygL0RIECAAAECBAgQIECAAAEC2xewQwIEXhaItOjLfUd3jMl3pZZdZqHL81+ZP25xv3dkubvd/WYLbbHelS8U1LIIECBAgAABAgTWKWDVBAgQIECAAAECBAgQIECAwPYF7HDpApHl7T/y+co68/KVS9NWRwJ42gHfOpoE8Fu5x042zWPfY1eh/3QC+64rGV2Ul2K6mYxEgAABAgQIECBwQ8AlAgQIECBAgAABAgQIEHhS4NLvtLMuf+ed8eRwmi9KIJOfVyKfis2Ybb2Z4e1K7fZ9lF//bdxa8uOnM16cvuTDw7fi77iRSs39tvjb4KWauqulj7ortdaXxrjVaXfromsECBAgQIAAAQIECBAgQGDbAnZHgAABAgQIECBAgAABAn8FMil5Kf623HRNt87dSQBfum8rqHv8M8pXsBlLJECAAAECBAgQIECAAAECnxAwJwECBAgQIECAAAECKxPI1GbG3MvO5Pc75jnfR86ZcV7/3Pn4EZ6bb1ut895va0d2U0qBQIAAAQIECBAgQIAAAQIECGxfwA4JECBAgAABAgTWKLCPRWdE8eQrP/r5yS6rbS4B/Oqtq/nmisgyowyO+/NXB77cL5/43XW7Uvu43EYtAQKjBQxAgAABAgQIECBAgAABAgQIbF/ADgkQIECAAIHFCuTTlxm7WGGLOOxfr30ecyZ+++jH+P0t82/D+H11hrPMIWZkXjGjP27z5H7b8bhyupHGrUNvAgQIECDwYQHTEyBAgAABAgQIECBAgAABAtsXsEMCBAgQWLZAJn8zLqyyz9TmA5nPJ4KzR4sLI2+uSgJ4c7fUhggQIECAAIGnBXQgQIAAAQIECBAgQIAAAQIEti9ghwQIbEQgU7nPbSVTyi1+91xaqjTXk/F7lc+ejR/h2Rm1J0DgqkCttdRar153gQABAgQIEJhewIgECBAgQIAAAQIECBAgQIDA9gXskMDv7EueZaRLK/P4d9R6/drvlss6kwBe1v24upr8bPJ93Zeuj6vNXFiZwC7+4ciotb6U+O0/7aAr5VpZFv7VdV25FQtfvuURIECAAAEC6xewAwIECBAgQIAAAQIECHytwK3fzT5y7WvhbHwlAvtY5yFqt488Sh5HQiVqD68aRY28W4nIchdlVA1e+XMQ6ZtBzQSHXaRmM0qUGcPjPJ9gihwiR89SECCwAIFa69OJ4BrrvhRR7UWAAAECBAgQIECAwFUBFwgQIECAAAECBAgQIEBgXQKZDckVtzKPn4lhAvixfrXUxxourJUE8PCGPHq8gHudTwRnPLrkMuFfDTw+p5aPChyeAj60zr8oORxd/3564vd6E1cIECBAgAABAgQIECBA4JqAegIECBAgQIAAAQIE1ieQibF8YjbLF1afuZU/3XK8P5Xrr5AAfvYe1uyQj4lnuZboFx2LbWUcev0R+HxF7T8O+dF1uJuPSmlHgAABAgQIECBAgAABAgR+BBwRIECAAAECBAisTWDGjEj9yfnl88GZW874jFCupcW4FUgAP+PXvwkS/lKnePPlXwm0uNRkdF3eroz7A3U1P6u8RSQWc3k1y6y731+L9wrkPyr7/bX3Vin5Vym/oviaWMBwBAgQIECAAAECBAgQIECAwPYF7JAAAQIECGxGoNZaar0em9lov5Ea3x/Lj0XDm6/a7SPn0qKL42zela7sSyZ+uzjNiOKNr5xxP+l802hNuqQ1DDbtTVjDjq1xXoFM/t776Of8563FvKsxOoFvE7BfAgQIECBAgAABAgQIECBAYPsCdkiAAAECBM4FMvHa4nCtTwJnMuZw+qbvuYacKvOPLfL89dhQAji3kvE6xqZ75pPJm97gc5trT9M+12u+1vXt/5jMtxcjEyBAYFUCFkuAAAECBAgQIECAAAECBAhsX8AOCRB4WSDzKS93XkXH3wma3G/GKpZ+Y5Eypjdwtnvp95v59X1ONc7rK9hKz1rv/yjm33+02Mq+7YMAAQIECHxSwNwECBAgQIAAAQIECBAgQIDA9gXskMB1gZbnauWh5e+zQ93avt/POi12R7n0YbxjoTlfPnr9jrkuzbEvXfcvorsbZf+vZORfKfRR9v3nmPfHXS1dJBxvRSm513tRLy1ykXWHfZeTQTl+ndefnx+bzVbsu65k5Mc/X4o2cdyyuGflJ9oF5aIF8t4O4/weL3rxFkeAAAECBLYtYHcECBAgQIAAAQIECLxBYPi7sUvHb1iCKTYm0JX4X/xe/fx3rZfON7b1t23nUp6k1b1tEX8mysfj9n9qH6j40+R3bizzZdmklhp5sX6f5TNftcYadj8xdhWZ4Rs7xmf75z3PeMcq3jXPO/ZijtULeDuu/hbaAAECBAgQIECAwEcETEqAAAECBAgQIECAAAEC6xJ4T0aknlB+jk5Vbz0YP//6E8ANPP8btxnt/JlyhW37v0K4+X7PW5uxws3NvuSu7LpDzD7VTBOcngieaXzDEiBAgAABAgQIECBAYJMCNkWAAAECBAgQIECAwC+BzDf9qjg72d3MRZ01XuPpr9xiLTXOayZhSv3AbmLOmL/084+bXoZwnJ/eqxLIf6UOsa9dySilK6vagsUSIECAAAECBAgQIECAAAECLwnoRIAAAQIECBAg8LzAPnKSz/eausd7FtFnkGKqCfKvrwHkAl7r+aeXBPAfkmVWRL6y7CLrX/u4tMa8lcO41Obxunxz34zHh1pEyy4Ah/F7URP+RP0e2NnyBT66wkv/XYph3UcXZ3ICBAgQIECAAAECBAgQILAdATshQIAAAQIEjgKRLinDyOp2nsfnuaFhXR5/JiIrWzIHNn722u1j/y26Usu+H7SL712cdX0Z3+Z61Zgvo5+3HbfJcp/teFw5jda4NehN4I0Chx/dQzI4pz2cxtdKCAAAEABJREFUexI4LQSBbxOwXwIECBAgQIAAAQIECBAgQGD7AnZIgAABAmMEMiE8pv+0fadLkB7WlTmiw1H7njUZ7XytpQTwWu/cvXV3cWsz7rX7kuv51yunrU7978NpYAcECBAgsBoBCyVAgAABAgQIECBAgAABAgS2L2CHBAjcFditKtuZCZ7If030NPBlnLnHvzzrT+008+coP2M6ui2Q76vbLVxdjED+izWMwcKyenD6c5gXWvzULv2orfi8XPq6rY8AAQIECHxKwLwECBAgQIAAAQIECBAgQIDA9gXscB6BbaXKlrab6dYjAfzU+38frT9Dlo/Y7+u+dH3EMk6vXE/GqeJwEO1KxPC/Jzo8LvtIF0bkk7G34jDY3++5noy/V5ZQ05Xa/Y78iOfDPvOHp8VwrV2cnEdULfyV9+BWLHz5lndHYPgze+n4TneXCRAgQIAAgb8CaggQIECAAAECBAgQeEJgH79nHRNPTKUpgYcEaqkPtdPoR+CQGymRNzlEPvGbUY5f+wHpeduL59HvQlYqahf1emAxuYvB5k89MheYcaqY9iA/vTejf4o51jA8nvD9HSNPu26jEVi+wKUf6OWv2goJECBAgAABAgQIEBgjoC8BAgQIECBAgAABAgQITCKQz9NNMpBB5hL47gTwFKqZmc+YMCv/yLLaU5+PtNWm9H9HMXRof7UyrPt77F+wvyZqCBAgQIAAAQIECBAgsEIBSyZAgAABAgQIECBAgMANgRrXhhGnq35JAD96+/KuX2pb96VklE8lC2P+klEm+2rJ5SwnG3RRAx3u1fUl5fVhXG/pCgECBAgQIECAAAECBAgQILBsAasjQIAAAQIECBD4EciPfM74qXHUBDIV2KLVvbfM3FTm/DLGzSwBfM0vk7rD+JVkvcQWN+VX+2sDj6nPeTMujZFvhmFcanO7LhO+fUSz2M3HUtox/chXLV39HfvTE9pdHHUxfkYUp1f+SOdJ1OfjwSXKPO1jeNxX+LZ+ATsgQIAAAQIECBAgQIAAAQIEti9ghwQIECBA4OsFukh/DOPrQS4AZFoo48KlN1VlHmofc2UZxQSva9nECYb+liHyhmRMd1Nuyv2ZJufOuNnr4Ys5/Hk83HlRDeNftEj1llOUF7+axovddSNAYIEClkSAAAECBAgQIECAAAECBAhsX8AOCRAgQOCSQEsGX7qm7lMCmYuKuTML3T9sejyPqldfEsCvyp36JWFGJhxPlW88yLkzppkyd3Ee04y8rFFSLGNZq7IaAgQIEJhdwAQECBAgQIAAAQIECBAgQIDA9gXskACBqwJ9jnF8fvHq+C6MEWg3ppWvjyUH9rrdZ3pmdnbmmXOKFjNP9Ybh84ck4w1TmYIAAQIECBBYtIDFESBAgAABAgQIECBAgAABAtsXsEMCBEqRAL72LuiCJqLW/0o9RS21ZnTHsg56x3G0Ly0GV6Y7zI96zsgRs8zI40uR1x6Jn761KyWjbOari/0copTuuKu8T7XsS8axqi9+Xy9xvfRftXT5eQj9cXyL+x/fvQgQIECAAAECBNYlYLUECBAgQIAAAQIECLwgsIvfh96KF4bUZUECtdZS699Y0BItZQKBzPsMY4Ih3zPELvJ0FyJTNhlXFvFSdY6X8VLnhXYKvYWuzLIIzCZQ74x87/qd7i4TIECAAAECBAgQILAgAUshQIAAAQIECBAgQIAAAQJrEhifp/rOBPCU9/j0xO/4m/HMsmrMm/FMn0fbrvIvQX5tLp/mzfhV6YQAAQIECBAgQIAAAQIEvk3AfgkQIECAAAECBJ4WqLX2TwY/3VGHVQjsIn2SsYrFXlhkrbtSa71wZQtVsa/I/5UJHkfebYHjo3uo+1IySvzEFF+fFch7cB5/V/RcTY4X9/i5TloTIECAAAECBAgQIECAAAECHxYwPQECBAgQIECAwF+BfeQYM/5eUfNxgUxJTbQICeBrkJnUzSiZ/GvRGl9ii7uS7Vu0phOV+VTuLrL+tY+JBt3UMOFfLsXYTeaYMUbe1/Ze6I+jzmuNAtZMgAABAgQIECBAgAABAgQIbF/ADgkQIECAAIGjQD5MOoxjtWIgkDm4jEHVfIeZY8q4mHOK7PxEM1/KZE409LcM05LDx0Tht2x7sfuM+9D/lEZ5Sgi/utjjGP0P4qtj6EeAwHIErIQAAQIECBAgQIAAAQIECBDYvoAdEiBAgMAtgZYMvtXGtfULSACPvodJmDFdVn70kr59gMjb5t3IGEeRI0R0eX/HjaQ3AQIECHxYwPQECBAgQIAAAQIECBAgQIDA9gXskAABAiME8vnCFiOGGdk1c1IZ44YZP8K4+fUmsHCBSAAvfIWWR4AAAQIECNwWcJUAAQIECBAgQIAAAQIECBDYvoAdEli/wHQ5KQnga++G/qnPR3je8xHQ+Uj+vu5L18e1Rb9S39Z/qexeGfAjfdpfZPTlHCs4vR/iPdEfTzPJrtbSotZaav0d5cu/uq4rt2LrPLX+fj/U+vt86/u3PwIECBAgMIGAIQgQIECAAAECBAgQIECAwCYFbv3uPK9tctPXN/XClUt5sVaX+bGMF4a91yVzTBFd2ZWMfZY1jvuoJfOBGbX+zgfU+vv83jSRzbrX5Iuvd1+8937rXw/QK/hGgAABAgQIECBAgMAaBayZAAECBAgQIECAAAECBAi8IvCe/Nics3xXAvjZe1wf6ZCEGQ81fmTAh9pk9j/jocZf1SjuQ8DsjlFKnJcxX9k/Y8wY+hIgQIAAAQIECBAgQIDAWwVMRoAAAQIECBAgQIDARYH+k1TnzDxenFXluwUyc/nuOZc9X+b66r6UjBJl8bU+gRp37hDDtb92nP8KZrzWWy8CBAgQIECAAAECBAgQIEDgvQJmI0CAAAECBAgQILBOgcxHZW4yY9wOJICHfqOSvpE57oKzxXDcyY5j/JIx2YCbGairtfzElNvKH7YY7/TeiB+6/jjqvNYkYK0ECBAgQIAAAQIECBAgQIDA9gXskAABAgQIEDgTaE/8tvLsstNFCGQuKvJPJctpFiSbeNExkVtcbPC5yunu/ef2MNvMkYQ/jt3FYcbx9MUisSMkfF/0043AUgSsgwABAgQIECBAgAABAgQIENi+gB0SIECAAIG1CkQuql96lpmfzLKvePmbBPDLdMeOpyd+I+N4rFJ8UiDvwzDGrOU4Tt7jMcPoS4AAAQKfEzAzAQIECBAgQIAAAQIECBAgsH0BOyRAgMAmBFrit5Wvb0oC+HW7z/TMnORnZl7RrImUMcWSpxpnirUYgwABAgQIEHhGQFsCBAgQIECAAAECBAgQIEBg+wJ2SIDAXwEJ4F8myZGPVv+qXNBJri1jQUv6lqX0TwHn+yOiP55m4/uuKy26OH42plnFeke557XenR1Wfm9/964fRvGdAAECBAh8pYBNEyBAgAABAgQIECBAYPMCu1pLRrnyde/3h/euXxlW9coE8j+XOYyVLf/ecl2/IhDZrCtXvrF6/BPV36hmzwQIECBAgAABAgQIEFiQgKUQIECAAAECBAgQIECAAIE1C4z/dNrvSACv+R5fWXuNZHXGlcuqJxPIHzI/JpNxGogAAQIECBAgQIAAAQJzChibAAECBAgQIECAAIGbAu1p4JuNXPyQQC2120XU0fPvRo/w7QPUfSkZJTKyxdcSBayJAAECBAgQIECAAAECBAgQ2L6AHRIgQIAAAQIECBAgcBCQAD44TPA9EsCZCG4xwYjDIfJp312f9d+VPB5ec0yAwFUBFwgQIECAAAECBAgQIECAAIHtC9ghAQIECBAgQGAdAi2PGGWN2JV9n/fL3F/Nx7Mn2sVuonG+eJh97D0jEsBx5LVNgfEP22/Txa4ILFvA6ggQIECAAAECBAgQIECAAIHtC9ghAQIECBAgcC4gAXwu8vR5EmZIET5Nt6IO7u6KbpalEiBAIAUEAQIECBAgQIAAAQIECBAgsH0BOyRAgMDGBPLTgDPGbiszl2PH2E5/Wb7t3Es7IUCAAAECBL5WwMYJECBAgAABAgQIECBAgACB7QvYIYHtCUyXqJQA/vXuyI9yfpUkbkoXfVv8Gnf8SX7s977uS9fH+PHWMkLXxZ5vxO191PB6LUqJ+xmRn7e+O366d40yoyzoq+u6citeWWqtYRbjvtJXHwIECBAgQIDAhwVMT4AAAQIECBAgQIDAGwV28bvEW/HGpZgqBM5/VxxVXhsWqLWWWv/Ghrc83Np6j495xBplRomylMgv9lHLvpY+xm4wRxw7hv4EFiwQPyllTCx4a5ZGgAABAgQIECBAgMBAwCEBAgQIECBAgAABAgQIECCQAttOAOcOX46kybgzQGbmM/ok4522E17OJ4IzJhxyVUPVNz+N28+3KqFxi82nnh9494+bRG8CBAgQIECAAAECBAhMJWAcAgQIECBAgAABAgR6gVprqbX2x759r4AcT7v3r/4s1H0pGSUyksXXkgSmXEsm27/uDn/dhqd8xxiLAAECBAgQIECAAAECBN4lYB4CBAgQIECAAAEC2xDIxEzkHUvGuB19bwI4k7bD+IX5CkvclF/jjbsxl3vnujIuX91ybf8EbhIfY+699gnfWkqW+XnrOV8eZ+Tx1mLom0//bmB/tkCAAAECBAgQIECAAAECBAhsX8AOCRAgQIAAAQIbEIjkV5+nzHKa7XxnNnEau+MomYXPmO6mHAe+XLxpmsuTf2/tN7BHvrtkfO9dtvPtCNgJAQIECBAgQIAAAQIECBAgsH0BOyRAgAABAlsROGah+qf1IueY5citSQCPBCwlCTPq6JEM8LxA/gxkPN/zuR7HH73nOm2gdb6rMzawFVsgQOBbBOyTAAECBAgQIECAAAECBAgQ2L6AHRIgQGCTAi0b1crXN5mZy9d76/l+Adm495ubkQABAgQIEFiFgEUSIECAAAECBAgQIECAAAEC2xewQwIHAQmzg8Pl79+bAO5i68Pon+RtSPt28EQZb7Rf4z3R9eGmua6Mhzv8aVhrLbX+xJ8GC6qosZZ8ujcjDi++umiUcfHiRJW1xiRtrG78X120oZZQpm0fg8V0scdaD3vO3WYMLi/qsNb66/1c6+/zRS3WYggQIECAAIE5BYxNgAABAgQIECBAgMACBXbx+7pbscAlWxIBAssWOK4ucwG7yA/89ydKn+/bHdstt8jcS8a+lpJ5rj5iuVmXEYejXssXGLW9JzpPofnEdJoSWIpA/NuylKVYBwECBAgQIECAAIEXBHQhQIAAAQIECBAgQIAAge8TyOzGpViPxPXUZO5r3D62mQAeZ/Jc7/bUbxl/M56ZuH9q8/o745mhtCVAgAABAgQIECBAgAABAusUsGoCBAgQIECAAAECXyYgP7TlG565xkzdZjlunznKuBG20vtVy7ovJaNsJxvbP2YeHlmWFX5ZMgECBAgQIECAAAECBAgQILB9ATskQIAAAQIECHyDQKRrvmGb9jixwPcmgDNpO8JlrucAABAASURBVIwSidwT7isskQD+Nd5psEkO8i86dt2u1D4mGfLPIJnw7SOuxG5KRhx+5tUs+/uS92YYH13ZZzzM+qiAdgQIECBAgAABAgQIECBAgMD2BeyQAAECBAh8jUAmgDNHdIqv2flrG601cmk11V7rP3uvlv9qZZ8Ha7NOt+5dG1L5qkBLTG4jKZm76JPA8R7ry1dZZu2Xq5x1AoMTILBKAYsmQIAAAQIECBAgQIAAAQIEti9ghwQIEPgygUiJRMqmtPiy3dvuiwISwFfhkibjaoNNXuj/Acl/TFpscpc2RYAAAQKbE7AhAgQIECBAgAABAgQIECBAYPsCdkiAQC8wzOX0Fb5tSCBzkxnjtjR+hHHzL7d3JEA/+xnIn6Pp/+GI6bOMYoGv5a5sgViWRIAAAQIENi9ggwQIECBAgAABAgQIECBAgMD2BeyQwPYFpst/SQBP9W7JD1/vP6c7SLuIqcY9jpMfx7yv+9L1caycuMgtZAyHzfNLsYsEedYP2056nIYRtf5X6p/Yldp/hvtu0inXOFittdR6Pda4J2smQIAAAQIECDwhoCkBAgQIECBAgAABAgQIENikQI1dZUTx5xUpmsgXlT7+XNxmxZ9dZd7sVvzpsJSKyH2VYZTMdbW4dsf/Lr7WejM/lCP+7aXmdYH8qXu998J61gWsJ9dwKRawNEsgQIAAAQIECBAgQOCDAqYmQIAAAQIECBAgQIAAAQIELglsKwF8aYcbrWt/1TDH9moksWu3KzUnmWMCYxIgQIAAAQIECBAgQIAAgTEC+hIgQIAAAQIECHy9QK315hOQXw80J0Cdc/DvHrv2ObrxBrvxQxhhewL3fnLj3dd/3HWWc+8+57gUf+dVQ4AAAQIECBAgQIAAAQIECGxfwA4JECBAgAABAgQ+I5DPDWbGZv+Z6b9g1qY7XlgCeFVvl7xdGeMX3f+QRp73p9yVrraICxenaG+8LLNBK/N44qjx5s4oOce1mHhOw61ZwNoJECBAgAABAgQIECBAgACB7QvYIQECBAgQIPABgZZLyqnzOEsxXiCzcbtIgdWuK7XbR3TjBz2OME028TiY4g0C0937FxbbJo8yn0HPETJJm5HHggABAh8RMCkBAgQIECBAgAABAgQIECCwfQE7JECAAIFPC+wjYxkZopJJ4Cw/vZ7tzH/UzNxbn3M7no/YoATwCLxD1ySM6CJKxqF21d/zfZX7ybi0kfgBv1StjgABAgQIvF3AhAQIECBAgAABAgQIECBAgMD2BeyQAAECXyHQlXwieFcyUTduwxvJWI5DuNg7k5wZFy9+sHKWNT056Pj33QcBTU2AAAECBAhsRcA+CBAgQIAAAQIECBAgQIAAge0LfP0OI4WTaZlhfL0JgLsC35sA7p9u3ZVa65Xoor67C/jeBvuYLiOKB1+1/t5f69Y/RR7bq+FQu2jTH5dSsyzxlY+YZ5SoKDlnRtT3r1pK9OkPo3/J6E8m/BZjdhmx/u5qTDifoU4CtdbSdXnfT1WLPch13orFLvxNC7tns1/JfX4Tl2kIECBAYF0CVkuAAAECBAgQIECAAAECZwK11shr/MTZZacrE8jf0p+iHtIy3aAcu53hWPeO21z5dGos4SeX1C7MV2525N7xwu7yY7aHGbkLTR6q2j3UaquN8idnq3ubbF+fRmo/AuflZBs0EAECBAgQIECAAAECqxKwWAIECBAgQIAAAQIECHyPwKezNH+kF7egPytcf0XNnNi4bWwjAfyqwXi/0j/92iVjRF++upjn+tX4Act4rpfWBA4C+d7p43B6+fsUPx+XR35bbXsC9m0TmogAAQIECBAgQIAAgXkFjE6AAAECBAgQIECAwC+B/F3/r4qJT+Yef+Llrny4SMxkrjEfyR65k8hajhxhbd3DruRHG2f0H208cgM5TkaJjOzIoXR/TUCv1wTyR2HYM9/BGf3HC8TFKT5iYDi+YwIECBAgQIAAAQIECBAgMEZAXwIECBAgQIAAAQKbFsgkzUQb/K4EcJ+onSutFXclx28x0Q1qw+RfWOwi61/7aLWvl/nHA7fi9ZH1XKJAvn9+xdki491b2vvh7NLSTx9aX3sSuJUPddKIAAECBAgQIECAAAECBAgQWIqAdRAgQIAAAQJHgV+/649f7teob3VxOPrVxmplDjg8znMxQuCUR8x8ZUSen4bLu3k6GXXwXQngE1WA9k//ZnmqfPEgx8iIn7IXR9CNwDsE8p+NFrfma4ngvrzVcAPXJITXfhOtnwABAgQIECBAgAABAgQIENi+gB0SIECAwLlA+11/lnmtlXksCKTAlyaAc+uCAIFvFWiJ3/Ny33Ul41td7JvAqgQslgABAgQIECBAgAABAgQIENi+gB0SIHBXIJ/OvdtoRIOd5x9H6L3SNVO3Ga/0/ekzfoSfsRwRILBggfw3ukVb5vl5q1cSIECAAIElC1gbAQIECBAgQIAAAQIECBAgsH0BO7wukL/bv3513iueNp7TdzrdL0sA53bz45rnvDnzjJ0fx7uv+9L1MX6O/IuQWzF+BiMsSSDfP78iFpf/BzGsi6rDa9+VXamlf38cajb9vdba76/WWnbHKL4IECBAgACBpQpYFwECBAgQIECAAAECBAgQ+GqB0+/1jwp5nof5m+7+9/rxy/8ss+6VyPEyWt99Dnw8yXHzdHc8n7HY7tBd6GWUKDOGx5GbmWrjOfpUYy1/nHjTL3+RVkiAAAECBAgQIECAAAECfwXUECBAgAABAgQIECBAgMAtgUzOZtxqM8k1+bZJGOccZN0J4DllHh47CTPe8iN1WlX+9UXGqcIBgScE8r2T8UQXTQkQIECAAAECBAgQIPA5ATMTIECAAAECBAgQINAL9E/hRgL2UlYqqktG33Cj39r+N7q9ybaVmcvJBjMQgXcKmIsAAQIECBAgQIAAAQIECBDYvoAdEiBAgAABAgS+WeBSove8LpO+fcSFfPgrY71m/U5i+dfKuLTZV+55H7vLiGLESwJ4BN7vrvlTFZz5Wd0Zvy9OdBbj5+eBTzBa/vDfigmmMASBOQWMTYAAAQIECBAgQIAAAQIECGxfwA4JECBAgMDXC0T2qbSnXvvyTCRThi3fc3Zppaf9jmLth7J2Xez/J8omn3HuYr+Z9M0yDid4ZUZxgmEM8TaB6e7925ZsIgIECEwrYDQCBAgQIECAAAECBAgQIEBg+wJ2SIAAAQK9QOSF+iRwnGQZxdVXSwRnebWRCwsUiJucq+oz/JEIzjLPR4QE8Ai8vms+7ZtR7v3Y9a19I0CAAAECBMYI6EuAAAECBAgQIECAAAECBAhsX8AOCRC4KpC5wYxLDbK+xaXrW6rb5j6PieAJnnKWAF7bu32mPHN7S62Nw3oJECBAgACB7xGwUwIECBAgQIAAAQIECBAgQGD7AnZIgMB4AQng8YZvHGEfc2VEMeErk78ZOfI2/2JiHFbXpc5xjDpTBv44vOL9Anl/a3Vf3y9vRgIECBAg8JSAxgQIECBAgAABAgQIECDwpECttdT6N54cRvMPCdSYNyOKX6/8eOeMVpltLuV2aq1rvP+xrdpHjU1mlHI4/12WEpf7KL4uCkgAX2RRSYAAAQIECBAgQIAAAQLLELAKAgQIECBAgAABAgQIELglkCnSW9fXdS13cyvWtZvXVpv7f61n67XOBHBb/ReXtSslo/giQIAAAQIECBAgQIAAAQJbFbAvAgQIECBAgAABAgQeEsiUYeaNWjzUSaOFCcRd7CJ1m483j1xZjDJyhG/vXvelZJTIyBZf7xB4zxx5P1u8Z0azECBAgAABAgQIECBAgAABAj8CjggQIECAAAECBB4TaNmMzBu2eKznEluddhOLu3Qc1Vt95XYn2psE8ESQJRPAmQhuMdm4h4HyLzZ2kfWvfRzqfJ9LIH/ChtGS/FGWiLzHc01t3HsCrhMgQIAAAQIECBAgQIAAAQLbF7BDAgQIECBA4EGBPpuRD45GPNhl4c36HcUab5Vxea2vzDFlZL4poz9um5nuJkoAN9OXy0gI5g0q+UZ8eRAdCRAgQOCugAYECBAgQIAAAQIECBAgQIDA9gXskAABAgReFcinf/eRQ8zy1TH024aABPDo+5iEGfETNXosAxAgQIAAAQIXBVQSIECAAAECBAgQIECAAAEC2xeww7cI1FpLrfUtc5nkvQLtUcVWvnd2s00jkDnHjHGjjR9h3Px6EyBAgAABAgQIELgp4CIBAgQIECBAgAABAgQIECCwfQE7vCIQufpM6F6LYa9o2p+2sj/52m/TKHRv/QTgadact1wCOBUmibgpXXC2mGTMn0Hycf193Zeuj5/6V49q/EuRkf1j5SUjVh/jl1+R178vUmMYIZP3tUSZ0R8vQ6Xr4p+eG7GMVVrFUgRqraXWQ+SadnGcpSBAgAABAgsWsDQCBAgQIECAAAECBAgQeFHA749fhFtIt0jjlFPU37mbzBkNoy058z676JRlqzsva63974nP6z98Ppi+xvG9iCY3X63/Ma+TuZ0/cXOA/mKttUQKpj+e7FvmmDLaeobHJdc9zUy582lGMsqqBaZ7S62aYbD4FGkxqHZIgAABAgQIECBAgMCbBExDgAABAgQIECBAgAABApHP/TKElpu5Vr6XI/+Q4r0zTjPbuhLA0+x52lEyM58xYVb+kQW2v+x4pO0rbfKvQzJe6asPAQIECBAgQIAAAQIECBAYJaAzAQIECBAgQIAAAQIPCcjlPMT0dY0kgMfe8rovJaN/EL+s4qslj7O8vOD8e5LYV8m43OITte+dMw1avHdmsxEgQIAAAQIECBAgQIAAgW8WsHcCBAgQIECAAIFvFmi5mWvlu2xy/siT5YPI75qyzzXGnBPk5ySAJ7tp8UbIRHCLycYdDpS3K2NY9/hxJnz7iC6x2v5tFIf9K/9CpHZdqd0+ouvrvvdb7n8Y+1LyvvY/cO24+HqvgNkIECBAgAABAgQIECBAgACB7QvYIQECBAgQIHBH4JDPKeVUlnI6Lpv4GuZnrh2/Y6M5d85zzAtlnigjqyaPnCvm+ZW5GzfJ69nEcfNuqHfekIy8OW/Y1shpsnufBK6l9OWvJefVqOj/1Yg9ZRmnXuXNH/BdfBEg8EvACQECBAgQIECAAAECBAgQILB9ATskQIAAgUcFIsXT5y2yzD6tzGMxlUDkzGZL+J6vMebKqszL5ZxZ5vmI+OIEcG49Y4TeZrse32illZvd6MMbm+Bn7eG5NCRAgACBgYBDAgQIECBAgAABAgQIECBAYPsCdkiAwMsC8hcv093pGGn17t15xJaXa+WdJd64/O6V31jKGy7FvXrDLPNOMfEeLg/Xals575aMToAAAQIECBC4JKCOAAECBAgQIECAAAECBAgQ2L6AHT4vMD49+Pycn+uRu8149wrWnSPbbgK4f0Q6P8Z4ECWOS245491vlCnmy/VnXB+r1lpq/Ylhy/wrkPzY56zL4138vNS5qsX5AAAQAElEQVRuX1pkfUZXain5Vw2tcVZ+VdQw+YldWsT7pkaZ0dusxKPrujKMlSzbMgkQIECAAAECBAgQIECAAAECBAgQIECAwCiBWuP3/Bdi1KAL6Jypmz6Oa8njPKzxrXYl8huHKOv4urPK4Yb6HUb7LKO499pFLnAQ6TSMe91/rsc4kR8qLX4uLPooVr3o9VncmwQe/HF502qWME2KtFjCeqyBAAECBAgQIECAwLcI2CcBAgQIECBAgAABAgQIvCKw/axG7vAVmRF9Igc9oveLXcfvcx0J4Bd5bnfLrWfcbnX/ao6RMf5m3J/rp0WNN1zGT83Yo9zD2DG22z+t33uHt2tpZwQIECBAgAABAgQIELgq4AIBAgQIECBAgAABAjcF+nxF5ohutnJxvEBmhd6dO4s5+yeNoxy5gXevfORyp+y+j8Eyovj6Vy3xb0UojH9DxSCTvz4zYIq0KKX/WIDPLMSsBAgQIECAAAECBAgQIEDgKwRskgABAgQIECBA4K/ApczNpbq/PdWME8gcUeQR34mdU45b9Kn3dhPAfYY8ttfKEsenbccNOx1PdRDvgDZXllMNexwn/6Ij/1u0NcbO42P1y0UXHvuIru5KVyMBHMsv+d/+jbopxi+r/urC5Cf2+d+TLvuoO0Tpz1e9wTUt3loJECBAgAABAgQIECBAgACB7QvYIQECBAgQIHBFINM3mbc5xZV2qqcW6I4D7kufF8rcUEYZ+ZVjZETeqWT0x23MvNvteFw5zIqOG2npvdt9Oq0zbljCns6/8+APy3cy3N11N93P3N25NCBAoAkoCRAgQIAAAQIECBAgQIAAge0L2CEBAgQI3BSIRE6mKFrcbOvihAIJn7nECYd841DfkwD+g5pbz/hz4bmKLsbI6J+efa7rYlrHe7iU2MdgQbuoyxhUffVh/mXNVwPYPAECBN4tYD4CBAgQIECAAAECBAgQIEBg+wJ2SIDA0wKZr8h4uqMOTwrUUvr835PdRjfPfF3GuIHGjzBu/vf1jvv0vsnWPhOsu3cQ0V0iDQgQIECAwKsC+hEgQIAAAQIECBAgQIAAAQLbF7DDFQt8RY7kE5ucbs7tJoDzM7OHcfy451prqfW/UmuWdTU/XfkRxPvYT9fHa8vOMWp37BvjlHbSMwwfY8+KfGtkHNt/VVGDpkU5PRudXPXkEF5peDp3sESBWuvpZ73W68dLXPsca+q6rrTI8fdxnqUgQIAAAQILErAUAgQIECBAgAABAgQIECBAIATqMaL49cpcT8avyhlOco6LEXNFhiS+j3qtqHPkyvJJ4BZjV34aJ8bNDFSeZ9lH3vWxExz65+iHI98JEBgIDH7IWtI8rw6P81wQIECAAAECBAgQIDCRgGEIECBAgAABAgQIECBAYOkCX5cmWemGl50AnvVdnlvPmHWS2QZvf3Xx8gT5FwU5yMsDbLlj/jRn/Ozx99O/WR/vnTTMQ0GAAAECBAgQIECAAAEC4wT0JkCAAAECBAgQIECAwBsE+nzP7xTQlVnzQcHIBV25uvTq9a58tGw+oJ4xcqD8GOCM8tC7ZeRkU3XPN+1hrJ+jw/nhe1fy46YzDuef+f7+WfMenkesIpAyV55X4uzw+nVyqPKdAAECBAgQIECAAAECBAgQeF5ADwIECBAgQIAAAQLLE8hEUOQRI0f0vrUd5ywx78hJt5sAzqczh9F/dnbTGg/XRvop46ZkIrjFz4UJj/J2ZbwyZPY7RmQz8/2aZ+0vHbIsfRJ7X7rDySuTrLhP3L/yE2lwiHL8MduVrh6i5PtqxTtdydItkwABAgQIECBAgAABAgQIENi+gB0SIECAAAECBGYVqJH6Gcbjk0XHvnHkFFvuL8u+bupvOVfMU7KcZuzMAU4z0tJH+WOWkBljF55jZPyZYOzAl/vPNE0mhMvpjdWVQ/Jzpsku72whtbHnX/8SxHms7PA9DrwIEHiDgCkIECBAgAABAgQIECBAgACB7QvYIQECBAgQWLJAZIZmS/ie7zvmyqo+PxU5xyzzfER8TwL4D1JuPePPhScrcoyMQwr1yc5vb56r7COfYs24uoK+1dWr33bh+KM32Hbe84xBlUMCBAgQGC9gBAIECBAgQIAAAQIECBAgQGD7AnZIgACBhwQiV9VlTJeP2UXCJ+P+9NPOe3++bBGLy6K0sj956dt0Yi9N/8ZOcZ/eONt8U720j9+dfp8dljr+rXQYZ6vfL5ltda/2RYAAAQIEPiVgXgIECBAgQIAAAQIECBAgQGD7Anb4pEAkKDKHcx5PjrLi5gHwkdV/at5pNrvdBHA+lj2Msh+IzbHteCPkE7UtBrNNd5h7yPgZsdZaav2JnyvtKPda+5N8YjwjT2r5V2r5XxzmePvSpVWc5at2tdT4lyQjz782jgZNMD36CJC+jOtx6EWAAAECBAgQIDBewAgECBAgQIAAAQIECBAgQOAtArVGDiTiLZONmCRTEKeoJfI4ZzFi7A92fWDq2GxksMopyktf53mcWnelRnS7Xel2Ocejw+4CfhCPdrvTrt3bfSwl0nKH+xt9Wn0cjnrFikf113mNAvnuKf23Na7+PWse8gyP3zO7WQgQIECAAAECBAh8kYCtEiBAgAABAgQIECBAgMA1ge9LUURGtLS4pvLG+hlvwPWhc//j9rjMBPC4PT3YO7ee8WDza826GCOjfzNeazR9fY13RcYrIz/2tol9lYxXZlh5n7SNLTzmFA29CBAgQIAAAQIECBAgQOA1Ab0IECBAgAABAgQIECBwVSAzNcOIBE7/gGOWVztNdCHnfXeerM2Z5bhtvHvl41a7xN750ckZ/RtuiQu8tqZ7b57DR0Nf6z1n/dLHzn9W8iOzM5a+VusjQIAAAQIECBAgQIAAAQJLFbAuAgQIECBAgAABAvcFWj6rz85E82EZp7O9cp7IlbXpZ5tnnoElgCdzjTdCJoJbTDbuYaB82nfX7Urt41B36/vp88LjjXnpuPRPLO9K6Z/ybWWc9q/YS19+z7f0PcXFbR/+O8mZ9D1EKd+ndBFm6krjESBAgAABAgQIECBAgAABAtsXsEMCBAgQIECAwIMCmY0ZxrBb1g/PpzxuY2cSeBBjp2h5xFaWGPs0Zj0djT3IzN/YMb68f96YjPZG2ABHy4RKcV68mYeE+jEhfLGFSgIEXhPQiwABAgQIECBAgAABAgQIENi+gB0SIECAAIFXBCIPl/mrU+4qzvvjLF8Z716fGDeTtPeaLfS6BPBCb8xnl1VLySxn/5TwZ1fyqdl38XOdcXX+Ln90Mq62cIEAAQIEnhHQlgABAgQIECBAgAABAgQIENi+gB0SIEBgNQKZK/tEHijnzBgHNX6EcfPrvUSBSH4ucVnvWlP8SL9rKvMQIECAAAECpRQIBAgQIECAAAECBAgQIECAwPYF7JDAYwKZpBrGea93ZXHmn6fW8znOz8/3/vj5FyWA82OaM3LLGY8jLaFlPpC7r8ePHX7g/udT8LeilPzhSY9htJ0+MEFrupGyix+yjF24pNvfbeV75hj9079/W6hZnkDXdeVWLG/FVkSAAAECBL5OwIYJECBAgAABAgQIECBAgACB7Qs8scPMX51Hdo/cVZ+fibL/BNthmdd/RxeXb8Xv1rfOIjeU87a41fSRa22cKGuJrFQuMsrSRy1TfcWqpxrKOOsSyB+eda3YagkQIECAAAECBAgQ2JKAvRAgQIAAAQIECBAgQIAAgVcEMlHa4pX+T/SZMZ1W+0T2PBMsKwH8hPdymiZhRn3rkvIPAjLmmzT3lDHfDOseOW0y1r0LqydAgAABAgQIECBAgMBHBExKgAABAgQIECBAgMBLAvkppn281HsrneZJmv7WybzfGvNAueZd/zzx7/04+xKBfOPe2mr7aOhbbaa9tq7R+KzrflktAQIECBAgQIAAAQIECCxFwDoIECBAgAABAgQeF7iUzblU9/iIa26Zid9hzLmXnCdyQQvCzgdDb0ct7XqmgefU+aKx4x3QBWeLWXYe40+Ws4/19mO1MbNsi843dTtWHgTih7wco2Z5qPV9MgEDESBAgAABAgQIECBAgAABAtsXsEMCBAgQIEDgSYHM5vRP/Ebqpi+f7L++5v2OY9nDMk7LESDLPO0j6vpyjm9t7MgJZV6oxRxT3RmzJXVzRX9jFyItIgEcY2WbYdYvqrwWL5B3be5F9v+C5EQZc0+20vHzB71PCK90/ZZNYFECFkOAAAECBAgQIECAAAECBAhsX8AOCRAgQOAlgUjVnKdCXxpnNZ2Gu83jawsPmEh9lj6utRlTH+P3uaAxY0zXN1ZTTongYDkdxxT9tbNSAjhAvM4Fju+cEuX5JecHgXzSu3+C+nDqOwECBAi8KKAbAQIECBAgQIAAAQIECBAgsH0BOyRAYDKB0zN8k41ooMsCkSPrc0GXry63NlO/Oxms5d6gKyuL99uVK9NV558KTDeakQgQIECAAAECFwVUEiBAgAABAgQIECBAgAABAtsXsEMC6xR4R0Lulswj819vs6u1llqvx62pF32tz8pnlrutMo8z9lExjDid5BVZ03wUvMUkY54P0tZ9Xv/3/PTody0XHwmP2ujUxmtlVPWv6NSX2//W/lKmdl3J2Jda9rH9Fj8C+d45Rv/e+rmy5KNaa6n1J5a8VmsjQIAAAQIEvkrAZgkQIECAAAECBAgQIECAAIEbAjWuZUTx69XyP78ql3sy28p+8jsl8jt/o0z2FbmhzAu1mGzc2wN1kdvp6i5yfDF/2ZWaEWuov6JGfTmLPtMVrcuGv7oN72301uCMJjQAAQIECBAgQIAAAQIvCOhCgAABAgQIECBAgAABAgRWIrCgdFoNskdjF21neuUSHhx+phX0Ke+5xv7wuO0vG+ZbRt67jPlmWPTIXbx/M66+idImY9G7sDgCBAgQIECAAAECBAgsS8BqCBAgQIAAAQIECBAg8JLAed4mzvscTpYvDXinU4673jzQeld+7bbk/Th9DPP+Wiv1CxL4zFLyTzaGcWkV+Wa6VJ91+d7KyGNBgAABAgQIECBAgAABAgQI3BNwnQABAgQIECBAgMA4gfO8zfn5uNF/984cUuSB5pzi94QPnB3XVLK83XzCBHAM1UX0nyqd5QdEMvFb4mbc3vNMV2O/uf8WE8+ST/zuYuzax/3Bs/2tuD/CllvkD8alyD3nfYzo/2okz1vk++oY/fus1StHCuhOgAABAgQIECBAgAABAgQIbF/ADgkQIECAAAECLwq0nE2WLw7xUrfMI2XHyA1lXqhFVr09ci2xjpJlTt7KPL4cmam9fOXZ2vtzPTviiPaJ0GLEMLp+qcAD/4h89Af9S2+LbW9QwJYIECBAgAABAgQIECBAgACB7QvYIQECBAgQGCvwQN5m7BR/+kfiM3NBf+o/URFr6adtZZ5kHnR4nnU/MV0C+GfMBRzltlosYDmWsEKB/MckY4VLt2QCBAisQcAaCRAgQIAAAQIE7wORnwAAEABJREFUCBAgQIAAge0L2CEBAgRWKxA5oi5zjUvewDsSwOGwZAJre0bAzXxGS1sCBAgQIEDgOQGtCRAgQIAAAQIECBAgQIAAge0L2OFEApGyyTTfeUw0+kqGyd1PvdSAvTnk4frh+82GL1/s+o90HjPD9b53U9e11lLrI9GVuutik/nIcUYex+k7X30m/u6WZlpR7DcfBW8x8SxdLWUfY3d93B8829+KPyPUWH//Rku/mOxPgy1V5P4eiS3t2V4IECBAgAABAosQsAgCBAgQIECAAAECBAgQIEDgAYGWtenLSGn8yfncGCOal0z73Iob3ae4NOEYvUCMl2UUk7x6oRgpc2KXo7eLFjVyj78i6yKmeHWxpVpzLZdGi4sl860Z7fqwba57eN7aHMq8ejjayvf02Mpe3rqPhMt466QfnCx/KG7FB5dmagIECBAgQIAAAQKbFLApAgQIECBAgAABAgQIEHhW4NXMzTYzIOca5+fP6t5un0ng2y3GXe0yA3x1iHF7mzEBnAsbZqUv7GCuqsjGl4wy4/bmWvuD47a/9HiwuWZPCeR7N+NGp3x/Zdxo4hIBAgQIECBAgAABAgQIHAUUBAgQIECAAAECBAgQGCUQeZsaUTJyoCxb5PnUkSn09eYZ17vyR+5j3vdH2mnzEYHlTZpvmPNY3iqtiAABAgQIECBAgAABAgQIrEnAWgkQIECAAAECBAisTyATwL9XPcwg/b4y1VnOkA/XZowbc9sJ4HE2T/aON0I+Edriyd6PNc/blXG/df4RxK24P8K3tcgfqkvRHNL9GHmPW7XyVQH9CBAgQIAAAQIECBAgQIAAge0L2CEBAgQIECBAYPUCt7JH02wuZ8ikb5bTjJgZrWlGMsp7BKa79+9Z7+pmCeBh5vz0UQKr24gFE1iwgKURIECAAAECBAgQIECAAAEC2xewQwIECBAgsB2ByB6V9p9n7ctJt5aj54BZTpMIlgBOT0HgXKD/6a1RmxHFn1f+6GT8uaCCAAECBG4JuEaAAAECBAgQIECAAAECBAhsX8AOCRAgQOAFgUwAZ7dW5vFrIYP1mtvnel3LR35uRSudOX94hnFpG9ewr9VfGkMdAQIECBAg0ASUBAgQIECAAAECBAgQIECAwPYF7JAAgccEas18U+aqsnysz6OtNp8ArrWWWn/iUZjn28UNqvtSWpQ5vvaxly7iHfuZY/1LGbOLhVyKqC619M/wZ5mnGfH+KWVfdqWL73F9eC2vCwIECBAgQIAAgXsCrhMgQIAAAQIECBAgQIAAAQILEqi1llr/xsglztC9xpgRtYtyW6/gL12/rdhf5KCm3N3mE8BTYhnrWwTyB+3SXvufwksX1BEgQIAAAQIECBAgcFXABQIECBAgQIAAAQIECBAgQOBcoJYaVS331MqomuD1mQTwBAv/9iHyDx0yvt1hvv3nD13GfDMYmQABAgQIECBAgAABApsXsEECBAgQIECAAAECBFYlUGsttdZVrfmdi02ZzM9l+c55n51LAvhZMe1HCyx/gPwrixbLX60VEiBAgAABAgQIECBAgACBJQpYEwECBAgQIECAAIE1C2Sm6M/6o3Lpyd9cswRwKkwScbu74GwxyZg/g+RfE+xi7NrHT/21oy6XcyOu9fuO+oAplyJ3nz+5EaVF1okJBQxFgAABAgQIECBAgAABAgQIbF/ADgkQIECAAAECqxT4k1877qLPKkXqKMtj1aKLyFguen0WR2AmgfwRHcbZNJlxz+gTwWfXnBIg8KKAbgQIECBAgAABAgQIECBAgMD2BeyQAAECBAhsRyByvqfNZFbpdLLwAwnghd8gy/uQQPsTj/5J4Q+twbQECBDYkoC9ECBAgAABAgQIECBAgAABAtsXsEMCBAhsXCCTwBlL3WY+25ghAbzUO2RdMwvk32wM49J05z/C5+eX+qgjQIAAAQIEzgWcEyBAgAABAgQIECBAgAABAtsXsEMCWxSodb7cUNd/Cm0bv5XTKK4/ARwedVfLtZiG6ZFRIplY96W0KNN+5QOp+xi76+P+2JndvxX3R9hyi7hX/Q/VeZl7rqUk9unJ33a+K/uo25Xss4+GLeLQi8D/2bvbxVR1JQCgief9X7mcGWzc1OI3Vgir12kghJBZ6Plxp7gJECBAgAABAgQIECBAgAABAv0LyJAAAQIECBDoR+AQJdKZqPVQakQmOgxDqVEmyu0WQ2xkRPPyK6b/nj9nPLvQzdmPdao6fJVplKhmZRxunm8Agd0JPPoh2x2QhAkQmAjYJECAAAECBAgQIECAAAECBPoXkCEBAgQI7FOglvq2xLPAXMb5swBcJj+vX1MBeMK5pc18SDVjS2ve1lrzw9Xi58p/PFn985A9AgQIENiXgGwJECBAgAABAgQIECBAgACB/gVkSIAAgT8SyLpUlm6zfe6SWcM6RD05Z3luhlWf9RWraxGbXgQeEohPxvhVz639eXJ+7Fr8PGKPAAECBAgQ2I+ATAkQIECAAAECBAgQIECAAIH+BWRIYFsC+fDoVxSxOisAf7LoG5pDcLZ4y/sh5i8Zb5l8R5PGvRofqT9vkyCKvvnnEWMBOPf/RXZn/OuxRYAAAQIECBAgsEsBSRMgQIAAAQIECBAgQIAAAQL9C7wjwxq1zGmU2D9dJ+tWp53ZjaxTnUcbmMXftt1pNTGxWrRUtQSmAvkhmsb02HQ7CsI/PnzTY7YJECBAgAABAgQIENibgHwJECBAgAABAgQIECBAgMBaBLLSNV1LFoEzOi0AT1N98/ZwKCWf+h2fKH3ztUxPgAABAgQIECBAgAABAgQIfErAdQkQIECAAAECBAgQ+JRA1uKystl9PS5LtxmvQb8+w2vXdzaBDwnkk73TOF/G+d9MnB9v+1oCBAgQIECAAAECBAgQIECgfwEZEiBAgAABAgQIfF5gidrNtDY0t/3JLB/PLzOYW3FnBeBMJ7/6+V+qtdZS6+X4N3ILW5lbxhbWuuY15sdhLnLNdfJEd2yXjHxfRXdsjn9cksNWErXWUuvlWMky+12GzAgQIECAAAECBAgQIECAAIH+BWRIgACBjQrUevn/O661bjQryyaQ793zuFdlrjY013fvfE+MG59kjrpTa0tsnyLz+jlnjeVN4xD7GW3UtG71Y1wboCVA4FwgP2gZ5/32CRAgUAoDAgQIECBAgAABAgQIECBAoH8BGRIgQIDAGgWydtNijev7/JqyrPz5VWxyBUmX8ZnFtyr+Z66+l6sOe0lUngQIECDwmIDRBAgQIECAAAECBAgQIECAQP8CMiRAYDUCrdjb2kcWlrWeFo+ct+2xn6tgbtvN6rsWaP8haG3XyUqOAAECBAgQeEjAYAIECBAgQIAAAQIECBAgQKB/ARmuT6AVf1vt5nc71KG0KOX38WPf+jL7t6Jc81fsZkQz8/oKhoyZQz+6FIB/cFzbSappXBu7/LF4z5bDcCh1jNvz53d+X4vbM/Q8Ij4dZS4y5/hwJXaJNncnkd0Zky6bBAgQIECAAAECexKQKwECBAgQIECAAAECBAgQIPBBgazd/I7bRd/pOefLn6kXnQ95+36uL4u+Q9QBy68o3z9Z9/vevNkcbo4wgECXAucf6EtJDnEgP3TReBEgQIAAAQIECBAgsFsBiRMgQIAAAQIECBAgQIDAugXyydgWx5VGjSef7JvGzAOA5cdDg+UDP7HO8arR1qhJ5XrH/TKurEx+sgicMema3VQAnmW5o3M4lDLgu0PKEAIECBAgQIAAAQIECBAgsGUBaydAgAABAgQIECBAgMAfCEQBeLxKa8edp36pYD7F1sNJ+QTsNI/cz5j29bydH55pnOd6y+J8vH0CBAgQIECAAAECBAgQIECgPwEZESBAgAABAgQIrFug1XpeWWWbY9q+Mt9y5+aKnpmtswLwVxg8llKttdR6Lf6L4xlnYw5DqRGHWktGefNPPs79Vb/KMMbti9Wh/PqO8GlfHC2lTKzyAqVGXxpOI7q6ewVOmYtMNAzGJ7ujHT2yPTolUUaOEjsXkD4BAgQIECBAgAABAgQIECDQv4AMCRAgQIAAgZNArbXUWsvhEBFtWcVP1Hqi+FWj5vNVaqxoGrGbfVnYmUb25aFTxBxxfpmN06A/22iraRfMpbftSPVU+2t9l9pjZevSUf0Edi3Q/kOxawTJEyBwJmCXAAECBAgQIECAAAECBAgQ6F9AhgQIECCwRYG5uk7ra+0W83p8zR0XgDO1jMdRHjmjHmrJeOScJcZmxT9jibnMQYAAAQIECNwlYBABAgQIECBAgAABAgQIECDQv4AMCRAg8DGBGlfOiOal1/srpC8tz8nvEcgHyL9i6oxovAgQIECAAAECBG4IOEyAAAECBAgQIECAAAECBAj0LyBDAn0IbLgAnMXLjLli5utp5dO11+Iztz/zynj26s0q22fn6OG8/NuJe+Jnru271X/22iNAgAABAgQIEOheQIIECBAgQIAAAQIECBAgQIBA/wJ/nGFWqg5Rsmv1p9xfagmvVBOXWsOL84TMizNs7/Rn3wLfVuM7KYrn2W4v+YVWnIbXYqHLmIYAAQIECBAgQIAAgU0LWDwBAgQIECBAgAABAgQIbEUg62AZW1nvhXUukEIHBeALOCVTy7h0/On+FZyYhcvMLeOZ5bR3TmufmcM5BAgQIECAAAECBAgQIECgawHJESBAgAABAgQIECCwaoGol+XX+Z7WmHWvFqfOTW3kE8HPVv+miS4xx3S+brfz7bLO5OLNfXFh145dPGknB/KOXotLDPoJECBAgAABAgQIECBAgACB/gVkSIAAAQIECBAgQOCPBbJstdAlOyoAfwVJRqaUEbsLvdI7I2fPb03OWGjql6cZai1DPVwIBeB54Lyb98TPs4fgzPjZa29XApIlQIAAAQIECBAgQIAAAQIE+heQIQECBAgQIPBxgazH/I6sic1EqSUqZWV8ejbKP9mWnf8sWyndOeZ20o9K5rjY1o47fhEgQIDAFQGHCBAgQIAAAQIECBAgQIAAgf4FZEiAAAECaxfI2laLttbcz+2o/mYjoiAOYX8C459MRO0/2/1lL2MCBAgQIPCogPEECBAgQIAAAQIECBAgQIBA/wIyJEBgcwJZ+M3IhWfxt0XubzBaKgssPaqAC8xiio0ILPjO2UjGlkmAAAECBAgQeE3A2QQIECBAgAABAgQIECBAgED/AjLcjkAr8rZ2Oyu/Z6VfUcr7umfgjTEKwDeA+joc7xoPfT99S2v8tyTj6QmcSIAAAQIECBAgsC0BqyVAgAABAgQIECBAgAABAgRWJBCFmjIXucSsgbXI/QfiQ0Mzkyz45hf2jtHWkWm07SdbBeAn4ZxGgAABAgQIECBAgAABAv0KyIwAAQIECBAgQIAAAQIEtiawQOX0wylnUTjj1WUoAN8hmG+XWspp5FiFj85sT502CBAgQIAAAQIECBAgQIAAgR4E5ECAAAECBAgQIECAwLrzVNkAABAASURBVGYFooBXMjabwCILVwBehNEk2xfIv6fIuJSJfgIECBAgQIAAAQIECBAgQKB/ARkSIECAAAECBAhsSyBrOxnbWvW7V6sAfEE4/63XHxHjEmvbT/3mB2CJfzo6MLp6hUu72eNfheRfhmT8TDLvfcbPXnu7EJAkAQIECBAgQIAAAQIECBAg0L+ADAkQIEBgVwK11lLr5dgVxkyytf60mRmygq7v+k6JttRYT4vY3Pkra5o7J9hT+vkB2FO+z+aa/4F49lznESDQm4B8CBAgQIAAAQIECBAgQIAAgf4FZEiAAAECPQio77S7qADcJG60+YDojSEOEyBAgAABAn0JyIYAAQIECBAgQIAAAQIECBDoX0CGBAgQOAlkPTDj1PHHG1nCznj1sgrArwpu6vwl3jKbSthiCRAgQIAAAQJPCjiNAAECBAgQIECAAAECBAgQ6F9AhgT6FFAAfuC+ZsU/44FTVjY0C8Bu+bM3Je99xrPnO48AAQIECBAgQGAjApZJgAABAgQIECBAgAABAgQI9C8QGWbdZxrR9WevsWo3lHK6flnuRzVwOcsNzZRvqQ0t11IJECBAgAABAgQIECDwRwIuQ4AAAQIECBAgQIAAAQIEPioQReFXr68AfFvw14hTJX6BG/Br8j/pyAJw3vqMP7mgixAgQIAAAQIECBAgQIAAgbULWB8BAgQIECBAgAABAp0LtBrfrTTvHXdrnkePH6L2uET1bok5Hl278asSyGLwqha0gsXEp6u0WMFyLIEAAQIECBAgQIAAAQIECBB4s4DpCRAgQIAAAQIEti+QtZ0NZ7Hg8hWAb74PvmLEpVjwTsRVPvPKAnC+DS7FZ1b13qtmzi3ySrE9fMep8Jv3tkWOKeU05Ljr9x4E5EiAAAECBAgQIECAAAECBAj0LyBDAgQIECBAYKMCrbYTbWk1nWz/pdOe5G1tO3K+3/pbu/WaUFb9Wi7ahwV+vokePt0JHxTI/xhML5/7GdM+2wQI7FlA7gQIECBAgAABAgQIECBAgED/AjIkQIAAga0LZG0nY+t5LLt+BeBlPc22CYEs3GdsYrEWSYAAAQJ/L+CKBAgQIECAAAECBAgQIECAQP8CMiRAoEOBW0/2ZmE0Y5WpL1jHXm2Oq4RfzaKyeJlfS53taha1gYWk13lsYNmWSIAAAQIECPyhgEsRIECAAAECBAgQIECAAAEC/QvIcK8CWV3LWGv+X1EEXmJ9CsBrvcOz68pbnpFFzBzQ2twW1wXSai6unzU9euuvRqZjbRMgQIAAAQIECGxQwJIJECBAgAABAgQIECBAgACBTQm02k1rzxff/i3f1o7HV/Irq1ZZ8G1ry/1xaVEEHtsXfikAv4D3uVNPb4FYwrQgHLteNwTSLiL/S1CiHePGKQ4TIECAAAECBAgQINC9gAQJECBAgAABAgQIECBAoH+BVmxdZ6Z1rFoN5fUKsALw5Tu8oSPDhtb66aXmhyYiP+HjByi2P70k1ydAgAABAgQIECBAgACBTwq4NgECBAgQIECAAAEC3QhkzWwo+RxgxrbSyppVlm6zfW3lOctrMzi7c4Frb7Jrx9bMkutucWmd+gkQIECAAAECBAgQIECAAIH+BWRIgAABAgQIECDQj8Cw0VSyZrXs0hWAl/Vc3Wz5oOu1uL3gfNPl22Qu8tjtGdYxItfa4rkVNcfnznbWpgQslgABAgQIECBAgAABAgQIEOhfQIYECBAgQIDAxgRanaeWGkWbjDJ+22uJnyj+1ojxS5Rj9/uVXXPxffhjTT3UcoioNXKph1Lrf6WObW4fSjn8dz1KjLkSebT42bpA3XoCf7R+Tn8E7TIENi1g8QQIECBAgAABAgQIECBAgED/AjIkQIAAga0KZK1nGlvNY7ruzGe637az/1K0MfOtAvC8y8p782a3JeYtnO63fu28QFpNY36UXgIECBDYpYCkCRAgQIAAAQIECBAgQIAAgf4FZEiAAIEVCkxrV237+WVm9fD5s50ZAl8Rvx8pj06v1Qm0+zRtV7dICyJAgAABAgQ+IuCiBAgQIECAAAECBAgQIECAQP8CMty+wLTGk9vbz+hfBq3wm+2/3me2FICfUft1Tr7BImoUg1v8GrNER96ujCXm2tsccX/G730/b+93aN8Rf/8ZRhIgQIAAAQIECGxCwCIJECBAgAABAgQIECBAgACBDQic13jafi49iqZDRMnI/ZnYUZdq4ss3u725sn15MhO8XSDvU0RWc08F4bdf1AUIECBAgAABAgQIEFipgGURIECAAAECBAgQIEBgLwJRHRkrI/3mq/jb7q0CcJP41z641f/H5UGQlQ/PD3/E6a9AYnvlK7Y8AgQIECBAgAABAgQIEHiLgEkJECBAgAABAgQI7EZgrGZFSSTLIxn9Jh5Jegq4KAC//A7/90bKrZenM8EfCOSdanF+OfsECBAgQIAAAQIECBAgQIBA/wIyJECAAAECBAjsRyCLv/1mm9llbC/D+sZCtQLwi++HOsTtiTjETarx/jpF+YqerxdnPz8958s477+8X2us7IW4PPPWjtRYcIvYfOIVt7lkPHGqU7YiYJ0ECBAgQIAAAQIECBAgQIBA/wIyJECAAAECOxKI0tVY2+izvhHZtcJcaTWgbDdyg2stwxA5vGG5hzfMuc8p33N/9mn5tqw39KF/m4GJCRC4JKCfAAECBAgQIECAAAECBAgQ6F9AhgQIECDQs8C26kBR/33bzVAAfhutidcpkB/+aaxzlVZFgAABAn8q4GIECBAgQIAAAQIECBAgQIBA/wIyJLB7gT6fAt79bZ0FUACeZXmtMz9ALV6b6Z6z8yuhPX58j1Qp6XQe951pFAECBAgQINCrgLwIECBAgAABAgQIECBAgACB/gX2k6EqyH7u9bVMFYCv6Tx4rBV9px+uB6e4MTxvV8b5sLxiFoJb5P75mL3vp8lc3O9y+hr5+08xkgABAgQIECBAYM0C1kaAAAECBAgQIECAAAECBDoSGKsgtZRTvep7u6WYdY62vat2h8nOVRN3yLBcyr8+XMtNfWGm8Ypnx7LvrMvut0DaRIz/lYu2ZHwf0hAgQIAAAQIECBAgsBsBiRIgQIAAAQIECBAgQIAAgV4FFID/3dmNbtVYd0Y0XncIpFVE/vlLiXaMO04zhAABAgQIECBAgAABAgR6EZAHAQIECBAgQIAAgd0K5PNxGX0ARJ0n6z2Dcuf5/SRyLtLFfrzhu8jjXUmkT4t2DS0BAgQIECBAgAABAgQIECDQv4AMCRAgQIAAAQL9COR3nE6jn8weySTrPY+M38fYQ6211Ho59sGwlSzbv/Gb6z1+pGvNe3eIe/jfzyixH5Ejr8X4hxH19/fBt/5yOJS5GA61jP3XJl/VsRqraRGbT7xOJk+c65SVC1geAQIECBAgQIAAAQIECBAg0L+ADAkQIECAQEcCrWZx3t5KsY2/NW6dx1udZ9quc6VvX9WF+t1Yu4tjUd17+xJc4M8E2hv+zy64sQulz8aWbLkECLxdwAUIECBAgAABAgQIECBAgACB/gVkSIAAAQK9CGStp0UvOS2fhwLwwqbjW24oJb8/fYzyrp/xSjF5tmW8XvFzh0B6TeOOUwwhQIAAgV4F5EWAAAECBAgQIECAAAECBAj0LyBDAgS6FZjWe3K720QfTkwB+GGy2yfkW6zF7dFLjojKc/mOsfqc20vOv/W50uM8tp6T9RMgQIAAAQLPCTiLAAECBAgQIECAAAECBAgQ6F9Ahv0JXKrztP7+Mn4mIwXgZ9QunPP+mmverowyPvHbrpdticJvHYboH0pu/4vY9QqBc5e2H4fufKVzxp3DDSNAgAABAgQIEFirgHURIECAAAECBAgQIECAAAECGxRotZ1b7XdqO26O1cQdA/Sb+vTN32+Wj2f27TJWcr+3H5/EGQQIECBAgAABAgQIbFTAsgkQIECAAAECBAgQIECAQO8CHRWAM5WMh29ZFyfsN/NHb9/3l3MP323J9tE5jCdAgAABAgQIECBAgACBDQpYMgECBAgQIECAAAECBHYh0EHdUAFvF+/URZPM90yLRSc2GQECBAgQIECAAAECBAgQILBKAYsiQIAAAQIECBDoU8C3vc7d15sF4FprqfXxOHyfM3fRZfpy6Rk1pss2mg+/8qHSjPct4yumziglr5MRHePr2Dtulvx24xbHHr9LyfdJi/LUT3pnPHWyk9YpYFUECBAgQIAAAQIECBAgQIBA/wIyJECAAAECBDoViOLvqSDWakDZdpruA2mto3L6wIINJfC8gA/983bOJNCfgIwIECBAgAABAgQIECBAgACB/gVkSIAAAQJ7ElAHane7owJwppLRUuu7Pf1Bw8U0803e4uKgHR5oJq3dIYGUCRAgQIAAAQIECBAgQIAAAQIECBAg0L+ADAkQILBbgf1UTHd0i/Nrio+RRc4dJX4z1SFGnEd0eREgQIAAAQI7EpAqAQIECBAgQIAAAQIECBAg0L+ADAnsW0ABeMH7f/up3OcvlnMfhkOpY8zNU8tQj1FKFn4zip+TwHnht+2fBtzcyHuQcXOgAQQIECBAgAABAusUsCoCBAgQIECAAAECBAgQIECgfwEZlgODngSy6FvLVxSCv2Lzq6fUFsvlu/A7VnK/txeb20QECBAgQIAAAQIECKxVwLoIECBAgAABAgQIECBAgMBeBPZcAO77Hg9RAR6fBO47zcez+3Y5+eT+47M4gwABAgQIECBAgAABAgQ2I2ChBAgQIECAAAECBAh0KRA1nqz3DEuWO2POsb6W7XbRlhTZrkJvK88HW3vLadF88kPbYtGJTUaAAAECBAgQIECAAAECBAisSsBiCBAgQIAAAQIE+hbIes/SGb5jzqXXeH2+TReAa62l1kOpNdv5uJ7+skfHPzKoy87ZZsu5v+pXGcZovSX26yla7yE2DmUoGbHpNQrkjWkxdjz8K+9BxsMnOmF9AlZEgAABAgQIECBAgAABAgQI9C8gQwIECBAgQKAzgVbn+Vcby7rNazGdq21vny1rhdvPYvcZ5Bt+9wh3AHC6A8kQAt0LSJAAAQIECBAgQIAAAQIECBDoX0CGBAgQINCrQNZ6WiyVY5sv26Xm/Ow8CsCf9X/66u2vGY4T3P7O53p7yHGq7n/nh7eWGoAZ3acrQQIECBCYCtgmQIAAAQIECBAgQIAAAQIE+heQIQECuxGokek0shiWEd3PvqJ+VDKePX8l5ykAr+RGPL+MfCPPxfMz9n9m+49B/5nKkAABAgQIEGgCWgIECBAgQIAAAQIECBAgQKB/ARnuTyBrPpn1ea0s++6Jdn6OjTnqd+TuhkMBeMGb9/73RN6ujOmi441YfkcdhtLWk22ekW1Gbu8tMu9pPJN/O/+Zc51DgAABAgQIECDwQQGXJkCAAAECBAgQIECAAAECBDoVGCKv7/hRL4vu2VcWfFtEze30tO/5HLMnb6YzMtvMWi10VmD7C/w8AAAQAElEQVT6hpwdMNP5zDkz0+giQIAAAQIECBAgQIDAygUsjwABAgQIECBAgAABAgT2IPBd+8qn+U6F4Et5twLw3PHvecY55o5vo6/TAnDenK+4AxnR/Hx1ttfepNleTu2QJOPh3DiP8YBfBAgQIECAAAECBAgQIECgJwG5ECBAgAABAgQIECCwG4Gsk0WMT/RGWzJ2k/yvRDsuAP/KtdOOfANnnKc315eF3/Nxe9uXLwECBAgQIECAAAECBAgQINC/gAwJECBAgAABAgT2J5C1sRb7y36a8YYLwHPFzOz73FO/+UcFGVPgZbczt4ycNXMdyr9/67fGdou8rTUGZUQTr6/JI++5eW/EqV288r5M45mk2vnPnOuclQhYBgECBAgQIECAAAECBAgQINC/gAwJECBAgACBHQlkLazFNO3WN9dOxmXBbNy9MW4cs51fWSnczmpvrnS4OaLvAe3N2XeWsiNAgMAzAs4hQIAAAQIECBAgQIAAAQIE+heQIQECBAjsUSDrY3N5Z/95zI1rfdOxrW+b7aYLwLXWEq+VygftEPGm1dUhco8opZbXf/ZXOE+6jNftzECAAAECGxCwRAIECBAgQIAAAQIECBAgQKB/ARkSILBrgayXncd+Qd5XofyIad7Yj1z490U/UlPNiw5lqP/i98LOe47nlPJoez6PfQIECBAgQIDAGgWsiQABAgQIECBAgAABAgQIEOhfQIYEUiDrhC1yf7/RYQH4UynVUofDGCXapd9SNeqzh5j3eI252adF3xhcWrSxNTZaxObp1cY92p4m2M1G3oOM3SQsUQIECBAgQIDA1gWsnwABAgQIECBAgAABAgQIEOhfQIa/BA6/enRsXuAr67zfBeDj08AtpfFA24k2ir5Z0cwYx0eXFwECBAgQIECAAAECBDoQkAIBAgQIECBAgAABAgQIENirwJ4KwC/e40epcnzGi5d96+lREB6+o0T71muZnAABAgQIECBAgAABAgQI/ImAixAgQIAAAQIECBAgQGDXAmuvUK7k5rTiaGvPl3Wp/3zcp/eHyQJyOyPXnjE51OWmpAgQIECAAAECBAgQIECAAIH+BWRIgAABAgQIECBAgEBnBeAsaH4tdFeTpkUrkGabfdNL5H721/FLlHMFx6O5jozj3qu/80Hdr/pVhjH+zfZV/v1vGI7XO/xbRMlvd84oJTsnkZ0ZY/+/+c63cshcHOK69ft65+dsZ/9438r49PO17TL+5D3IGHf82paA1RIgQIAAAQIECBAgQIAAAQL9C8iQAAECBAgsKFBrLbVejgUvZaoZgVov29daZ87YV9dc7W7al9XLjkSywPmX6XiD/aX2e66V9/BavOeqZiVA4O8EXIkAAQIECBAgQIAAAQIECBDoX0CGBAgQIECAwD+BzgrA/xJbfGuYUmXBMPezXfxKd02YT6JmtMFZ1W/bt9tYd56cUWL79glGECBAgACBLQpYMwECBAgQIECAAAECBAgQINC/gAwJECCwG4GsB2bMJ5wPyh4jq5jzYzbZq5h5/21Lq4z7zzCSAAECBAgQILAdASslQIAAAQIECBAgQIAAAQIE+heQIQECpRyLvtO2wwLwUil9xTumRcDV3I6u8TVfOM3ejHHIW35lbhmlZHV/GiV+2n5szrxyZS1mDuu6KXDd9+bpBhAgQIAAAQIECPyVgOsQIECAAAECBAgQIECAAAEC/QvsIMNWm2rt75Sjhtl/Afh32sv0JN4yM312liwAf3YFrk6AAAECBAgQIECAAIF3CpibAAECBAgQIECAAAECBAjsTyBqma1KHO3xcdK+Fd6T3RB0Ge+Z/eFZ417eeU4Wgadx52mGESBAgAABAgQIECBAgACBdQtYHQECBAgQIECAAAECBLoWOESdN+NWklHFvDXE8VKyYFo6+sl8MjpK6WIqDhAgQIAAAQIECBAgQIAAAQL9C8iQAAECBAgQIECAQApEhXTmK5H//fu4OWYdMeRS37SUzgrAKTX9t3qXUEuimWJp/pvAGZNL5NUzJl0Lb2ZuGfE2jSUNEe0C0+18GrhFO659XSCNM16fyQx/JuBCBAgQIECAAAECBAgQIECAQP8CMiRAgAABAgR2J1BrLbXORYn+Ej9ZsbsUcXgNr6gA11pnV3KpzvcVwzNmT5p0ZnVzsrv1zbyRW8/B+gkQIEBgCQFzECBAgAABAgQIECBAgAABAv0LyJAAAQIECGxVYBifVH7P6jsrAH8jjWXxr1KyLX3+ZGoZfWYnKwIECBAg8JKAkwkQIECAAAECBAgQIECAAIH+BWRIgACB7gSy9pfxdGL5VbYRfRaATxXzfT4RHPe1tHj6DeJEAgQIECBAgMAmBSyaAAECBAgQIECAAAECBAgQ6F9AhgTmBL7mOlfdVx9eXdY+pzE3QS2dFoDLR37yJmW84+JZ7T8Mh1LHmL+Cou+8y1K9eQ8ylprPPAQIECBAgAABAgsLmI4AAQIECBAgQIAAAQIECBDoX+BXhln4zfh1IDqycnce0b2GV9Rxx5Vl+x3XlxWDylzkWTFTFgpLtLF7iPDqTODreG/HrPJeZ4w7fhEgQIAAAQIECBAgQKBTAWkRIECAAAECBAgQIECAwM4F6j1F4JUZZT13sSX9KxD2XABejMtEBKYC+fFpMe23TYAAAQIECBAgQIAAAQIfEXBRAgQIECBAgAABAgQIlDJsv+x5iIJwxvO381jB2r7E8wLO7FpAcgQIECBAgAABAgQIECBAgED/AjIkQIAAAQIECBAgsE2BWuv4hc7Lr776N4DLhZ/82uSMcohK+SHq5GdR66HUHxHj3najSsm1fNWvaDP+LTr7W7Te6V8G1KGUjOJnVqDZXW3jPRCMYR/3oQzxv2yPMTupzs8LWAEBAgQIECBAgAABAgQIECDQv4AMCRAgQIAAAQKjwCF+Z0RTss2Iul1pkf3riqzd1VzfkBWof2vLf+Y141/PdKvGzj1RRoUY3OurfiSxvFUtPrIAF11cIO/n4pOakACBtwiYlAABAgQIECBAgAABAgQIEOhfQIYECBAgQOC6QNYIM66P+uTRGst7vP4UJ2Xh+GIcM8oS+HGrq9+RfH7Pdz7W+cd55Y3Ky57iTddv879petMSIECAAIEtClgzAQIECBAgQIAAAQIECBAg0L+ADAkQIHBBoNOy54Vsf3ePVcroHjp9Ajjzi/Te+VKAfaeuuQkQIECAAAECjwoYT4AAAQIECBAgQIAAAQIECPQvIEMC9wpksXAu7j1/S+N+57nhUngm8xX604jd8VXH36/8Gr97Oy4xbdt8ecW2/bdt3q6Mv72qqxEgQIAAAQIECBBYtYDFESBAgAABAgQIECBAgAABAv0LjBlmle6eiCJfuRTjRJ38ms9xw9XETOhD92ZSX/7Mk8CTBXyIwGUJECBAgAABAgQIECCwBgFrIECAAAECBAgQIECAAAECBKJuOnmqdcMF4Iu38vtAppbxvdtVkwXgzC2jq8QkQ4AAAQIECBAgQIAAAQIE7hUwjgABAgQIECBAgAABAgRmBFQQZ1BudkUR/eaYPxuQxeA/u9gGLmSJBAgQIECAAAECBAgQIECAQP8CMiRAgAABAgQIECCwZ4EsVmbMGygAz7uU9tXO07YNTbT2FHXr+8o6bES8Sjs2tm3AQm2th1J/xX+l1mOUMq6glB9t8UNgHwKyJECAAAECBAgQIECAAAECBPoXkCEBAgQIECCwY4FD5H5PzNXLWl9M8eHXtP44t319eVn4nUaOjtwmE6VQ9ooFBYL4VH5dcNoLU02vNrd94TTdBAgQ6ExAOgQIECBAgAABAgQIECBAgED/AjIkQIAAAQL3CczVzLLvvrO3OSrzO4YC8Dbv4Iurbn8V8OI0TidAgAABAusQsAoCBAgQIECAAAECBAgQIECgfwEZEiBAYOcC99f3NlwAzgr2tfv8FQczonnDqz1F/Yap3zhle2NM2zdeztQECBAgQIAAgbcLuAABAgQIECBAgAABAgQIECDQv4AMCexZYFrXa9vXPTZeAM7lT6Mlm8m37efaGlOcR5vpfWXldoV3tJFQmYt3XMucBAgQIECAAAECBP5AwCUIECBAgAABAgQIECBAgACB/gV+ZJhVumvxY3AHO3O1vey7nlpWT6+P2OLRfDg4q7djwfMNCcT8X9/xhtnfPGW8KdKmxbuM3pyF6QkQIECAAAECBAgQ2LeA7AkQIECAAAECBAgQIECAwH4EHqvv9VQA/nePT9/PHFXaf722RoEwaT7Zltgf+/0iQIAAAQIECBAgQIAAAQKbELBIAgQIECBAgAABAgQIELgi0FkBWDHzyr2eHEqnFpPuTW9aPAECBAgQIECAAAECBAgQINC/gAwJECBAgAABAgQI3CMwxKC5iO4dvDosAHeW0mJvwlbwzXaxSU30osCh1tKi1lpq/RnFz30CRhEgQIAAAQIECBAgQIAAAQL9C8iQAAECBAgQIFCyDngt2r8PPFf8bX3lVz2m1r7qMylU+vup/aW0SEZcFmE0CQECqxKwGAIECBAgQIAAAQIECBAgQKB/ARkSIECAAAEC9wt0XADO1DLux3hk5GEoJeORc9YxtsYyphG7XgQIECBAYJsCVk2AAAECBAgQIECAAAECBAj0LyBDAgQIEChR2xsmkftXVN5XIb1y0c0fiuLvtnOIN8iNN8a287N6AgQIECBAoH8BGRIgQIAAAQIECBAgQIAAAQL9C8iQAIF/Aq2+l+2/3rktBeA5leibFtHbdnSPL2gjg18ECBAgQIAAAQIEPiPgqgQIECBAgAABAgQIECBAgED/ArMZfkXvtcgqXkYWSS9FTLGZ1zSH+xedAvePNpIAAQIECBAgQIAAAQIECHxQwKUJECBAgAABAgQIECBAgMBtgWnhdLp9+8z1jcj1P7aq2QJwe+I128em+8johy+aebV4+OTvE+pQSkbxQ4AAAQIECBAgQIAAAQIECPyFgGsQIECAAAECBAgQIECAwB0CswXgO87b0JDHq+K/k4tqbzmP36P0fELANQkQIECAAAECBAgQIECAAIH+BWRIgAABAgQIECBAYK8CWaO8J/ccd4xDrYdSv6McDiWj7R/b/0qtl+Oey31yTK2HUr/XXw7/RX7/lfq9f609lOP/yq/C7xFuqEPJp4g/mds91841Xot75jCGwGoFLIwAAQIECBAgQIAAAQIECBDoX0CGBAgQIECAAIGTwCG2rkUcjlettdR6OWLIql//antZj2wRVcvaokadskX2tTHHNoXuSDBmK3Nxx6kfHzK37lt9H1+0BRAgQIDADQGHCRAgQIAAAQIECBAgQIAAgf4FZEiAAAECBAhcEsh65+RY7n7HbAH4Kw/+KPhOTrZJgAABAgQIEPisgKsTIECAAAECBAgQIECAAAEC/QvIkAABAn8uUIdSMsrmfqK4+++x4XJo2/N5xOCZA+2cbGcOb6orc7gWm0rGYgkQIECArUOdgwAACcVJREFUAAEC3QtIkAABAgQIECBAgAABAgQIEOhfQIYECDwukHXdY5yeAB7qsaOUeqwKR1vOfoYYknHWvZndrNhn3F5wJDrmf6u9PZMRBAgQIECAAAECBAgsJGAaAgQIECBAgAABAgQIECBAoH+BP8ww64Y/4g+vfd+lprXKuTPmjx/y654zjqfMDzoe+/f7699myYJwxqRrA5tDrPEYmUvm/ztq+ZoUxcuvgnDxQ4AAAQIECBAgQIAAAQJ/JOAyBAgQIECAAAECBAgQIEDgHQL3VUffceV758wVXhv7+/jpCeDz02pUdTPO+8f93/OM3X/868nLDaUOQ5x7jEMZyiE3o8eLAAECBAgQIECAAAECBAgQWJ2ABREgQIAAAQIECBAgQGARgRo1wYxrk2UZNMdkXBv3t8fGVcUlp23snl7T/louFoDLtZ/A+Xc4J/y3d9oau8dfp67Pb/xY+OeXYwUvCDiVAAECBAgQIECAAAECBAgQ6F9AhgQIECBAgAABAgQIHAWy7tri2PPzdztWy+EwxK+IMn7FcTn9DFHWPkYpeTijHfxXNa6l1kOp9b9SDj9jaH3tpHe1h0Nc+0qcrpvF3xalRHpjlO+fQxyai+/DnTY18noyhjB/8u8H4qJedwrUWkutl+POafobJiMCBAgQIECAAAECBAgQIECgfwEZEiBAgMBLAsMwlGvx0uROJrARgVYPPLWx7poRdcGxL7bPX3HoV230fMza96OKN6b5wjrb+eftC1O+/dS8dW+/yEYucH7f7t3fSHqWSYBAdwISIkCAAAECBAgQIECAAAECBPoXkCEBAgQIEFhKYFr5anO2vrbfWxsF4N5SupVPFH+zpF+iPQ2dbh87c0jGcc9vAgQIECBAYAUClkCAAAECBAgQIECAAAECBAj0LyBDAgQIvE0ga38Zb7vASibuuACcRd1pXBKfjpluXxq/lv7pWue217JO6yBAgAABAgQILCFgDgIECBAgQIAAAQIECBAgQKB/ARkSWFYgn/RtM47VtOgYIlpfr22nBeDxFsY9O2+jq8RdHe9stLk7Pgk8lDr8jDL2jwNW+GuINd0TMcyLAAECBAgQIECAwNYFrJ8AAQIECBAgQIAAAQIECBDoX2CBDPPp3haHKKXldk4bmyXLg2ObHZ1HpwXgW3ftZ/H3WOzNW35+Xva1OD9mnwABAgQIECBAgAABAgTeLWB+AgQIECBAgAABAgQIECDwiEBWATPmzhmLwHEwq39zx3vp22IBeEH7uMP5RPApplPnrR9OTwYfi8TT47YJECBAgAABAgQIECBAgACBNwqYmgABAgQIECBAgAABAgSeENhRAXgInoxofrxaEXjaOTcuj2d/i9xfU6x1XUsbLTVf87rULnUd8xAgQIAAAQIECBAgQIAAAQKPCziDAAECBAgQIECAwOMCWfV7/Kz+zthJATiKfPkl3xmnp33zLVBLHY5Rxv4SP99jS7Sx117n/0bwcb8d/XQba60R45prLKZFbHrNCDSrW+3Mqbo+K+DqBAgQIECAAAECBAgQIECAQP8CMiRAgACBTQjUWkutv+MQfRmbSKLjRdb6+97Uen/fVmiyPNai/Zu/ud/WH2XAcbPG7+w/Rez3/NpJAfj8Fo63OTqnbex288q8uklGIgQIEBgF/CJAgAABAgQIECBAgAABAgT6F5AhAQIECBB4VCCrYhm3zssxLW6N3frxnRaAt37brP/dAse/AMknhN99JfMTIECAwB0ChhAgQIAAAQIECBAgQIAAAQL9C8iQAAECBBYS2HEBOIt703hG9NXzn7mmc94vML2vuf3+K7oCAQIECBAgcElAPwECBAgQIECAAAECBAgQINC/gAwJPC+QlZxT1FLa1z4/P+P2z9xpAfj0Nog7ON2O3dLeGdHm7ilyfxrT83L7K0ZGW6PNiD2vtQpM7+Nxu8Z/DWrevmGId8AQC8+IZnxNt8cOvwgQIECAAAECBP5CwDUIECBAgAABAgQIECBAgACB/gVeyDDKO2PB99TGXKo6pey0ABx3/+qrXjia/RkXDhdvqUsy6+vP+ziNSyvMe5px6bh+AgQIECBAgAABAgTeIWBOAgQIECBAgAABAgQIECDwqMC0EPzouT2Nv1gAPj4NuapU/3gx0+Jg2/7jJbjcHwlkgTfj9+V8Dn6b6CFAgAABAgQIECBAgMCbBUxPgAABAgQIECBAgACBuwSyjnPXwJ0NulgA3plDpJsFwIzYnH3lsRazA6IzC8XReL1BYOkp273Mts093W59WgIECBAgQIAAAQIECBAgQODvBFyJAAECBAgQIECAAIHLAlnLuhbHM08F4KyQT+N4eC+/A6olX7KImxF941c6X2pzTC11OMZhOHxvZxsRdDVi7a9YfrkWa1//c+v7d09r3KQxDrUcDuUY0XEY97OvlhrbtdYy/rR23PHrzwRciAABAgQIECBAgAABAgQIEOhfQIYECBAgsCqBWmup9XKsarE7XEytl+9NrfWmyDAM5VrcnOBDA2qUeH5ErKPtx2bnr0i+HCNv8XzU8XMbJa/OLd6aXo3ZW8Sm14YF8gOz4eVbOoGOBaRGgAABAgQIECBAgAABAgQI9C8gQwIECBAgcK9Aq8xlm+e0NrfFUeBQo8Kfcdz9/Xs/VfPfueshQIAAAQIEPirg4gQIECBAgAABAgQIECBAgED/AjIkQIDA0wJZx5yenPtjTDvv3M5HBTPuHL6KYZeK34fy/ajwpXYIpYzfx1eR1yoXkW+OFqtcoEXNCFz6iMwM1UWAAAECBAj8gYBLECBAgAABAgQIECBAgAABAv0LyJDA4wK3anCPVnzafEOc2OLxVS11xmk1MeH5dnTdfH3FiK9yKgAfJoXg+YLvECecR3R1+Yo7XO6Jn8mf6+T+zxH21iEwvbfxEciPwbiw3M5j445fBAgQIECAAAECnxJwXQIECBAgQIAAAQIECBAgQKB/gScybAXabL+ipJNtThObpUZhLtvcvzfilJJzZNx7zvvGjauJ6S+3NRZ6jEPk+x1xxph3zeLv8dw8Umo97sTx0yvOHxM+dexuI6muxTzIKBmnNb/cnx+p97MCcZNKxmdX4eoECBAgQIAAAQIECPwUsEeAAAECBAgQIECAAAECBO4VmNbhXq36ZG1vWlS+dw1/P66OFa76feGxzFu+JXIn4nCI/Wi/h6yysSgC7xcYDsdvOX//lVyBAAECBAgQIECAAAECBOYF9BIgQIAAAQIECBAgQOAlgax5ZjwzSZRMx9NaO+6s/NelXKPqtfKVW97OBaRPgAABAgQIECBAgAABAgQI9C8gQwIECBAgQIAAAQIElhL4HwAA//+VKAqqAAAABklEQVQDACLGVk5U/nBsAAAAAElFTkSuQmC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2" name="Текстовое поле 1"/>
          <p:cNvSpPr txBox="1"/>
          <p:nvPr/>
        </p:nvSpPr>
        <p:spPr>
          <a:xfrm>
            <a:off x="5189855" y="755015"/>
            <a:ext cx="585216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5400" b="1">
                <a:solidFill>
                  <a:schemeClr val="accent2"/>
                </a:solidFill>
              </a:rPr>
              <a:t>Modul</a:t>
            </a:r>
            <a:endParaRPr lang="en-US" altLang="en-US" sz="5400" b="1">
              <a:solidFill>
                <a:schemeClr val="accent2"/>
              </a:solidFill>
            </a:endParaRPr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1048385" y="2275840"/>
            <a:ext cx="13637260" cy="1198880"/>
          </a:xfrm>
          <a:prstGeom prst="rect">
            <a:avLst/>
          </a:prstGeom>
        </p:spPr>
        <p:txBody>
          <a:bodyPr wrap="square">
            <a:spAutoFit/>
          </a:bodyPr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3600" b="1" i="0">
                <a:solidFill>
                  <a:srgbClr val="0F1115"/>
                </a:solidFill>
                <a:latin typeface="quote-cjk-patch"/>
                <a:ea typeface="quote-cjk-patch"/>
              </a:rPr>
              <a:t>офлайн‑распознавание Vosk – чтобы ассистент работал без интернета </a:t>
            </a:r>
            <a:endParaRPr lang="en-US" altLang="zh-CN" sz="3600" b="1" i="0">
              <a:solidFill>
                <a:srgbClr val="0F1115"/>
              </a:solidFill>
              <a:latin typeface="quote-cjk-patch"/>
              <a:ea typeface="quote-cjk-patch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Image 1" descr="data:image/png;base64,iVBORw0KGgoAAAANSUhEUgAAB4AAAAQ4CAYAAADo08FDAAAQAElEQVR4Aezde4xsW34f9N/a3eec+5i545mJJ37HBmN5YpsQxyDjYBJbykMJI8XIAWOCIlmIhwFHQiJ/RHIAoZB/MMSJkAniaYFkO3GIHAhRUJCC8/AojJOJQyJhZpjBGY89L8/jzr33nNO1F2tVdfWp7q6u7uqux95rf2rqV/u99vp9dtmS5+vq0735+c/lzfVr5bh68/MMGPgO+A74DvgO+A74DvgO+A74DvgO+A74Doz2O+D/tvd/1/sO+A74DvgO+A74DvgO+A74DvgO+A5M5DvQhdeEBbROgAABAgQIECBAgAABAgQItC+gQwIECBAgQIAAAQIEpiQgAJ7S09YrgVUB6wQIECBAgAABAgQIECBAgED7AjokQIAAAQIECBCYnMCaALgvCKtVNr0JECBAoCkBzRAgQIAAAQIECBAgQIAAAQLtC+iQAAECBAgQmKbAlQC4BL+pQKS6XFbZ9iZAgAABAgRaEdAHAQIECBAgQIAAAQIECBAg0L6ADgkQIEBgwgJXAuAqUYLfyHXlvMp2DYTPtywIECBAgAABAgTGKmDeBAgQIECAAAECBAgQIECAQPsCOiRAYOoCawLgSlJ/BlyXigABAgQIECBAgACBJgQ0QYAAAQIECBAgQIAAAQIECLQvoEMCReCGALgc8SZAgAABAgQIECBAgACBJgQ0QYAAAQIECBAgQIAAAQIECLQvsOywBMB9WV9WWY2yqy7qMpf1Zc33+SBAgAABAgQIECBAgAABAgRGJGCqBAgQIECAAAECBAgQIDAxgZLwXul4+c//LpdXDttsQUAPBAgQIECAAAECBAgQIECAQPsCOiRAgAABAgQIECBAYIoC1wPgqlB/9VuXigCB9gR0RIAAAQIECBAgQIAAAQIECLQvoEMCBAgQIECAAIHJCqwPgCfLoXECBAi0LaA7AgQIECBAgAABAgQIECBAoH0BHRIgQIAAAQLTFhAAT/v5654AAQIEpiOgUwIECBAgQIAAAQIECBAgQKB9AR0SIECAAIEQAPsSECBAgAABAgSaF9AgAQIECBAgQIAAAQIECBAg0L6ADgkQILAQEAAvHHwSIECAAAECBAgQaFNAVwQIECBAgAABAgQIECBAgED7AjoksCIgAF7BsEqAAAECBAgQIECAAIGWBPRCgAABAgQIECBAgAABAgQItC9wtUMB8FUR2wQIECBAgAABAgQIECBAYPwCOiBAgAABAgQIECBAgACBiQoIgCf14DVLgAABAgQIECBAgAABAgQItC+gQwIECBAgQIAAAQIEpiwgAJ7y09f7tAR0S4AAAQIECBAgQIAAAQIECLQvoEMCBAgQIECAAIHJCwiAJ/8VAECAwBQE9EiAAAECBAgQIECAAAECBAi0L6BDAgQIECBAgEAVEABXBUWAAAECBNoV0BkBAgQIECBAgAABAgQIECDQvoAOCRAgQIDAhYAA+ILCCgECBAgQIECgNQH9ECBAgAABAgQIECBAgAABAu0L6JAAAQKXBQTAlz1sESBAgAABAgQIEGhDQBcECBAgQIAAAQIECBAgQIBA+wI6JLBGQAC8BsUuAgQIECBAgAABAgQIjFnA3AkQIECAAAECBAgQIECAAIH2BW7qUAB8k4z9BAgQIECAAAECBAgQIEBgfAJmTIAAAQIECBAgQIAAAQITFxAAT+ILoEkCBAgQIECAAAECBAgQIECgfQEdEiBAgAABAgQIECBAIEIA7FtAoHUB/REgQIAAAQIECBAgQIAAAQLtC+iQAAECBAgQIECAwLmAAPgcwoIAAQItCuiJAAECBAgQIECAAAECBAgQaF9AhwQIECBAgACBVQEB8KqGdQIECBAg0I6ATggQIECAAAECBAgQIECAAIH2BXRIgAABAgSuCQiAr5HYQYAAAQIECBAYu4D5EyBAgAABAgQIECBAgAABAu0L6JAAAQLrBQTA613sJUCAAAECBAgQIDBOAbMmQIAAAQIECBAgQIAAAQIE2hfQIYENAgLgDTgOESBAgAABAgQIECBAYEwC5kqAAAECBAgQIECAAAECBAi0L3BbhwLg24QcJ0CAAAECBAgQIECAAAECwxcwQwIECBAgQIAAAQIECBAgMBcQAM8ZWv3QFwECBAgQIECAAAECBAgQINC+gA4JECBAgAABAgQIECDwQkAA/MLCGoG2BHRDgAABAgQIECBAgAABAgQItC+gQwIECBAgQIAAAQJXBATAV0BsEiBAoAUBPRAgQIAAAQIECBAgQIAAAQLtC+iQAAECBAgQILBOQAC8TsU+AgQIECAwXgEzJ0CAAAECBAgQIECAAAECBNoX0CEBAgQIELhRQAB8I40DBAgQIECAAIGxCZgvAQIECBAgQIAAAQIECBAg0L6ADgkQILBZQAC82cdRAgQIECBAgAABAuMQMEsCBAgQIECAAAECBAgQIECgfQEdEriDgAD4DkhOIUCAAAECBAgQIECAwJAFzI0AAQIECBAgQIAAAQIECBBoX+CuHQqA7yrlPAIECBAgQIAAAQIECBAgMDwBMyJAgAABAgQIECBAgAABApcEBMCXOFrZ0AcBAgQIECBAgAABAgQIECDQvoAOCRAgQIAAAQIECBAgcF1AAHzdxB4C4xYwewIECBAgQIAAAQIECBAgQKB9AR0SIECAAAECBAgQuEFAAHwDjN0ECBAYo4A5EyBAgAABAgQIECBAgAABAu0L6JAAAQIECBC4LJBSipRypFyiz9RH1IrpvorCdJvXOQECBAgQaEhAKwQIECBAgAABAgQIECBAgED7AjokQIAAgXUCn30jzr7w2TjJNQSelTNSqem+BcDTffY6J0CAAAECBJoR0AgBAgQIECBAgAABAgQIECDQvoAOCRBYJ5BK6PvmZz4ezz798cjlPyn6KIt1p05mnwB4Mo9aowQIECBAgAABAk0KaIoAAQIECBAgQIAAAQIECBBoX0CH1wTyxZ4c/ec+FvGZT8RZ9zxyrr/+rXVxwuRWBMCTe+QaJkCAAAECBAgQIECgFQF9ECBAgAABAgQIECBAgACBKQrUjHdepflUst7P/vKH4vWPfTjqvoiyI9p6bduNAHhbMecTIECAAAECBAgQIECAAIHjC5gBAQIECBAgQIAAAQIEJilQQ94Xv/7too9HcfJ/fzief/hD8TheLSFwFy+OT5IoBMBNPXfNECBAgAABAgQIECBAgAABAu0L6JAAAQIECBAgQIDANAVqsJtL5Bulur6LPs3iydnn4q1PfSqefupXIj75D+uhyf8GWAA8zf/50HWLAnoiQIAAAQIECBAgQIAAAQIE2hfQIQECBAgQIEBgwgL1jzun6Mp/ZnHSn8RZfhqv//33x6tnz+OVs7N468N/Jx719ayYvxaBcUzuF8EC4Pnj90GAAIFxC5g9AQIECBAgQIAAAQIECBAg0L6ADgkQIECAAIGIVFPdiDjJXTx6HPGJX/i5eHKW43F+Hp/6u++Pk9OXoxyd/wo4pz4inUVdnl8WU3gJgKfwlPVIgAABAi0L6I0AAQIECBAgQIAAAQIECBBoX0CHBAgQIHAuUIPcPqX44kufj+6XPh4nf+//iSezFH2KePqRX46nn/54pFS3a/j7PJ6fzCLKsZjQSwA8oYetVQIECBAgQKA1Af0QIECAAAECBAgQIECAAAEC7QvokACBVYGa5Z72OU5L6PtrH/jf49lZH59/EvGsO4lHZ7P49M/+1TiJ59F3fXQ54pXnEac1C14dpPH1rvH+tEeAAAECBAgQIECgTQFdESBAgAABAgQIECBAgAABAu0L6HAuUHLc+XL5kXKORx//pfjVD/xcPDo5jecnZ+XQSXTpLL74wb8e3a98PB7nWUR3WsLflyLSSaQuXVQ0/uoa7097BAgQIECAAAECBAgQaE5AQwQIECBAgAABAgQIECBAYCoCOUXUKouLlme5i0++/3+LR88iHkcfT2Z9PJql6E/6OHn6yfjIX67HzuJZCYCflYA4lyuXVVZH877vRAXA95VzHQECBAgQIECAAAECBAgQOLyAOxIgQIAAAQIECBAgQGAyAquhbV+67krwe9I/ivShfxBf+D8/GO95+sV489HzeN6V8Dfl+T/1e1I+T//B++NzH/1wvP35S3E6O4367wPncjynvqznyGWslt8C4CaeriYIECBAgAABAgQIECBAgACB9gV0SIAAAQIECBAgQGBaAvVXvyXaLZFuH2ddF89O+kjps/Hxn/oz8crzsi918dKsxrl5Hup2ffXJMUufic/9uT8f8dZnY9adlJ2Lc8pKedf1smj4LQBu+OFqbSIC2iRAgAABAgQIECBAgAABAgTaF9AhAQIECBAgQGBCAqsRbcopTvIsUj6JV549iw/9zE/GS5/9aHT90+hLKFz/PeAUs6ivGnx2keJxOTf/2kfj4z/9P8aj+EJE7iPn1VHr2e1W125rOiNAgED7AjokQIAAAQIECBAgQIAAAQIE2hfQIQECBAgQmJJAyXujVv3lb0luo+S5ZfssnpxFfOJnfy4e/fwH4guvfC5m9ee+5cS+LHPUX/nG4pUj+v61ctlZfObv/R/xqb/y0/MAOcr+xQlpsWj4UwDc8MPVGgECBAg0LaA5AgQIECBAgAABAgQIECBAoH0BHRIgQGBSAjWjrVWb7ktO28VZCXLfisf9FyL/3b8Uz/7S/xDp7DNx+vztMUspcqnIp9GVs7p6Ua1yXd+9UY718fYSDv/aX/2L8dm//XPxcjqNWf+4jFhParsuLNpuU3cECBAgQIAAgZYE9EKAAAECBAgQIECAAAECBAi0L6BDAtMTKNltpJIA1+VZCWyfpVeiO3stnn3wF+LTP/7nYtY9j8hdiXsXNrmeGKeLjdXPVAY5337cn8Xnf+bHyxjvL0FyuT6VOj/W6qJrtTF9ESBAgAABAgQIEGhSQFMECBAgQIAAAQIECBAgQIBA+wIT7rBmuid9V0LePl59/sX44t/82fjET/xUPH3lzTgpwe6T/qQcS5FSulGpK/lvrfkJZf2VN87iYz/1ozH7a382Xn3ax81Xzq+IcsliZaSf3UjnbdoECBAgQIAAAQIECBCYnICGCRAgQIAAAQIECBAgQIBACwLzX+6mPlaT2Bq61prvzCfx0uyL8ff/5/82fuV/+a9idvqFyOl5nPZ99PP0druIM3fP49HsLP7fv/wz8as/+afL+vPo8uJuUV4v1qLc57zK/mO9H3rf7XQeejfXEyBAgAABAgQIECBAgAABAvcRcA0BAgQIECBAgAABAgSaEKjhbw1ca0XUIHY2z4FnJbU8y7Pons7i2Uf/TnzsP/vReMff/BvRPf5UnMxOS2ib5uFvjnJiX64ulW+sFLkmxbMUqSxnJVDO/eN49XmKt37h5+Ojf+KPRveLHyxjvhnp5Cxm3UnUcVMZNpe1sUMXobG3MOX5650AAQIECBAgQIAAAQIECBBoX0CHBAgQIECAAAECBNoQKPnqEQDMUQAAEABJREFURbza5RLqnr0Sj0qd9rN4+XnE2z72y/HG//TfxC//l38ynn/sF+N5l6LvXysBcY00F5UKxbLK6sZ3Pe/FCamME/Nf/naf+XR85Mf/VPzSn/mxmH3+o/N/G/i0hMkn/aM4nT2OxZ+gfnHl2Naq1NjmbL4ECFQBRYAAAQIECBAgQIAAAQIECLQvoEMCBAgQIECAQEMCqfRSf2XbxUnMuj7efPxGvPW2L0T8ysfjcz/9X8eHfuyPxyc/+LfjUfpCdI+fliC2j9eelrP7cuGO3qnGwPmtiPR6vPF//a34pR/5E/HWX/jzcfbJD8XTV5/GG+lp1F8ixw2v1RD7hlOOvlsAfPRHYAIECBDYXsAVBAgQIECAAAECBAgQIECAQPsCOiRAgAABAk0IpNpFV2PXSLkv0W+OnCPyJ/5hzD7wV+KX/7sfiY/82B+Ltz7w8/HK8xxdvBVn3Uk5v4/+5Hm89fjNODvpo1xyUXXE+1aXZ3E6y/Ho2WvxZPZKPH76mfjU3/gL8f/9yH8an/hT/0U8/cD7o3v6RnSzs+jKfFO5a4p+Pp8oyz6VuZSe6p+yvu8c9n1dt+8bGJ8AAQIECBDYqYDBCBAgQIAAAQIECBAgQIAAgfYFdEiAAIGmBGaf/0K88ZEPx+sf/Ovxsb/438ev/uc/HB/5k38sPv2TfzZe/vlfjHe89Vac5i9Gf/J6nHZvxeNZlO3Fn2I+mT2JedhaQteSwsa84v6vPnXl4i5Sehan/Vk8OnsUr5zleK3c/8kv/q3IP/Gn41f/gx+Mj/3oH41P/q8/EZ/++b8W/Yc/HvHJz0aalfA3cgmyZ1FD4RjoqxvovEyLAAECBAgQIEDgmoAdBAgQIECAAAECBAgQIECAQPsCOiTQlkAqgenj/CxO5392eRY59XHWzeLs5Fmpp/Hs8RfjjSelHr8ZuezvcioBa70qFYjT+XrKXfRla1m5rD/k3dehywB1MUuzeHp6Fk8fPY/nXY5nJ12cPXlbpMcvx2k58cnZLJ6f9vH8pNw91TvXZb2yDDDQtwB4oA/GtAgQIECAAAECBAhcErBBgAABAgQIECBAgAABAgQItC/QYIc5n8TZO94Vj7/2N8Zr3/yd8Rt+1x+Ir/g3/uP45n/3P4kv/54/GCff+Jtjlt4VuX8l+nLunGAetM7XLj5qqLms+8SvNbq9GOzqyqyLR2evxunXvDde+r5/Kb76D//x+Op/+4fjS973B+KVb/+ueOk3fFW89O4vib7rSiDdxdBfw5/h0AXNjwABAgQIECBAgAABAnsWMDwBAgQIECBAgAABAgQIEBijQA1qU5zFSTyLlJ6WAHUWT1OK5/FmPH/nO+PJb/kd8RXf/0fia37oP4zH/+z74vW3vasErLlUjTBzaTlH/SwrMV+pG7XmO7b7yGUyVy/t61y6J/G27/hn4sv+vR+Kd/9b/2Z8ybf/7sjv/ooyw9MSSOdI5TYlH45nJylyl6Ir18SeXrsaturtaizjECBAgAABAgQIECBAgAABArsVMBoBAgQIECBAgAABAgRGK5DLzGvw2kcJU+Nx5PQ4UnoUj0rls5LpdinOTk/i+bu/Ot7zO783vukH/6OIf/z3lbD1cTx7/GbMTt6MvpwbZaAaxC6rDLvVO0UfXY6oY/XxUgmYH8Wz0xSPv/WfLOHzD8c73vcDMft1742c3x798z7y09ejK8F1/XPVfS4hdF/uPDuZ37P2E+VoSYPn20P86IY4KXO6TcBxAgQIECBAgAABAgQIECBAoH0BHRIgQIAAAQIECBBoQCDXODKVRmpF1M+ufNZllGS3hrO5O4unJaF949WX4su/533x2r/2g5Ff+8Z4Hq+WnPXNeXi7OD+2epXMt4S+9S5dnOY+Huc3Ip98PvKXfXl87b/678e7v/+H4ulXfkk877rIaTGrep9lxU2vOvBNxwawvxvAHEyBAIFtBJxLgAABAgQIECBAgAABAgQItC+gQwIECBAgQIDARARm3SziZBaPUh/x6El8/pVX49Wv/rb4mn/nD8fjb/6OeP1k8cvblF+ApLJaqyxufNfT6zn1ulnXR46TeP3Rq3Hym74tvuoP/ZHov/Yro+/PIqV3Ru5O5+Okrl5RA+OyuVgtKy/eqYTZqe9izaEXJw1grRvAHEyBAAECBO4o4DQCBAgQIECAAAECBAgQIECgfQEdEiBAgACBKQmknKNPszjpI155FvHy85MSsKZ4/vjd8TX/8g/Ee37774lnJQTO8713l6l/qjnXUDnVK/t4K70SX/vd/2J8zff9ocjxUpz2OU7ys+jirAzaR18+87JKwlvXy+bld9lZDl3eN8AtAfAAH4opESBAgACBNQJ2ESBAgAABAgQIECBAgAABAu0L6JAAAQITFEiR8knkLsWzR2W9O4uuBLeP0vM4m52WAPj3x7u+/1+PN5+8rZx3VipFyWHntQ4rlZ2pxLldOakvG7mEy336yvj13/t9cfLbf1s8PXslzlKK5+lxRH4SXV8C57Jdbjofs1xWRli8y+XlfvGiYhwvAfA4npNZEiBAgAABApMW0DwBAgQIECBAgAABAgQIECDQvoAOCUxTIEWKLnfRlxB28YvdPqIEwCWdjfqapZN4xzf91vjS3/vPx1snL0V/8kbZvRrTls3zd907S/XKLk5zH4/PTmPWvyPe8z3/XLz6W35zub6EvVHGjxKRlvtFuXecvxa/GC7XluvPd5WNmJ9Rd9WKkbxKdyOZqWkSIECAAAECBAgQmKKAngkQIECAAAECBAgQIECAAIH2BSbe4TJcTSlFSi8qdyly18XrcRov/1PfGV/+u39ffD49ihwp1r3q3pQjZvWcNIu3Xn0pvuy73xdPvvXb4/WTV8pVp5G72cWluV5wsRXleKlyfdzwqqfXuuHwYHYLgAfzKEyEAAECBAgQIECAAAEClwVsESBAgAABAgQIECBAgAABAjnyyZvxtHspHn/Hd8W7v/k7o0+LiDPlroS21xPblE/i2UmOl7/lG+Pl7/6umMWr8WT2KE5L9ltGi1nXR/0d8DXb60NdO2UfO3Y9ZrfrAY1HgAABAgQIECBAgAABAgQIPFjAAAQIECBAgAABAgQIEGheIPcljl2pPudYrVy2a9Xg9rQ/i+cnr8SX/gs/EE+/9KviJL2thL8RJR0uH1feJxGPvuTr49f9jj8Yz0twnLpnsfzz0jXjzalcVmp5r3qPcuOoy1rlUKRyYl2ujlx2Ra3VfUNc74Y4KXO6ScB+AgQIECBAgAABAgQIECBAoH0BHRIgQIAAAQIECBAgsCpQg9haUSLfs3QaX/e+3x+zOItZCXafpZdLKLs4GuevpyUxfs/v/Vfi9OVXI3XPy94a2/axCIFjHu7Gplc5/fKIm04e3jEB8PCeiRkRWC9gLwECBAgQIECAAAECBAgQINC+gA4JECBAgAABAgQuBEoOG7UudpSVnEo0+4++N578E78pZieP4/nJ5TPq8Ze/5Vuje+83xuz0cZyd5kgpndfJfFmGmb/z/PPFRyqr6375W3aP6i0AHtXjMlkCBKYqoG8CBAgQIECAAAECBAgQIECgfQEdEiBAgAABArcL1NB29tKjeOfveV+kR++Orns9Tvsa3ZZry+J5dxJf+Tu/N9KTN+KsrOd4FLOSiPYlBO7LKfX6slj/LgfLEOuPjWhvaXdEszVVAgQIECAwPQEdEyBAgAABAgQIECBAgAABAu0L6JAAAQIEthDo+1nE27803v4bvzmeRFcC4JPoU443cxdP/unfGvnt74yzZ4+jyzm6vovyWSrF8lXX5lUD39VanjDypQB45A/Q9AkQIECAAIGWBfRGgAABAgQIECBAgAABAgQItC+gQwIEthGowe3JLEfKJ/HO3/Xb4unZy3FWds66Lh6nt8V7SgDcp0UEmqKPVAYv2XDkulLW6zuXj1plsTheVlYOl61xvxfdj7sHsydAgAABAgQIECDQnoCOCBAgQIAAAQIECBAgQIAAgfYFdLi9QElq6296Uz6N19/17nj8j31TPDuNEvWexktf/w1x8uu/Ls6ibufIuVS/iHprCJxyV4Ljrhxt+91+h20/P90RIECAAAECBAgQINCggJYIECBAgAABAgQIECBAgACB9QK5RL2z1EVf6vHJ2+Pt3/ZtMUslFS518q3fErPnL88vXMS+89VLH+XMS9vH3NjXvQXA+5I1LgECBAgQIECAAAECBAgQ2F7AFQQIECBAgAABAgQIECBwm0A+iZxypOddPP6690bXzeL07FG841u+PWZxEqlUVypHlPWIqL8EntesrM6iXLqocqjFd9diU+31pCMCBAgQIECAAAECBAgQIECgfQEdEiBAgAABAgQIECBwm0Ca/xnnkunWE0uo+/LbXouT93xlpC/79ZHTad07rxr+zlfqx/lGquul6rJWWW3yLQBu8rFqqikBzRAgQIAAAQIECBAgQIAAAQLtC+iQAAECBAgQIEDgzgIX4W0Jdvty1aOvf288+oZviFQD4PS8BMElIC4nlcPlaERZja5s1GWtaPwlAG78AWuPAIFxC5g9AQIECBAgQIAAAQIECBAg0L6ADgkQIECAAIH7C+SU4uQ9Xx3py768pL65hL81Eo7Fq6S9JfeNq7U42O6nALjdZ6szAgQIEBi3gNkTIECAAAECBAgQIECAAAEC7QvokAABAgQeLJDjtXd9Xbz67n8kUupL2PsiAJ4HvzUEXq0H32/4AwiAh/+MzJAAAQIECBCYnICGCRAgQIAAAQIECBAgQIAAgfYFdEiAwK4Eure/EielcpxFihcB8NXxLwLhqwca2xYAN/ZAtUOAAAECBAgQIDByAdMnQIAAAQIECBAgQIAAAQIE2hfQ4c4Eci6x7rtei0df8lrMutNIuYtIJQSuFdN8FYFpNq5rAgQIECBAgAABAgQIDE3AfAgQIECAAAECBAgQIECAAIG7C5Tot4S+KZ6fljpJUbfT3S8/2pn7vrEAeN/CxidAgAABAgQIECBAgAABArcLOIMAAQIECBAgQIAAAQIE7iGQoouTkvx2uYsupUipVFlPfRep7F9b0fara7u9sXdn/gQIECBAgAABAgQIECBAgED7AjokQIAAAQIECBAgQOA+AqlcNK8S+s7D3+V2DX6X62uWZVfTbwFw049Xc6MWMHkCBAgQIECAAAECBAgQIECgfQEdEiBAgAABAgQIPEig/sI3cok8V+tBI47/4qIx/iZ0QIAAgdYE9EOAAAECBAgQIECAAAECBAi0L6BDAgQIECBAgMA+BATA+1A1JgECBAgQuL+AKwkQIECAAAECBAgQIECAAIH2BXRIgAABAgT2JiAA3hutgQkQIECAAAEC2wo4nwABAgQIECBAgAABAgQIEGhfQIcECBDYr4AAeL++RidAgAABAgQIECBwNwFnESBAgAABAgQIECBAgAABAu0L6JDAAQQEwAdAdgsCBAgQIECAAAECBAhsEnCMAK1QBkUAABAASURBVAECBAgQIECAAAECBAgQaF/gUB12fc6xzzpUI+5DgAABAgQIECBAgAABAgRGKGDKBAgQIECAAAECBAgQIDAxgX1ms3VsvwAe5BfKpAgQIECAAAECBAgQIECAAIH2BXRIgAABAgQIECBAgACB3QsIgHdvakQCDxNwNQECBAgQIECAAAECBAgQINC+gA4JECBAgAABAgQI7ElAALwnWMMSIEDgPgKuIUCAAAECBAgQIECAAAECBNoX0CEBAgQIECBAYJ8CAuB96hqbAAECBAjcXcCZBAgQIECAAAECBAgQIECAQPsCOiRAgAABAnsXEADvndgNCBAgQIAAAQK3CThOgAABAgQIECBAgAABAgQItC+gQwIECBxGQAB8GGd3IUCAAAECBAgQILBewF4CBAgQIECAAAECBAgQIECgfQEdEjiggAD4gNhuRYAAAQIECBAgQIAAgVUB6wQIECBAgAABAgQIECBAgED7AofuUAB8aHH3I0CAAAECBAgQIECAAAECEQwIECBAgAABAgQIECBAgMBeBATAe2G976CuI0CAAAECBAgQIECAAAECBNoX0CEBAgQIECBAgAABAgT2JyAA3p+tkQlsJ+BsAgQIECBAgAABAgQIECBAoH0BHRIgQIAAAQIECBDYs4AAeM/AhidAgMBdBJxDgAABAgQIECBAgAABAgQItC+gQwIECBAgQIDAIQQEwIdQdg8CBAgQIHCzgCMECBAgQIAAAQIECBAgQIBA+wI6JECAAAECBxMQAB+M2o0IECBAgAABAlcFbBMgQIAAAQIECBAgQIAAAQLtC+iQAAEChxUQAB/W290IECBAgAABAgQILAR8EiBAgAABAgQIECBAgAABAu0L6JDAEQQEwEdAd0sCBAgQIECAAAECBKYtoHsCBAgQIECAAAECBAgQIECgfYFjdSgAPpa8+xIgQIAAAQIECBAgQIDAFAX0TIAAAQIECBAgQIAAAQIE9iogAN4r710Hdx4BAgQIECBAgAABAgQIECDQvoAOCRAgQIAAAQIECBAgsH8BAfD+jd2BwGYBRwkQIECAAAECBAgQIECAAIH2BXRIgAABAgQIECBA4EACAuADQbsNAQIE1gnYR4AAAQIECBAgQIAAAQIECLQvoEMCBAgQIECAwCEFBMCH1HYvAgQIECDwQsAaAQIECBAgQIAAAQIECBAg0L6ADgkQIECAwMEFBMAHJ3dDAgQIECBAgAABAgQIECBAgAABAgQIECBAoH0BHRIgQOA4AgLg47i7KwECBAgQIECAwFQF9E2AAAECBAgQIECAAAECBAi0L6BDAkcUEAAfEd+tCRAgQIAAAQIECBCYloBuCRAgQIAAAQIECBAgQIAAgfYFjt2hAPjYT8D9CRAgQIAAAQIECBAgQGAKAnokQIAAAQIECBAgQIAAAQIHERAAH4T5ppvYT4AAAQIECBAgQIAAAQIECLQvoEMCBAgQIECAAAECBAgcTkAAfDhrdyJwWcAWAQIECBAgQIAAAQIECBAg0L6ADgkQIECAAAECBAgcWEAAfGBwtyNAgEAVUAQIECBAgAABAgQIECBAgED7AjokQIAAAQIECBxDQAB8DHX3JECAAIEpC+idAAECBAgQIECAAAECBAgQaF9AhwQIECBA4GgCAuCj0bsxAQIECBAgMD0BHRMgQIAAAQIECBAgQIAAAQLtC+iQAAECxxUQAB/X390JECBAgAABAgSmIqBPAgQIECBAgAABAgQIECBAoH0BHRIYgIAAeAAPwRQIECBAgAABAgQIEGhbQHcECBAgQIAAAQIECBAgQIBA+wJD6VAAPJQnYR4ECBAgQIAAAQIECBAg0KKAnggQIECAAAECBAgQIECAwEEFBMAH5V7ezJIAAQIECBAgQIAAAQIECBBoX0CHBAgQIECAAAECBAgQOLyAAPjw5u44dQH9EyBAgAABAgQIECBAgAABAu0L6JAAAQIECBAgQIDAkQQEwEeCd1sCBKYpoGsCBAgQIECAAAECBAgQIECgfQEdEiBAgAABAgSOKSAAPqa+exMgQIDAlAT0SoAAAQIECBAgQIAAAQIECLQvoEMCBAgQIHB0AQHw0R+BCRAgQIAAAQLtC+iQAAECBAgQIECAAAECBAgQaF9AhwQIEBiGgAB4GM/BLAgQIECAAAECBFoV0BcBAgQIECBAgAABAgQIECDQvoAOCQxIQAA8oIdhKgQIECBAgAABAgQItCWgGwIECBAgQIAAAQIECBAgQKB9gaF1KAAe2hMxHwIECBAgQIAAAQIECBBoQUAPBAgQIECAAAECBAgQIEDgKAIC4IOyuxkBAgQIECBAgAABAgQIECDQvoAOCRAgQIAAAQIECBAgcDwBAfDx7N15agL6JUCAAAECBAgQIECAAAECBNoX0CEBAgQIECBAgACBIwsIgI/8ANyeAIFpCOiSAAECBAgQIECAAAECBAgQaF9AhwQIECBAgACBIQgIgIfwFMyBAAECBFoW0BsBAgQIECBAgAABAgQIECDQvoAOCRAgQIDAYAQEwIN5FCZCgAABAgQItCegIwIECBAgQIAAAQIECBAgQKB9AR0SIEBgWAIC4GE9D7MhQIAAAQIECBBoRUAfBAgQIECAAAECBAgQIECAQPsCOiQwQAEB8AAfiikRIECAAAECBAgQIDBuAbMnQIAAAQIECBAgQIAAAQIE2hcYaocC4KE+GfMiQIAAAQIECBAgQIAAgTEKmDMBAgQIECBAgAABAgQIEDiqgAD4IPxuQoAAAQIECBAgQIAAAQIECLQvoEMCBAgQIECAAAECBAgcX0AAfPxnYAatC+iPAAECBAgQIECAAAECBAgQaF9AhwQIECBAgAABAgQGIiAAHsiDMA0CBNoU0BUBAgQIECBAgAABAgQIECDQvoAOCRAgQIAAAQJDEhAAD+lpmAsBAgQItCSgFwIECBAgQIAAAQIECBAgQKB9AR0SIECAAIHBCQiAB/dITIgAAQIECBAYv4AOCBAgQIAAAQIECBAgQIAAgfYFdEiAAIFhCgiAh/lczIoAAQIECBAgQGCsAuZNgAABAgQIECBAgAABAgQItC+gQwIDFhAAD/jhmBoBAgQIECBAgAABAuMSMFsCBAgQIECAAAECBAgQIECgfYGhdygAHvoTMj8CBAgQIECAAAECBAgQGIOAORIgQIAAAQIECBAgQIAAgUEICID3+hgMToAAAQIECBAgQIAAAQIECLQvoEMCBAgQIECAAAECBAgMR0AAPJxnYSatCeiHAAECBAgQIECAAAECBAgQaF9AhwQIECBAgAABAgQGJiAAHtgDMR0CBNoQ0AUBAgQIECBAgAABAgQIECDQvoAOCRAgQIAAAQJDFBAAD/GpmBMBAgQIjFnA3AkQIECAAAECBAgQIECAAIH2BXRIgAABAgQGKyAAHuyjMTECBAgQIEBgfAJmTIAAAQIECBAgQIAAAQIECLQvoEMCBAgMW0AAPOznY3YECBAgQIAAAQJjETBPAgQIECBAgAABAgQIECBAoH0BHRIYgYAAeAQPyRQJECBAgAABAgQIEBi2gNkRIECAAAECBAgQIECAAAEC7QuMpcMu5xybaiyNmCcBAgQIECBAgAABAgQIEDiCgFsSIECAAAECBAgQIECAAIFBCfgF8F4eh0EJECBAgAABAgQIECBAgACB9gV0SIAAAQIECBAgQIAAgeEJCICH90zMaOwC5k+AAAECBAgQIECAAAECBAi0L6BDAgQIECBAgAABAgMVEAAP9MGYFgEC4xQwawIECBAgQIAAAQIECBAgQKB9AR0SIECAAAECBIYsIAAe8tMxNwIECBAYk4C5EiBAgAABAgQIECBAgAABAu0L6JAAAQIECAxeQAA8+EdkggQIECBAgMDwBcyQAAECBAgQIECAAAECBAgQaF9AhwQIEBiHgAB4HM/JLAkQIECAAAECBIYqYF4ECBAgQIAAAQIECBAgQIBA+wI6JDAiAQHwiB6WqRIgQIAAAQIECBAgMCwBsyFAgAABAgQIECBAgAABAgTaFxhbh6MPgPucY1ON7YGYLwECBAgQIECAAAECBAiMQsAkCRAgQIAAAQIECBAgQIDAUQRyyUc31egD4KOo3nhTBwgQIECAAAECBAgQIECAAIH2BXRIgAABAgQIECBAgACB4QoIgIf7bMxsbALmS4AAAQIECBAgQIAAAQIECLQvoEMCBAgQIECAAAECAxcQAA/8AZkeAQLjEDBLAgQIECBAgAABAgQIECBAoH0BHRIgQIAAAQIExiAgAB7DUzJHAgQIEBiygLkRIECAAAECBAgQIECAAAEC7QvokAABAgQIjEZAADyaR2WiBAgQIECAwPAEzIgAAQIECBAgQIAAAQIECBBoX0CHBAgQGJeAAHhcz8tsCRAgQIAAAQIEhiJgHgQIECBAgAABAgQIECBAgED7AjokMEIBAfAIH5opEyBAgAABAgQIECBwXAF3J0CAAAECBAgQIECAAAECBNoXGGuHAuCxPjnzJkCAAAECBAgQIECAAIFjCLgnAQIECBAgQIAAAQIECIxcoM85NtXI2wsB8E6eoEEIECBAgAABAgQIECBAgACB9gV0SIAAAQIECBAgQIAAgeELCICH/4zMcOgC5keAAAECBAgQIECAAAECBAi0L6BDAgQIECBAgAABAiMREACP5EGZJgECwxQwKwIECBAgQIAAAQIECBAgQKB9AR0SIECAAAECBMYkIAAe09MyVwIECBAYkoC5ECBAgAABAgQIECBAgAABAu0L6JAAAQIECIxOQAA8ukdmwgQIECBAgMDxBcyAAAECBAgQIECAAAECBAgQaF9AhwQIEBingAB4nM/NrAkQIECAAAECBI4l4L4ECBAgQIAAAQIECBAgQIBA+wI6JDBiAQHwiB+eqRMgQIAAAQIECBAgcFgBdyNAgAABAgQIECBAgAABAgTaFxh7h7cGwDnnWK2xN2z+BAgQIECAAAECBAgQIEDgHgIuIUCAAAECBAgQIECAAAECoxC4NQAeRRdHm6QbEyBAgAABAgQIECBAgAABAu0L6JAAAQIECBAgQIAAAQLjERAAj+dZmenQBMyHAAECBAgQIECAAAECBAgQaF9AhwQIECBAgAABAgRGJiAAHtkDM10CBIYhYBYECBAgQIAAAQIECBAgQIBA+wI6JECAAAECBAiMUUAAPManZs4ECBAgcEwB9yZAgAABAgQIECBAgAABAgTaF9AhAQIECBAYrYAAeLSPzsQJECBAgACBwwu4IwECBAgQIECAAAECBAgQINC+gA4JECAwbgEB8Lifn9kTIECAAAECBAgcSsB9CBAgQIAAAQIECBAgQIAAgfYFdEigAQEBcAMPUQsECBAgQIAAAQIECOxXwOgECBAgQIAAAQIECBAgQIBA+wKtdCgAbuVJ6oMAAQIECBAgQIAAAQIE9iFgTAIECBAgQIAAAQIECBAgcFRUz0sGAAAQAElEQVSBnHOs1m2TEQDfJrT2uJ0ECBAgQIAAAQIECBAgQIBA+wI6JECAAAECBAgQIECAwPgEBMDje2ZmfGwB9ydAgAABAgQIECBAgAABAgTaF9AhAQIECBAgQIAAgZEKCIBH+uBMmwCB4wi4KwECBAgQIECAAAECBAgQINC+gA4JECBAgAABAmMWEACP+emZOwECBAgcUsC9CBAgQIAAAQIECBAgQIAAgfYFdEiAAAECBEYvIAAe/SPUAAECBAgQILB/AXcgQIAAAQIECBAgQIAAAQIE2hfQIQECBNoQEAC38Rx1QYAAAQIECBAgsC8B4xIgQIAAAQIECBAgQIAAAQLtC+iQQEMCAuCGHqZWCBAgQIAAAQIECBDYrYDRCBAgQIAAAQIECBAgQIAAgfYFWutw6wA45xyrNXSQvsx3Uw19/uZHgAABAgQIECBAgAABAkcRcFMCBAgQIECAAAECBAgQGKnApmywHht6W6tZbF3fdr5bB8Db3qCt83VDgAABAgQIECBAgAABAgQItC+gQwIECBAgQIAAAQIECIxXQAA83mdn5ocWcD8CBAgQIECAAAECBAgQIECgfQEdEiBAgAABAgQIEBi5gAB45A/Q9AkQOIyAuxAgQIAAAQIECBAgQIAAAQLtC+iQAAECBAgQINCCgAC4haeoBwIECBDYp4CxCRAgQIAAAQIECBAgQIAAgfYFdEiAAAECBJoREAA38yg1QoAAAQIECOxewIgECBAgQIAAAQIECBAgQIBA+wI6JECAQFsCAuC2nqduCBAgQIAAAQIEdiVgHAIECBAgQIAAAQIECBAgQKB9AR0SaFBAANzgQ9USAQIECBAgQIAAAQIPE3A1AQIECBAgQIAAAQIECBAg0L5Aqx0KgFt9svoiQIAAAQIECBAgQIAAgfsIuIYAAQIECBAgQIAAAQIECOxVoEspasWeXgLgO8E6iQABAgQIECBAgAABAgQIEGhfQIcECBAgQIAAAQIECBAYv4AAePzPUAf7FjA+AQIECBAgQIAAAQIECBAg0L6ADgkQIECAAAECBAg0IiAAbuRBaoMAgf0IGJUAAQIECBAgQIAAAQIECBBoX0CHBAgQIECAAIGWBATALT1NvRAgQIDALgWMRYAAAQIECBAgQIAAAQIECLQvoEMCBAgQINCcgAC4uUeqIQIECBAgQODhAkYgQIAAAQIECBAgQIAAAQIE2hfQIQECBNoUEAC3+Vx1RYAAAQIECBAgcF8B1xEgQIAAAQIECBAgQIAAAQLtC+iQQMMCAuCGH67WCBAgQIAAAQIECBDYTsDZBAgQIECAAAECBAgQIECAQPsCrXf44AA45xyr1TqY/ggQIECAAAECBAgQIECgSQFNESBAgAABAgQIECBAgACBowisZq11/aGTeHAA/NAJDPt6syNAgAABAgQIECBAgAABAgTaF9AhAQIECBAgQIAAAQIE2hEQALfzLHWyawHjESBAgAABAgQIECBAgAABAu0L6JAAAQIECBAgQIBAYwIC4MYeqHYIENiNgFEIECBAgAABAgQIECBAgACB9gV0SIAAAQIECBBoUUAA3OJT1RMBAgQIPETAtQQIECBAgAABAgQIECBAgED7AjokQIAAAQLNCgiAm320GiNAgAABAgS2F3AFAQIECBAgQIAAAQIECBAg0L6ADgkQINC2gAC47eerOwIECBAgQIAAgbsKOI8AAQIECBAgQIAAAQIECBBoX0CHBCYgIACewEPWIgECBAgQIECAAAECmwUcJUCAAAECBAgQIECAAAECBNoXmEqHkw+A+5xjU03li6BPAgQIECBAgAABAgQITFRA2wQIECBAgAABAgQIECAwMoFN2V49NrJ2dj7dyQfA60XtJUCAAAECBAgQIECAAAECBNoX0CEBAgQIECBAgAABAgTaExAAt/dMdfRQAdcTIECAAAECBAgQIECAAAEC7QvokAABAgQIECBAgECjAgLgRh+stggQuJ+AqwgQIECAAAECBAgQIECAAIH2BXRIgAABAgQIEGhZQADc8tPVGwECBAhsI+BcAgQIECBAgAABAgQIECBAoH0BHRIgQIAAgeYFBMDNP2INEiBAgAABArcLOIMAAQIECBAgQIAAAQIECBBoX0CHBAgQmIaAAHgaz1mXBAgQIECAAAECNwnYT4AAAQIECBAgQIAAAQIECLQvoEMCExIQAE/oYWuVAAECBAgQIECAAIHLArYIECBAgAABAgQIECBAgACB9gWm1uHOA+CccyyrYvZluy4VAQIECBAgQIAAAQIECBAYkICpECBAgAABAgQIECBAgACBJgV2HgCPW8nsCRAgQIAAAQIECBAgQIAAgfYFdEiAAAECBAgQIECAAIF2BQTA7T5bnW0r4HwCBAgQIECAAAECBAgQIECgfQEdEiBAgAABAgQIEGhcQADc+APWHgECdxNwFgECBAgQIECAAAECBAgQINC+gA4JECBAgAABAlMQEABP4SnrkQABAgQ2CThGgAABAgQIECBAgAABAgQItC+gQwIECBAgMBkBAfBkHrVGCRAgQIAAgesC9hAgQIAAAQIECBAgQIAAAQLtC+iQAAEC0xIQAE/reeuWAAECBAgQIEBgKWBJgAABAgQIECBAgAABAgQItC+gQwITFBAAT/Cha5kAAQIECBAgQIDA1AX0T4AAAQIECBAgQIAAAQIECLQvMNUOBcC3PPk+59hUt1zuMAECBAgQIECAAAECBAgMS8BsCBAgQIAAAQIECBAgQIBA0wIC4Pnj9UGAAAECBAgQIECAAAECBAi0L6BDAgQIECBAgAABAgQItC8gAG7/GevwNgHHCRAgQIAAAQIECBAgQIAAgfYFdEiAAAECBAgQIEBgIgIC4Ik8aG0SILBewF4CBAgQIECAAAECBAgQIECgfQEdEiBAgAABAgSmJCAAntLT1isBAgQIrApYJ0CAAAECBAgQIECAAAECBNoX0CEBAgQIEJicgAB4co9cwwQIECBAgEAEAwIECBAgQIAAAQIECBAgQKB9AR0SIEBgmgIC4Gk+d10TIECAAAECBKYroHMCBAgQIECAAAECBAgQIECgfQEdEpiwgAB4wg9f6wQIECBAgAABAgSmJqBfAgQIECBAgAABAgQIECBAoH2BqXcoAJ76N0D/BAgQIECAAAECBAgQmIaALgkQIECAAAECBAgQIEBgJAJ9zrGpRtLG0aY58QD4aO5uTIAAAQIECBAgQIAAAQIECBxMwI0IECBAgAABAgQIECAwHQEB8HSetU6vCtgmQIAAAQIECBAgQIAAAQIE2hfQIQECBAgQIECAAIGJCQiAJ/bAtUuAwELAJwECBAgQIECAAAECBAgQINC+gA4JECBAgAABAlMUEABP8anrmQABAtMW0D0BAgQIECBAgAABAgQIECDQvoAOCRAgQIDAZAUEwJN99BonQIAAAQJTFNAzAQIECBAgQIAAAQIECBAg0L6ADgkQIDBtAQHwtJ+/7gkQIECAAAEC0xHQKQECBAgQIECAAAECBAgQINC+gA4JEAgBsC8BAQIECBAgQIAAAQLNC2iQAAECBAgQIECAAAECBAgQaF9AhwuBLuccq7XY7ZMAAQIECBAgQIAAAQIECDQhoAkCBAgQIECAAAECBAgQIDApgYn+AnhSz1izBAgQIECAAAECBAgQIEBgogLaJkCAAAECBAgQIECAwPQEBMDTe+Y6JkCAAAECBAgQIECAAAECBAi0L6BDAgQIECBAgAABAhMVEABP9MFrm8BUBfRNgAABAgQIECBAgAABAgQItC+gQwIECBAgQIDAlAUEwFN++nonQIDAtAR0S4AAAQIECBAgQIAAAQIECLQvoEMCBAgQIDB5AQHw5L8CAAgQIECAwBQE9EiAAAECBAgQIECAAAECBAi0L6BDAgQIEKgCAuCqoAgQIECAAAECBNoV0BkBAgQIECBAgAABAgQIECDQvoAOCRC4EBAAX1BYIUCAAAECBAgQIECgNQH9ECBAgAABAgQIECBAgAABAu0L6PCygAD4soctAgQIECBAgAABAgQIEGhDQBcECBAgQIAAAQIECBAgQGASAjnnWK2JBcCTeMaaJECAAAECBAgQIECAAAECExfQPgECBAgQIECAAAECBKYrIACe7rOfXuc6JkCAAAECBAgQIECAAAECBNoX0CEBAgQIECBAgACBiQsIgCf+BdA+gakI6JMAAQIECBAgQIAAAQIECBBoX0CHBAgQIECAAAECEQJg3wICBAgQaF1AfwQIECBAgAABAgQIECBAgED7AjokQIAAAQIEzgUEwOcQFgQIECBAgECLAnoiQIAAAQIECBAgQIAAAQIE2hfQIQECBAisCgiAVzWsEyBAgAABAgQItCOgEwIECBAgQIAAAQIECBAgQKB9AR0SIHBNQAB8jcQOAgQIECBAgAABAgTGLmD+BAgQIECAAAECBAgQIECAQPsCOlwvcC0AzjnHaq2/zF4CBAgQIECAAAECBAgQIDBIAZMiQIAAAQIECBAgQIAAAQJNC6xmuXX9arPXAuCrJ7SxrQsCBAgQIECAAAECBAgQIECgfQEdEiBAgAABAgQIECBAgIAA2HegfQEdEiBAgAABAgQIECBAgAABAu0L6JAAAQIECBAgQIAAgbmAAHjO4IMAgVYF9EWAAAECBAgQIECAAAECBAi0L6BDAgQIECBAgACBFwIC4BcW1ggQIECgLQHdECBAgAABAgQIECBAgAABAu0L6JAAAQIECBC4IiAAvgJikwABAgQIEGhBQA8ECBAgQIAAAQIECBAgQIBA+wI6JECAAIF1AgLgdSr2ESBAgAABAgQIjFfAzAkQIECAAAECBAgQIECAAIH2BXRIgMCNAgLgG2kcIECAAAECBAgQIEBgbALmS4AAAQIECBAgQIAAAQIECLQvoMPNArcGwDnnWK3NwzlKgAABAgQIECBAgAABAgSOIuCmBAgQIECAAAECBAgQIECgSYHVrLau39bkrQHwbQMM+7jZESBAgAABAgQIECBAgAABAu0L6JAAAQIECBAgQIAAAQIElgIC4KWEZXsCOiJAgAABAgQIECBAgAABAgTaF9AhAQIECBAgQIAAAQKXBATAlzhsECDQioA+CBAgQIAAAQIECBAgQIAAgfYFdEiAAAECBAgQIHBdQAB83cQeAgQIEBi3gNkTIECAAAECBAgQIECAAAEC7QvokAABAgQIELhBQAB8A4zdBAgQIECAwBgFzJkAAQIECBAgQIAAAQIECBBoX0CHBAgQILBJQAC8SccxAgQIECBAgACB8QiYKQECBAgQIECAAAECBAgQINC+gA4JELhVQAB8K5ETCBAgQIAAAQIECBAYuoD5ESBAgAABAgQIECBAgAABAu0L6PBuAlsHwDnnWK273cZZBAgQIECAAAECBAgQIEBgLwIGJUCAAAECBAgQIECAAAECTQmsZrF1fdvmtg6At73BQpTv5QAAEABJREFUcc53VwIECBAgQIAAAQIECBAgQKB9AR0SIECAAAECBAgQIECAwFUBAfBVEdvjF9ABAQIECBAgQIAAAQIECBAg0L6ADgkQIECAAAECBAgQWCsgAF7LYicBAmMVMG8CBAgQIECAAAECBAgQIECgfQEdEiBAgAABAgT2KZBj8Z993mOfYwuA96lrbAIECBA4pIB7ESBAgAABAgQIECBAgAABAu0L6JAAAQIECOxdoO9zzCuXZam933DHNxAA7xjUcAQIECBAgMAxBNyTAAECBAgQIECAAAECBAgQaF9AhwQIECBwFwEB8F2UnEOAAAECBAgQIDBcATMjQIAAAQIECBAgQIAAAQIE2hfQIYEDCqSUIqV0wDvu9lYC4N16Go0AAQIECBAgQIAAgQMKuBUBAgQIECBAgAABAgQIECDQvoAOtxN4cACcc45aV2+b0iIV786XV4/vYrsv967j1PvfVPW4IkCAAAECBAgQIECAAIHmBDREgAABAgQIECBAgAABAgT2IlBzx+XA+8o6S8I6z1hX71XXay3vfd/lgwPg+954P9cZlQABAgQIECBAgAABAgQIEGhfQIcECBAgQIAAAQIECBAgcJOAAPgmGfvHJ2DGBAgQIECAAAECBAgQIECAQPsCOiRAgAABAgQIECBAYKOAAHgjj4MECIxFwDwJECBAgAABAgQIECBAgACB9gV0SIAAAQIECBAgcLuAAPh2I2cQIECAwLAFzI4AAQIECBAgQIAAAQIECBBoX0CHBAgQIECAwB0FBMB3hHIaAQIECBAgMEQBcyJAgAABAgQIECBAgAABAgTaF9AhAQIECGwjIADeRsu5BAgQIECAAAECwxEwEwIECBAgQIAAAQIECBAgQKB9AR0SILC1gAB4azIXECBAgAABAgQIECBwbAH3J0CAAAECBAgQIECAAAECBNoX0OH9BHYWAOecY1l1KnW9LhUBAgQIECBAgAABAgQIENihgKEIECBAgAABAgQIECBAgMCDBGqOuanq4PV4l1Jd3VvVe6zWrm60swB4VxO63ziuIkCAAAECBAgQIECAAAECBNoX0CEBAgQIECBAgAABAgQI3CYgAL5NyPHhC5ghAQIECBAgQIAAAQIECBAg0L6ADgkQIECAAAECBAgQuJOAAPhOTE4iQGCoAuZFgAABAgQIECBAgAABAgQItC+gQwIECBAgQIAAgbsLCIDvbuVMAgQIEBiWgNkQIECAAAECBAgQIECAAAEC7QvokAABAgQIENhSQAC8JZjTCRAgQIAAgSEImAMBAgQIECBAgAABAgQIECDQvoAOCRAgQOA+AgLg+6i5hgABAgQIECBA4HgC7kyAAAECBAgQIECAAAECBAi0L6BDAgTuLSAAvjedCwkQIECAAAECBAgQOLSA+xEgQIAAAQIECBAgQIAAAQLtC+jwYQJ7CYBzzpFSetjMXE2AAAECBAgQIECAAAECBF4IWCNAgAABAgQIECBAgAABAs0IpEh762UvAfDeZnttYDsIECBAgAABAgQIECBAgACB9gV0SIAAAQIECBAgQIAAAQJ3FRAA31XKecMTMCMCBAgQIECAAAECBAgQIECgfQEdEiBAgAABAgQIECCwlYAAeCsuJxMgMBQB8yBAgAABAgQIECBAgAABAgTaF9AhAQIECBAgQIDA9gIC4O3NXEGAAAECxxVwdwIECBAgQIAAAQIECBAgQKB9AR0SIECAAAEC9xQQAN8TzmUECBAgQIDAMQTckwABAgQIECBAgAABAgQIEGhfQIcECBAg8BABAfBD9FxLgAABAgQIECBwOAF3IkCAAAECBAgQIECAAAECBNoX0CEBAg8WEAA/mNAABAgQIECAAAECBAjsW8D4BAgQIECAAAECBAgQIECAQPsCOtyNQPMBcM45NtVuGA83Sl/6Wa3D3dmdCBAgQIAAAQIECBAgcBQBNyVAgAABAgQIECBAgACBAwusZlHr1g88na1vtykbrMe2HnBkF4w0AB6ZsukSIECAAAECBAgQIECAAAEC9xBwCQECBAgQIECAAAECBAhsKyAA3lbM+ccXMAMCBAgQIECAAAECBAgQIECgfQEdEiBAgAABAgQIECBwLwEB8L3YXESAwLEE3JcAAQIECBAgQIAAAQIECBBoX0CHBAgQIECAAAEC9xcQAN/fzpUECBAgcFgBdyNAgAABAgQIECBAgAABAgTaF9AhAQIECBAg8EABAfADAV1OgAABAgQIHELAPQgQIECAAAECBAgQIECAAIH2BXRIgAABArsQEADvQtEYBAgQIECAAAEC+xMwMgECBAgQIECAAAECBAgQINC+gA4JENiZgAB4Z5QGIkCAAAECBAgQIEBg1wLGI0CAAAECBAgQIECAAAECBNoX0OFuBQTAu/U8+Gh9zrGpDj4hNyRAgAABAgQIECBAgMBuBIxCgAABAgQIECBAgAABAnsS2JQt1WN7uq1hDyQwsgD4QCpuQ4AAAQIECBAgQIAAAQIECBxRwK0JECBAgAABAgQIECBA4L4CAuD7yrnu8ALuSIAAAQIECBAgQIAAAQIECLQvoEMCBAgQIECAAAECBB4kIAB+EJ+LCRA4lID7ECBAgAABAgQIECBAgAABAu0L6JAAAQIECBAgQODhAgLghxsagQABAgT2K2B0AgQIECBAgAABAgQIECBAoH0BHRIgQIAAAQI7EhAA7wjSMAQIECBAgMA+BIxJgAABAgQIECBAgAABAgQItC+gQwIECBDYpYAAeJeaxiJAgAABAgQIENidgJEIECBAgAABAgQIECBAgACB9gV0SIDAzgUEwDsnNSABAgQIECBAgAABAg8VcD0BAgQIECBAgAABAgQIECDQvoAO9yPQ5ZxjtfZzm+GOutr7uvXhztzMCBAgQIAAAQIECBAg0KSApggQIECAAAECBAgQIECAwEaBdZne6r6NF0/g4Eh+ATyBJ6FFAgQIECBAgAABAgQIECAweQEABAgQIECAAAECBAgQIPBQAQHwQwVdv38BdyBAgAABAgQIECBAgAABAgTaF9AhAQIECBAgQIAAAQI7ERAA74TRIAQI7EvAuAQIECBAgAABAgQIECBAgED7AjokQIAAAQIECBDYnYAAeHeWRiJAgACB3QoYjQABAgQIECBAgAABAgQIEGhfQIcECBAgQIDAjgUEwDsGNRwBAgQIECCwCwFjECBAgAABAgQIECBAgAABAu0L6JAAAQIE9iEgAN6HqjEJECBAgAABAgTuL+BKAgQIECBAgAABAgQIECBAoH0BHRIgsDcBAfDeaA1MgAABAgQIECBAgMC2As4nQIAAAQIECBAgQIAAAQIE2hfQ4X4FrgXAOedYrf3efvijr1rU9eHP+PIM+/I8N9Xls20RIECAAAECBAgQIEDgaAJuTIAAAQIECBAgQIAAAQI7EtiUDdVjO7qNYY4kUDPLTXUtAD7SPG+4rd0ECBAgQIAAAQIECBAgQIBA+wI6JECAAAECBAgQIECAAIFdCQiAdyVpnN0LGJEAAQIECBAgQIAAAQIECBBoX0CHBAgQIECAAAECBAjsVEAAvFNOgxEgsCsB4xAgQIAAAQIECBAgQIAAAQLtC+iQAAECBAgQIEBg9wIC4N2bGpEAAQIEHibgagIECBAgQIAAAQIECBAgQKB9AR0SIECAAAECexIQAO8J1rAECBAgQIDAfQRcQ4AAAQIECBAgQIAAAQIECLQvoEMCBAgQ2KeAAHifusYmQIAAAQIECBC4u4AzCRAgQIAAAQIECBAgQIAAgfYFdEiAwN4FBMB7J3YDAgQIECBAgAABAgRuE3CcAAECBAgQIECAAAECBAgQaF9Ah4cRuDUAzjnHah1mWsO9y6pFXe+LT63hznjzzOrcN9Xmqx0lQIAAAQIECBAgQIDAgwUMQIAAAQIECBAgQIAAAQIELgRqblU3ag53U9XjU6qrDrf1fmsAfNsA+zluVAIECBAgQIAAAQIECBAgQKB9AR0SIECAAAECBAgQIECAwK4FBMC7FjXewwWMQIAAAQIECBAgQIAAAQIECLQvoEMCBAgQIECAAAECBPYiIADeC6tBCRC4r4DrCBAgQIAAAQIECBAgQIAAgfYFdEiAAAECBAgQILA/AQHw/myNTIAAAQLbCTibAAECBAgQIECAAAECBAgQaF9AhwQIECBAgMCeBQTAewY2PAECBAgQIHAXAecQIECAAAECBAgQIECAAAEC7QvokAABApsF8vnhnJdr5zssthIQAG/F5WQCBAgQIECAAIGdCxiQAAECBAgQIECAAAECBAgQaF9AhwRuEchR/lOCX+HvLVB3OCwAvgOSUwgQIECAAAECBAgQ2I+AUQkQIECAAAECBAgQIECAAIH2Be7aofD3rlKbz9s6AK7wq7V5+P0fXZ3LuvX9z8AdCBAgQIAAAQIECBAgQOAeAi4hQIAAAQIECBAgQIAAgXsK9DnHprrnsEe9LEU66v2HdPOrmee2c9s6AN72Btud72wCBAgQIECAAAECBAgQIECgfQEdEiBAgAABAgQIECBAgMC+BATA+5I17vYCriBAgAABAgQIECBAgAABAgTaF9AhAQIECBAgQIAAAQJ7FRAA75XX4AQI3FXAeQQIECBAgAABAgQIECBAgED7AjokQIAAAQIECBDYv4AAeP/G7kCAAAECmwUcJUCAAAECBAgQIECAAAECBNoX0CEBAgQIECBwIAEB8IGg3YYAAQIECBBYJ2AfAQIECBAgQIAAAQIECBAg0L6ADgkQIEDgkAIC4ENquxcBAgQIECBAgMALAWsECBAgQIAAAQIECBAgQIBA+wI6JEDg4AJ7C4Bzzgdvxg0JECBAgAABAgQIEBiHgFkSIECAAAECBAgQIECAAAEC7Qvo8DgCDw6Aa9B7tVZb6ScSBNc+a6323sJ67WlTtdCjHggQIECAAAECBAgQOKiAmxEgQIAAAQIECBAgQIDALQKbspl67JbLHb5F4Gq2eXX7lst3cjjHix/T7vr+Dw6Ab+qwTvSmY9f320OAAAECBAgQIECAAAECBAi0L6BDAgQIECBAgAABAgQIENi3QJdKuLysfd/M+ATWCthJgAABAgQIECBAgAABAgQItC+gQwIECBAgQIAAAQIEDiKwt18AH2T2bkKAwOgFNECAAAECBAgQIECAAAECBAi0L6BDAgQIECBAgACBwwlcCoD9Evhw8O5EgAABAoGAAAECBAgQIECAAAECBAgQaF9AhwQIECBAgMCBBS4FwPu4d5fSPoY1JgECBAgQIDBqAZMnQIAAAQIECBAgQIAAAQIE2hfQIQECBAgcQ6DrcsSydjWBnPvIOYfsd1eixiFAgAABAgQINCSgFQIECBAgQIAAAQIECBAgQKB9AR0SIHA0gb38Arhkv+cBcBleCny0h+vGBAgQIECAAAECBIYmYD4ECBAgQIAAAQIECBAgQIBA+wI6PK5A16eIZS2nkv2zwTwAABAASURBVHLEsuIer5RSpJQWV9Y0eLF2lM/6S+RNdZRJuSkBAgQIECBAgAABAgSmJ6BjAgQIECBAgAABAgQIECBwFIGrWeFRJnHlpinSlT272+x2N9R9RnINAQIECBAgQIAAAQIECBAg0L6ADgkQIECAAAECBAgQIEDgUAI3BMC53H9ZZdWbwD4EjEmAAAECBAgQIECAAAECBAi0L6BDAgQIECBAgAABAgQOIJAj5UVdCYBzufm6Kru9CRAgsEMBQxEgQIAAAQIECBAgQIAAAQLtC+iQAAECBAgQIEBg3wLXs92VAPjqwdXJ1GOr29YJECBAgMC9BVxIgAABAgQIECBAgAABAgQItC+gQwIECBAgQGDPAstf/C6XETXTzbESAC9nUA6kUvMT6r7lel3WbUWAAAECBAgQuK+A6wgQIECAAAECBAgQIECAAIH2BXRIgAABAocVKDluzXfPa00AfNjpuBsBAgQIECBAgMBEBLRJgAABAgQIECBAgAABAgQItC+gQwIEjiCQInKKblllKxZVFt4ECBAgQIAAAQIECBDYg4AhCRAgQIAAAQIECBAgQIAAgfYFdHhMgRICx6K6Rfiby2xqlUU9UNLhqMuISGX9RdXtyxVeBAgQIECAAAECBAgQIEDgZgFHCBAgQIAAAQIECBAgQIDAQQVyzrFaB735AW6WSqxbK+Z57iL0jfLqz6sEwGXt2rueuLrz6vbqsfusu4YAAQIECBAgQIAAAQIECBBoX0CHBAgQIECAAAECBAgQILBfges57g0BcJ1GPXlZdVsR2JGAYQgQIECAAAECBAgQIECAAIH2BXRIgAABAgQIECBAgMCBBJaZ7mJZ/y3g+m8C33DzetINh+wmQIDAPQRcQoAAAQIECBAgQIAAAQIECLQvoEMCBAgQIECAAIF9COQy6E1VDp3/SeiLXwDnlEoQ/KJifkJ4ESBAgACBXQkYhwABAgQIECBAgAABAgQIEGhfQIcECBAgQIDAXgRuCn6v7o/o+hRRazGPsjEPfutysccnAQIECBAgQODhAkYgQIAAAQIECBAgQIAAAQIE2hfQIQECBAgMQeDiF8DXJ1ND4FrXj9hDgAABAgQIECBA4M4CTiRAgAABAgQIECBAgAABAgTaF9AhAQJ7F0g5olbc8toQAN9ypcMECBAgQIAAAQIECBC4RcBhAgQIECBAgAABAgQIECBAoH0BHQ5LoOtyilox/9PPcfHKJT6udbGj0ZWcc2yqRtvWFgECBAgQIECAAAECBPYtYHwCBAgQIECAAAECBAgQILAXgU3ZXj22l5seYdAS185/8btY1r/cvKicUtxcEV3Mg98Uh3m5CwECBAgQIECAAAECBAgQINC+gA4JECBAgAABAgQIECBAYPcCNdPdVIs7lgB4sbLdZy6nL6usehO4i4BzCBAgQIAAAQIECBAgQIAAgfYFdEiAAAECBAgQIECAwB4EltlsvvhV8E032TIAzmWcdVV2exMgQGCDgEMECBAgQIAAAQIECBAgQIBA+wI6JECAAAECBAgQ2LXA9Wy2/jO+uf4Q+IZbbREAXx18dcR6bHXbOgECBAgQuBCwQoAAAQIECBAgQIAAAQIECLQvoEMCBAgQIEDggQKpRK6r1eWyIxZVQ9/Lw9f9l/cst7YIgJeXlMHqnec3q/vK9ny9Luu2IkCAAAECBAgsBSwJECBAgAABAgQIECBAgACB9gV0SIAAAQL7Fag5bI4aAi9++bvYjqjL63e+RwCcylilotb1Ae0hQIAAAQIECBAgMBfwQYAAAQIECBAgQIAAAQIECLQvoEMCBA4gUHPZZd1+u3sEwHXQeoO6VAQIECBAgAABAgQIELguYA8BAgQIECBAgAABAgQIECDQvoAODylw93z21gC4/ox4USlyWlb9EfBiPea/BK43rBVeBAgQIECAAAECBAgQIDBtAd0TIECAAAECBAgQIECAQGMCef5v0S6a6kpeuFjz+RCBHNf/fHMucWut5bj93LrsLHls/Rd6UzlYK8r2i4prr1sD4MtX1Bus7qnby1rdf3XdNgECBAgQIECAAAECBAgQINC+gA4JECBAgAABAgQIECBAYLcCNYtdHbFuL2t1/4v1LQPgeuFywLqs24tK10PqxQGfBAgQIECAAAECBAgQIECAAAEC7QvokAABAgQIECBAgACBBwnUvLXW9UFqLrus60ev7rlHAFyHqDeoS0WAAIHNAo4SIECAAAECBAgQIECAAAEC7QvokAABAgQIECBAYHuBbRLXnOo/z1v/md7b73PPADiips+rFeW13C6r3gQIECBAgAABAgQIECBAgAABAgQIECDQvoAOCRAgQIAAgfsI5IgaAC/z1bqMNa9cTqq15tCNu+4dAN84ogMECBAgQIAAgUBAgAABAgQIECBAgAABAgQItC+gQwIECBB4kMB5CHyXMfoSBC/rtvMFwLcJOU6AAAECBAgQILCdgLMJECBAgAABAgQIECBAgACB9gV0SIDAYAUEwIN9NCZGgAABAgQIECBAYHwCZkyAAAECBAgQIECAAAECBAi0L6DDHQmkiLyjoVaHuXcAXP/W9GrVQZfbdb2VyjnHXWpf/fbl/qt1dS77uu9Qxl3tfd36UOZpHgQIECBAgAABAgQIBAICBAgQIECAAAECBAgQaETg2HnU1ftf3W6BOaUUfWlkma/WZdmcv+v6suY7ykdXkuJllc2N73sHwBtHvThohQABAgQIECBAgAABAgQIEGhfQIcECBAgQIAAAQIECBAgMBSBnQXANYUeSlPmMRAB0yBAgAABAgQIECBAgAABAgTaF9AhAQIECBAgQIAAAQI7Eah5a62HDrazAPihE3E9AQJtCeiGAAECBAgQIECAAAECBAgQaF9AhwQIECBAgAABAsMTEAA/8Jlc/Zvjy3+n9oHDupwAAQJjFjB3AgQIECBAgAABAgQIECBAoH0BHRIgQIAAAQIDFRAAD/TBmBYBAgQIEBingFkTIECAAAECBAgQIECAAAEC7QvokAABAgSGLNClHLGs8CJAgAABAgQIECBwXwHXESBAgAABAgQIECBAgAABAu0L6JAAgcEL+AXw4B+RCRIgQIAAAQIECBAYvoAZEiBAgAABAgQIECBAgAABAu0L6HAcAl3OfSwr+j5qLbfrchxtHHeWKaX5BFJK0Z1XHOiVcy7P7+Y60DTchgABAgQIECBAgACB6QronAABAgQIECBAgAABAs0J9CV/2VRjb/g++VK9puZgY+99CvPf0y+Ap0CnRwIECBAgQIAAAQIECBAgMHUB/RMgQIAAAQIECBAgQIDA0AS6LkfUqv8O8NAmZz4jFTBtAgQIECBAgAABAgQIECBAoH0BHRIgQIAAAQIECBAgMCiBmvfW6voUUSuX5aBmaDIECIxSwKQJECBAgAABAgQIECBAgACB9gV0SIAAAQIECBAgMFyBS38CuobAtYY7XTMjQIAAgQELmBoBAgQIECBAgAABAgQIECDQvoAOCRAgQIAAgYEI1F/7rtZyWl0NfJe13GlJgAABAgQIENhOwNkECBAgQIAAAQIECBAgQIBA+wI6JECAAIExCFz6BfDqhJdp8eo+6wQIECBAgAABAgSuCdhBgAABAgQIECBAgAABAgQItC+gQwIEBi/Q5Yh5DX6mJkiAAAECBAgQIECAwGAFTIwAAQIECBAgQIAAAQIECBBoX0CH4xLoUuoileri8n/qvlrjauc4s805R0rpODe/5a51bpvqlssHf7gv9ptq8A2YIAECBAgQIECAAIHxCpg5AQIECBAgQIAAAQIERiuwKVuox0bb2PnEN2VD9dj5aRYjFbjpLzn3Ja6s1e22L6MRIECAAAECBAgQIECAAAEC7QvokAABAgQIECBAgAABAgSGKtDdlBAvJ3zb8eV5lgQCAQECBAgQIECAAAECBAgQINC+gA4JECBAgAABAgQIEBi0wK2/AM4potaguzA5AgSOLmACBAgQIECAAAECBAgQIECAQPsCOiRAgAABAgQIEBi+wEUA3OUXkxX4vrCwNm6B+nf6a427C7MnMHgBEyRAgAABAgQIECBAgAABAgTaF9AhAQIECBAgMBKBeQCc1ky2hsC11hyyiwABAgQIECBwLmBBgAABAgQIECBAgAABAgQItC+gQwIECBAYk0BXf/mbVn79O6bJmyuBuwrUXwHXuuv5ziNAgAABAgTuIOAUAgQIECBAgAABAgQIECBAoH0BHRIgMDqB+S+ARzdrEyZAgAABAgQIECBA4KgCbk6AAAECBAgQIECAAAECBAi0L6DDcQp0fYpY1rKF+ovgZS33WbYpkHOOTdVa1/VXwKvVWn/6IUCAAAECBAgQIHAAAbcgQIAAAQIECBAgQIDA4AVWs4B164Nv4JYJbsp26rFbLnd45AL1n/HdVDv6BfDIlUyfAAECBAgQIECAAAECBAgQuIOAUwgQIECAAAECBAgQIEBg6AIC4KE/oTHMzxwJECBAgAABAgQIECBAgACB9gV0SIAAAQIECBAgQIDAKAS65c+DRzFbkyRAYHACJkSAAAECBAgQIECAAAECBAi0L6BDAgQIECBAgACB8Qhc/AJ4GQQvl+NpwUwJECBA4EgCbkuAAAECBAgQIECAAAECBAi0L6BDAgQIECBAYGQCXZ8iao1s3qZLgAABAgQIHFXAzQkQIECAAAECBAgQIECAAIH2BXRIgAABAmMUuPgF8Bgnb84ECBAgQIAAAQJHEHBLAgQIECBAgAABAgQIECBAoH0BHRIgMFoBAfBoH52JEyBAgAABAgQIEDi8gDsSIECAAAECBAgQIECAAAEC7QvocNwCXfR91Mq5j9XqY/Gfcbdn9gQ2C/Q5x6bafLWjBAgQIECAAAECBCYloFkCBAgQIECAAAECBAgMRmDTf7dfjw1movecSJdS1Iorr1xyjVpXdtucmEC+kute3e5SAalVFvd4u4QAAQIECBAgQIAAAQIECBBoX0CHBAgQIECAAAECBAgQIDAWAX8CeixPaojzNCcCBAgQIECAAAECBAgQIECgfQEdEiBAgAABAgQIECAwKgEB8Kgel8kSGI6AmRAgQIAAAQIECBAgQIAAAQLtC+iQAAECBAgQIEBgfAIC4PE9MzMmQIDAsQXcnwABAgQIECBAgAABAgQIEGhfQIcECBAgQIDASAUEwCN9cKZNgAABAgSOI+CuBAgQIECAAAECBAgQIECAQPsCOiRAgACBMQsIgMf89MydAAECBAgQIHBIAfciQIAAAQIECBAgQIAAAQIE2hfQIQECoxcQAI/+EWqAAAECBAgQIECAwP4F3IEAAQIECBAgQIAAAQIECBBoX0CHbQiMNgDOxT/nHLXKqveeBKrvTVVv2ZdnUJeKAAECBAgQIECAAIFmBTRGgAABAgQIECBAgAABAkcQKCnYPAdbzWmOMI3J3jKlFGPNwe4ZAB//Wfd9P//SH38mZkCAAAHfCB1fAAAQAElEQVQCBAgQIECAAAECBFoV0BcBAgQIECBAgAABAgQIjE1gtAFwCd3HZt3OfHVCgAABAgQIECBAgAABAgQItC+gQwIECBAgQIAAAQIERilwQwBc/8ByXxqqy1pldWDvlG6Y+sDmaToEWhPQDwECBAgQIECAAAECBAgQINC+gA4JECBAgAABAgTGK3AlRa1h7zL4rU3V7dVlXR9GpWFMwywIECAwJQG9EiBAgAABAgQIECBAgAABAu0L6JAAAQIECBAYucCaALh2tAx+l+t1u1bdVgQIECBAgMD0BHRMgAABAgQIECBAgAABAgQItC+gQwIECBBoQeBKALxsye9rlxKWBAgQIECAAIHJCwAgQIAAAQIECBAgQIAAAQIE2hfQIQECzQhcCYBvC37rr4CX1YyBRggQIECAAAECBAgQuEHAbgIECBAgQIAAAQIECBAgQKB9AR22JbAmAL68K+c+FjUry2Ut9/VH18g5l3ndXEefoAkQIECAAAECBAgQIEBgnAJmTYAAAQIECBAgQIAAAQJHFEiRjnh3t64ZZJfG+Qwup70Xz/KmZpYn1F8BL9ctCRAgQIAAAQIECBAgQIAAgbYEdEOAAAECBAgQIECAAAECYxW4MQBOJeOtNdbGzHsPAoYkQIAAAQIECBAgQIAAAQIE2hfQIQECBAgQIECAAAECoxa4IQAu6e/Gtm77hfDGix0kQGCEAqZMgAABAgQIECBAgAABAgQItC+gQwIECBAgQIAAgfELXATA9de+KedIuS+V13RWT12WAHgNkF0ECBBoVUBfBAgQIECAAAECBAgQIECAQPsCOiRAgAABAgQaEaiJ7kory+B3uVw5ZJUAAQIECBCYoICWCRAgQIAAAQIECBAgQIAAgfYFdEiAAAECLQlcCYDPW1v5ge/il8Hn+y0IECBAgAABAgSmI6BTAgQIECBAgAABAgQIECBAoH0BHRIg0JzA+gDYD4Cbe9AaIkCAAAECBAgQILCNgHMJECBAgAABAgQIECBAgACB9gV02KZAl3IftSL6lQ5XfgJ8vreec71y5HL9+locO7/8aIuc6zxurqNNzI0JECBAgAABAgQIECAwTAGzIkCAAAECBAgQIECAAAECBAYskFIXaUN1d5v7TWf5qfBNMvYTIECAAAECBAgQIECAAIHxCZgxAQIECBAgQIAAAQIECIxd4IEB8NjbN/87CTiJAAECBAgQIECAAAECBAgQaF9AhwQIECBAgAABAgQINCGwgwC4/ulovwRu4tugCQJrBOwiQIAAAQIECBAgQIAAAQIE2hfQIQECBAgQIECAQDsCOwiAK0YNgGsQvKy6XaseUwQIECAwUgHTJkCAAAECBAgQIECAAAECBNoX0CEBAgQIECDQmMAOAuAa9NZalbm6vXrMOgECBAgQIDB8ATMkQIAAAQIECBAgQIAAAQIE2hfQIQECBAi0KLCnALhFKj0RIECAAAECBCYioE0CBAgQIECAAAECBAgQIECgfQEdEiDQrMAOAuBUcGqVhTcBAgQIECBAgAABAqMWMHkCBAgQIECAAAECBAgQIECgfQEdti3w4AA45RSLirJ8UV3ksp3DiwABAgQIECBAgAABAgRGIWCSBAgQIECAAAECBAgQIECAQAMCtwTAD+hwnv3OPx4wiEsJECBAgAABAgQIECBAgACB/Qu4AwECBAgQIECAAAECBAi0IrC/ALgVoSn3oXcCBAgQIECAAAECBAgQIECgfQEdEiBAgAABAgQIECDQgED9Ye6iBMANPE4tENiHgDEJECBAgAABAgQIECBAgACB9gV0SIAAAQIECBAgMHaBRegb8WIpAB77MzV/AgQI7F7AiAQIECBAgAABAgQIECBAgED7AjokQIAAAQIERi/wIvQVAI/+YWqAAAECBAjsS8C4BAgQIECAAAECBAgQIECAQPsCOiRAgACBtgRKEJxKnf8K2C+A23q6uiFAgAABAgQI3F/AlQQIECBAgAABAgQIECBAgED7AjokQKBNgZL/pij/ySkaCIBLN+dp9upPm8OLAAECBAgQIECAAIE7CziRAAECBAgQIECAAAECBAgQaF9Ah3cTyLnmjzV5XCzvdtUhzqrzWa0r96yHSgg83gA49RG11oa/tbtaceurPsBNdesATiCwQ4G+/C+UbWqHtzYUAQIECBAgQIDAdAV0ToAAAQIECBAgQIAAgWsC2/x31evOvTagHQRGJrDID4c06Zp9LirnWdSKfhbRl8y0L/vLYjHn/qZfAA+pGXMhQIAAAQIECBAgQIAAAQIE9iNgVAIECBAgQIAAAQIECBC4KlCD1LpvuazrY6rx/gJ4r8q5jL6ssrrmXf8d5VprDo1/lw4IECBAgAABAgQIECBAgACB9gV0SIAAAQIECBAgQIBAUwIpd9HVaqqrBzezDH1Xlw8e1AAERiVgsgQIECBAgAABAgQIECBAgED7AjokQIAAAQIECBBoTyCnPvpS4/0FcEmvo1ak8nRuqnLozu/V0LeuX74wlV2X6vJhWwQIEGhBQA8ECBAgQIAAAQIECBAgQIBA+wI6JECAAAECBEYpkCLlZXVlfVHLVnIqYeb5Rne+HPEilbmvq7L7Xu+Ks6w6QF8+asWlqDm8CBAgQIBAUwKaIUCAAAECBAgQIECAAAECBNoX0CEBAgQIjFeg5peXZ18T0hd7cuTUz6uBAHjR1kqovdhx789KtazNg8zPKta7u/fm+zlKgAABAgQIENiLgEEJECBAgAABAgQIECBAgACB9gV0SIDAiAVKIBmrtbmVUQfANYCNS82uNn7b+iaYxcibznCMAAECBAgQIECAQAsCeiBAgAABAgQIECBAgAABAgTaF9Dh/QRSGkJmWDPP9fO/fOTFXLucc2yq9cMdf2+KPuZV5p9K1SC4LmvV9bvVah8VZVl1/2I95W7xN7TrritVUXM5rdaVQzvb7MoXq1YdcPU51W1FoC/f/U1FiAABAgQIECBAgMAGAYcIECBAgAABAgQIEJiwwKb/brkemzCN1icgsJq5rVuvBHV/ienq6sEr577kt6s1m2/3JR+tFWVZq/7J5+XkUgksl7lmt9y5WE79s6S5lwgW24vPSwdsECBAgAABAgQIECBAgACBEQuYOgECBAgQIECAAAECBAjcJpAi3XbKAY7Xn6Rud5tmAuCrjaRiUWs7jnp2fZDLqtsTKq0SIECAAAECBAgQIECAAAEC7QvokAABAgQIECBAgACBEQrkqNlnrdsmfzU3ve38kRzPD5xnDYA3DdGXg6VSqbLmTaAFAT0QIECAAAECBAgQIECAAAEC7QvokAABAgQIECBAYMgCNeOstf0cc4k3lzXaADhHF/NKKXKp/uIn2Lms5aJSqywu3qXrciQuVWz56sv5pZZDlS1vAgQINCCgBQIECBAgQIAAAQIECBAgQKB9AR0SIECAAAECgxao2eaySh4ZfaRcK8qyVg0o49orl93zKkeWV482AC49RG0iLgLduMOrCGx1/poh6xAF/MWRvqzWKgtvAgQIECAwOgETJkCAAAECBAgQIECAAAECBNoX0CEBAgQItCxQM9N5CFxyzLocdQD84kHN23qxubJW/w52rZVdO1hthG0HEoYgQIAAAQIERixg6gQIECBAgAABAgQIECBAgED7AjokQKAZgS53UevGhsrxKNVAklnD32Wbq+t137rtum+16nmb6+LsmpqXU5fbZdWbAAECBAgQIECAwCgFTJoAAQIECBAgQIAAAQIECBBoX0CHwxXI53/reHczLEHm+WC3BsA5l9tvqPNxDr9IfUStOc55JJvKslZEdGV/rSjLshmp9LCulsfrOeuqL9dfVBm+n1eOvoxXa3lNzrOIMp8+FsvY0St1KSKl+i5Vl4uK89dgn8/5/CyOK9Cff09vWh53du5OgAABAgQIECBwJAG3JUCAAAECBAgQIEBgAgI3/ffCy/0TINDihAXGkp8t57l4VClKrDOvGnfWWux/8dnXLLLUiz016j2v+refzw/UPRFxvmVxi0C6+fiGQzdf5AgBAgQIECBAgAABAgQIEDikgHsRIECAAAECBAgQIECAwBAEati7r3kIgLeWrUlvrcWFy2Q+97kk8nmxc2yf5kuAAAECBAgQIECAAAECBAi0L6BDAgQIECBAgAABAgQGLHD/nLEml/PKXaRS3YC7HN/U7v9cxterGTcjoBECBAgQIECAAAECBAgQIECgfQEdEiBAgAABAgQIDFWgBozL6sska5XFre8a+b44qW6l1Eet8QbAJb2OWjFvp3RXlvVvW9cqW/t9l3ut3ne+XilL1TnV2u8EjE6AAIFdCBiDAAECBAgQIECAAAECBAgQaF9AhwQIECBAgMCgBZbhb13eNtGSRcaySl5ZMslULqsVUVbOL69nnK+OdVGau5j66vrFzj2t1Hut1p5uY1gCBAgQILAXAYMSIECAAAECBAgQIECAAAEC7QvokAABAgTGIVDC23mK25fplvXyuf27Xlev7+cR8fbXD+6KZRA7uImZEAECBAgQIEBgeAJmRIAAAQIECBAgQIAAAQIECLQvoEMCBEYqkO8+71QD38XpNT9eVgO/AF409bDPCnlT3W3knOv1dzvXWQQIECBAgAABAgSOJeC+BAgQIECAAAECBAgQIECAQPsCOtyNQF75s8q7GfEwo4w6AJ7/7rfkrjXNvsrVl4O1ru6/up1KcLupVv9e9tVrl9s1/K2VUoquVOzwlfvy1cp99PNlXb9cO7yVoSYo0Jfv/6aaIImWCRAgQIAAAQItC+iNAAECBAgQIECAAIGGBDb9d7v1WEOtaoXANYGay22qaxfcY0dKKUqMco8r73ZJnX89M5ccMJcb5f7Fr3nr/vVVz1lWCUnnJ9Vl3TffqB8x6gB43sFAPuqDKd+DgczGNAgQIECAAAECBAgQIECAwKqAdQIECBAgQIAAAQIECBDYVqDmf9te8/Dz0x2HqMFvPXW5rOuLajcAzgWnVpTlolefVwVsEyBAgAABAgQIECBAgAABAu0L6JAAAQIECBAgQIAAgREIpEi5K5W2mOvlX/4uL+yWK+Nd1lS71roOtgFad719BNoV0BkBAgQIECBAgAABAgQIECDQvoAOCRAgQIAAAQIEthGomeOytrluWOeONwBOJdGuFcuHUJcVt4S+fvlbIRQBAgRuErCfAAECBAgQIECAAAECBAgQaF9AhwQIECBAgMBWAjVrXK3zLLLmkcvaarw1Jy/HKctUqos+UrnlokrGueaS++wabwC8sdvdAW28jYMECBAgQGB0AiZMgAABAgQIECBAgAABAgQItC+gQwIECBCYskCjAXB9pDUErlXXFQECBAgQIECAQCAgQIAAAQIECBAgQIAAAQIE2hfQIQEC9xDI5ZpaZXHEd5e7qPXQKTQcAD+UZvX6+sBvqtXzrBMgQIAAAQIECBAYpoBZESBAgAABAgQIECBAgAABAu0LY1sE4wAAEABJREFU6PA+AjUDvM91u75mdz9sfXAAnHOOddWf799161fHy7kv919Xi3ldPX/b7VT62FQRiy9FSrt7KFfnmCJd3XXn7Vzmv6nuPJATCRAgQIAAAQIECBAYq4B5EyBAgAABAgQIECBAgACB0QjUXKtOti5vqnp8N1VzvmWtG7FEqXml1p2yzb7zsVJZ1oqyjCjjzytFn2Je2wy5cu7Fah3xYsMKAQIECBAgQIAAAQIECBAg0JKAXggQIECAAAECBAgQIEDgbgI1CL5y5ppdV84Y5KYAeAePJaUSx+9gnIMNsXKj5f/nxMouqwQIECBAgAABAgQIECBAgEALAnogQIAAAQIECBAgQOCOAjXpzbH4q8D1kpr9jTdGHe/Mq70iQGBrARcQIECAAAECBAgQIECAAAEC7QvokAABAgQIECBAYJ1ALjtXq2yufddz+njAv9Ia27/O7xnlvttffOmKZgPgXIL5TXVJYQcbKZUb7mCcYw3hl8DHkndfAgcVcDMCBAgQIECAAAECBAgQIECgfQEdEiBAgAABAmsFasB6uZa/+E0lVKwVF4lvPS/Kq4SxaaXKnt2/673KPaIudzN6swHwbniMQoAAAQIEWhHQBwECBAgQIECAAAECBAgQINC+gA4JECBA4P4Cyx971iC2VA1+7z/YFleWe9WzU1nWe9Zl3X5ACYAfgNfipX4J3OJT1RMBAgQITF4AAAECBAgQIECAAAECBAgQINC+gA4JENiRQIo0/0Vwd/F74B0NfMswJQCen7Fczjfu9dHd66rBX5QGP0MTJECAAAECBAgQIHAIAfcgQIAAAQIECBAgQIAAAQIE2hc4VId9fng4efe51nttW3cfffOZ484a2wmA0/ILUFtKJZmPeUX9k9lrqn4/a4XXWoHlL4GXy6snpZTmu7rz5Xxjxx/L/yWynMO65Y5vaTgCBAgQIECAAAECLQnohQABAgQIECBAgAABAgQI3EtgUyazzG/uNfCtF62Gesvsb9vlrTeZZ4jzaPHaqTX/SpFL/pWji5xL7rha184fxI5rkyizvrZvpDuWD3+k0zdtAgQIECBAgAABAgQIECCwMwEDESBAgAABAgQIECBAYPcCNRje/ahDG3ERAh9vVvX+D7t7QwHwwyAednUNnx82wkGudhMCBAgQIECAAAECBAgQIECgfQEdEiBAgAABAgQIEGhUoP5qt9Z926vX1tp8fc39am0+a/dHS/A7/7VxWT5wcAHwAwEj6heg1oMHMgCBvQoYnAABAgQIECBAgAABAgQIEGhfQIcECBAgQIAAAQI1t1tXt8lcvaaPeHgWG3d+1dvf+eTNJzYcAFel8mDW/iPAOXJ5YJtqM9vq0XqfWvVeZZnKstbqKdYJECBwXAF3J0CAAAECBAgQIECAAAECBNoX0CEBAgQIEGhOoP5ad7VinsiWkO/GZcnq4kWlnGO11l8f5ZWjnBgvfvhZtstW1Jyx5n7Lmu97wMfFOCVPXI59MVzt62LjQSuNB8A32Swf2k3H77q/jnNe82dS1+96rfMIECBAgMAhBNyDAAECBAgQIECAAAECBAgQaF9AhwQIEJiaQA3mrtZdDVavu3LNMm2uIXINa68cHstmwwHwIR7ByhfkyNlv/T4eomP3IECAAAECBEYkYKoECBAgQIAAAQIECBAgQIBA+wI6JDApgRrI5Vj8qnf7xrscUeseV0bkQ8Sq9R61tp/h6hUPH2F1tNGspx3OtI5Vqw65XNb13VZKKXIu38rdDms0AgQIECBAgACBRgW0RYAAAQIECBAgQIAAAQIECLQvMK0Od5WT1XGWtVkwpfPsr56++dQdHD2/1w5G6mqouKl2cI9hDJHqk6lVM+8UdXNTbT/pxbhR0/9a2w9w8xXly1Xe8wC4Pqt6YiqtXKqyc7ldVnf+rvddVh28rtelIkCAAAECBAgQIEBgcAImRIAAAQIECBAgQIAAAQIENgrUnGdTrbu4np9SWndoh/u6SOmk5HhddHESXVnvyj27LkXXRamyLNtx/lpmY4tlKtctK8p6XHv15cRaUf/E80XV01LZtVKRIvdRPuPKq0wial3ZfdfNmiHWmo9RxlldX3O3m4atzyLnHDcty8g3Xdra/pKYzh/kOPtKqZs/xNXZl69hLKvur+t1qQgQIECAAAECBAgQIEBgqgL6JkCAAAECBAgQIECAQBsCl3OvmvPVvpbLur6uLl+17oyb99VrL1dKdXt5xer6ct8wlxMKgPf1AOrDrrWv8e827sYZ3G0IZxEgQIAAAQIECBAgQIAAAQJjFjB3AgQIECBAgAABApMWqOFwrX0g1Eh1PGlcne0+FEY9Zi7Pb1m3N1K/SLVuP3N3Z9TfnPeRo1aU5Yva3T2M1IqAPggQIECAAAECBAgQIECAAIH2BXRIgAABAgQIEGhboIR38waXy/nG+UfN6a7W+aFRLWoPJQMs+d9Dpy0AXhG8e+i7ctFF/FofSHkwqSxrrZ6yk/U6dqnzh17XlvOdL8s95st13/tyzJsAgUkKaJoAAQIECBAgQIAAAQIECBBoX0CHBAgQIECgIYGSs9UsbJ61LdeX7a2LNeeJWTnh6rLsGs27zr32Wpe7mfQ6qd2MPLhRajJa6/aJ1SB1eVZdr7XcvrysD+K85kPX9ctn7HbrfPz5l345cv1C9HHzHJfnWRIgQIDAtAR0S4AAAQIECBAgQIAAAQIECLQvoEMCBAg0LFCzt1qrLZ5HZau7FuvlQFqpKOuLAyP4PJ/rfP4l96vLB856OgHwPCG9+i1Zr3d31zreeZ0/m/Uj7nhv3v6x3b2nHc/VcAQIECBAgMDhBdyRAAECBAgQIECAAAECBAgQaF9AhwSmJjDP4mpGVqvmc6sAZbtmgcuKsr16eBTr8wbLTJfLsnrPdxW656VDv+xQD7bep1b1WC7r+j5q3+PvY87GJECAAAECBAgQOKSAexEgQIAAAQIECBAgQIAAAQLtC0yhwxqDXqoSky231/dfTpgHv3W5/oxt9+Z6w20vGsD5twbAuXS2qQbQww1TqA+3tres9aeV9mJZ9U+K11pu12Wcf1FySrFay/1x8ar3Kfesv86tdbF/ByvziaQyk3qPWnXMulytuu9F1V/8XqpyaLldVh/0rt+HlNKDxtjVxXUum2pX9zEOAQIECBAgQIAAgREImCIBAgQIECBAgAABAgQIEJgLbMpO6rH5SQP9qPOruWtf8rFrVYK8PurR5eRrXrWs5b6HL1NO0cVJpD5FKrlfKvddrXjgq3ZQqwwf5VaLKmPWfbXK6qb3rcdqgnjrSW2ckEobtcpiq3e95qbaaqCDn7w663rzul2XigABAgQIECBAgAABAgRaE9APAQIECBAgQIAAAQIEpiqwnwSsjppjF3Hs+udy88j1zuuvueteAfAaqXSz+JWz6wNYVFevqXXljH1s5rveZ+XmV3uq27VWTmlydf7/JXIfsCY1NEWAAAECBAgQIECAAAECTQpoigABAgQIECBAgMDkBRZ5XcRyGSN81bnX6LYuHzb9/5+9e9FOVUkCANrt/f8/niNThbYhxjeggDtjpaHp58acWSsVvDnKuBG+tHd7HLt85I302I3PPHFG8fWVAjZNgAABAgQIECBAgAABAgQIbF/ADgkQIECAAAECBJpA5s8y2vm0ZebcWkw78vSjbTgBnLdgH2KXIq/FpRuvfDr2PFrz7H3pWr6lMlq7T5YtQZ1l+/zwXE+ur197nnxReBL4i262raaAIECAAAECBAgQIECAAAECBLYvYIcECBAgQGCDApm6bNFntWKP52VUvfGVecHzeHn6GnnLYZQ4Pw2W+zydjDpIwVEDLKdzomS0FeWtaMfn5a1r523/nmfvTKxm/L26zJpcc1vZUKnVKQkQIEBgKwL2QYAAAQIECBAgQIAAAQIECGxfwA4JECDwDQKZ0TqPz+w782yZFzzFZ5bx8KzbSQCneP9xzA/v/eWGW0Hrf2TiHZtPBL+MsbKOngRe2Q2zXAIECBB4TkBrAgQIECBAgAABAgQIECBAYPsCdkiAwIYFMguZMW6L40cYN//LvbtIXO738e3qCJnevHrRhaMApSOEggABAgQIECCwcgHLJ0CAAAECBAgQIECAAAECBLYvsOUddiX+lwnALW/y5t6my9qtMgEct790/RO/ufwW52KJlNfO69t5fqb2rQTyoV3X7WOuQ5R99IkY1uUyMrJ1jpaRxzl7Rh5/MvLp3j5uLCLX2beJxZ+XN7qt+lLXxbsoYtWbsHgCBAgQIECAAAECBwHfCRAgQIAAAQIECBAgQIDAZgQ2ncPpInc5jBLnp8iM3eE2NoOzMnKWj+W3ctTDSCv73jb8s+xEyfipcXQQeEQl25zHobfvBAgQIECAAAECBAgQILBcASsjQIAAAQIECBAgQIDANgTyub3M/21jN5/dxWoTwH/ZWvry75XLNbn17HP56q3afEr2/Po+h8o4v/CJc3MSIECAAAECBAgQIECAAAEC2xewQwIECBAgQIAAAQJfJpA5uoxPbTtTgTl/lnOsoR+7Gz9yZkHHj7K4EVJmH6vKiOLPa67b8mciFQTeLmBCAgQIECBAgAABAgQIECBAYPsCdkiAAAECBAgQIDCvQGYb/8wQlfNlGWPwkrnNjD8zP1WxsQRwg8ny3CG32mK+W3M+q3MCBAi8UcBUBAgQIECAAAECBAgQIECAwPYF7JAAAQIECHyNQHsitpVzb7yLFOKvOE4Y1aVfw/F8iiLH3EVKs3ZdjL2P6KYYth8jM6L9wTa+NZgo8y6UKLexMbsgQIAAAQJ3BFwmQIAAAQIECBAgQIAAAQIEti9ghwQIECDwToFhpjETtvPM3WbJssW4mTaWAG4YcQsyPV+ibFVKAgQIECBAgMBWBeyLAAECBAgQIECAAAECBAgQ2L6AHRIgUPKJ2Yz5KDK32OLvLNev/G37fE2N/R2ijPzaWAI42UeKbLB7+1uBZ8sNUjy9pX3XlYynO+pAgAABAgQIEHiTgGkIECBAgAABAgQIECBAgACB9wu8O3fw/h2+f8a6mDTfz0J+jub0mH6WVSaA6+DJ3i4SdD9RStfViO4UP7djH4ctMhUapyNe+QnTw8i/NujPY8wasZRXcJQxcWkftR6ML11bW93Pe+fnPTOsa/vJf8gz2rmSAAECBAgQIECAwAIELIEAAQIECBAgQIAAAQIEPiiQeYOMTyxhmMu4dPyJNU05Z59zu5DO20cSLmPsXF23j1xiRuYWf6LsY9L9vrT5Y7o+K9nKsfOe+ncxT0TXR85/yL39K13JOLU7HDz9fZUJ4Kd3+adDoP6pU0Hgr8DhB8/75a+MGgIECBAgQIAAAQIEPitgdgIECBAgQIAAAQIEPimQ+YNPzr/FuWufal3OzuqcS8nUU8ZMc0yYAJ5wqNGbzbW0uDbYPi7MKBujv/0144T5lw4zDm9oAgQIECBAgAABAgQIECBA4FEB7WzzJRQAABAASURBVAgQIECAAAECBAgcBeRvjhBTFV3kFzOmGu+pcWLu0uKpjn8a5yh/Kr+nYp4EcI7a4nss7fTTAuYnQIAAAQIECBAgQIAAAQIEti9ghwQIECBAgAABAjMK1H0pGeXvV8v9Zfn36hQ1MXdpMW68EQng6NpnwKPss9G5kOFxnn9X5A0/j7UK5F+M/IrYSDuPQy8CBJYlYDUECBAgQIAAAQIECBAgQIDA9gXskAABAgQIlF0kojJaziY/prgd43lFoCVcswzcC0Nk7XlcaPZiVY6cc2e8OMSFbpmxvVD9QFWu54Fm39YkWbr4aTvFigFiG/2nrWeZ22hlHgsCBAgQWIqAdRAgQIAAAQIECBAgQIAAAQLbF7BDAgQI/BbInE1G1rYyj787+izdCILsn4nYLDN+hsqzU+4vwPP85+pURzl3i3FjPpEAvtO0fxp43GLW3Dtvep8tXfMmrJ0AAQIECBBYl4DVEiBAgAABAgQIECBAgAABAtsXsEMCBB4QyJTsMB7ocrVJjnP14owXMhfbYtw0OcprI0R2+7WO7+71noWe3grvme4tiLmnFjlhHmcpCBAgQIAAAQIEPi9gBQQIECBAgAABAgQIECBAgMD2Ba7tMHM2GXm9lXn8nTG1wPqTfTcSwHEpn+o9Rbxl8rhEfRyWsi+lRpTj1/C4b5PtMo7XZypqraXW61FKLeXXenJNGVHdv3IP5/HzRql1V+qFKLtdDLsr+eRvRg6Vo/z0zJr5o+u6citeXUHu6VfEQKfzmLPWGjXzv27tLa/NvwIzECBAgAABAgQIEFicgAURIECAAAECBAgQIECAwMwCmYO4FTl9Xt+9KV+S82XsIz2TccrZRGU7jsPNvNqerpU/G83MXIuf2ntHtf5X6tWIHGAJ6HuDTHI958n5Mv4M+HLF9dHS6tKw1+ovtV1t3VdscrV3x8IJECBAgAABAgQIECDwvQJ2ToAAAQIECBAgQIAAAQKXBZ7N72Xy9VpcnmEttdcTwH92cN40zvsngv80VPFugTfMl39h8YZpTEGAAAECBAgQIECAAAECBAhcE1BPgAABAgQIECBA4ExA/qaBRPK3RpSMVnepHCZ8L12/Xdf3jimyvN3ylauRez19qvEr/X/65Eg/Z8OjeyuPzQ2br+/43gbbBzqvfqPruzVW/JSAxgQIECBAgAABAgQIECBAgMD2BeyQAAECBAgQIEAgBTJvN4yseywyWX6IeznCw3g5y+Fo8D0qH+s96PPwYeYmWzzc6WLD6wng9t/4zf+2b0aetyFW8OTv4QaWcq0s/Wd35/aHUY5fcff6o/Oyr+y/5R8RDCMrc6T5bnrOIAgQIPBLwAkBAgQIECBAgAABAgQIECCwfQE7JECAAAECBHqBzNtdirwYGbpMCvb5vzxvUSNXeIjSX4t25fpXDvErjk2zV58XPJ5PV+R+pkn6DteUOcvhueMUyLuYZR8J36KvuP0tm95u4SoBAgQIEJhAwBAECBAgQIAAAQIECBAgQIDA9gXskAABAgQeF/iV4Bt0y/pa9n0C+FDdkryHs+vfh2m/HOV6yymu7GOQFnE44nUjAZyXMq6Nntcyrl1XT4AAAQIECBAgMIuAQQkQIECAAAECBAgQIECAAIHtC9ghAQIDgUzFZgyqLh5mmjbj4sWfjw6+cnkr1dczuGmYsZGdvm0rN95TG6G0DQIECBAgQIAAgQ8KmJoAAQIECBAgQIAAAQIECBDYvoAdDgWGWb48zhhen/I4x25RBs8MR+64TPtVay0507SjHkYbJIDjsBvE4Xrs5ljXzk/l4RHkbt+Vi9Ht+/pT88kPDvOXcqn8zZVnGdmy/3zuOGmPdl8sB2vtch99xD77MvYV5T7mzWj9s0uOH0Pn4WKi63Ld12MxC31xIVvf34ssuhEgQIAAAQIECGxTwK4IECBAgAABAgQIECBAYCIB+YWJIGcfJjNvg8hEX582zbpLk2d9Rj6x2eLYrj+NazFGF7m+S1H2ke3b/ys18ms1coEZpe5L1+I41CRFrCemiaEiFxtzxUF7jS5zxMMgsd/DwRa+T72ZuANbYLEHAgQIECBAgAABAgQIEFipgGUTIECAAAECBAgQIECAQHkqBfhKfu9ngld6P3OHav988c98z/S91/YnAfynZV7K+HPhCyrqYI9pMDwfXPr0ofkJECBAgAABAgQIECBAgACB7QvYIQECBAgQIECAAIGvF8hEaRcp01pqfjxvHF0mqVHdIg6vvGpXYpzy8FcbMcuHO32wYWY3D9P/WfE+6jOiWOUr1x5376m1/0GI3vfGyTkyoqkXgTcKmIoAAQIECBAgQIAAAQIECBDYvoAdEiBAgAABAgS+SyBzbsM4231eupr8bW0v5fviWt83yquv2w2ujHp1tE9e+EkA52dL10h2nuKTy3pk7lz6eRz7Zdq+P7x+o7LJ36iR7d9F9J0H33KcsEmjY9RuH+0yuii7aLsvu9LFW25fShoWXwQIEJhNwMAECBAgQIAAAQIECBAgQIDA9gXskAABAgQIfKFAF3v+idp15ZDPyxxejWsZUZxeef4TXa2li9NhtKa7dvCn7KIm8nslyzhsr/50F/MfonS7dmXx5Y2VxkY3kciMfZzfsLu3Jd4ZpzZ5dzNOFRcPDj3ut7vYWSUBAgQIEHhYQEMCBAgQIECAAAECBAgQIEBg+wJ2SIAAAQJ/BQ7ZuMv1eS3j79X7NS2/18r7PZbeYtdnq/uM9Y1c8NJ30a/v+k2JXH/JW/74DrN1P2h8y+OMOLzxut/iRmeXCBAgQIAAAQKPCGhDgAABAgQIECBAgAABAgQIbF/ADgkQuCqw62rJKNe+4nrJuHK9Rjox4+LlDSX7fnKiseGLm11N5e0NPH/Pnu9R+jRz8UWAAAECBAgQIEBgcgEDEiBAgAABAgQIECBAgAABAtsXsMNXBG7lCPPapbgwTza7UD1XVVdywlfykfdX9JMAzrarehI4P9p5GLGBTNn3H1vdRSp2HxFlV0pWl7Ivw+iiXRcX8o8ALkWJ3qUkzzDK8SsGPR6dit6uxmm074/jcAWvrou3141YwRZWvcR92A/j/H6senMWT4AAAQIECBAgMJWAcQgQIECAAAECBAgQIECAwEcFMn+RC8hyVzMflmdzRI5dI7d3iNLn62opx3Ifc+/j9Ce3F3muzPfF9S4iOkbTrhy+svwdh9xg1g3zhofWJfuX9hWT9HnC0qdps0e7MlkZg8Z2YrhcS+QXS4njaV5/R4vJphn6E6OcL/78/HxN966ft79znsNl3GnmMgECBAgQIECAAAECBAgQeExAKwIECBAgQIAAAQIECHyTQCZeb8XnLDIF2GKKVWQyPXc6xVjnY0QCOF59BjvL4eU4X9GTrMOVXzqO5H+f9L907fm64e3I44znR3m5R/+3Bq/31pMAAQIECBAgQIAAAQIECBBYgYAlEiBAgAABAgQIECCwCIE+8RvpwNOTx7OtKvKzfd721QkO/eN7PlaccTZQ7uSs6qHT2HypOV4M0JcP9ZqoUU4+fqhYeTndwBgyjw+jxsnhYPC9b304z8sZh7OZvrf50jgjz2eayrCLFLAoAgQIECBAgAABAgQIECBAYPsCdkiAAAECBAgQWJbAu/JROc+tWJbKy6uZOZ8YCeC2tEwmHo9fffK3T/i2cfLmHMebpcilDyMmyUztg2tvTwQPyxih5KovRtyIrtbS1V1EtmxxbN3vPY9j//1xuz5VeRy7ZJkxHPf8fHjNMQECGxKwFQIECBAgQIAAAQIECBAgQGD7AnZIgAABAgQ+KBB5rnIpMheV9XMvLee5F3OvYcbxM4eYkcZ9mXtt82Xesx0/WmafYRz67fqndfsJDhXTfB+8AXLsjGkGftsoyX0eP5NHNridtAxyf549+oMZv+UcGW2KPG7R6pQECBAgsD0BOyJAgAABAgQIECBAgAABAgS2L2CHBAgQIEBgvMDu+hB5KeN6i++9MkgAd3Gc8TaMmK9kvG1CExEgQIAAAQKfFjA/AQIECBAgQIAAAQIECBAgsH0BOyRAYHaBX891zj7bKxNkbjbjlb4/fcaP0Mb6upxk23CWGQlxLPOB3DydLY7z/Bk/J27x5+KkFV2X80w6pMEIECBAgAABAgQuCKgiQIAAAQIECBAgQIAAAQIEti9waYddWWAu5lqK6tIGPlo3sd1q9n1A35UucsAZh/PB9/wY54xB1fAwP9Y5ou660keNstZSa8Z/UR6i5NgZw76THOfa9qXr/h0jfgza8T6Oj3F/qsM4JT9ru0Xs6/DR2LGnGKAeI4rTq4t9djX4+rJGz3AstdTY6yFKHEeUqb5qDHSYIw4uvLqoO4+oGvnKRO95DIfcfzgRXGsttV6P4VrXeHxuf36+xj1ZMwECBAgQIECAwMMCGhIgQIAAAQIECBAgQIDATAK1Xs8t1FpnmvXxYTP/kimY87xAO398pGdbZi4q8l8xeZsry59RIq+WebSfiomP0r6WQx7uelnKod2prJEjyyj5FXnC7pBDLPtY7yC6vj7qstnNiPEi+9fnD/v9Rp8sW9zse+Ni5BFLRK2HPOqxLPV0Xkut9cYA55diXW2dfXm4nnfxcOT7BYG8uaXcZs6rGeX0lWctTpUbO+jiBz+3tHvqTZg9BAECBAgQIECAAAECBAjcF9CCAAECBAgQIECAAIFvF2i5mO9yaBm2a2XTOL/e6lt5yPG1s5fKnOKljp/vJAF8dg/yXtZ4T5zi7PpHT/vJ+xX2R5/61vV/HdEVud9P3YGfebtIxGf81DgiQIAAAQIECBAgQIAAgdUL2AABAgQIECBAgACBxQhkXmoxixm9kJb/Gz3QYgc4PBEsAXzhBuVbucWFy19fFTnHkknHWuPtIwv8tveDiQgQIECAAAECBAgQIECAAIHtC9ghAQIECBAgQOBzAofkYf+xx59bxKwzd5EAzJh1kpcH76JnuwdxOOIVGbwXe3fRNaNEeTFC8MWhH+t2Pm/2anV5/HysJ+uftm2veXwtnjfQY50CmZDPWOfqrfoBAU0IECBAgAABAgQIECBAgACB7QvYIQECBAgQ+JDAMOmYOafMQWV5Hh9a3ohpM9k7jBFDzdi1JX6znGaavIPTjGSUDwmc//C18w8tx7QECBAgMLGA4QgQIECAAAECBAgQIECAAIHtC9ghAQIEFiBQMxGcScgscz2ZcxqWebzuaMngZe0izWNF/ZOqYZ9lnI557UrezIwxo/zpG4srLf5cXHxFurZY/GItkMBAIJ8CzhhUOSRAgACBNQtYOwECBAgQIECAAAECBAgQILB9ATsksBSB/pN/zxaTGdOzqjWfLjv/d0wEl1a+Lr07dW1J/FOFg2sCyd7iWpvP17cVXis/v0IrIECAAAECBAgQuC7gCgECBAgQIECAAAECBAgQILB9gbXtsFYJxTXcs58EcD6xm08CPxrH3XX7rpyi+xe1+eRvFLO/cp5h5IQTbtIDAAAQAElEQVTtPI8PkU9D3opDq+vfa7cvLUoYdRlh1PXRkqvX+3/mSlvXvfK11dVaS6310LnLOQ6Hn/h+697mtU+saQlz5t4zlrCWW2vYx/tnTNwa2zUCBAgQIECAwIoFLJ0AAQIECBAgQIAAAQIEZhbI36Hfipmnf2j4Wo+5mIdaj2mU6cKMHCPLjOPc+chsVpda4lf68T2uXXpSuG+zvG+5/GEsZYXH3GqY7iO6QwxyrmPXGXdp7BDf3P+zyc9vlrd3AgQIECBAgAABAgQIbFPArggQIECAAAECBAgQILBUgRoJ4LrUxVnXQEACeIDxyGG+rd/+lwKPLEwbAgQIECBAgAABAgQIECBAYN0CVk+AAAECBAgQIEDgowLbTxu2HN/LzPn0c8bLA7yn4/bv5AyOfRI4xs0yCi8CswoYnAABAgQIECBAgAABAgQIENi+gB0SIECAAAECBAjML9BFci9j/pk+O8MgATw4LPsLq4rrmdFucaFFyWsl2l26NnldzjOMnKCd5/H0UbtSMsriv+LdWx6JxW/EAgl8u4D9EyBAgAABAgQIECBAgAABAtsXsEMCBAgQIEBgJoFM9g7jqWkiL1gy79nyn3351Agfa5wZ08cm7zf5WFOtliBQYxHXIi6VvKEZeSwIECBAYHkCVkSAAAECBAgQIECAAAECBAhsX8AOCRAgQOCdAi0Z/PScK0up7Upmq/t4eqs3OmReucWNZiu9VOMmt1jfFmLxkfytXVcyShyvbw9WTIAAAQIENi5gewQIECBAgAABAgQIECBAgMD2BeyQAIG3C4zN79XIqfbx9pU/N2FmaQ898mHRw9Hl7/euX+6ldlEC3aJWYzEECBAgQIAAAQJ/BdQQIECAAAECBAgQIECAAAEC2xeww7kFxic282nhS6scP/KlUaet25W6L32UKEv72rWDQRnXW9tbZT9OtD2VgyEmPRzOkcc5eJYZebyt6Lp96bqfBG4eZzy6y3za9yd+erW/dLhW/rRc51Ea3Yp17sqqm8A+fiZuRWunJECAAAECBAisRMAyCRAgQIAAAQIECBAgQGAigVu5gbw20TSGWaRApmgzdqV/Wrc9tRtlyf+m743o6q4copYu2rXMXI199rm0afKfMdq8r928wxudAAECBAgQIECAAAECBAgQuC+gBQECBAgQIECAAAECBAgsRyBTvr//Q6qHmuWs8NZKJIBv6Xz62ozz543PmHEKQxP4uEB7OvjjC7EAAgQIECBAgAABAgQI3BJwjQABAgQIECBAgMBMAvnU6q2h712/1XeN13K/Ga+uPZPAGa/2v98vs3cZ91veajF+hFuju7ZYgX2sLCMKr4UKWBYBAgQIECBAgAABAgQIECCwfQE7JECAAAECBAgQeJ9A/nd9Mx6dcZjszY+DbvFo/6vthgNfbfT6hRUngHPpw0iEdp7H3x351wvD2PXv5nw31dIffjeP3X+ZwAqfBP6yO2S7BAgQIECAAAECBAgQIEDgKwVsmgABAgQITC4wzA31xzFDX2bmcnDc6vrMUVzL87i8+lfu4zzapmKb7fBqed43fbJx9s38Wh9Z8WrUfSkZpZU5cjl+ZZ7zeDiymG6kkQtZd/fhzVnyTtrbtPRJ4HyTLnm11kaAAIHvFLBrAgQIECBAgAABAgQIECBAYPsCdkiAAIH5BDIb1CJnyeMsW+R5i6zL4yy3GL/2FieZG8t4ZK/R/E+zzAhm/yz/XFxQhQTw6JuRtzhj9EBvGiDfrufxpqlNQ+DDAp4E/vANMD0BAvcFtCBAgAABAgQIECBAgAABAgS2L2CHBN4okE+03pru3vVbfbd+LbN/Ge/dZ6ZuM8bNOn6EcfPrPZtAviWvRU7aksB5LAgQIECAAAECBD4tYH4CBAgQIECAAAECBAgQIEBg+wJz7zCzP3PPsabxM1M2dr39GCuDXXECeB/3axhxmp+X3UcePxZd15Vb8dgo2SrXEm+B/NzujKz6WMSe6iFKiTVF7OO8HdfY8yE+tsDFTHzr3ue1xSzUQiYV8CTwpJwGI0CAAAECBMYLGIEAAQIECBAgQIAAAQIEnhDI3/Fm8/w9/rXI698Qmf5psYuUUDtue8+PK87jzF/21/JkEH+utzFqLbX+jcg+DXp/8HAfebkL0XX7yPvFtePS2v7ytN9/nyPL65cidlcjmzaM6JhjBEscjX7F4JGa7SJKRCvz+BQTzBFDxOjx3Wsigclu/0TrMQwBAgQIECBAgAABAgQILFvA6ggQIECAAAECBAgQIDBOIPKVJePeKPfa5PWMe+Os+/qtXN6taxPveuapJIDv3K+ui2z/IO40n+byBKMc/ophgoEMQYAAAQIECBAgQIAAAQIECMwjYFQCBAgQIECAAAECCxLInGTGgpb0ZynyX39ILlZIAF9kebVy+38X8aqMfo8LaEmAAAECBAgQIECAAAECBAhsX8AOCRAgQIAAAQJTCAwzU5m87T+ueFj5wCR9v2jX+mYZpxt93cK5de0dHMOPpR4334oTwLn0YSREO8/jeaI9Efx39Jw73hj5ed0ZfxvMWtP+4uFQxjr6h/3vlbMuyeAECDwvoAcBAgQIECBAgAABAgQIECCwfQE7JECAAIGRAjXSH5mvGTnMKrsf8kClZLmLzG2WJb7isGTiti/j/NFX3z49Ix7t8852ub9hjJ87N5o5vUtRe9fhfDUm7M+jnOeVd6AlfqebIXc33WhGWpBA/5aM9Vwr45IXAQIECCxIwFIIECBAgAABAgQIECBAgACB7QvYIQECYwW6Ev/LnNnYgVbcv2V+Lm2hTwJHg1eITn2j/6Wxv7Wu53gF9GmwlgjO8unOvzpIAP/ieOUkb3vGK33n65N/9ZEx3wyfHbn/a4u3/LB9dp9mJ0CAAIEvEbBNAgQIECBAgAABAgQIECBAYPsCdjiJQPfh3EDmXjIm2czCBmm5lywXtrTTctI+41Qx40Fm/zKGU+R5+mQ5rF/asQTwJHdkibc5/wW8FZNs3CAECBAgQIAAAQIjBXQnQIAAAQIECBAgQIAAAQIEti8w5Q4z+zPleMa6LHDROSqXmBU838GKE8D5+PMwcmvtPI/njfxs+Z/Ylzze7+OuzzttzJNz/UTZx54juu6nLo//lX35F/8rJdd0Le4vtv8rhuh+XuZfV2Td/RGmaZFz/YpphjUKAQIECBAgQIAAgU8KmJsAAQIECBAgQIAAAQIEFi6Q+ZBhfHq5p49pPi4kz/Mwk5Kv5FGG/XKcpUTby/l69rHgjPP6x88j6RU5tHIxupKev+I4cEx7+O8DH8+fLN7efMUJ4LdbrWzCfAOvbMl3ltv/cEWbLKPwIkCAAAECBAgQIECAwIoFLJ0AAQIECBAgQIAAAQLTCmT+pMUzI2efZ9qvu+2t/Nnfa8OaNTlJAL/8Lk26jJcH+NvxiZprf/nwxBDRdPi2jdOVvfIHbRqHlW3ccgkQIECAAAECBAgQIEBg3QJWT4AAAQIECBAgsHqBfCo4cxSr38hxA8Ocy5b2ddzeZEXvNNlolwbK3GPGpWuP140f4fG5tHyrQL4Fr02Yid9hXGu3nPrhbnLlubIs22P4eb72sH4CBAgQIECAAAECBAgQIEBg+wJ2SIAAAQIECGxDID+GOHMU29jNYReZi8k4nG31+60d/r02rOnzUsGSZRTjXsOBx410sfeKE8C59GHk/tp5Hk8dbexWTj3+7fHyry3aX5Pk8e3WeTXfObnWLFtkfbwt+wGizNM+hsd9xce/5Ypzvy36JceqcqX5D2qWcepFYCsC9kGAAAECBAgQIECAAAECBAhsX8AOCRAgQGAFAi0v0crMV7RlZ9K3HSvXKpB3NPNnl6KWzEf9iuM2My/V56dqKXl8rH6+qPtSMkorh6PlmsokX9ONNMlyDDK9QLwTS8a1kfON1eJam+XVtx+y5a3MiggQIPCsgPYECBAgQIAAAQIECBAgQIDA9gXskACBrQhkEjhjK/sZ7mN92aLh6qc/vpRd643iQpbTzzjdiCtPAC+dd7obZSQCBAgQIEBggwK2RIAAAQIECBAgQIAAAQIECGxfwA4JrEAgM27t4bssV7DkjS4xU7cZ47Y3foRx87/ce7erpct348sj6EiAAAECBAgQIEDgcwJmJkCAAAECBAgQIECAAAECBLYvsIYdSret4S49t8bVJoDzE7a77l8kgfex44wo8vOy+8jjqSPnGMbU498eL//aIj9SIMuM263XfzX/sRnusx3X2Nqvz16PhrfOo/lXv7qui5+R6/HVODZPgAABAgQIEPicgJkJECBAgAABAgQIECAwWmBXa7kVxddDAu2/9dvKPg8x6BlpiNNZa5PlqXLlB7m/zMFkrHwrS1z+3zV1kZrNKIMyj0/xt8srNTH6K90+36fW/BHsSl98fjlWMINAd2XMvPOPxJXuqgkQIECAAAECBAgQIPBBAVMTIECAAAECBAgQILBogUxOZCx6kRa3eoGZ32OrTQCXyAB2M+PcfvO0p4Fvt3ro6guN8i8xMp7vmnARCdh3bsdZ9hW+ESBAgAABAgQIECBAgAABAnMIGJMAAQIECBAgQGD5ApkuyVj+Sidf4Wt5p8mXYcAJBNabAJ5g8987xPBfrsyivxLfqzf1zo1HgAABAgQIECBAgAABAgQIbF/ADgkQIECAAIF1CLSMyTpW+/wq2/5a+fwIW+6RKvkAaJYZ795rzt1i3NzrTQC3z8f+9ZnYuZ2McSjb7J1J3xbDHeYb+JUYjuGYAIFXBPZdV/ZddzVeGVMfAgQIECBAgAABAgQIECBAYHECFkSAAAECCxbYR+pkGAte6uil9dmg2G8+6TuMNnDNBu3kq8rceCZes8yNtzKP546cK+fOmG4u2dLpLFcwUvxU/1plvKnypzmjxPGva04IECBAYF4BoxMgQIAAAQIECBAgQIAAAQLbF7BDAgTWJtCSwWtbt/WOEWg5slbmWHk8bVI2R70dOV+L2y3vXd1QAvh8K3mecY9gjdfbmy7LZ9dfS1czSl/GtzyIQc6Tw1H1wVfurDs+GfnBZZiaAAECBAjMI2BUAgQIECBAgAABAgQIECBAYPsCdrhKgV0kKDJWufgJFp3PDGZMMNQKh1hWrmwM4KozpLVGIjOShGMA1tk3/vXpF97K/uTFb/lmzhh2z3FbDOvfd7zf5184HOZrK7lUHlr4ToAAAQIECBBYj4CVEiBAgAABAgQIECBAgAABAtsXeMcOL+VNbtW9Y03rnOM8T7bOXQxXvdoEcNf9i31kknBf8vgQXRxnHBLD+QRpNNrQ67DfVzfUxfs3o5Q4uBglvuKfhvzTjhYlzqP2z6uOW8uf8c4qaj3ew1hq3OFyLa6s7my05Z7uYp8ZucJ8v7bI83dEm+9SmfPvv/IPLHLn80R6DuPeLMO2l47v9XedAAECBAgQWJyABREgQIAAAQIECBAgQGAygUu/MxzWTTbRgwPl75lb0/Z773a+5DKfoW8RAAAAEABJREFU9h1GW+u/yI/citbuU2Xme16Je+s9jRn5gbyn57HfdyXfZ/fGGXv9tI7IE106rnVX6o14bv6YpOyiSyuHx1H9/OvjPXIHH1/EawtYe+rvtV1P1yvfxMOYbuSpRqo11zfVaMYhQIAAAQIECBAgQIDAJwXMTYAAAQIECBAgQIAAAQLrEVh3jmrFCeB7b5HcWsa9dh+8PmLq0wO6L4yRz+5e7xZv6OGfUpQ4v9549iv5lyWzT2ICAgQIECBAgAABAgQIECAwp4CxCRAgQIAAAQIEVicwJg+zus1a8FHgfk4sW/TvjWOP6YvMbWaMG3n8COPmH9E7iW90zweEM2402calTOe+vtGW6/1tkbYtfl9511kmfjPeNd8n5jEnAQIECBAgQIAAAQIECBAgsH0BOyRAgAABAgTWKXA5f7LOvVj1awIXs29RmRm010Yc9JpkkMF4Z4crTwDn8iO6C3G20bWf5l8T7GKftY/z3cS7rWQiuEVX2j9Mw7L1Cq12eCq7WqNPi1P1xw5iOR+b28QE3iAwyRT531kYxiSDGoQAAQIECBAgQIAAAQIECBCYSsA4BAgQILACgX0k4oaxgiVb4owCXbwffsVxrqgumavL8lj1WlEjl5eReb2+zBxfG+pSBq9de66cbqTn5p2u9dBlulFXNFICZAyXfH4+vPb7ON5m+RY7Vo5+2x7HGV/Uuv635ngFIxAgsE0BuyJAgAABAgQIECBAgAABAgS2L2CHBAisVaAlg9e6fuueVmCYcVtOFu3+HmXZ7hvdaZEp1Lz9GXeaznI5324Zrw2eb4CMn9451jB+rrzzKFfwzvnMRWALAsOngfN4C3uyBwKbE7AhAgQIECBAgAABAgQIECBAYPsCdkiAwGYFMn+VMd8GM2uXMW6G8SOMm38jvT+V/H2EL9d2Ky6NkW/djEvXlld3bXfLW6kVESBAgAABAt8sYO8ECBAgQIAAAQIECBAgQIDA9gXscCsCmX0qZfZs2UwTrDgB/KhIbvFWlIm+4o2Qn9XdYqJR2zD5eeP7GLvrI2r7DxqPOePw0qt2+5JR9v/Kpei6f6WLNqUcxug/0iAG+j1sGl+JrplGpw++0uVWfHBpT09da1o/3U0HAlcF9l1XbsXVji4QIECAAAECUwsYjwABAgQIECBAgAABAl8h0MXvJHd+172Ke5336lYsfRO3ckN57dX113gP18if1SxL5NrO4s649y9nfi1iX3aRodvF6Lu+7I7nXYyQEcWoV2bxRg2g85oFHnkLZVLyUqx539ZOgAABAgQIECBAgACBdwmYhwABAgQIECBAgAABAgTWI/CTO8vs2Jzr/plp+lkkgKc3vT/iBC26UkvGBEMZggABAgQIECBAgAABAgQIEJhDwJgECBAgQIAAAQIECBD4gMD6E8Bzp98/cFNM+YhAF40yoljZy3IJECBAgAABAgQIECBAgACB7QvYIQECBAgQIECAwNoEbued8qOls0XGLDur+1JalHFfK04AB0I5RsMYluNcXugdmeguOFu8MML9LjF+ybjfcmyL/k2cW7oSY8cf1z9/tFoc3wPtvXAqx82gN4GZBAxLgAABAgQIECBAgAABAgQIbF/ADgkQIECAAIFVCWTOKfNNWQ4W3p/O89/o/ZklJmn5zZ/K0UfvySaOXubSB4gs6dKXaH0ECBAg8GEB0xMgQIAAAQIECBAgQIAAAQLbF7BDAgQIEFifQCRh+0W3sj/59S2v9BEpwf4hyl9XpzrJJHSLcWNKAI/zi95JGHe7ZMTpSl+7eNfmTla6fMsmQIAAAQLLFrA6AgQIECBAgAABAgQIECBAYPsCdkiAwLoFVpHqy2xexm3q+y1u91/u1VXcpKXwRfa3XIulrNE6CBAgQIAAAQLrFLBqAgQIECBAgAABAgQIECBAYPsCdrgBgUyVbWAbuYVd13XlVmSjdUR7JDpz2hlxXvext3+XYx/7jljH3toqY08lo52/XtZ4Ex+iKzXeA+VqArjrJ9lHQj1nPvTpqz74LRbTP3Fd497GymOJuYXfcbjvpffKlZ/HB5dv6l5gnzcsjrbx709sxIsAAQIECBAg8FdADQECBAgQIECAAAECBL5GoNZaaq1fs9/lbvSQD+m6Q57kb5m5s0isLHcDb1pZGhysfiYcvn/zOPONP1dvHM14KdfwE7nqQ+wis/c3Sjm0ze8zLuoDQx92/YGJTflegRrTXYu45EWAAAECBAgQIECAAIGPCpicAAECBAgQIECAAAECBJYrkAnF5a5u7Mq2lwB+VKTlDh9tP0W7CceY+kncqcebcKuGIkCAAAECBAgQIECAAAEC6xKwWgIECBAgQIAAAQKLFth28nMO+j6tGGwtn5bns8zT7UqNuD72Li5lRHHjdb/Fjc7rvnT+WPeru8lx4o6XjFfH0O8bBOyRAAECBAgQIECAAAECBAgQ2L6AHRIgQIAAAQIEPieQOatbs2cuaxi32m7xWu49jTKe318mfVs833uqHrn2jNvjbTcBnNnxYfSfed0w7sO0lo+V+YaJqDFui8c6Ptwq/6JgF/upfTzc7Usbth+/LPMtfim+lMa2PyVgXgIECBAgQIAAAQIECBAgQGD7AnZIgMCXCey7rtyKL+Ow3Y8KRH6qZFxaROZKsj7yWKVFnmfkeZZbj9xn+mT5/F5TMOP5nhd6tDxilDUi/yu+mQM8ROazzvvkun8i13ErWu9LI7VrGy8b1tht5pulxdix9J9OoL39pxvRSAQIEHhNQC8CBAgQIECAAAECBAgQIEBg+wJ2SIAAgQUIRELx5ioydXJq0HJbWZ4qN3pw3OMhyxp7PJ7H0cdfTy/lsfzmFyWAE2SO25g/LS3mGN+YBAgQIECAwGoFLJwAAQIECBAgQIAAAQIECBDYvoAdEliKQPdFab9Xzbtl5/Ty04AzXt1e6/cd74S8l23HSgIECBAgQIAAAQJvEDAFAQIECBAgQIAAAQIECBAgsH2BVe2wf9p060mz3GTGhTtzpfpCy9VXbTcBnI+5tzh97nk+BZwxx32LH5j8y4oWE0+Rf5Cwj/10fUw8+IXhTk/BH6/t4oci3yy5jox9bjfieFlBgAABAgQIECBAgMCPgCMCBAgQIECAAAECBAgQWLlArbXUej2Wtb3M4GRcWlUkePrqGt+zTZbnEZdW9uq6fbke/2I3mQ9sEaf9K/fdHzzwLd0O/Q+5uTiOHF1pcRjh+e/HPGI+5VvzuOQ9+YnMv2XcG7jbd+VW5Ij3xnD9rsAzb5i7g2lAgAABAgQIECBAgAABAqsVsHACBAgQIECAAAECBAgsXSDzWi2WvtZn15eJ22f7XGmfRINLOXKLQfVrh5MNdHl6CeDLLk/UJmG+AzKudJuhOp/CzZhhaEMSIECAAAECBAgQIECAAAECrwjoQ4AAAQIECBAgQOCjApmzmnMBmbWcc/zxY59/wu3fEdMo4++VWzW588zLneJW41mv5dozbk9yv8Xt/q72Hy/d3/bNWJzevO/NaW/G73wjzgkQIECAAAECBAgQIECAAIHtC9ghAQIECBAgQGC7Ai0PFuXYj0AejRRrKBmjB1rgAPtYU4s4HPHabgI4Pze7Rf/52amU283I4ykj32gR7U2f5ZTDn8bKtWecKiY9aInfSQc1GIHvFrB7AgQIECBAgAABAgQIECBAYPsCdkiAAAECBBYkkHmkjHzK71o8s9zIf/UJ11Ye++bQx8P3FW0NWR4SpbXbl2G8by1TzfSzl8sj5r0cxuVW57XZ47xue+dpN9uucvAWs01yNvC8P1X5H5ducTaxUwIECBB4WEBDAgQIECBAgAABAgQIECBAYPsCdkiAAIGlCmQu6VK8ut7zXNi+lNkeiCxf+hWm/ScPZzmO4DsSwL3R+VbzPKO/OOLb8IdnxDBPdc05c+0ZT3V8qPEufoZ3XS0ZpeRcxRcBAgQIECDwjIC2BAgQIECAAAECBAgQIECAwPYF7JDAVwlkvihj2Zve9TmuZa/x+uoy79fiSqvTpx9fuX6szlGOh4p1Csz5wzbn2OvUtmoCBAgQIECAwD0B1wkQIECAAAECBAgQIECAAIHtC3znDteeN1rW+mut/Ydrz/Fe2m4COB87j6iR6u+jdqXWeoz/jmWd0DTGaln3LCcc+dZQXeypq7tyiBJlRhflPqK71bW/1nXRro84zSfKI7ro1sW3Luqj1uuDAl1/H+J+Xik/uDRTEyBAgAABAgQI/BVQQ4AAAQIECBAgQIAAgc0I3Pv99LXr+/h9dsZmIL5+I5H/Ki0SI1KLmQdrkVUfjC7yfxk11rOL+LOUuB6Zs6iOdff7iMPxr2lGCNb4cYmxcm0ZcXh65XnGqeJwELnPRz56+0LPQ3/fnxGIO/RM8zW0jSRwyVjDWq2RAAECBAgQIECAAAECHxewAAIECBAgQIAAAQIECGxVYJAHW1zuKBeUcc0+r2Vcu/65+tonpOdZ2xcngHPrGWNvbI5RY5CMKIavjx3nWtq6nl9E/jFELbt42+3KUr/6Nc7zM7HULVsXAQIECBAgQIAAAQIECCxVwLoIECBAgAABAgQIbF4gc08Zn93op/NDtduVuo+YhWEXo7aIwxGvHGVEd11L2QdCZiIz4vCjr1d/8C71y31lfHRDq57c4gkQIECAAAECBAgQIECAAIHtC9ghAQIECBAgQOB7BC7lk6befebbrsXUc90eL1fxq0VWRLxD4de8L5xIAL+A9rdL3O0S0T53O8u/jd5Qk2+5R29ptmsR/bo8bkuMvbTDhZTtLzpauZBlWQaBawLqCRAgQIAAAQIECBAgQIAAge0L2CEBAgQIECAwuUDmqH6idl0ZxuTTnQ3YZcqsRVzrSuTPIodWW0TdvK99DH8r4vIDr1j1A600uSHQxbUWcbiIV7wzR60j95NvriwzRg2mMwECBL5MwHYJECBAgAABAgQIECBAgACB7QvYIQECBAh8g8AwSzY2+/ZOLwng0dp56zNGDzThAPkWzFubMWbYpe3r7148EfzXRA0BAgQIfFDA1AQIECBAgAABAgQIECBAgMD2BeyQAIGPC3wqP9SeBP44wJ0FjM0Q3hne5c8LZDL4fBWX6oZt2vVWDq85JkCAAAECBAgQuCSgjgABAgQIECBAgAABAgQIENi+gB1+UiAfXGzR1pG5rIx2fl7mtYzz+sfOX+95Z/wYuCu5lzi40/SVy1+UAM6PNM7ILWe8wrW+Pl2tpau7s8i6EnWD/dS0aef5ZkujKPfx5tvHtbOorb51maGM2cu9v+DoolHGtem7Ln58bsS1fu+q38faMq6t8946rvV7tP7e+K4TIECAAAECBAg8JKARAQIECBAgQIAAAQIECGxM4N7v2Te23QVtJxI/JSJSUyUi0iil6/aHiIqu/CtdlG3BNZJEGV3kufZ9lLKP7u16ieslxysx2K8oF79qpMUOUSNHtet71mh5jFJijj7KuK+2mrIrJaYcROT0sp16PaUAABAASURBVPLq8KeeV1vkhRg2C/G6wOmWvz6EngQIECBAgAABAgQIECCwUgHLJkCAAAECBAgQIECAAIHpBG7l3TJVOt1M90bKldxrM+Z6l9ntPsU8ZpTLfSWAL7s8UZu3v8Wxm4IAAQIECBAgQIAAAQIECBDYvoAdEiBAgAABAgQIECDwRoHIx3WR2uyf6n3jtCucKpRWuGpLJrBgAUsjQIAAAQIECBAgQIAAAQIEti9ghwQIECBAgAABAnMI5FO+GRfGvlJ9oeUsVTl9i1kmaB8vneXICSSARwL+dG9/dRCk+dcHPxccESDwPQJ2SoAAAQIECBAgQIAAAQIECGxfwA4JECBAgACB2QRairX9t26zbJNFLq4dvrFsKxqW000fo2bCN2O6QW/+V4QnnMZQBAgQIEBg6wL2R4AAAQIECBAgQIAAAQIECGxfwA4JECBA4BsFIk1b8pOnTzELQia7W4ybYDeu+5J651YylrQmayFAgAABAgS+QsAmCRAgQIAAAQIECBAgQIAAge0L2CEBAgsQyFxgxvxL6ZO+808zywzvEZpl6QYlQIAAAQIECBAg8HkBKyBAgAABAgQIECBAgAABAgS2L2CH8wt0JVOu88/z7Az9qj7z6dPPLvXUfsUJ4Fz6ME57Ohx07drhtPSfdp117dHpVrbrY8u4/fn53C3GDjd7/1hvaQbnZV6bfQGLmKDr4p+TByMXvI+2WU4Vu1pLRq211Po3ysxfbf/n09Ra+6pcW3/woW9tfdfKDy3LtAQIECBAgACBJqAkQIAAAQIECBAgQGDDAvn74Fux4a33W6u1Xvy9da2H+r6Rb7MJ5O/nM65NcO335q3+Wr/l12cur95YZstp3Wgy4tLpI55jCf1xjNXVstDUdCzuyisVr1xaSXXmKjMuLfda/aW2X1d3C+fWta+DsmECBAgQIECAAAECBAhcEFBFgAABAgQIECBAgAABAlMKTPwM3pRLW91Y608AN/J84jejnWcZ2fks3hYmIkCAAAECBAgQIECAAAECBLYvYIcECBAgQIAAAQIECBCYQSBTm/Xmc5qZ2s24Pfn9Frf7L+9qL7MvJT+Kuf+I4+Jr1QL5Lr8U791UfmTCvRldJ0CAAAECBAgQIECAAAECBLYvYIcECBAgQIAAAQIzCGR+r8/rRY5vdR+4PKFHpsQmGG5bCeCPJn3jnZlPILeY4OZ8doj8AbsW+e7LmHGFeS8z+h/ynOtSzDj/YOhM/mbUuMW3Pm9/0MXh9wnYMQECBAgQIECAAAECBAgQILB9ATskQIAAAQIE5hDo80GZk4rBIxdT+txQHM/w6mL8W5FP3/6KWEN/HuXUr1hK2UX6qx//WP6dI1O5w0iniDS7FMcBssfxcEtFbPz0VwLv2FfeonfMs5Q54l24lKW8aR2ZAH7TVKYhQGB1AhZMgAABAgQIECBAgAABAgQIbF/ADgkQIEBgdoFMaPb5vWXlofos4LKWdPdWbDQBfHffEzZIwrz1GRMOaygCBAgQIEBg+QJWSIAAAQIECBAgQIAAAQIECGxfwA4JEHiPQH7Kbml5t+mnzCd/nxk1M38Zz/QZ2zZ3n3F9nLyacb1FXrnfIluJDQq8+y07ljD/tCJjOE6eX4thO8cECBAgQIAAgekFjEiAAAECBAgQIECAAAECBAhsX8AO3ydQM3WVaZ+SB/PMm8NnPDJ6tqt1vrU8soZX2+xqraXW6/HqwG/rV0upu3qIGuVZlI19dfuuDKPE+a0Yfm747+Ow6v+S4lWgfNtnvNr/mX4xT1t8qdExI+r6z4C/VUbTka/86OeMHKbWXSnx/ioTfu27Lm5fV3KOSzHhVJsc6pLZM3XNf5M4C9hU871WLmCJlkCAAAECBF4V0I8AAQIECBAgQIAAgRUIXPu91KP1K9jiR5dYa41fmf+NXdRnfHRxoyY//GdGa+QlLsdhzzlFrbX/HX8eTx3tfXrtd95Tz/fR8fp8VeRgZlpEPvnbR4zfl/X6f2X4dD3a7EtX8jy6lTgt8Zb4iawcEbnbHPN8iMO7b1jbas7LGCHdzuPYNa4ejxQEnhbI5OvTnXQgQIAAAQIECBAgQIDAigUsnQABAgQIECBAgACBzQtkZu5SbH7jH9xgpJxqTfQPruHC1LVP/R4u1ChaxOG4V+y3ZLw6yp2+G04A59YyXpV7ot8Hmk72BvvA2k1JgAABAgQIECBAgAABAgRWKWDRBAgQIECAAAECBD4qkFm/FvMspD3lOs/od0bNp1n7hGtmwe60ffJyrxbDtv3F4ZMjvKt55jYzrs2X1zKuXT/U329xaOf7VYF85Lp/21xtsbwLud5cd8byVre2FVkvAQIECBAgQIAAAQIECBAgsH0BOyRAgAABAgQIfE4g8zqX4nMrmm/m+VOz88/wgM7Mi1hxAjiTlxn5hs8yo4G+e1u5hogaa2jRljJRmX+RsMspYrzX3xMxQIk1jnqmPBbw8VcKPBIfX6gFbF/ADkcItP+GxbVyxNC6EiBAgAABAgQIECBAgACBKQWMRYAAAQIEDgKZmujzLJlriWg5oWF5aDnx98zvtBgOnXXD8+ePM/80jOdHWFaP/G/2nkeuMG9dv888+WS090q+j/L4V87uUn4z64bx2OKzx2MtF9tq/Jt73NZy/hbjRpq/d64zZunf4fkP0/E8qtb36n9UY9nXyrjkRYAAgVkFDE6AAAECBAgQIECAAAECBAhsX8AOCRAgcCYwTEucXZr3NHM6LXKmdpxlnot7Annr7rXZyvUNJICv3YrcWsa161PV59ulxVRjzj1O+8eglXPPZ3wCBAgQILAxAdshQIAAAQIECBAgQIAAAQIEti9ghwSWJpDpqDetqX+WcGVppHzy9x7P8veVuc2MKzvp4lrGlcutOlq1Q+X3CLR/IVq5xp3nvzq3Yo17smYCBAgQIEBgDQLWSIAAAQIECBAgQIAAAQIECGxcoCul/2TeW2mIvLZxhjVuL29LxmrWPlOqbhMJ4K7rStf9O0Yt3T4j6vbvvMVxhzLj3mLid1b+1UJs6/TvTRu+1lpqvR6l77GP5hlR5CsH69dZ82yFkff1kZhma7UOnOK9Ns2oh1F2MXZGrfXifTy08n1ugX3c14y55zH+cwJ5T8bEc7NpTYAAAQIEHhLQiAABAgQIECBAgAABAgQ2L5Cps13pIpdyK0qJNpG42ZX/IhUTffq8S5QT+WTuIKPWOkv+4N6TsLH9kjHRdmYdJtfZR8zSlzVuSRxferXrl64N6uY7PL5P9vn+iWhlF8d91H247wfz5/Eg4nqJqLuu3Irp3omDpXz0sPvE7PFO+sS0D835EZCHVqYRAQIECBAgQIAAAQIE1iNgpQQIECBAgAABAgQIECBAYDqBOTN420sAT+d+f6S+RRJmAjijr3jLt3xTZLxlMpMQIECAAAECBAgQIECAAIFvFrB3AgQIECBAgAABAosTyLxUi6kWl5mnFlON+Z5x+lUnx3umW/wsmb1c/CKXvcB87Lp/W71vmTXmbHFx1lxPtCkZFxuonEDAEAQIECBAgAABAgQIECBAgMD2BeyQAAECBAgQILAMgZbdbGWuanic569G5pUuxavjzdOvfXxzlvPM8OFRM/c30RIkgCeBPP5Q5I1pMcm454NEQjfHP68+nec6ok3J8lS5wYP8B+2R2ODWbWkpAtZBgAABAgQIECBAgAABAgQIbF/ADgkQIECAwPsFMg90Hm0V+d+PbceTlZlTGsZw4Kwfnn/mOBO+fXxm+plnDeN2vy/OlKncYVxs9Kcye/ypVPGMQNyYPuGa5TP9xrTNJG/rn8dt7mNZo+zfLFG2Zpsr7yWAN7dhGyJAYDECFkKAAAECBAgQIECAAAECBAhsX8AOCRAg8G0CkVPK/FKf88q9x3l/nGWefzZyFcMkcH+cqaLPLmvi2TPnN82QEsCjHfPd1WL0YC8OkG/7Ydd23srhtTUeh2//k+ztusa7Z80ECBDYlIDNECBAgAABAgQIECBAgAABAtsXsEMCixbIXElG5E7esM4+J/yGeUzxiEAmiFvcbp/vkNstXF2hQPuhb+UKt/BnyVvay5/NqSBAgAABAgRWIGCJBAgQIECAAAECBAgQIECAwPYF1rPDfAjwUqxnB7dXKi902+f21c0ngLuuK7fiNs8zV+ONmJ+93uKZri+1Pc/w5/lxoPa0bJbHqtUVJ8dwLRmXd5B/eXIrLvdaTu0+3p8Z196j71rpcP6cM8+zFASWLLCrtdyK4osAAQIECEwnYCQCBAgQIECAAAECBAgQ2JhA/h78Vnxsuy0/MixLpvNaZD4o41Lyt9XdX32mkP7EoFvLvWTV8DjP54/IC+1iv7v/Somo9b+yi/iv/Fdq2ZWojDi8cg95VONbW2dfxvkLr4V2yfud8fjyUunx1lpeEci31ZVLqkcKsB0JqDsBAgQIECBAgAABAqMEdCZAgAABAgQIECBAgACB9wtkfuhSXF/JsPX1Vt9xRQL4lfv8q08StrfUrwsznuxK7Q4x4yQLGrr5tnJBS7MUAgQIECBAgAABAgQIENiugJ0RIECAAAECBAgQ+BqBloPJMjedZS279ohtWcJXV2qtfcy1mv7p4W6u0e+P+zP/LhpnRHF6Pf4U8HnP0xAOCCxLoMZyMqL48Mv0BAgQIECAAAECBAgQIECAwPYF7JAAAQIECBAgsDyBxxOAr619mIfJLGhX9pmRLIfj0pevjTyu13D+djxuxOX3znud8dpKJYBfc3t7r/z52h2f+s3jty/AhAQIpIAgQIAAAQIECBAgQIAAAQIEti9ghwQIECBAYGECmQjMuLSsTNqex6V21+qGfSPFG6f50G8XyaiMqClZZuTxtVHmq28J3/Nymhljm2UY04x6Y5Qa9/EYNcpd6QbzX0rbRvvTcJeuny7+Oni85a9uTggQIECAwLcJ2C8BAgQIECBAgAABAgQIECCwfQE7JECAwIIFImF4eXWRtS0tLre4XZt9hy26ODnEIfEbpx9/HdbTZ0sjafrx5Uy1gNzWxbEy8Ztx8eLdSgngu0R/Gxz+8qGULP9eVUOAAAECBAhsTsCGCBAgQIAAAQIECBAgQIAAge0L2CGBpQt0c6b1MgmckQhZHqIuJhl2WM8hOZfHuc75okZiNmO+GS6PvIt5M0rJe51x3i7rMs7rf5/fb/G7vTMCBAgQIECAAAECXyVgswQIECBAgAABAgQIECBAgMD2BezwXKBGRUYUw9eFquHleY9z8hbzzrT20b8+Adx1XbkVwxucf+SQMax713HOu6/70vXxrlk/O08X0+e+b0U0ufnKv84YEzcHn+DirtaSUWsttf6N8oGv/HmotX5gZlMSIECAAAECBBYnYEEECBAgQIAAAQIECBAgcEUgf5d8KfaRd8m40u1t1ZfWNqx720JenCgNMw5rLpHLysicVpY5aP4ev0WeTxG11EjKHKLEcem/aiRsMvqTsi8lclXlbV81ZmqMw3xvAAAQAElEQVQRhxO9cj8Zx+H+FMEQObk/1eMr8inuiF1EjSglU7U/sa+7knF9ovAvGddb5JUcMUtBgAABAgQIECBAgAABAgQInAQcECBAgAABAgQIECBAYCkC9Wwhed7i7NLo0xx39CATD7DENY3cYiTVS8bIYa51lwC+JnOp/ldd0PWZ+V+Vbzvp4r2e8bYJTUSAAAECBAgQIECAAAECBL5FwD4JECBAgAABAgQILE4gEkOlxVyLy4xkxs/4kQ37OfnoUdt7Kx9dzHJ28OiKp2j3nbueQu73+3+KEY2xcAHLI0CAAAECBAgQIECAAAECBLYvYIcECBAgQIAAgeUKZPJzjtVl0us8DvPc/7DhQ7v3fM/9Zzw6W2vbykf7fapdarcYtwYJ4If9dqV2hyhRPtxt0oa7GC0jCi8CBN4pYC4CBAgQIECAAAECBAgQIEBg+wJ2SIAAAQIEvlDgd+K3q105RInywJGfSJtxOFv698yjtWiJ3yyzbolrT/9pkr7D3S11t8M1Oh4K5PtgeO6YAAECBGYWMDwBAgQIECBAgAABAgQIECCwfQE7JECAwLcLZAIqIhLAkfoNjDjO75k7jdLrHQItEZzluPkkgE9+j1Pke712u/6J4HJ4/59GcUCAAAECBAhsSMBWCBAgQIAAAQIECBAgQIAAge0L2CEBAiHQZ78i93ssS5ZRvbBX5qczHl5W5PMebruhhrsN7eUjW+m6rnT7N2aBl/nz9hF7kxIgQIAAAQIE5hQwNgECBAgQIECAAAECBAgQILB9ATscCmQSqsWwfonHuc7zdV2qG7a5d33Y9nAcWcDDwcq+f3ECOLaeWf9TxJ3L4xL1cdheXVcjwZsRtzgSvZns7aP7V7qI1u495b7U2kXUU7xn3uXOEren3Irlrvywsn3XlYz+Dwni+Lw8tPKdAIFLAvmzcysu9VFHgAABAgQeFNCMAAECBAgQIECAAAECBO4I1PqTq6j153gXxxl3urt8RyANM2r9sa315/hO9ycu12jbIg4X8uq6feTh9qXsf8ehPnJlkRyqkdf7HbVEGu13lP3gPK/v4nzXdnmzrDXyg93NJou9+NgOF7v8EQu7dsPO68/Pz6ZsyYezaqcECBAgQIAAAQIECBAgsEoBiyZAgAABAgQIECBAgMC3CdSHN/x4y4eHXHTDrruTKFzo6r83AfznhpxTxHkXke0WGO0vGBa4NEsiQIAAAQIECBAgQIAAAQLrFLBqAgQIECBAgAABAl8rkKndYVyGyPzU7oM50Zw/4/LqtlCbucmMcXsZP8K4+T/XO9/Dt2b/4Jv31rJcm1+gi/dGi5xNECBAgAABAgQIECBAgAABAtsXsEMCBAgQIECAAIFIkJSM5Urczt9kcm8fi88yirNX65vl2aULpzlGjDUXx1zjHnfyvQngkjdtEHl+RCkLfPK3xvtsF+s6fJZ5W6hySoH8gc+YckxjrV7ABggQIECAAAECBAgQIECAAIHtC9ghAQIECBAgcEUg81PDuNJsturM2wzj8kSRROvzfFlmi1bmcSmn/ofTB7+3MQa5xBrHD/a+2izHyMj19mWbJ3tMl7adbqRclyCwAYF9LaXFBrZjCwQIvCygIwECBAgQIECAAAECBAgQILB9ATskQIAAgTUJtGTu7zW3JGor82oma3/O86hFXr08Tl5pEa37BG07X1cpAXz1fiVNxtUGLhAgQIAAAQJbFbAvAgQIECBAgAABAgQIECBAYPsCdkiAwMsCNXpmRDHrK58+fniCPwuKJO7Dnc8bxmDdJ/KEOWfG+XqeOx8/wnPzaU2AAAECBAgQIEBg0QIWR4AAAQIECBAgQIAAAQIECGxfwA43KPAn3xtJ3Je3Oabvy5NO1nH7CeDMzj8Sf0jz0fCMPxc+UpGPou/rvnR9fGQJq5w03R6NtsFd/APRotXNVe5qLRm11lLr3yi+CBAgQIAAAQIE3ilgLgIECBAgQIAAAQIECBAgQOCDAvnE7zByKe08j38ikjkl83gZrba2gygzBTo8j6qf1xNHMc4wz/hEz4tN21jlOG6Wv+Jir6crY/Sn++hAgAABAgQIECBAgAABAgQ2JmA7BAgQIECAAAECBAgQILAegUwAv2G1c00z17hHEgngI8TFYsGV7anWBS/R0ggQIECAAAECBAgQIECAwDoErJIAAQIECBAgQIAAgUUK5NO/w4Xlecaw7pHjfBa4RbbPMTLy+HJk6/WmUde78st3Qy2ByQQMRIAAAQIECBAgQIAAAQIECGxfwA4JECBAgAABAgSeF8gHWDOe7zmmR86YH/mc8fw4mdJ9vNdxruc6PT78xZa5rxYXGzxcKQH8MNUSGubtyljCWqyBwKYFbI4AAQIECBAgQIAAAQIECBDYvoAdEiBAgAABAncE2ifStvJO89GX2zzDspRDMrZ2WT4/RT7pm/FczzZXJGTrIJ4b5IHWOU+MXzIeaP5gE9nEB6E0I0CAAIFvEbBPAgQIECBAgAABAgQIECBAYPsCdkiAAAECrwhkYnb/1qdic5WZJI2yz+LmcUacz/qKOTLxO+sc54NnErjF+bXnziWAn/PSmgABAgQIENiygL0RIECAAAECBAgQIECAAAEC2xewQwIEXhaItOjLfUd3jMl3pZZdZqHL81+ZP25xv3dkubvd/WYLbbHelS8U1LIIECBAgAABAgTWKWDVBAgQIECAAAECBAgQIECAwPYF7HDpApHl7T/y+co68/KVS9NWRwJ42gHfOpoE8Fu5x042zWPfY1eh/3QC+64rGV2Ul2K6mYxEgAABAgQIECBwQ8AlAgQIECBAgAABAgQIEHhS4NLvtLMuf+ed8eRwmi9KIJOfVyKfis2Ybb2Z4e1K7fZ9lF//bdxa8uOnM16cvuTDw7fi77iRSs39tvjb4KWauqulj7ortdaXxrjVaXfromsECBAgQIAAAQIECBAgQGDbAnZHgAABAgQIECBAgAABAn8FMil5Kf623HRNt87dSQBfum8rqHv8M8pXsBlLJECAAAECBAgQIECAAAECnxAwJwECBAgQIECAAAECKxPI1GbG3MvO5Pc75jnfR86ZcV7/3Pn4EZ6bb1ut895va0d2U0qBQIAAAQIECBAgQIAAAQIECGxfwA4JECBAgAABAgTWKLCPRWdE8eQrP/r5yS6rbS4B/Oqtq/nmisgyowyO+/NXB77cL5/43XW7Uvu43EYtAQKjBQxAgAABAgQIECBAgAABAgQIbF/ADgkQIECAAIHFCuTTlxm7WGGLOOxfr30ecyZ+++jH+P0t82/D+H11hrPMIWZkXjGjP27z5H7b8bhyupHGrUNvAgQIECDwYQHTEyBAgAABAgQIECBAgAABAtsXsEMCBAgQWLZAJn8zLqyyz9TmA5nPJ4KzR4sLI2+uSgJ4c7fUhggQIECAAIGnBXQgQIAAAQIECBAgQIAAAQIEti9ghwQIbEQgU7nPbSVTyi1+91xaqjTXk/F7lc+ejR/h2Rm1J0DgqkCttdRar153gQABAgQIEJhewIgECBAgQIAAAQIECBAgQIDA9gXskMDv7EueZaRLK/P4d9R6/drvlss6kwBe1v24upr8bPJ93Zeuj6vNXFiZwC7+4ciotb6U+O0/7aAr5VpZFv7VdV25FQtfvuURIECAAAEC6xewAwIECBAgQIAAAQIECHytwK3fzT5y7WvhbHwlAvtY5yFqt488Sh5HQiVqD68aRY28W4nIchdlVA1e+XMQ6ZtBzQSHXaRmM0qUGcPjPJ9gihwiR89SECCwAIFa69OJ4BrrvhRR7UWAAAECBAgQIECAwFUBFwgQIECAAAECBAgQIEBgXQKZDckVtzKPn4lhAvixfrXUxxourJUE8PCGPHq8gHudTwRnPLrkMuFfDTw+p5aPChyeAj60zr8oORxd/3564vd6E1cIECBAgAABAgQIECBA4JqAegIECBAgQIAAAQIE1ieQibF8YjbLF1afuZU/3XK8P5Xrr5AAfvYe1uyQj4lnuZboFx2LbWUcev0R+HxF7T8O+dF1uJuPSmlHgAABAgQIECBAgAABAgR+BBwRIECAAAECBAisTWDGjEj9yfnl88GZW874jFCupcW4FUgAP+PXvwkS/lKnePPlXwm0uNRkdF3eroz7A3U1P6u8RSQWc3k1y6y731+L9wrkPyr7/bX3Vin5Vym/oviaWMBwBAgQIECAAAECBAgQIECAwPYF7JAAAQIECGxGoNZaar0em9lov5Ea3x/Lj0XDm6/a7SPn0qKL42zela7sSyZ+uzjNiOKNr5xxP+l802hNuqQ1DDbtTVjDjq1xXoFM/t776Of8563FvKsxOoFvE7BfAgQIECBAgAABAgQIECBAYPsCdkiAAAECBM4FMvHa4nCtTwJnMuZw+qbvuYacKvOPLfL89dhQAji3kvE6xqZ75pPJm97gc5trT9M+12u+1vXt/5jMtxcjEyBAYFUCFkuAAAECBAgQIECAAAECBAhsX8AOCRB4WSDzKS93XkXH3wma3G/GKpZ+Y5Eypjdwtnvp95v59X1ONc7rK9hKz1rv/yjm33+02Mq+7YMAAQIECHxSwNwECBAgQIAAAQIECBAgQIDA9gXskMB1gZbnauWh5e+zQ93avt/POi12R7n0YbxjoTlfPnr9jrkuzbEvXfcvorsbZf+vZORfKfRR9v3nmPfHXS1dJBxvRSm513tRLy1ykXWHfZeTQTl+ndefnx+bzVbsu65k5Mc/X4o2cdyyuGflJ9oF5aIF8t4O4/weL3rxFkeAAAECBLYtYHcECBAgQIAAAQIECLxBYPi7sUvHb1iCKTYm0JX4X/xe/fx3rZfON7b1t23nUp6k1b1tEX8mysfj9n9qH6j40+R3bizzZdmklhp5sX6f5TNftcYadj8xdhWZ4Rs7xmf75z3PeMcq3jXPO/ZijtULeDuu/hbaAAECBAgQIECAwEcETEqAAAECBAgQIECAAAEC6xJ4T0aknlB+jk5Vbz0YP//6E8ANPP8btxnt/JlyhW37v0K4+X7PW5uxws3NvuSu7LpDzD7VTBOcngieaXzDEiBAgAABAgQIECBAYJMCNkWAAAECBAgQIECAwC+BzDf9qjg72d3MRZ01XuPpr9xiLTXOayZhSv3AbmLOmL/084+bXoZwnJ/eqxLIf6UOsa9dySilK6vagsUSIECAAAECBAgQIECAAAECLwnoRIAAAQIECBAg8LzAPnKSz/eausd7FtFnkGKqCfKvrwHkAl7r+aeXBPAfkmVWRL6y7CLrX/u4tMa8lcO41Obxunxz34zHh1pEyy4Ah/F7URP+RP0e2NnyBT66wkv/XYph3UcXZ3ICBAgQIECAAAECBAgQILAdATshQIAAAQIEjgKRLinDyOp2nsfnuaFhXR5/JiIrWzIHNn722u1j/y26Usu+H7SL712cdX0Z3+Z61Zgvo5+3HbfJcp/teFw5jda4NehN4I0Chx/dQzI4pz2cxtdKCAAAEABJREFUexI4LQSBbxOwXwIECBAgQIAAAQIECBAgQGD7AnZIgAABAmMEMiE8pv+0fadLkB7WlTmiw1H7njUZ7XytpQTwWu/cvXV3cWsz7rX7kuv51yunrU7978NpYAcECBAgsBoBCyVAgAABAgQIECBAgAABAgS2L2CHBAjcFditKtuZCZ7If030NPBlnLnHvzzrT+008+coP2M6ui2Q76vbLVxdjED+izWMwcKyenD6c5gXWvzULv2orfi8XPq6rY8AAQIECHxKwLwECBAgQIAAAQIECBAgQIDA9gXscB6BbaXKlrab6dYjAfzU+38frT9Dlo/Y7+u+dH3EMk6vXE/GqeJwEO1KxPC/Jzo8LvtIF0bkk7G34jDY3++5noy/V5ZQ05Xa/Y78iOfDPvOHp8VwrV2cnEdULfyV9+BWLHz5lndHYPgze+n4TneXCRAgQIAAgb8CaggQIECAAAECBAgQeEJgH79nHRNPTKUpgYcEaqkPtdPoR+CQGymRNzlEPvGbUY5f+wHpeduL59HvQlYqahf1emAxuYvB5k89MheYcaqY9iA/vTejf4o51jA8nvD9HSNPu26jEVi+wKUf6OWv2goJECBAgAABAgQIEBgjoC8BAgQIECBAgAABAgQITCKQz9NNMpBB5hL47gTwFKqZmc+YMCv/yLLaU5+PtNWm9H9HMXRof7UyrPt77F+wvyZqCBAgQIAAAQIECBAgsEIBSyZAgAABAgQIECBAgMANgRrXhhGnq35JAD96+/KuX2pb96VklE8lC2P+klEm+2rJ5SwnG3RRAx3u1fUl5fVhXG/pCgECBAgQIECAAAECBAgQILBsAasjQIAAAQIECBD4EciPfM74qXHUBDIV2KLVvbfM3FTm/DLGzSwBfM0vk7rD+JVkvcQWN+VX+2sDj6nPeTMujZFvhmFcanO7LhO+fUSz2M3HUtox/chXLV39HfvTE9pdHHUxfkYUp1f+SOdJ1OfjwSXKPO1jeNxX+LZ+ATsgQIAAAQIECBAgQIAAAQIEti9ghwQIECBA4OsFukh/DOPrQS4AZFoo48KlN1VlHmofc2UZxQSva9nECYb+liHyhmRMd1Nuyv2ZJufOuNnr4Ys5/Hk83HlRDeNftEj1llOUF7+axovddSNAYIEClkSAAAECBAgQIECAAAECBAhsX8AOCRAgQOCSQEsGX7qm7lMCmYuKuTML3T9sejyPqldfEsCvyp36JWFGJhxPlW88yLkzppkyd3Ee04y8rFFSLGNZq7IaAgQIEJhdwAQECBAgQIAAAQIECBAgQIDA9gXskACBqwJ9jnF8fvHq+C6MEWg3ppWvjyUH9rrdZ3pmdnbmmXOKFjNP9Ybh84ck4w1TmYIAAQIECBBYtIDFESBAgAABAgQIECBAgAABAtsXsEMCBEqRAL72LuiCJqLW/0o9RS21ZnTHsg56x3G0Ly0GV6Y7zI96zsgRs8zI40uR1x6Jn761KyWjbOari/0copTuuKu8T7XsS8axqi9+Xy9xvfRftXT5eQj9cXyL+x/fvQgQIECAAAECBNYlYLUECBAgQIAAAQIECLwgsIvfh96KF4bUZUECtdZS699Y0BItZQKBzPsMY4Ih3zPELvJ0FyJTNhlXFvFSdY6X8VLnhXYKvYWuzLIIzCZQ74x87/qd7i4TIECAAAECBAgQILAgAUshQIAAAQIECBAgQIAAAQJrEhifp/rOBPCU9/j0xO/4m/HMsmrMm/FMn0fbrvIvQX5tLp/mzfhV6YQAAQIECBAgQIAAAQIEvk3AfgkQIECAAAECBJ4WqLX2TwY/3VGHVQjsIn2SsYrFXlhkrbtSa71wZQtVsa/I/5UJHkfebYHjo3uo+1IySvzEFF+fFch7cB5/V/RcTY4X9/i5TloTIECAAAECBAgQIECAAAECHxYwPQECBAgQIECAwF+BfeQYM/5eUfNxgUxJTbQICeBrkJnUzSiZ/GvRGl9ii7uS7Vu0phOV+VTuLrL+tY+JBt3UMOFfLsXYTeaYMUbe1/Ze6I+jzmuNAtZMgAABAgQIECBAgAABAgQIbF/ADgkQIECAAIGjQD5MOoxjtWIgkDm4jEHVfIeZY8q4mHOK7PxEM1/KZE409LcM05LDx0Tht2x7sfuM+9D/lEZ5Sgi/utjjGP0P4qtj6EeAwHIErIQAAQIECBAgQIAAAQIECBDYvoAdEiBAgMAtgZYMvtXGtfULSACPvodJmDFdVn70kr59gMjb5t3IGEeRI0R0eX/HjaQ3AQIECHxYwPQECBAgQIAAAQIECBAgQIDA9gXskAABAiME8vnCFiOGGdk1c1IZ44YZP8K4+fUmsHCBSAAvfIWWR4AAAQIECNwWcJUAAQIECBAgQIAAAQIECBDYvoAdEli/wHQ5KQnga++G/qnPR3je8xHQ+Uj+vu5L18e1Rb9S39Z/qexeGfAjfdpfZPTlHCs4vR/iPdEfTzPJrtbSotZaav0d5cu/uq4rt2LrPLX+fj/U+vt86/u3PwIECBAgMIGAIQgQIECAAAECBAgQIECAwCYFbv3uPK9tctPXN/XClUt5sVaX+bGMF4a91yVzTBFd2ZWMfZY1jvuoJfOBGbX+zgfU+vv83jSRzbrX5Iuvd1+8937rXw/QK/hGgAABAgQIECBAgMAaBayZAAECBAgQIECAAAECBAi8IvCe/Nics3xXAvjZe1wf6ZCEGQ81fmTAh9pk9j/jocZf1SjuQ8DsjlFKnJcxX9k/Y8wY+hIgQIAAAQIECBAgQIDAWwVMRoAAAQIECBAgQIDARYH+k1TnzDxenFXluwUyc/nuOZc9X+b66r6UjBJl8bU+gRp37hDDtb92nP8KZrzWWy8CBAgQIECAAAECBAgQIEDgvQJmI0CAAAECBAgQILBOgcxHZW4yY9wOJICHfqOSvpE57oKzxXDcyY5j/JIx2YCbGairtfzElNvKH7YY7/TeiB+6/jjqvNYkYK0ECBAgQIAAAQIECBAgQIDA9gXskAABAgQIEDgTaE/8tvLsstNFCGQuKvJPJctpFiSbeNExkVtcbPC5yunu/ef2MNvMkYQ/jt3FYcbx9MUisSMkfF/0043AUgSsgwABAgQIECBAgAABAgQIENi+gB0SIECAAIG1CkQuql96lpmfzLKvePmbBPDLdMeOpyd+I+N4rFJ8UiDvwzDGrOU4Tt7jMcPoS4AAAQKfEzAzAQIECBAgQIAAAQIECBAgsH0BOyRAgMAmBFrit5Wvb0oC+HW7z/TMnORnZl7RrImUMcWSpxpnirUYgwABAgQIEHhGQFsCBAgQIECAAAECBAgQIEBg+wJ2SIDAXwEJ4F8myZGPVv+qXNBJri1jQUv6lqX0TwHn+yOiP55m4/uuKy26OH42plnFeke557XenR1Wfm9/964fRvGdAAECBAh8pYBNEyBAgAABAgQIECBAYPMCu1pLRrnyde/3h/euXxlW9coE8j+XOYyVLf/ecl2/IhDZrCtXvrF6/BPV36hmzwQIECBAgAABAgQIEFiQgKUQIECAAAECBAgQIECAAIE1C4z/dNrvSACv+R5fWXuNZHXGlcuqJxPIHzI/JpNxGogAAQIECBAgQIAAAQJzChibAAECBAgQIECAAIGbAu1p4JuNXPyQQC2120XU0fPvRo/w7QPUfSkZJTKyxdcSBayJAAECBAgQIECAAAECBAgQ2L6AHRIgQIAAAQIECBAgcBCQAD44TPA9EsCZCG4xwYjDIfJp312f9d+VPB5ec0yAwFUBFwgQIECAAAECBAgQIECAAIHtC9ghAQIECBAgQGAdAi2PGGWN2JV9n/fL3F/Nx7Mn2sVuonG+eJh97D0jEsBx5LVNgfEP22/Txa4ILFvA6ggQIECAAAECBAgQIECAAIHtC9ghAQIECBAgcC4gAXwu8vR5EmZIET5Nt6IO7u6KbpalEiBAIAUEAQIECBAgQIAAAQIECBAgsH0BOyRAgMDGBPLTgDPGbiszl2PH2E5/Wb7t3Es7IUCAAAECBL5WwMYJECBAgAABAgQIECBAgACB7QvYIYHtCUyXqJQA/vXuyI9yfpUkbkoXfVv8Gnf8SX7s977uS9fH+PHWMkLXxZ5vxO191PB6LUqJ+xmRn7e+O366d40yoyzoq+u6citeWWqtYRbjvtJXHwIECBAgQIDAhwVMT4AAAQIECBAgQIDAGwV28bvEW/HGpZgqBM5/VxxVXhsWqLWWWv/Ghrc83Np6j495xBplRomylMgv9lHLvpY+xm4wRxw7hv4EFiwQPyllTCx4a5ZGgAABAgQIECBAgMBAwCEBAgQIECBAgAABAgQIECCQAttOAOcOX46kybgzQGbmM/ok4522E17OJ4IzJhxyVUPVNz+N28+3KqFxi82nnh9494+bRG8CBAgQIECAAAECBAhMJWAcAgQIECBAgAABAgR6gVprqbX2x759r4AcT7v3r/4s1H0pGSUyksXXkgSmXEsm27/uDn/dhqd8xxiLAAECBAgQIECAAAECBN4lYB4CBAgQIECAAAEC2xDIxEzkHUvGuB19bwI4k7bD+IX5CkvclF/jjbsxl3vnujIuX91ybf8EbhIfY+699gnfWkqW+XnrOV8eZ+Tx1mLom0//bmB/tkCAAAECBAgQIECAAAECBAhsX8AOCRAgQIAAAQIbEIjkV5+nzHKa7XxnNnEau+MomYXPmO6mHAe+XLxpmsuTf2/tN7BHvrtkfO9dtvPtCNgJAQIECBAgQIAAAQIECBAgsH0BOyRAgAABAlsROGah+qf1IueY5citSQCPBCwlCTPq6JEM8LxA/gxkPN/zuR7HH73nOm2gdb6rMzawFVsgQOBbBOyTAAECBAgQIECAAAECBAgQ2L6AHRIgQGCTAi0b1crXN5mZy9d76/l+Adm495ubkQABAgQIEFiFgEUSIECAAAECBAgQIECAAAEC2xewQwIHAQmzg8Pl79+bAO5i68Pon+RtSPt28EQZb7Rf4z3R9eGmua6Mhzv8aVhrLbX+xJ8GC6qosZZ8ujcjDi++umiUcfHiRJW1xiRtrG78X120oZZQpm0fg8V0scdaD3vO3WYMLi/qsNb66/1c6+/zRS3WYggQIECAAIE5BYxNgAABAgQIECBAgMACBXbx+7pbscAlWxIBAssWOK4ucwG7yA/89ydKn+/bHdstt8jcS8a+lpJ5rj5iuVmXEYejXssXGLW9JzpPofnEdJoSWIpA/NuylKVYBwECBAgQIECAAIEXBHQhQIAAAQIECBAgQIAAge8TyOzGpViPxPXUZO5r3D62mQAeZ/Jc7/bUbxl/M56ZuH9q8/o745mhtCVAgAABAgQIECBAgAABAusUsGoCBAgQIECAAAECXyYgP7TlG565xkzdZjlunznKuBG20vtVy7ovJaNsJxvbP2YeHlmWFX5ZMgECBAgQIECAAAECBAgQILB9ATskQIAAAQIECHyDQKRrvmGb9jixwPcmgDNpO8JlrucAABAASURBVIwSidwT7isskQD+Nd5psEkO8i86dt2u1D4mGfLPIJnw7SOuxG5KRhx+5tUs+/uS92YYH13ZZzzM+qiAdgQIECBAgAABAgQIECBAgMD2BeyQAAECBAh8jUAmgDNHdIqv2flrG601cmk11V7rP3uvlv9qZZ8Ha7NOt+5dG1L5qkBLTG4jKZm76JPA8R7ry1dZZu2Xq5x1AoMTILBKAYsmQIAAAQIECBAgQIAAAQIEti9ghwQIEPgygUiJRMqmtPiy3dvuiwISwFfhkibjaoNNXuj/Acl/TFpscpc2RYAAAQKbE7AhAgQIECBAgAABAgQIECBAYPsCdkiAQC8wzOX0Fb5tSCBzkxnjtjR+hHHzL7d3JEA/+xnIn6Pp/+GI6bOMYoGv5a5sgViWRIAAAQIENi9ggwQIECBAgAABAgQIECBAgMD2BeyQwPYFpst/SQBP9W7JD1/vP6c7SLuIqcY9jpMfx7yv+9L1caycuMgtZAyHzfNLsYsEedYP2056nIYRtf5X6p/Yldp/hvtu0inXOFittdR6Pda4J2smQIAAAQIECDwhoCkBAgQIECBAgAABAgQIENikQI1dZUTx5xUpmsgXlT7+XNxmxZ9dZd7sVvzpsJSKyH2VYZTMdbW4dsf/Lr7WejM/lCP+7aXmdYH8qXu998J61gWsJ9dwKRawNEsgQIAAAQIECBAgQOCDAqYmQIAAAQIECBAgQIAAAQIELglsKwF8aYcbrWt/1TDH9moksWu3KzUnmWMCYxIgQIAAAQIECBAgQIAAgTEC+hIgQIAAAQIECHy9QK315hOQXw80J0Cdc/DvHrv2ObrxBrvxQxhhewL3fnLj3dd/3HWWc+8+57gUf+dVQ4AAAQIECBAgQIAAAQIECGxfwA4JECBAgAABAgQ+I5DPDWbGZv+Z6b9g1qY7XlgCeFVvl7xdGeMX3f+QRp73p9yVrraICxenaG+8LLNBK/N44qjx5s4oOce1mHhOw61ZwNoJECBAgAABAgQIECBAgACB7QvYIQECBAgQIPABgZZLyqnzOEsxXiCzcbtIgdWuK7XbR3TjBz2OME028TiY4g0C0937FxbbJo8yn0HPETJJm5HHggABAh8RMCkBAgQIECBAgAABAgQIECCwfQE7JECAAIFPC+wjYxkZopJJ4Cw/vZ7tzH/UzNxbn3M7no/YoATwCLxD1ySM6CJKxqF21d/zfZX7ybi0kfgBv1StjgABAgQIvF3AhAQIECBAgAABAgQIECBAgMD2BeyQAAECXyHQlXwieFcyUTduwxvJWI5DuNg7k5wZFy9+sHKWNT056Pj33QcBTU2AAAECBAhsRcA+CBAgQIAAAQIECBAgQIAAge0LfP0OI4WTaZlhfL0JgLsC35sA7p9u3ZVa65Xoor67C/jeBvuYLiOKB1+1/t5f69Y/RR7bq+FQu2jTH5dSsyzxlY+YZ5SoKDlnRtT3r1pK9OkPo3/J6E8m/BZjdhmx/u5qTDifoU4CtdbSdXnfT1WLPch13orFLvxNC7tns1/JfX4Tl2kIECBAYF0CVkuAAAECBAgQIECAAAECZwK11shr/MTZZacrE8jf0p+iHtIy3aAcu53hWPeO21z5dGos4SeX1C7MV2525N7xwu7yY7aHGbkLTR6q2j3UaquN8idnq3ubbF+fRmo/AuflZBs0EAECBAgQIECAAAECqxKwWAIECBAgQIAAAQIECHyPwKezNH+kF7egPytcf0XNnNi4bWwjAfyqwXi/0j/92iVjRF++upjn+tX4Act4rpfWBA4C+d7p43B6+fsUPx+XR35bbXsC9m0TmogAAQIECBAgQIAAgXkFjE6AAAECBAgQIECAwC+B/F3/r4qJT+Yef+Llrny4SMxkrjEfyR65k8hajhxhbd3DruRHG2f0H208cgM5TkaJjOzIoXR/TUCv1wTyR2HYM9/BGf3HC8TFKT5iYDi+YwIECBAgQIAAAQIECBAgMEZAXwIECBAgQIAAAQKbFsgkzUQb/K4EcJ+onSutFXclx28x0Q1qw+RfWOwi61/7aLWvl/nHA7fi9ZH1XKJAvn9+xdki491b2vvh7NLSTx9aX3sSuJUPddKIAAECBAgQIECAAAECBAgQWIqAdRAgQIAAAQJHgV+/649f7teob3VxOPrVxmplDjg8znMxQuCUR8x8ZUSen4bLu3k6GXXwXQngE1WA9k//ZnmqfPEgx8iIn7IXR9CNwDsE8p+NFrfma4ngvrzVcAPXJITXfhOtnwABAgQIECBAgAABAgQIENi+gB0SIECAwLlA+11/lnmtlXksCKTAlyaAc+uCAIFvFWiJ3/Ny33Ul41td7JvAqgQslgABAgQIECBAgAABAgQIENi+gB0SIHBXIJ/OvdtoRIOd5x9H6L3SNVO3Ga/0/ekzfoSfsRwRILBggfw3ukVb5vl5q1cSIECAAIElC1gbAQIECBAgQIAAAQIECBAgsH0BO7wukL/bv3513iueNp7TdzrdL0sA53bz45rnvDnzjJ0fx7uv+9L1MX6O/IuQWzF+BiMsSSDfP78iFpf/BzGsi6rDa9+VXamlf38cajb9vdba76/WWnbHKL4IECBAgACBpQpYFwECBAgQIECAAAECBAgQ+GqB0+/1jwp5nof5m+7+9/rxy/8ss+6VyPEyWt99Dnw8yXHzdHc8n7HY7tBd6GWUKDOGx5GbmWrjOfpUYy1/nHjTL3+RVkiAAAECBAgQIECAAAECfwXUECBAgAABAgQIECBAgMAtgUzOZtxqM8k1+bZJGOccZN0J4DllHh47CTPe8iN1WlX+9UXGqcIBgScE8r2T8UQXTQkQIECAAAECBAgQIPA5ATMTIECAAAECBAgQINAL9E/hRgL2UlYqqktG33Cj39r+N7q9ybaVmcvJBjMQgXcKmIsAAQIECBAgQIAAAQIECBDYvoAdEiBAgAABAgS+WeBSove8LpO+fcSFfPgrY71m/U5i+dfKuLTZV+55H7vLiGLESwJ4BN7vrvlTFZz5Wd0Zvy9OdBbj5+eBTzBa/vDfigmmMASBOQWMTYAAAQIECBAgQIAAAQIECGxfwA4JECBAgMDXC0T2qbSnXvvyTCRThi3fc3Zppaf9jmLth7J2Xez/J8omn3HuYr+Z9M0yDid4ZUZxgmEM8TaB6e7925ZsIgIECEwrYDQCBAgQIECAAAECBAgQIEBg+wJ2SIAAAQK9QOSF+iRwnGQZxdVXSwRnebWRCwsUiJucq+oz/JEIzjLPR4QE8Ai8vms+7ZtR7v3Y9a19I0CAAAECBMYI6EuAAAECBAgQIECAAAECBAhsX8AOCRC4KpC5wYxLDbK+xaXrW6rb5j6PieAJnnKWAF7bu32mPHN7S62Nw3oJECBAgACB7xGwUwIECBAgQIAAAQIECBAgQGD7AnZIgMB4AQng8YZvHGEfc2VEMeErk78ZOfI2/2JiHFbXpc5xjDpTBv44vOL9Anl/a3Vf3y9vRgIECBAg8JSAxgQIECBAgAABAgQIECDwpECttdT6N54cRvMPCdSYNyOKX6/8eOeMVpltLuV2aq1rvP+xrdpHjU1mlHI4/12WEpf7KL4uCkgAX2RRSYAAAQIECBAgQIAAAQLLELAKAgQIECBAgAABAgQIELglkCnSW9fXdS13cyvWtZvXVpv7f61n67XOBHBb/ReXtSslo/giQIAAAQIECBAgQIAAAQJbFbAvAgQIECBAgAABAgQeEsiUYeaNWjzUSaOFCcRd7CJ1m483j1xZjDJyhG/vXvelZJTIyBZf7xB4zxx5P1u8Z0azECBAgAABAgQIECBAgAABAj8CjggQIECAAAECBB4TaNmMzBu2eKznEluddhOLu3Qc1Vt95XYn2psE8ESQJRPAmQhuMdm4h4HyLzZ2kfWvfRzqfJ9LIH/ChtGS/FGWiLzHc01t3HsCrhMgQIAAAQIECBAgQIAAAQLbF7BDAgQIECBA4EGBPpuRD45GPNhl4c36HcUab5Vxea2vzDFlZL4poz9um5nuJkoAN9OXy0gI5g0q+UZ8eRAdCRAgQOCugAYECBAgQIAAAQIECBAgQIDA9gXskAABAgReFcinf/eRQ8zy1TH024aABPDo+5iEGfETNXosAxAgQIAAAQIXBVQSIECAAAECBAgQIECAAAEC2xeww7cI1FpLrfUtc5nkvQLtUcVWvnd2s00jkDnHjHGjjR9h3Px6EyBAgAABAgQIELgp4CIBAgQIECBAgAABAgQIECCwfQE7vCIQufpM6F6LYa9o2p+2sj/52m/TKHRv/QTgadact1wCOBUmibgpXXC2mGTMn0Hycf193Zeuj5/6V49q/EuRkf1j5SUjVh/jl1+R178vUmMYIZP3tUSZ0R8vQ6Xr4p+eG7GMVVrFUgRqraXWQ+SadnGcpSBAgAABAgsWsDQCBAgQIECAAAECBAgQeFHA749fhFtIt0jjlFPU37mbzBkNoy058z676JRlqzsva63974nP6z98Ppi+xvG9iCY3X63/Ma+TuZ0/cXOA/mKttUQKpj+e7FvmmDLaeobHJdc9zUy582lGMsqqBaZ7S62aYbD4FGkxqHZIgAABAgQIECBAgMCbBExDgAABAgQIECBAgAABApHP/TKElpu5Vr6XI/+Q4r0zTjPbuhLA0+x52lEyM58xYVb+kQW2v+x4pO0rbfKvQzJe6asPAQIECBAgQIAAAQIECBAYJaAzAQIECBAgQIAAAQIPCcjlPMT0dY0kgMfe8rovJaN/EL+s4qslj7O8vOD8e5LYV8m43OITte+dMw1avHdmsxEgQIAAAQIECBAgQIAAgW8WsHcCBAgQIECAAIFvFmi5mWvlu2xy/siT5YPI75qyzzXGnBPk5ySAJ7tp8UbIRHCLycYdDpS3K2NY9/hxJnz7iC6x2v5tFIf9K/9CpHZdqd0+ouvrvvdb7n8Y+1LyvvY/cO24+HqvgNkIECBAgAABAgQIECBAgACB7QvYIQECBAgQIHBH4JDPKeVUlnI6Lpv4GuZnrh2/Y6M5d85zzAtlnigjqyaPnCvm+ZW5GzfJ69nEcfNuqHfekIy8OW/Y1shpsnufBK6l9OWvJefVqOj/1Yg9ZRmnXuXNH/BdfBEg8EvACQECBAgQIECAAAECBAgQILB9ATskQIAAgUcFIsXT5y2yzD6tzGMxlUDkzGZL+J6vMebKqszL5ZxZ5vmI+OIEcG49Y4TeZrse32illZvd6MMbm+Bn7eG5NCRAgACBgYBDAgQIECBAgAABAgQIECBAYPsCdkiAwMsC8hcv093pGGn17t15xJaXa+WdJd64/O6V31jKGy7FvXrDLPNOMfEeLg/Xals575aMToAAAQIECBC4JKCOAAECBAgQIECAAAECBAgQ2L6AHT4vMD49+Pycn+uRu8149wrWnSPbbgK4f0Q6P8Z4ECWOS245491vlCnmy/VnXB+r1lpq/Ylhy/wrkPzY56zL4138vNS5qsX5AAAQAElEQVRuX1pkfUZXain5Vw2tcVZ+VdQw+YldWsT7pkaZ0dusxKPrujKMlSzbMgkQIECAAAECBAgQIECAAAECBAgQIECAwCiBWuP3/Bdi1KAL6Jypmz6Oa8njPKzxrXYl8huHKOv4urPK4Yb6HUb7LKO499pFLnAQ6TSMe91/rsc4kR8qLX4uLPooVr3o9VncmwQe/HF502qWME2KtFjCeqyBAAECBAgQIECAwLcI2CcBAgQIECBAgAABAgQIvCKw/axG7vAVmRF9Igc9oveLXcfvcx0J4Bd5bnfLrWfcbnX/ao6RMf5m3J/rp0WNN1zGT83Yo9zD2DG22z+t33uHt2tpZwQIECBAgAABAgQIELgq4AIBAgQIECBAgAABAjcF+nxF5ohutnJxvEBmhd6dO4s5+yeNoxy5gXevfORyp+y+j8Eyovj6Vy3xb0UojH9DxSCTvz4zYIq0KKX/WIDPLMSsBAgQIECAAAECBAgQIEDgKwRskgABAgQIECBA4K/ApczNpbq/PdWME8gcUeQR34mdU45b9Kn3dhPAfYY8ttfKEsenbccNOx1PdRDvgDZXllMNexwn/6Ij/1u0NcbO42P1y0UXHvuIru5KVyMBHMsv+d/+jbopxi+r/urC5Cf2+d+TLvuoO0Tpz1e9wTUt3loJECBAgAABAgQIECBAgACB7QvYIQECBAgQIHBFINM3mbc5xZV2qqcW6I4D7kufF8rcUEYZ+ZVjZETeqWT0x23MvNvteFw5zIqOG2npvdt9Oq0zbljCns6/8+APy3cy3N11N93P3N25NCBAoAkoCRAgQIAAAQIECBAgQIAAge0L2CEBAgQI3BSIRE6mKFrcbOvihAIJn7nECYd841DfkwD+g5pbz/hz4bmKLsbI6J+efa7rYlrHe7iU2MdgQbuoyxhUffVh/mXNVwPYPAECBN4tYD4CBAgQIECAAAECBAgQIEBg+wJ2SIDA0wKZr8h4uqMOTwrUUvr835PdRjfPfF3GuIHGjzBu/vf1jvv0vsnWPhOsu3cQ0V0iDQgQIECAwKsC+hEgQIAAAQIECBAgQIAAAQLbF7DDFQt8RY7kE5ucbs7tJoDzM7OHcfy451prqfW/UmuWdTU/XfkRxPvYT9fHa8vOMWp37BvjlHbSMwwfY8+KfGtkHNt/VVGDpkU5PRudXPXkEF5peDp3sESBWuvpZ73W68dLXPsca+q6rrTI8fdxnqUgQIAAAQILErAUAgQIECBAgAABAgQIECBAIATqMaL49cpcT8avyhlOco6LEXNFhiS+j3qtqHPkyvJJ4BZjV34aJ8bNDFSeZ9lH3vWxExz65+iHI98JEBgIDH7IWtI8rw6P81wQIECAAAECBAgQIDCRgGEIECBAgAABAgQIECBAYOkCX5cmWemGl50AnvVdnlvPmHWS2QZvf3Xx8gT5FwU5yMsDbLlj/jRn/Ozx99O/WR/vnTTMQ0GAAAECBAgQIECAAAEC4wT0JkCAAAECBAgQIECAwBsE+nzP7xTQlVnzQcHIBV25uvTq9a58tGw+oJ4xcqD8GOCM8tC7ZeRkU3XPN+1hrJ+jw/nhe1fy46YzDuef+f7+WfMenkesIpAyV55X4uzw+nVyqPKdAAECBAgQIECAAAECBAgQeF5ADwIECBAgQIAAAQLLE8hEUOQRI0f0vrUd5ywx78hJt5sAzqczh9F/dnbTGg/XRvop46ZkIrjFz4UJj/J2ZbwyZPY7RmQz8/2aZ+0vHbIsfRJ7X7rDySuTrLhP3L/yE2lwiHL8MduVrh6i5PtqxTtdydItkwABAgQIECBAgAABAgQIENi+gB0SIECAAAECBGYVqJH6Gcbjk0XHvnHkFFvuL8u+bupvOVfMU7KcZuzMAU4z0tJH+WOWkBljF55jZPyZYOzAl/vPNE0mhMvpjdWVQ/Jzpsku72whtbHnX/8SxHms7PA9DrwIEHiDgCkIECBAgAABAgQIECBAgACB7QvYIQECBAgQWLJAZIZmS/ie7zvmyqo+PxU5xyzzfER8TwL4D1JuPePPhScrcoyMQwr1yc5vb56r7COfYs24uoK+1dWr33bh+KM32Hbe84xBlUMCBAgQGC9gBAIECBAgQIAAAQIECBAgQGD7AnZIgACBhwQiV9VlTJeP2UXCJ+P+9NPOe3++bBGLy6K0sj956dt0Yi9N/8ZOcZ/eONt8U720j9+dfp8dljr+rXQYZ6vfL5ltda/2RYAAAQIEPiVgXgIECBAgQIAAAQIECBAgQGD7Anb4pEAkKDKHcx5PjrLi5gHwkdV/at5pNrvdBHA+lj2Msh+IzbHteCPkE7UtBrNNd5h7yPgZsdZaav2JnyvtKPda+5N8YjwjT2r5V2r5XxzmePvSpVWc5at2tdT4lyQjz782jgZNMD36CJC+jOtx6EWAAAECBAgQIDBewAgECBAgQIAAAQIECBAgQOAtArVGDiTiLZONmCRTEKeoJfI4ZzFi7A92fWDq2GxksMopyktf53mcWnelRnS7Xel2Ocejw+4CfhCPdrvTrt3bfSwl0nKH+xt9Wn0cjnrFikf113mNAvnuKf23Na7+PWse8gyP3zO7WQgQIECAAAECBAh8kYCtEiBAgAABAgQIECBAgMA1ge9LUURGtLS4pvLG+hlvwPWhc//j9rjMBPC4PT3YO7ee8WDza826GCOjfzNeazR9fY13RcYrIz/2tol9lYxXZlh5n7SNLTzmFA29CBAgQIAAAQIECBAgQOA1Ab0IECBAgAABAgQIECBwVSAzNcOIBE7/gGOWVztNdCHnfXeerM2Z5bhtvHvl41a7xN750ckZ/RtuiQu8tqZ7b57DR0Nf6z1n/dLHzn9W8iOzM5a+VusjQIAAAQIECBAgQIAAAQJLFbAuAgQIECBAgAABAvcFWj6rz85E82EZp7O9cp7IlbXpZ5tnnoElgCdzjTdCJoJbTDbuYaB82nfX7Urt41B36/vp88LjjXnpuPRPLO9K6Z/ybWWc9q/YS19+z7f0PcXFbR/+O8mZ9D1EKd+ndBFm6krjESBAgAABAgQIECBAgAABAtsXsEMCBAgQIECAwIMCmY0ZxrBb1g/PpzxuY2cSeBBjp2h5xFaWGPs0Zj0djT3IzN/YMb68f96YjPZG2ABHy4RKcV68mYeE+jEhfLGFSgIEXhPQiwABAgQIECBAgAABAgQIENi+gB0SIECAAIFXBCIPl/mrU+4qzvvjLF8Z716fGDeTtPeaLfS6BPBCb8xnl1VLySxn/5TwZ1fyqdl38XOdcXX+Ln90Mq62cIEAAQIEnhHQlgABAgQIECBAgAABAgQIENi+gB0SIEBgNQKZK/tEHijnzBgHNX6EcfPrvUSBSH4ucVnvWlP8SL9rKvMQIECAAAECpRQIBAgQIECAAAECBAgQIECAwPYF7JDAYwKZpBrGea93ZXHmn6fW8znOz8/3/vj5FyWA82OaM3LLGY8jLaFlPpC7r8ePHX7g/udT8LeilPzhSY9htJ0+MEFrupGyix+yjF24pNvfbeV75hj9079/W6hZnkDXdeVWLG/FVkSAAAECBL5OwIYJECBAgAABAgQIECBAgACB7Qs8scPMX51Hdo/cVZ+fibL/BNthmdd/RxeXb8Xv1rfOIjeU87a41fSRa22cKGuJrFQuMsrSRy1TfcWqpxrKOOsSyB+eda3YagkQIECAAAECBAgQ2JKAvRAgQIAAAQIECBAgQIAAgVcEMlHa4pX+T/SZMZ1W+0T2PBMsKwH8hPdymiZhRn3rkvIPAjLmmzT3lDHfDOseOW0y1r0LqydAgAABAgQIECBAgMBHBExKgAABAgQIECBAgMBLAvkppn281HsrneZJmv7WybzfGvNAueZd/zzx7/04+xKBfOPe2mr7aOhbbaa9tq7R+KzrflktAQIECBAgQIAAAQIECCxFwDoIECBAgAABAgQeF7iUzblU9/iIa26Zid9hzLmXnCdyQQvCzgdDb0ct7XqmgefU+aKx4x3QBWeLWXYe40+Ws4/19mO1MbNsi843dTtWHgTih7wco2Z5qPV9MgEDESBAgAABAgQIECBAgAABAtsXsEMCBAgQIEDgSYHM5vRP/Ebqpi+f7L++5v2OY9nDMk7LESDLPO0j6vpyjm9t7MgJZV6oxRxT3RmzJXVzRX9jFyItIgEcY2WbYdYvqrwWL5B3be5F9v+C5EQZc0+20vHzB71PCK90/ZZNYFECFkOAAAECBAgQIECAAAECBAhsX8AOCRAgQOAlgUjVnKdCXxpnNZ2Gu83jawsPmEh9lj6utRlTH+P3uaAxY0zXN1ZTTongYDkdxxT9tbNSAjhAvM4Fju+cEuX5JecHgXzSu3+C+nDqOwECBAi8KKAbAQIECBAgQIAAAQIECBAgsH0BOyRAYDKB0zN8k41ooMsCkSPrc0GXry63NlO/Oxms5d6gKyuL99uVK9NV558KTDeakQgQIECAAAECFwVUEiBAgAABAgQIECBAgAABAtsXsEMC6xR4R0Lulswj819vs6u1llqvx62pF32tz8pnlrutMo8z9lExjDid5BVZ03wUvMUkY54P0tZ9Xv/3/PTody0XHwmP2ujUxmtlVPWv6NSX2//W/lKmdl3J2Jda9rH9Fj8C+d45Rv/e+rmy5KNaa6n1J5a8VmsjQIAAAQIEvkrAZgkQIECAAAECBAgQIECAAIEbAjWuZUTx69XyP78ql3sy28p+8jsl8jt/o0z2FbmhzAu1mGzc2wN1kdvp6i5yfDF/2ZWaEWuov6JGfTmLPtMVrcuGv7oN72301uCMJjQAAQIECBAgQIAAAQIvCOhCgAABAgQIECBAgAABAgRWIrCgdFoNskdjF21neuUSHhx+phX0Ke+5xv7wuO0vG+ZbRt67jPlmWPTIXbx/M66+idImY9G7sDgCBAgQIECAAAECBAgsS8BqCBAgQIAAAQIECBAg8JLAed4mzvscTpYvDXinU4673jzQeld+7bbk/Th9DPP+Wiv1CxL4zFLyTzaGcWkV+Wa6VJ91+d7KyGNBgAABAgQIECBAgAABAgQI3BNwnQABAgQIECBAgMA4gfO8zfn5uNF/984cUuSB5pzi94QPnB3XVLK83XzCBHAM1UX0nyqd5QdEMvFb4mbc3vNMV2O/uf8WE8+ST/zuYuzax/3Bs/2tuD/CllvkD8alyD3nfYzo/2okz1vk++oY/fus1StHCuhOgAABAgQIECBAgAABAgQIbF/ADgkQIECAAAECLwq0nE2WLw7xUrfMI2XHyA1lXqhFVr09ci2xjpJlTt7KPL4cmam9fOXZ2vtzPTviiPaJ0GLEMLp+qcAD/4h89Af9S2+LbW9QwJYIECBAgAABAgQIECBAgACB7QvYIQECBAgQGCvwQN5m7BR/+kfiM3NBf+o/URFr6adtZZ5kHnR4nnU/MV0C+GfMBRzltlosYDmWsEKB/MckY4VLt2QCBAisQcAaCRAgQIAAAQIE7wORnwAAEABJREFUCBAgQIAAge0L2CEBAgRWKxA5oi5zjUvewDsSwOGwZAJre0bAzXxGS1sCBAgQIEDgOQGtCRAgQIAAAQIECBAgQIAAge0L2OFEApGyyTTfeUw0+kqGyd1PvdSAvTnk4frh+82GL1/s+o90HjPD9b53U9e11lLrI9GVuutik/nIcUYex+k7X30m/u6WZlpR7DcfBW8x8SxdLWUfY3d93B8829+KPyPUWH//Rku/mOxPgy1V5P4eiS3t2V4IECBAgAABAosQsAgCBAgQIECAAAECBAgQIEDgAYGWtenLSGn8yfncGCOal0z73Iob3ae4NOEYvUCMl2UUk7x6oRgpc2KXo7eLFjVyj78i6yKmeHWxpVpzLZdGi4sl860Z7fqwba57eN7aHMq8ejjayvf02Mpe3rqPhMt466QfnCx/KG7FB5dmagIECBAgQIAAAQKbFLApAgQIECBAgAABAgQIEHhW4NXMzTYzIOca5+fP6t5un0ng2y3GXe0yA3x1iHF7mzEBnAsbZqUv7GCuqsjGl4wy4/bmWvuD47a/9HiwuWZPCeR7N+NGp3x/Zdxo4hIBAgQIECBAgAABAgQIHAUUBAgQIECAAAECBAgQGCUQeZsaUTJyoCxb5PnUkSn09eYZ17vyR+5j3vdH2mnzEYHlTZpvmPNY3iqtiAABAgQIECBAgAABAgQIrEnAWgkQIECAAAECBAisTyATwL9XPcwg/b4y1VnOkA/XZowbc9sJ4HE2T/aON0I+Edriyd6PNc/blXG/df4RxK24P8K3tcgfqkvRHNL9GHmPW7XyVQH9CBAgQIAAAQIECBAgQIAAge0L2CEBAgQIECBAYPUCt7JH02wuZ8ikb5bTjJgZrWlGMsp7BKa79+9Z7+pmCeBh5vz0UQKr24gFE1iwgKURIECAAAECBAgQIECAAAEC2xewQwIECBAgsB2ByB6V9p9n7ctJt5aj54BZTpMIlgBOT0HgXKD/6a1RmxHFn1f+6GT8uaCCAAECBG4JuEaAAAECBAgQIECAAAECBAhsX8AOCRAgQOAFgUwAZ7dW5vFrIYP1mtvnel3LR35uRSudOX94hnFpG9ewr9VfGkMdAQIECBAg0ASUBAgQIECAAAECBAgQIECAwPYF7JAAgccEas18U+aqsnysz6OtNp8ArrWWWn/iUZjn28UNqvtSWpQ5vvaxly7iHfuZY/1LGbOLhVyKqC619M/wZ5mnGfH+KWVfdqWL73F9eC2vCwIECBAgQIAAgXsCrhMgQIAAAQIECBAgQIAAAQILEqi1llr/xsglztC9xpgRtYtyW6/gL12/rdhf5KCm3N3mE8BTYhnrWwTyB+3SXvufwksX1BEgQIAAAQIECBAgcFXABQIECBAgQIAAAQIECBAgQOBcoJYaVS331MqomuD1mQTwBAv/9iHyDx0yvt1hvv3nD13GfDMYmQABAgQIECBAgAABApsXsEECBAgQIECAAAECBFYlUGsttdZVrfmdi02ZzM9l+c55n51LAvhZMe1HCyx/gPwrixbLX60VEiBAgAABAgQIECBAgACBJQpYEwECBAgQIECAAIE1C2Sm6M/6o3Lpyd9cswRwKkwScbu74GwxyZg/g+RfE+xi7NrHT/21oy6XcyOu9fuO+oAplyJ3nz+5EaVF1okJBQxFgAABAgQIECBAgAABAgQIbF/ADgkQIECAAAECqxT4k1877qLPKkXqKMtj1aKLyFguen0WR2AmgfwRHcbZNJlxz+gTwWfXnBIg8KKAbgQIECBAgAABAgQIECBAgMD2BeyQAAECBAhsRyByvqfNZFbpdLLwAwnghd8gy/uQQPsTj/5J4Q+twbQECBDYkoC9ECBAgAABAgQIECBAgAABAtsXsEMCBAhsXCCTwBlL3WY+25ghAbzUO2RdMwvk32wM49J05z/C5+eX+qgjQIAAAQIEzgWcEyBAgAABAgQIECBAgAABAtsXsEMCWxSodb7cUNd/Cm0bv5XTKK4/ARwedVfLtZiG6ZFRIplY96W0KNN+5QOp+xi76+P+2JndvxX3R9hyi7hX/Q/VeZl7rqUk9unJ33a+K/uo25Xss4+GLeLQi8D/2bvbxVR1JQCgief9X7mcGWzc1OI3Vgir12kghJBZ6Plxp7gJECBAgAABAgQIECBAgAABAv0LyJAAAQIECBDoR+AQJdKZqPVQakQmOgxDqVEmyu0WQ2xkRPPyK6b/nj9nPLvQzdmPdao6fJVplKhmZRxunm8Agd0JPPoh2x2QhAkQmAjYJECAAAECBAgQIECAAAECBPoXkCEBAgQI7FOglvq2xLPAXMb5swBcJj+vX1MBeMK5pc18SDVjS2ve1lrzw9Xi58p/PFn985A9AgQIENiXgGwJECBAgAABAgQIECBAgACB/gVkSIAAgT8SyLpUlm6zfe6SWcM6RD05Z3luhlWf9RWraxGbXgQeEohPxvhVz639eXJ+7Fr8PGKPAAECBAgQ2I+ATAkQIECAAAECBAgQIECAAIH+BWRIYFsC+fDoVxSxOisAf7LoG5pDcLZ4y/sh5i8Zb5l8R5PGvRofqT9vkyCKvvnnEWMBOPf/RXZn/OuxRYAAAQIECBAgsEsBSRMgQIAAAQIECBAgQIAAAQL9C7wjwxq1zGmU2D9dJ+tWp53ZjaxTnUcbmMXftt1pNTGxWrRUtQSmAvkhmsb02HQ7CsI/PnzTY7YJECBAgAABAgQIENibgHwJECBAgAABAgQIECBAgMBaBLLSNV1LFoEzOi0AT1N98/ZwKCWf+h2fKH3ztUxPgAABAgQIECBAgAABAgQIfErAdQkQIECAAAECBAgQ+JRA1uKystl9PS5LtxmvQb8+w2vXdzaBDwnkk73TOF/G+d9MnB9v+1oCBAgQIECAAAECBAgQIECgfwEZEiBAgAABAgQIfF5gidrNtDY0t/3JLB/PLzOYW3FnBeBMJ7/6+V+qtdZS6+X4N3ILW5lbxhbWuuY15sdhLnLNdfJEd2yXjHxfRXdsjn9cksNWErXWUuvlWMky+12GzAgQIECAAAECBAgQIECAAIH+BWRIgACBjQrUevn/O661bjQryyaQ793zuFdlrjY013fvfE+MG59kjrpTa0tsnyLz+jlnjeVN4xD7GW3UtG71Y1wboCVA4FwgP2gZ5/32CRAgUAoDAgQIECBAgAABAgQIECBAoH8BGRIgQIDAGgWydtNijev7/JqyrPz5VWxyBUmX8ZnFtyr+Z66+l6sOe0lUngQIECDwmIDRBAgQIECAAAECBAgQIECAQP8CMiRAYDUCrdjb2kcWlrWeFo+ct+2xn6tgbtvN6rsWaP8haG3XyUqOAAECBAgQeEjAYAIECBAgQIAAAQIECBAgQKB/ARmuT6AVf1vt5nc71KG0KOX38WPf+jL7t6Jc81fsZkQz8/oKhoyZQz+6FIB/cFzbSappXBu7/LF4z5bDcCh1jNvz53d+X4vbM/Q8Ij4dZS4y5/hwJXaJNncnkd0Zky6bBAgQIECAAAECexKQKwECBAgQIECAAAECBAgQIPBBgazd/I7bRd/pOefLn6kXnQ95+36uL4u+Q9QBy68o3z9Z9/vevNkcbo4wgECXAucf6EtJDnEgP3TReBEgQIAAAQIECBAgsFsBiRMgQIAAAQIECBAgQIDAugXyydgWx5VGjSef7JvGzAOA5cdDg+UDP7HO8arR1qhJ5XrH/TKurEx+sgicMema3VQAnmW5o3M4lDLgu0PKEAIECBAgQIAAAQIECBAgsGUBaydAgAABAgQIECBAgMAfCEQBeLxKa8edp36pYD7F1sNJ+QTsNI/cz5j29bydH55pnOd6y+J8vH0CBAgQIECAAAECBAgQIECgPwEZESBAgAABAgQIrFug1XpeWWWbY9q+Mt9y5+aKnpmtswLwVxg8llKttdR6Lf6L4xlnYw5DqRGHWktGefNPPs79Vb/KMMbti9Wh/PqO8GlfHC2lTKzyAqVGXxpOI7q6ewVOmYtMNAzGJ7ujHT2yPTolUUaOEjsXkD4BAgQIECBAgAABAgQIECDQv4AMCRAgQIAAgZNArbXUWsvhEBFtWcVP1Hqi+FWj5vNVaqxoGrGbfVnYmUb25aFTxBxxfpmN06A/22iraRfMpbftSPVU+2t9l9pjZevSUf0Edi3Q/kOxawTJEyBwJmCXAAECBAgQIECAAAECBAgQ6F9AhgQIECCwRYG5uk7ra+0W83p8zR0XgDO1jMdRHjmjHmrJeOScJcZmxT9jibnMQYAAAQIECNwlYBABAgQIECBAgAABAgQIECDQv4AMCRAg8DGBGlfOiOal1/srpC8tz8nvEcgHyL9i6oxovAgQIECAAAECBG4IOEyAAAECBAgQIECAAAECBAj0LyBDAn0IbLgAnMXLjLli5utp5dO11+Iztz/zynj26s0q22fn6OG8/NuJe+Jnru271X/22iNAgAABAgQIEOheQIIECBAgQIAAAQIECBAgQIBA/wJ/nGFWqg5Rsmv1p9xfagmvVBOXWsOL84TMizNs7/Rn3wLfVuM7KYrn2W4v+YVWnIbXYqHLmIYAAQIECBAgQIAAgU0LWDwBAgQIECBAgAABAgQIbEUg62AZW1nvhXUukEIHBeALOCVTy7h0/On+FZyYhcvMLeOZ5bR3TmufmcM5BAgQIECAAAECBAgQIECgawHJESBAgAABAgQIECCwaoGol+XX+Z7WmHWvFqfOTW3kE8HPVv+miS4xx3S+brfz7bLO5OLNfXFh145dPGknB/KOXotLDPoJECBAgAABAgQIECBAgACB/gVkSIAAAQIECBAgQOCPBbJstdAlOyoAfwVJRqaUEbsLvdI7I2fPb03OWGjql6cZai1DPVwIBeB54Lyb98TPs4fgzPjZa29XApIlQIAAAQIECBAgQIAAAQIE+heQIQECBAgQIPBxgazH/I6sic1EqSUqZWV8ejbKP9mWnf8sWyndOeZ20o9K5rjY1o47fhEgQIDAFQGHCBAgQIAAAQIECBAgQIAAgf4FZEiAAAECaxfI2laLttbcz+2o/mYjoiAOYX8C459MRO0/2/1lL2MCBAgQIPCogPEECBAgQIAAAQIECBAgQIBA/wIyJEBgcwJZ+M3IhWfxt0XubzBaKgssPaqAC8xiio0ILPjO2UjGlkmAAAECBAgQeE3A2QQIECBAgAABAgQIECBAgED/AjLcjkAr8rZ2Oyu/Z6VfUcr7umfgjTEKwDeA+joc7xoPfT99S2v8tyTj6QmcSIAAAQIECBAgsC0BqyVAgAABAgQIECBAgAABAgRWJBCFmjIXucSsgbXI/QfiQ0Mzkyz45hf2jtHWkWm07SdbBeAn4ZxGgAABAgQIECBAgAABAv0KyIwAAQIECBAgQIAAAQIEtiawQOX0wylnUTjj1WUoAN8hmG+XWspp5FiFj85sT502CBAgQIAAAQIECBAgQIAAgR4E5ECAAAECBAgQIECAwLrzVNkAABAASURBVGYFooBXMjabwCILVwBehNEk2xfIv6fIuJSJfgIECBAgQIAAAQIECBAgQKB/ARkSIECAAAECBAhsSyBrOxnbWvW7V6sAfEE4/63XHxHjEmvbT/3mB2CJfzo6MLp6hUu72eNfheRfhmT8TDLvfcbPXnu7EJAkAQIECBAgQIAAAQIECBAg0L+ADAkQIEBgVwK11lLr5dgVxkyytf60mRmygq7v+k6JttRYT4vY3Pkra5o7J9hT+vkB2FO+z+aa/4F49lznESDQm4B8CBAgQIAAAQIECBAgQIAAgf4FZEiAAAECPQio77S7qADcJG60+YDojSEOEyBAgAABAn0JyIYAAQIECBAgQIAAAQIECBDoX0CGBAgQOAlkPTDj1PHHG1nCznj1sgrArwpu6vwl3jKbSthiCRAgQIAAAQJPCjiNAAECBAgQIECAAAECBAgQ6F9AhgT6FFAAfuC+ZsU/44FTVjY0C8Bu+bM3Je99xrPnO48AAQIECBAgQGAjApZJgAABAgQIECBAgAABAgQI9C8QGWbdZxrR9WevsWo3lHK6flnuRzVwOcsNzZRvqQ0t11IJECBAgAABAgQIECDwRwIuQ4AAAQIECBAgQIAAAQIEPioQReFXr68AfFvw14hTJX6BG/Br8j/pyAJw3vqMP7mgixAgQIAAAQIECBAgQIAAgbULWB8BAgQIECBAgAABAp0LtBrfrTTvHXdrnkePH6L2uET1bok5Hl278asSyGLwqha0gsXEp6u0WMFyLIEAAQIECBAgQIAAAQIECBB4s4DpCRAgQIAAAQIEti+QtZ0NZ7Hg8hWAb74PvmLEpVjwTsRVPvPKAnC+DS7FZ1b13qtmzi3ySrE9fMep8Jv3tkWOKeU05Ljr9x4E5EiAAAECBAgQIECAAAECBAj0LyBDAgQIECBAYKMCrbYTbWk1nWz/pdOe5G1tO3K+3/pbu/WaUFb9Wi7ahwV+vokePt0JHxTI/xhML5/7GdM+2wQI7FlA7gQIECBAgAABAgQIECBAgED/AjIkQIAAga0LZG0nY+t5LLt+BeBlPc22CYEs3GdsYrEWSYAAAQJ/L+CKBAgQIECAAAECBAgQIECAQP8CMiRAoEOBW0/2ZmE0Y5WpL1jHXm2Oq4RfzaKyeJlfS53taha1gYWk13lsYNmWSIAAAQIECPyhgEsRIECAAAECBAgQIECAAAEC/QvIcK8CWV3LWGv+X1EEXmJ9CsBrvcOz68pbnpFFzBzQ2twW1wXSai6unzU9euuvRqZjbRMgQIAAAQIECGxQwJIJECBAgAABAgQIECBAgACBTQm02k1rzxff/i3f1o7HV/Irq1ZZ8G1ry/1xaVEEHtsXfikAv4D3uVNPb4FYwrQgHLteNwTSLiL/S1CiHePGKQ4TIECAAAECBAgQINC9gAQJECBAgAABAgQIECBAoH+BVmxdZ6Z1rFoN5fUKsALw5Tu8oSPDhtb66aXmhyYiP+HjByi2P70k1ydAgAABAgQIECBAgACBTwq4NgECBAgQIECAAAEC3QhkzWwo+RxgxrbSyppVlm6zfW3lOctrMzi7c4Frb7Jrx9bMkutucWmd+gkQIECAAAECBAgQIECAAIH+BWRIgAABAgQIECDQj8Cw0VSyZrXs0hWAl/Vc3Wz5oOu1uL3gfNPl22Qu8tjtGdYxItfa4rkVNcfnznbWpgQslgABAgQIECBAgAABAgQIEOhfQIYECBAgQIDAxgRanaeWGkWbjDJ+22uJnyj+1ojxS5Rj9/uVXXPxffhjTT3UcoioNXKph1Lrf6WObW4fSjn8dz1KjLkSebT42bpA3XoCf7R+Tn8E7TIENi1g8QQIECBAgAABAgQIECBAgED/AjIkQIAAga0KZK1nGlvNY7ruzGe637az/1K0MfOtAvC8y8p782a3JeYtnO63fu28QFpNY36UXgIECBDYpYCkCRAgQIAAAQIECBAgQIAAgf4FZEiAAIEVCkxrV237+WVm9fD5s50ZAl8Rvx8pj06v1Qm0+zRtV7dICyJAgAABAgQ+IuCiBAgQIECAAAECBAgQIECAQP8CMty+wLTGk9vbz+hfBq3wm+2/3me2FICfUft1Tr7BImoUg1v8GrNER96ujCXm2tsccX/G730/b+93aN8Rf/8ZRhIgQIAAAQIECGxCwCIJECBAgAABAgQIECBAgACBDQic13jafi49iqZDRMnI/ZnYUZdq4ss3u725sn15MhO8XSDvU0RWc08F4bdf1AUIECBAgAABAgQIEFipgGURIECAAAECBAgQIEBgLwJRHRkrI/3mq/jb7q0CcJP41z641f/H5UGQlQ/PD3/E6a9AYnvlK7Y8AgQIECBAgAABAgQIEHiLgEkJECBAgAABAgQI7EZgrGZFSSTLIxn9Jh5Jegq4KAC//A7/90bKrZenM8EfCOSdanF+OfsECBAgQIAAAQIECBAgQIBA/wIyJECAAAECBAjsRyCLv/1mm9llbC/D+sZCtQLwi++HOsTtiTjETarx/jpF+YqerxdnPz8958s477+8X2us7IW4PPPWjtRYcIvYfOIVt7lkPHGqU7YiYJ0ECBAgQIAAAQIECBAgQIBA/wIyJECAAAECOxKI0tVY2+izvhHZtcJcaTWgbDdyg2stwxA5vGG5hzfMuc8p33N/9mn5tqw39KF/m4GJCRC4JKCfAAECBAgQIECAAAECBAgQ6F9AhgQIECDQs8C26kBR/33bzVAAfhutidcpkB/+aaxzlVZFgAABAn8q4GIECBAgQIAAAQIECBAgQIBA/wIyJLB7gT6fAt79bZ0FUACeZXmtMz9ALV6b6Z6z8yuhPX58j1Qp6XQe951pFAECBAgQINCrgLwIECBAgAABAgQIECBAgACB/gX2k6EqyH7u9bVMFYCv6Tx4rBV9px+uB6e4MTxvV8b5sLxiFoJb5P75mL3vp8lc3O9y+hr5+08xkgABAgQIECBAYM0C1kaAAAECBAgQIECAAAECBDoSGKsgtZRTvep7u6WYdY62vat2h8nOVRN3yLBcyr8+XMtNfWGm8Ypnx7LvrMvut0DaRIz/lYu2ZHwf0hAgQIAAAQIECBAgsBsBiRIgQIAAAQIECBAgQIAAgV4FFID/3dmNbtVYd0Y0XncIpFVE/vlLiXaMO04zhAABAgQIECBAgAABAgR6EZAHAQIECBAgQIAAgd0K5PNxGX0ARJ0n6z2Dcuf5/SRyLtLFfrzhu8jjXUmkT4t2DS0BAgQIECBAgAABAgQIECDQv4AMCRAgQIAAAQL9COR3nE6jn8weySTrPY+M38fYQ6211Ho59sGwlSzbv/Gb6z1+pGvNe3eIe/jfzyixH5Ejr8X4hxH19/fBt/5yOJS5GA61jP3XJl/VsRqraRGbT7xOJk+c65SVC1geAQIECBAgQIAAAQIECBAg0L+ADAkQIECAQEcCrWZx3t5KsY2/NW6dx1udZ9quc6VvX9WF+t1Yu4tjUd17+xJc4M8E2hv+zy64sQulz8aWbLkECLxdwAUIECBAgAABAgQIECBAgACB/gVkSIAAAQK9CGStp0UvOS2fhwLwwqbjW24oJb8/fYzyrp/xSjF5tmW8XvFzh0B6TeOOUwwhQIAAgV4F5EWAAAECBAgQIECAAAECBAj0LyBDAgS6FZjWe3K720QfTkwB+GGy2yfkW6zF7dFLjojKc/mOsfqc20vOv/W50uM8tp6T9RMgQIAAAQLPCTiLAAECBAgQIECAAAECBAgQ6F9Ahv0JXKrztP7+Mn4mIwXgZ9QunPP+mmverowyPvHbrpdticJvHYboH0pu/4vY9QqBc5e2H4fufKVzxp3DDSNAgAABAgQIEFirgHURIECAAAECBAgQIECAAAECGxRotZ1b7XdqO26O1cQdA/Sb+vTN32+Wj2f27TJWcr+3H5/EGQQIECBAgAABAgQIbFTAsgkQIECAAAECBAgQIECAQO8CHRWAM5WMh29ZFyfsN/NHb9/3l3MP323J9tE5jCdAgAABAgQIECBAgACBDQpYMgECBAgQIECAAAECBHYh0EHdUAFvF+/URZPM90yLRSc2GQECBAgQIECAAAECBAgQILBKAYsiQIAAAQIECBDoU8C3vc7d15sF4FprqfXxOHyfM3fRZfpy6Rk1pss2mg+/8qHSjPct4yumziglr5MRHePr2Dtulvx24xbHHr9LyfdJi/LUT3pnPHWyk9YpYFUECBAgQIAAAQIECBAgQIBA/wIyJECAAAECBDoViOLvqSDWakDZdpruA2mto3L6wIINJfC8gA/983bOJNCfgIwIECBAgAABAgQIECBAgACB/gVkSIAAAQJ7ElAHane7owJwppLRUuu7Pf1Bw8U0803e4uKgHR5oJq3dIYGUCRAgQIAAAQIECBAgQIAAAQIECBAg0L+ADAkQILBbgf1UTHd0i/Nrio+RRc4dJX4z1SFGnEd0eREgQIAAAQI7EpAqAQIECBAgQIAAAQIECBAg0L+ADAnsW0ABeMH7f/up3OcvlnMfhkOpY8zNU8tQj1FKFn4zip+TwHnht+2fBtzcyHuQcXOgAQQIECBAgAABAusUsCoCBAgQIECAAAECBAgQIECgfwEZlgODngSy6FvLVxSCv2Lzq6fUFsvlu/A7VnK/txeb20QECBAgQIAAAQIECKxVwLoIECBAgAABAgQIECBAgMBeBPZcAO77Hg9RAR6fBO47zcez+3Y5+eT+47M4gwABAgQIECBAgAABAgQ2I2ChBAgQIECAAAECBAh0KRA1nqz3DEuWO2POsb6W7XbRlhTZrkJvK88HW3vLadF88kPbYtGJTUaAAAECBAgQIECAAAECBAisSsBiCBAgQIAAAQIE+hbIes/SGb5jzqXXeH2+TReAa62l1kOpNdv5uJ7+skfHPzKoy87ZZsu5v+pXGcZovSX26yla7yE2DmUoGbHpNQrkjWkxdjz8K+9BxsMnOmF9AlZEgAABAgQIECBAgAABAgQI9C8gQwIECBAgQKAzgVbn+Vcby7rNazGdq21vny1rhdvPYvcZ5Bt+9wh3AHC6A8kQAt0LSJAAAQIECBAgQIAAAQIECBDoX0CGBAgQINCrQNZ6WiyVY5sv26Xm/Ow8CsCf9X/66u2vGY4T3P7O53p7yHGq7n/nh7eWGoAZ3acrQQIECBCYCtgmQIAAAQIECBAgQIAAAQIE+heQIQECuxGokek0shiWEd3PvqJ+VDKePX8l5ykAr+RGPL+MfCPPxfMz9n9m+49B/5nKkAABAgQIEGgCWgIECBAgQIAAAQIECBAgQKB/ARnuTyBrPpn1ea0s++6Jdn6OjTnqd+TuhkMBeMGb9/73RN6ujOmi441YfkcdhtLWk22ekW1Gbu8tMu9pPJN/O/+Zc51DgAABAgQIECDwQQGXJkCAAAECBAgQIECAAAECBDoVGCKv7/hRL4vu2VcWfFtEze30tO/5HLMnb6YzMtvMWi10VmD7C/w8AAAQAElEQVT6hpwdMNP5zDkz0+giQIAAAQIECBAgQIDAygUsjwABAgQIECBAgAABAgT2IPBd+8qn+U6F4Et5twLw3PHvecY55o5vo6/TAnDenK+4AxnR/Hx1ttfepNleTu2QJOPh3DiP8YBfBAgQIECAAAECBAgQIECgJwG5ECBAgAABAgQIECCwG4Gsk0WMT/RGWzJ2k/yvRDsuAP/KtdOOfANnnKc315eF3/Nxe9uXLwECBAgQIECAAAECBAgQINC/gAwJECBAgAABAgT2J5C1sRb7y36a8YYLwHPFzOz73FO/+UcFGVPgZbczt4ycNXMdyr9/67fGdou8rTUGZUQTr6/JI++5eW/EqV288r5M45mk2vnPnOuclQhYBgECBAgQIECAAAECBAgQINC/gAwJECBAgACBHQlkLazFNO3WN9dOxmXBbNy9MW4cs51fWSnczmpvrnS4OaLvAe3N2XeWsiNAgMAzAs4hQIAAAQIECBAgQIAAAQIE+heQIQECBAjsUSDrY3N5Z/95zI1rfdOxrW+b7aYLwLXWEq+VygftEPGm1dUhco8opZbXf/ZXOE+6jNftzECAAAECGxCwRAIECBAgQIAAAQIECBAgQKB/ARkSILBrgayXncd+Qd5XofyIad7Yj1z490U/UlPNiw5lqP/i98LOe47nlPJoez6PfQIECBAgQIDAGgWsiQABAgQIECBAgAABAgQIEOhfQIYEUiDrhC1yf7/RYQH4UynVUofDGCXapd9SNeqzh5j3eI252adF3xhcWrSxNTZaxObp1cY92p4m2M1G3oOM3SQsUQIECBAgQIDA1gWsnwABAgQIECBAgAABAgQIEOhfQIa/BA6/enRsXuAr67zfBeDj08AtpfFA24k2ir5Z0cwYx0eXFwECBAgQIECAAAECBDoQkAIBAgQIECBAgAABAgQIENirwJ4KwC/e40epcnzGi5d96+lREB6+o0T71muZnAABAgQIECBAgAABAgQI/ImAixAgQIAAAQIECBAgQGDXAmuvUK7k5rTiaGvPl3Wp/3zcp/eHyQJyOyPXnjE51OWmpAgQIECAAAECBAgQIECAAIH+BWRIgAABAgQIECBAgEBnBeAsaH4tdFeTpkUrkGabfdNL5H721/FLlHMFx6O5jozj3qu/80Hdr/pVhjH+zfZV/v1vGI7XO/xbRMlvd84oJTsnkZ0ZY/+/+c63cshcHOK69ft65+dsZ/9438r49PO17TL+5D3IGHf82paA1RIgQIAAAQIECBAgQIAAAQL9C8iQAAECBAgsKFBrLbVejgUvZaoZgVov29daZ87YV9dc7W7al9XLjkSywPmX6XiD/aX2e66V9/BavOeqZiVA4O8EXIkAAQIECBAgQIAAAQIECBDoX0CGBAgQIECAwD+BzgrA/xJbfGuYUmXBMPezXfxKd02YT6JmtMFZ1W/bt9tYd56cUWL79glGECBAgACBLQpYMwECBAgQIECAAAECBAgQINC/gAwJECCwG4GsB2bMJ5wPyh4jq5jzYzbZq5h5/21Lq4z7zzCSAAECBAgQILAdASslQIAAAQIECBAgQIAAAQIE+heQIQECpRyLvtO2wwLwUil9xTumRcDV3I6u8TVfOM3ejHHIW35lbhmlZHV/GiV+2n5szrxyZS1mDuu6KXDd9+bpBhAgQIAAAQIECPyVgOsQIECAAAECBAgQIECAAAEC/QvsIMNWm2rt75Sjhtl/Afh32sv0JN4yM312liwAf3YFrk6AAAECBAgQIECAAIF3CpibAAECBAgQIECAAAECBAjsTyBqma1KHO3xcdK+Fd6T3RB0Ge+Z/eFZ417eeU4Wgadx52mGESBAgAABAgQIECBAgACBdQtYHQECBAgQIECAAAECBLoWOESdN+NWklHFvDXE8VKyYFo6+sl8MjpK6WIqDhAgQIAAAQIECBAgQIAAAQL9C8iQAAECBAgQIECAQApEhXTmK5H//fu4OWYdMeRS37SUzgrAKTX9t3qXUEuimWJp/pvAGZNL5NUzJl0Lb2ZuGfE2jSUNEe0C0+18GrhFO659XSCNM16fyQx/JuBCBAgQIECAAAECBAgQIECAQP8CMiRAgAABAgR2J1BrLbXORYn+Ej9ZsbsUcXgNr6gA11pnV3KpzvcVwzNmT5p0ZnVzsrv1zbyRW8/B+gkQIEBgCQFzECBAgAABAgQIECBAgAABAv0LyJAAAQIECGxVYBifVH7P6jsrAH8jjWXxr1KyLX3+ZGoZfWYnKwIECBAg8JKAkwkQIECAAAECBAgQIECAAIH+BWRIgACB7gSy9pfxdGL5VbYRfRaATxXzfT4RHPe1tHj6DeJEAgQIECBAgMAmBSyaAAECBAgQIECAAAECBAgQ6F9AhgTmBL7mOlfdVx9eXdY+pzE3QS2dFoDLR37yJmW84+JZ7T8Mh1LHmL+Cou+8y1K9eQ8ylprPPAQIECBAgAABAgsLmI4AAQIECBAgQIAAAQIECBDoX+BXhln4zfh1IDqycnce0b2GV9Rxx5Vl+x3XlxWDylzkWTFTFgpLtLF7iPDqTODreG/HrPJeZ4w7fhEgQIAAAQIECBAgQKBTAWkRIECAAAECBAgQIECAwM4F6j1F4JUZZT13sSX9KxD2XABejMtEBKYC+fFpMe23TYAAAQIECBAgQIAAAQIfEXBRAgQIECBAgAABAgQIlDJsv+x5iIJwxvO381jB2r7E8wLO7FpAcgQIECBAgAABAgQIECBAgED/AjIkQIAAAQIECBAgsE2BWuv4hc7Lr776N4DLhZ/82uSMcohK+SHq5GdR66HUHxHj3najSsm1fNWvaDP+LTr7W7Te6V8G1KGUjOJnVqDZXW3jPRCMYR/3oQzxv2yPMTupzs8LWAEBAgQIECBAgAABAgQIECDQv4AMCRAgQIAAAQKjwCF+Z0RTss2Iul1pkf3riqzd1VzfkBWof2vLf+Y141/PdKvGzj1RRoUY3OurfiSxvFUtPrIAF11cIO/n4pOakACBtwiYlAABAgQIECBAgAABAgQIEOhfQIYECBAgQOC6QNYIM66P+uTRGst7vP4UJ2Xh+GIcM8oS+HGrq9+RfH7Pdz7W+cd55Y3Ky57iTddv879petMSIECAAIEtClgzAQIECBAgQIAAAQIECBAg0L+ADAkQIHBBoNOy54Vsf3ePVcroHjp9Ajjzi/Te+VKAfaeuuQkQIECAAAECjwoYT4AAAQIECBAgQIAAAQIECPQvIEMC9wpksXAu7j1/S+N+57nhUngm8xX604jd8VXH36/8Gr97Oy4xbdt8ecW2/bdt3q6Mv72qqxEgQIAAAQIECBBYtYDFESBAgAABAgQIECBAgAABAv0LjBlmle6eiCJfuRTjRJ38ms9xw9XETOhD92ZSX/7Mk8CTBXyIwGUJECBAgAABAgQIECCwBgFrIECAAAECBAgQIECAAAECBKJuOnmqdcMF4Iu38vtAppbxvdtVkwXgzC2jq8QkQ4AAAQIECBAgQIAAAQIE7hUwjgABAgQIECBAgAABAgRmBFQQZ1BudkUR/eaYPxuQxeA/u9gGLmSJBAgQIECAAAECBAgQIECAQP8CMiRAgAABAgQIECCwZ4EsVmbMGygAz7uU9tXO07YNTbT2FHXr+8o6bES8Sjs2tm3AQm2th1J/xX+l1mOUMq6glB9t8UNgHwKyJECAAAECBAgQIECAAAECBPoXkCEBAgQIECCwY4FD5H5PzNXLWl9M8eHXtP44t319eVn4nUaOjtwmE6VQ9ooFBYL4VH5dcNoLU02vNrd94TTdBAgQ6ExAOgQIECBAgAABAgQIECBAgED/AjIkQIAAAQL3CczVzLLvvrO3OSrzO4YC8Dbv4Iurbn8V8OI0TidAgAABAusQsAoCBAgQIECAAAECBAgQIECgfwEZEiBAYOcC99f3NlwAzgr2tfv8FQczonnDqz1F/Yap3zhle2NM2zdeztQECBAgQIAAgbcLuAABAgQIECBAgAABAgQIECDQv4AMCexZYFrXa9vXPTZeAM7lT6Mlm8m37efaGlOcR5vpfWXldoV3tJFQmYt3XMucBAgQIECAAAECBP5AwCUIECBAgAABAgQIECBAgACB/gV+ZJhVumvxY3AHO3O1vey7nlpWT6+P2OLRfDg4q7djwfMNCcT8X9/xhtnfPGW8KdKmxbuM3pyF6QkQIECAAAECBAgQ2LeA7AkQIECAAAECBAgQIECAwH4EHqvv9VQA/nePT9/PHFXaf722RoEwaT7Zltgf+/0iQIAAAQIECBAgQIAAAQKbELBIAgQIECBAgAABAgQIELgi0FkBWDHzyr2eHEqnFpPuTW9aPAECBAgQIECAAAECBAgQINC/gAwJECBAgAABAgQI3CMwxKC5iO4dvDosAHeW0mJvwlbwzXaxSU30osCh1tKi1lpq/RnFz30CRhEgQIAAAQIECBAgQIAAAQL9C8iQAAECBAgQIFCyDngt2r8PPFf8bX3lVz2m1r7qMylU+vup/aW0SEZcFmE0CQECqxKwGAIECBAgQIAAAQIECBAgQKB/ARkSIECAAAEC9wt0XADO1DLux3hk5GEoJeORc9YxtsYyphG7XgQIECBAYJsCVk2AAAECBAgQIECAAAECBAj0LyBDAgQIEChR2xsmkftXVN5XIb1y0c0fiuLvtnOIN8iNN8a287N6AgQIECBAoH8BGRIgQIAAAQIECBAgQIAAAQL9C8iQAIF/Aq2+l+2/3rktBeA5leibFtHbdnSPL2gjg18ECBAgQIAAAQIEPiPgqgQIECBAgAABAgQIECBAgED/ArMZfkXvtcgqXkYWSS9FTLGZ1zSH+xedAvePNpIAAQIECBAgQIAAAQIECHxQwKUJECBAgAABAgQIECBAgMBtgWnhdLp9+8z1jcj1P7aq2QJwe+I128em+8johy+aebV4+OTvE+pQSkbxQ4AAAQIECBAgQIAAAQIECPyFgGsQIECAAAECBAgQIECAwB0CswXgO87b0JDHq+K/k4tqbzmP36P0fELANQkQIECAAAECBAgQIECAAIH+BWRIgAABAgQIECBAYK8CWaO8J/ccd4xDrYdSv6McDiWj7R/b/0qtl+Oey31yTK2HUr/XXw7/RX7/lfq9f609lOP/yq/C7xFuqEPJp4g/mds91841Xot75jCGwGoFLIwAAQIECBAgQIAAAQIECBDoX0CGBAgQIECAAIGTwCG2rkUcjlettdR6OWLIql//antZj2wRVcvaokadskX2tTHHNoXuSDBmK3Nxx6kfHzK37lt9H1+0BRAgQIDADQGHCRAgQIAAAQIECBAgQIAAgf4FZEiAAAECBAhcEsh65+RY7n7HbAH4Kw/+KPhOTrZJgAABAgQIEPisgKsTIECAAAECBAgQIECAAAEC/QvIkAABAn8uUIdSMsrmfqK4+++x4XJo2/N5xOCZA+2cbGcOb6orc7gWm0rGYgkQIECArUOdgwAACcVJREFUAAEC3QtIkAABAgQIECBAgAABAgQIEOhfQIYECDwukHXdY5yeAB7qsaOUeqwKR1vOfoYYknHWvZndrNhn3F5wJDrmf6u9PZMRBAgQIECAAAECBAgsJGAaAgQIECBAgAABAgQIECBAoH+BP8ww64Y/4g+vfd+lprXKuTPmjx/y654zjqfMDzoe+/f7699myYJwxqRrA5tDrPEYmUvm/ztq+ZoUxcuvgnDxQ4AAAQIECBAgQIAAAQJ/JOAyBAgQIECAAAECBAgQIEDgHQL3VUffceV758wVXhv7+/jpCeDz02pUdTPO+8f93/OM3X/868nLDaUOQ5x7jEMZyiE3o8eLAAECBAgQIECAAAECBAgQWJ2ABREgQIAAAQIECBAgQGARgRo1wYxrk2UZNMdkXBv3t8fGVcUlp23snl7T/louFoDLtZ/A+Xc4J/y3d9oau8dfp67Pb/xY+OeXYwUvCDiVAAECBAgQIECAAAECBAgQ6F9AhgQIECBAgAABAgQIHAWy7tri2PPzdztWy+EwxK+IMn7FcTn9DFHWPkYpeTijHfxXNa6l1kOp9b9SDj9jaH3tpHe1h0Nc+0qcrpvF3xalRHpjlO+fQxyai+/DnTY18noyhjB/8u8H4qJedwrUWkutl+POafobJiMCBAgQIECAAAECBAgQIECgfwEZEiBAgMBLAsMwlGvx0uROJrARgVYPPLWx7poRdcGxL7bPX3HoV230fMza96OKN6b5wjrb+eftC1O+/dS8dW+/yEYucH7f7t3fSHqWSYBAdwISIkCAAAECBAgQIECAAAECBPoXkCEBAgQIEFhKYFr5anO2vrbfWxsF4N5SupVPFH+zpF+iPQ2dbh87c0jGcc9vAgQIECBAYAUClkCAAAECBAgQIECAAAECBAj0LyBDAgQIvE0ga38Zb7vASibuuACcRd1pXBKfjpluXxq/lv7pWue217JO6yBAgAABAgQILCFgDgIECBAgQIAAAQIECBAgQKB/ARkSWFYgn/RtM47VtOgYIlpfr22nBeDxFsY9O2+jq8RdHe9stLk7Pgk8lDr8jDL2jwNW+GuINd0TMcyLAAECBAgQIECAwNYFrJ8AAQIECBAgQIAAAQIECBDoX2CBDPPp3haHKKXldk4bmyXLg2ObHZ1HpwXgW3ftZ/H3WOzNW35+Xva1OD9mnwABAgQIECBAgAABAgTeLWB+AgQIECBAgAABAgQIECDwiEBWATPmzhmLwHEwq39zx3vp22IBeEH7uMP5RPApplPnrR9OTwYfi8TT47YJECBAgAABAgQIECBAgACBNwqYmgABAgQIECBAgAABAgSeENhRAXgInoxofrxaEXjaOTcuj2d/i9xfU6x1XUsbLTVf87rULnUd8xAgQIAAAQIECBAgQIAAAQKPCziDAAECBAgQIECAwOMCWfV7/Kz+zthJATiKfPkl3xmnp33zLVBLHY5Rxv4SP99jS7Sx117n/0bwcb8d/XQba60R45prLKZFbHrNCDSrW+3Mqbo+K+DqBAgQIECAAAECBAgQIECAQP8CMiRAgACBTQjUWkutv+MQfRmbSKLjRdb6+97Uen/fVmiyPNai/Zu/ud/WH2XAcbPG7+w/Rez3/NpJAfj8Fo63OTqnbex288q8uklGIgQIEBgF/CJAgAABAgQIECBAgAABAgT6F5AhAQIECBB4VCCrYhm3zssxLW6N3frxnRaAt37brP/dAse/AMknhN99JfMTIECAwB0ChhAgQIAAAQIECBAgQIAAAQL9C8iQAAECBBYS2HEBOIt703hG9NXzn7mmc94vML2vuf3+K7oCAQIECBAgcElAPwECBAgQIECAAAECBAgQINC/gAwJPC+QlZxT1FLa1z4/P+P2z9xpAfj0Nog7ON2O3dLeGdHm7ilyfxrT83L7K0ZGW6PNiD2vtQpM7+Nxu8Z/DWrevmGId8AQC8+IZnxNt8cOvwgQIECAAAECBP5CwDUIECBAgAABAgQIECBAgACB/gVeyDDKO2PB99TGXKo6pey0ABx3/+qrXjia/RkXDhdvqUsy6+vP+ziNSyvMe5px6bh+AgQIECBAgAABAgTeIWBOAgQIECBAgAABAgQIECDwqMC0EPzouT2Nv1gAPj4NuapU/3gx0+Jg2/7jJbjcHwlkgTfj9+V8Dn6b6CFAgAABAgQIECBAgMCbBUxPgAABAgQIECBAgACBuwSyjnPXwJ0NulgA3plDpJsFwIzYnH3lsRazA6IzC8XReL1BYOkp273Mts093W59WgIECBAgQIAAAQIECBAgQODvBFyJAAECBAgQIECAAIHLAlnLuhbHM08F4KyQT+N4eC+/A6olX7KImxF941c6X2pzTC11OMZhOHxvZxsRdDVi7a9YfrkWa1//c+v7d09r3KQxDrUcDuUY0XEY97OvlhrbtdYy/rR23PHrzwRciAABAgQIECBAgAABAgQIEOhfQIYECBAgsCqBWmup9XKsarE7XEytl+9NrfWmyDAM5VrcnOBDA2qUeH5ErKPtx2bnr0i+HCNv8XzU8XMbJa/OLd6aXo3ZW8Sm14YF8gOz4eVbOoGOBaRGgAABAgQIECBAgAABAgQI9C8gQwIECBAgcK9Aq8xlm+e0NrfFUeBQo8Kfcdz9/Xs/VfPfueshQIAAAQIEPirg4gQIECBAgAABAgQIECBAgED/AjIkQIDA0wJZx5yenPtjTDvv3M5HBTPuHL6KYZeK34fy/ajwpXYIpYzfx1eR1yoXkW+OFqtcoEXNCFz6iMwM1UWAAAECBAj8gYBLECBAgAABAgQIECBAgAABAv0LyJDA4wK3anCPVnzafEOc2OLxVS11xmk1MeH5dnTdfH3FiK9yKgAfJoXg+YLvECecR3R1+Yo7XO6Jn8mf6+T+zxH21iEwvbfxEciPwbiw3M5j445fBAgQIECAAAECnxJwXQIECBAgQIAAAQIECBAgQKB/gScybAXabL+ipJNtThObpUZhLtvcvzfilJJzZNx7zvvGjauJ6S+3NRZ6jEPk+x1xxph3zeLv8dw8Umo97sTx0yvOHxM+dexuI6muxTzIKBmnNb/cnx+p97MCcZNKxmdX4eoECBAgQIAAAQIECPwUsEeAAAECBAgQIECAAAECBO4VmNbhXq36ZG1vWlS+dw1/P66OFa76feGxzFu+JXIn4nCI/Wi/h6yysSgC7xcYDsdvOX//lVyBAAECBAgQIECAAAECBOYF9BIgQIAAAQIECBAgQOAlgax5ZjwzSZRMx9NaO+6s/NelXKPqtfKVW97OBaRPgAABAgQIECBAgAABAgQI9C8gQwIECBAgQIAAAQIElhL4HwAA//+VKAqqAAAABklEQVQDACLGVk5U/nBsAAAAAElFTkSuQmC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2" name="Текстовое поле 1"/>
          <p:cNvSpPr txBox="1"/>
          <p:nvPr/>
        </p:nvSpPr>
        <p:spPr>
          <a:xfrm>
            <a:off x="5125720" y="743585"/>
            <a:ext cx="585216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 sz="4400" b="1">
                <a:solidFill>
                  <a:schemeClr val="accent2"/>
                </a:solidFill>
              </a:rPr>
              <a:t>Как работает?</a:t>
            </a:r>
            <a:endParaRPr lang="ru-RU" altLang="en-US" sz="4400" b="1">
              <a:solidFill>
                <a:schemeClr val="accent2"/>
              </a:solidFill>
            </a:endParaRPr>
          </a:p>
        </p:txBody>
      </p:sp>
      <p:pic>
        <p:nvPicPr>
          <p:cNvPr id="4" name="Изображение 3" descr="2026-04-17 14_26_02-_internal — проводник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7810" y="1801495"/>
            <a:ext cx="7872730" cy="7793990"/>
          </a:xfrm>
          <a:prstGeom prst="rect">
            <a:avLst/>
          </a:prstGeom>
        </p:spPr>
      </p:pic>
      <p:pic>
        <p:nvPicPr>
          <p:cNvPr id="5" name="Изображение 4" descr="2026-04-17 14_25_22-_internal — проводник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3795" y="2722245"/>
            <a:ext cx="7500620" cy="104838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Текстовое поле 1"/>
          <p:cNvSpPr txBox="1"/>
          <p:nvPr/>
        </p:nvSpPr>
        <p:spPr>
          <a:xfrm>
            <a:off x="6798945" y="1129665"/>
            <a:ext cx="58521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/>
              <a:t>Будущее</a:t>
            </a:r>
            <a:endParaRPr lang="ru-RU" altLang="en-US"/>
          </a:p>
        </p:txBody>
      </p:sp>
      <p:pic>
        <p:nvPicPr>
          <p:cNvPr id="4" name="Image 1" descr="data:image/png;base64,iVBORw0KGgoAAAANSUhEUgAAB4AAAAQ4CAYAAADo08FDAAAQAElEQVR4Aezde4xsW34f9N/a3eec+5i545mJJ37HBmN5YpsQxyDjYBJbykMJI8XIAWOCIlmIhwFHQiJ/RHIAoZB/MMSJkAniaYFkO3GIHAhRUJCC8/AojJOJQyJhZpjBGY89L8/jzr33nNO1F2tVdfWp7q6u7uqux95rf2rqV/u99vp9dtmS5+vq0735+c/lzfVr5bh68/MMGPgO+A74DvgO+A74DvgO+A74DvgO+A74Doz2O+D/tvd/1/sO+A74DvgO+A74DvgO+A74DvgO+A5M5DvQhdeEBbROgAABAgQIECBAgAABAgQItC+gQwIECBAgQIAAAQIEpiQgAJ7S09YrgVUB6wQIECBAgAABAgQIECBAgED7AjokQIAAAQIECBCYnMCaALgvCKtVNr0JECBAoCkBzRAgQIAAAQIECBAgQIAAAQLtC+iQAAECBAgQmKbAlQC4BL+pQKS6XFbZ9iZAgAABAgRaEdAHAQIECBAgQIAAAQIECBAg0L6ADgkQIEBgwgJXAuAqUYLfyHXlvMp2DYTPtywIECBAgAABAgTGKmDeBAgQIECAAAECBAgQIECAQPsCOiRAYOoCawLgSlJ/BlyXigABAgQIECBAgACBJgQ0QYAAAQIECBAgQIAAAQIECLQvoEMCReCGALgc8SZAgAABAgQIECBAgACBJgQ0QYAAAQIECBAgQIAAAQIECLQvsOywBMB9WV9WWY2yqy7qMpf1Zc33+SBAgAABAgQIECBAgAABAgRGJGCqBAgQIECAAAECBAgQIDAxgZLwXul4+c//LpdXDttsQUAPBAgQIECAAAECBAgQIECAQPsCOiRAgAABAgQIECBAYIoC1wPgqlB/9VuXigCB9gR0RIAAAQIECBAgQIAAAQIECLQvoEMCBAgQIECAAIHJCqwPgCfLoXECBAi0LaA7AgQIECBAgAABAgQIECBAoH0BHRIgQIAAAQLTFhAAT/v5654AAQIEpiOgUwIECBAgQIAAAQIECBAgQKB9AR0SIECAAIEQAPsSECBAgAABAgSaF9AgAQIECBAgQIAAAQIECBAg0L6ADgkQILAQEAAvHHwSIECAAAECBAgQaFNAVwQIECBAgAABAgQIECBAgED7AjoksCIgAF7BsEqAAAECBAgQIECAAIGWBPRCgAABAgQIECBAgAABAgQItC9wtUMB8FUR2wQIECBAgAABAgQIECBAYPwCOiBAgAABAgQIECBAgACBiQoIgCf14DVLgAABAgQIECBAgAABAgQItC+gQwIECBAgQIAAAQIEpiwgAJ7y09f7tAR0S4AAAQIECBAgQIAAAQIECLQvoEMCBAgQIECAAIHJCwiAJ/8VAECAwBQE9EiAAAECBAgQIECAAAECBAi0L6BDAgQIECBAgEAVEABXBUWAAAECBNoV0BkBAgQIECBAgAABAgQIECDQvoAOCRAgQIDAhYAA+ILCCgECBAgQIECgNQH9ECBAgAABAgQIECBAgAABAu0L6JAAAQKXBQTAlz1sESBAgAABAgQIEGhDQBcECBAgQIAAAQIECBAgQIBA+wI6JLBGQAC8BsUuAgQIECBAgAABAgQIjFnA3AkQIECAAAECBAgQIECAAIH2BW7qUAB8k4z9BAgQIECAAAECBAgQIEBgfAJmTIAAAQIECBAgQIAAAQITFxAAT+ILoEkCBAgQIECAAAECBAgQIECgfQEdEiBAgAABAgQIECBAIEIA7FtAoHUB/REgQIAAAQIECBAgQIAAAQLtC+iQAAECBAgQIECAwLmAAPgcwoIAAQItCuiJAAECBAgQIECAAAECBAgQaF9AhwQIECBAgACBVQEB8KqGdQIECBAg0I6ATggQIECAAAECBAgQIECAAIH2BXRIgAABAgSuCQiAr5HYQYAAAQIECBAYu4D5EyBAgAABAgQIECBAgAABAu0L6JAAAQLrBQTA613sJUCAAAECBAgQIDBOAbMmQIAAAQIECBAgQIAAAQIE2hfQIYENAgLgDTgOESBAgAABAgQIECBAYEwC5kqAAAECBAgQIECAAAECBAi0L3BbhwLg24QcJ0CAAAECBAgQIECAAAECwxcwQwIECBAgQIAAAQIECBAgMBcQAM8ZWv3QFwECBAgQIECAAAECBAgQINC+gA4JECBAgAABAgQIECDwQkAA/MLCGoG2BHRDgAABAgQIECBAgAABAgQItC+gQwIECBAgQIAAAQJXBATAV0BsEiBAoAUBPRAgQIAAAQIECBAgQIAAAQLtC+iQAAECBAgQILBOQAC8TsU+AgQIECAwXgEzJ0CAAAECBAgQIECAAAECBNoX0CEBAgQIELhRQAB8I40DBAgQIECAAIGxCZgvAQIECBAgQIAAAQIECBAg0L6ADgkQILBZQAC82cdRAgQIECBAgAABAuMQMEsCBAgQIECAAAECBAgQIECgfQEdEriDgAD4DkhOIUCAAAECBAgQIECAwJAFzI0AAQIECBAgQIAAAQIECBBoX+CuHQqA7yrlPAIECBAgQIAAAQIECBAgMDwBMyJAgAABAgQIECBAgAABApcEBMCXOFrZ0AcBAgQIECBAgAABAgQIECDQvoAOCRAgQIAAAQIECBAgcF1AAHzdxB4C4xYwewIECBAgQIAAAQIECBAgQKB9AR0SIECAAAECBAgQuEFAAHwDjN0ECBAYo4A5EyBAgAABAgQIECBAgAABAu0L6JAAAQIECBC4LJBSipRypFyiz9RH1IrpvorCdJvXOQECBAgQaEhAKwQIECBAgAABAgQIECBAgED7AjokQIAAgXUCn30jzr7w2TjJNQSelTNSqem+BcDTffY6J0CAAAECBJoR0AgBAgQIECBAgAABAgQIECDQvoAOCRBYJ5BK6PvmZz4ezz798cjlPyn6KIt1p05mnwB4Mo9aowQIECBAgAABAk0KaIoAAQIECBAgQIAAAQIECBBoX0CH1wTyxZ4c/ec+FvGZT8RZ9zxyrr/+rXVxwuRWBMCTe+QaJkCAAAECBAgQIECgFQF9ECBAgAABAgQIECBAgACBKQrUjHdepflUst7P/vKH4vWPfTjqvoiyI9p6bduNAHhbMecTIECAAAECBAgQIECAAIHjC5gBAQIECBAgQIAAAQIEJilQQ94Xv/7too9HcfJ/fzief/hD8TheLSFwFy+OT5IoBMBNPXfNECBAgAABAgQIECBAgAABAu0L6JAAAQIECBAgQIDANAVqsJtL5Bulur6LPs3iydnn4q1PfSqefupXIj75D+uhyf8GWAA8zf/50HWLAnoiQIAAAQIECBAgQIAAAQIE2hfQIQECBAgQIEBgwgL1jzun6Mp/ZnHSn8RZfhqv//33x6tnz+OVs7N468N/Jx719ayYvxaBcUzuF8EC4Pnj90GAAIFxC5g9AQIECBAgQIAAAQIECBAg0L6ADgkQIECAAIGIVFPdiDjJXTx6HPGJX/i5eHKW43F+Hp/6u++Pk9OXoxyd/wo4pz4inUVdnl8WU3gJgKfwlPVIgAABAi0L6I0AAQIECBAgQIAAAQIECBBoX0CHBAgQIHAuUIPcPqX44kufj+6XPh4nf+//iSezFH2KePqRX46nn/54pFS3a/j7PJ6fzCLKsZjQSwA8oYetVQIECBAgQKA1Af0QIECAAAECBAgQIECAAAEC7QvokACBVYGa5Z72OU5L6PtrH/jf49lZH59/EvGsO4lHZ7P49M/+1TiJ59F3fXQ54pXnEac1C14dpPH1rvH+tEeAAAECBAgQIECgTQFdESBAgAABAgQIECBAgAABAu0L6HAuUHLc+XL5kXKORx//pfjVD/xcPDo5jecnZ+XQSXTpLL74wb8e3a98PB7nWUR3WsLflyLSSaQuXVQ0/uoa7097BAgQIECAAAECBAgQaE5AQwQIECBAgAABAgQIECBAYCoCOUXUKouLlme5i0++/3+LR88iHkcfT2Z9PJql6E/6OHn6yfjIX67HzuJZCYCflYA4lyuXVVZH877vRAXA95VzHQECBAgQIECAAAECBAgQOLyAOxIgQIAAAQIECBAgQGAyAquhbV+67krwe9I/ivShfxBf+D8/GO95+sV489HzeN6V8Dfl+T/1e1I+T//B++NzH/1wvP35S3E6O4367wPncjynvqznyGWslt8C4CaeriYIECBAgAABAgQIECBAgACB9gV0SIAAAQIECBAgQGBaAvVXvyXaLZFuH2ddF89O+kjps/Hxn/oz8crzsi918dKsxrl5Hup2ffXJMUufic/9uT8f8dZnY9adlJ2Lc8pKedf1smj4LQBu+OFqbSIC2iRAgAABAgQIECBAgAABAgTaF9AhAQIECBAgQGBCAqsRbcopTvIsUj6JV549iw/9zE/GS5/9aHT90+hLKFz/PeAUs6ivGnx2keJxOTf/2kfj4z/9P8aj+EJE7iPn1VHr2e1W125rOiNAgED7AjokQIAAAQIECBAgQIAAAQIE2hfQIQECBAgQmJJAyXujVv3lb0luo+S5ZfssnpxFfOJnfy4e/fwH4guvfC5m9ee+5cS+LHPUX/nG4pUj+v61ctlZfObv/R/xqb/y0/MAOcr+xQlpsWj4UwDc8MPVGgECBAg0LaA5AgQIECBAgAABAgQIECBAoH0BHRIgQGBSAjWjrVWb7ktO28VZCXLfisf9FyL/3b8Uz/7S/xDp7DNx+vztMUspcqnIp9GVs7p6Ua1yXd+9UY718fYSDv/aX/2L8dm//XPxcjqNWf+4jFhParsuLNpuU3cECBAgQIAAgZYE9EKAAAECBAgQIECAAAECBAi0L6BDAtMTKNltpJIA1+VZCWyfpVeiO3stnn3wF+LTP/7nYtY9j8hdiXsXNrmeGKeLjdXPVAY5337cn8Xnf+bHyxjvL0FyuT6VOj/W6qJrtTF9ESBAgAABAgQIEGhSQFMECBAgQIAAAQIECBAgQIBA+wIT7rBmuid9V0LePl59/sX44t/82fjET/xUPH3lzTgpwe6T/qQcS5FSulGpK/lvrfkJZf2VN87iYz/1ozH7a382Xn3ax81Xzq+IcsliZaSf3UjnbdoECBAgQIAAAQIECBCYnICGCRAgQIAAAQIECBAgQIBACwLzX+6mPlaT2Bq61prvzCfx0uyL8ff/5/82fuV/+a9idvqFyOl5nPZ99PP0druIM3fP49HsLP7fv/wz8as/+afL+vPo8uJuUV4v1qLc57zK/mO9H3rf7XQeejfXEyBAgAABAgQIECBAgAABAvcRcA0BAgQIECBAgAABAgSaEKjhbw1ca0XUIHY2z4FnJbU8y7Pons7i2Uf/TnzsP/vReMff/BvRPf5UnMxOS2ib5uFvjnJiX64ulW+sFLkmxbMUqSxnJVDO/eN49XmKt37h5+Ojf+KPRveLHyxjvhnp5Cxm3UnUcVMZNpe1sUMXobG3MOX5650AAQIECBAgQIAAAQIECBBoX0CHBAgQIECAAAECBNoQKPnqEQDMUQAAEABJREFURbza5RLqnr0Sj0qd9rN4+XnE2z72y/HG//TfxC//l38ynn/sF+N5l6LvXysBcY00F5UKxbLK6sZ3Pe/FCamME/Nf/naf+XR85Mf/VPzSn/mxmH3+o/N/G/i0hMkn/aM4nT2OxZ+gfnHl2Naq1NjmbL4ECFQBRYAAAQIECBAgQIAAAQIECLQvoEMCBAgQIECAQEMCqfRSf2XbxUnMuj7efPxGvPW2L0T8ysfjcz/9X8eHfuyPxyc/+LfjUfpCdI+fliC2j9eelrP7cuGO3qnGwPmtiPR6vPF//a34pR/5E/HWX/jzcfbJD8XTV5/GG+lp1F8ixw2v1RD7hlOOvlsAfPRHYAIECBDYXsAVBAgQIECAAAECBAgQIECAQPsCOiRAgAABAk0IpNpFV2PXSLkv0W+OnCPyJ/5hzD7wV+KX/7sfiY/82B+Ltz7w8/HK8xxdvBVn3Uk5v4/+5Hm89fjNODvpo1xyUXXE+1aXZ3E6y/Ho2WvxZPZKPH76mfjU3/gL8f/9yH8an/hT/0U8/cD7o3v6RnSzs+jKfFO5a4p+Pp8oyz6VuZSe6p+yvu8c9n1dt+8bGJ8AAQIECBDYqYDBCBAgQIAAAQIECBAgQIAAgfYFdEiAAIGmBGaf/0K88ZEPx+sf/Ovxsb/438ev/uc/HB/5k38sPv2TfzZe/vlfjHe89Vac5i9Gf/J6nHZvxeNZlO3Fn2I+mT2JedhaQteSwsa84v6vPnXl4i5Sehan/Vk8OnsUr5zleK3c/8kv/q3IP/Gn41f/gx+Mj/3oH41P/q8/EZ/++b8W/Yc/HvHJz0aalfA3cgmyZ1FD4RjoqxvovEyLAAECBAgQIEDgmoAdBAgQIECAAAECBAgQIECAQPsCOiTQlkAqgenj/CxO5392eRY59XHWzeLs5Fmpp/Hs8RfjjSelHr8ZuezvcioBa70qFYjT+XrKXfRla1m5rD/k3dehywB1MUuzeHp6Fk8fPY/nXY5nJ12cPXlbpMcvx2k58cnZLJ6f9vH8pNw91TvXZb2yDDDQtwB4oA/GtAgQIECAAAECBAhcErBBgAABAgQIECBAgAABAgQItC/QYIc5n8TZO94Vj7/2N8Zr3/yd8Rt+1x+Ir/g3/uP45n/3P4kv/54/GCff+Jtjlt4VuX8l+nLunGAetM7XLj5qqLms+8SvNbq9GOzqyqyLR2evxunXvDde+r5/Kb76D//x+Op/+4fjS973B+KVb/+ueOk3fFW89O4vib7rSiDdxdBfw5/h0AXNjwABAgQIECBAgAABAnsWMDwBAgQIECBAgAABAgQIEBijQA1qU5zFSTyLlJ6WAHUWT1OK5/FmPH/nO+PJb/kd8RXf/0fia37oP4zH/+z74vW3vasErLlUjTBzaTlH/SwrMV+pG7XmO7b7yGUyVy/t61y6J/G27/hn4sv+vR+Kd/9b/2Z8ybf/7sjv/ooyw9MSSOdI5TYlH45nJylyl6Ir18SeXrsaturtaizjECBAgAABAgQIECBAgAABArsVMBoBAgQIECBAgAABAgRGK5DLzGvw2kcJU+Nx5PQ4UnoUj0rls5LpdinOTk/i+bu/Ot7zO783vukH/6OIf/z3lbD1cTx7/GbMTt6MvpwbZaAaxC6rDLvVO0UfXY6oY/XxUgmYH8Wz0xSPv/WfLOHzD8c73vcDMft1742c3x798z7y09ejK8F1/XPVfS4hdF/uPDuZ37P2E+VoSYPn20P86IY4KXO6TcBxAgQIECBAgAABAgQIECBAoH0BHRIgQIAAAQIECBBoQCDXODKVRmpF1M+ufNZllGS3hrO5O4unJaF949WX4su/533x2r/2g5Ff+8Z4Hq+WnPXNeXi7OD+2epXMt4S+9S5dnOY+Huc3Ip98PvKXfXl87b/678e7v/+H4ulXfkk877rIaTGrep9lxU2vOvBNxwawvxvAHEyBAIFtBJxLgAABAgQIECBAgAABAgQItC+gQwIECBAgQIDARARm3SziZBaPUh/x6El8/pVX49Wv/rb4mn/nD8fjb/6OeP1k8cvblF+ApLJaqyxufNfT6zn1ulnXR46TeP3Rq3Hym74tvuoP/ZHov/Yro+/PIqV3Ru5O5+Okrl5RA+OyuVgtKy/eqYTZqe9izaEXJw1grRvAHEyBAAECBO4o4DQCBAgQIECAAAECBAgQIECgfQEdEiBAgACBKQmknKNPszjpI155FvHy85MSsKZ4/vjd8TX/8g/Ee37774lnJQTO8713l6l/qjnXUDnVK/t4K70SX/vd/2J8zff9ocjxUpz2OU7ys+jirAzaR18+87JKwlvXy+bld9lZDl3eN8AtAfAAH4opESBAgACBNQJ2ESBAgAABAgQIECBAgAABAu0L6JAAAQITFEiR8knkLsWzR2W9O4uuBLeP0vM4m52WAPj3x7u+/1+PN5+8rZx3VipFyWHntQ4rlZ2pxLldOakvG7mEy336yvj13/t9cfLbf1s8PXslzlKK5+lxRH4SXV8C57Jdbjofs1xWRli8y+XlfvGiYhwvAfA4npNZEiBAgAABApMW0DwBAgQIECBAgAABAgQIECDQvoAOCUxTIEWKLnfRlxB28YvdPqIEwCWdjfqapZN4xzf91vjS3/vPx1snL0V/8kbZvRrTls3zd907S/XKLk5zH4/PTmPWvyPe8z3/XLz6W35zub6EvVHGjxKRlvtFuXecvxa/GC7XluvPd5WNmJ9Rd9WKkbxKdyOZqWkSIECAAAECBAgQmKKAngkQIECAAAECBAgQIECAAIH2BSbe4TJcTSlFSi8qdyly18XrcRov/1PfGV/+u39ffD49ihwp1r3q3pQjZvWcNIu3Xn0pvuy73xdPvvXb4/WTV8pVp5G72cWluV5wsRXleKlyfdzwqqfXuuHwYHYLgAfzKEyEAAECBAgQIECAAAEClwVsESBAgAABAgQIECBAgAABAjnyyZvxtHspHn/Hd8W7v/k7o0+LiDPlroS21xPblE/i2UmOl7/lG+Pl7/6umMWr8WT2KE5L9ltGi1nXR/0d8DXb60NdO2UfO3Y9ZrfrAY1HgAABAgQIECBAgAABAgQIPFjAAAQIECBAgAABAgQIEGheIPcljl2pPudYrVy2a9Xg9rQ/i+cnr8SX/gs/EE+/9KviJL2thL8RJR0uH1feJxGPvuTr49f9jj8Yz0twnLpnsfzz0jXjzalcVmp5r3qPcuOoy1rlUKRyYl2ujlx2Ra3VfUNc74Y4KXO6ScB+AgQIECBAgAABAgQIECBAoH0BHRIgQIAAAQIECBAgsCpQg9haUSLfs3QaX/e+3x+zOItZCXafpZdLKLs4GuevpyUxfs/v/Vfi9OVXI3XPy94a2/axCIFjHu7Gplc5/fKIm04e3jEB8PCeiRkRWC9gLwECBAgQIECAAAECBAgQINC+gA4JECBAgAABAgQuBEoOG7UudpSVnEo0+4++N578E78pZieP4/nJ5TPq8Ze/5Vuje+83xuz0cZyd5kgpndfJfFmGmb/z/PPFRyqr6375W3aP6i0AHtXjMlkCBKYqoG8CBAgQIECAAAECBAgQIECgfQEdEiBAgAABArcL1NB29tKjeOfveV+kR++Orns9Tvsa3ZZry+J5dxJf+Tu/N9KTN+KsrOd4FLOSiPYlBO7LKfX6slj/LgfLEOuPjWhvaXdEszVVAgQIECAwPQEdEyBAgAABAgQIECBAgAABAu0L6JAAAQIEthDo+1nE27803v4bvzmeRFcC4JPoU443cxdP/unfGvnt74yzZ4+jyzm6vovyWSrF8lXX5lUD39VanjDypQB45A/Q9AkQIECAAIGWBfRGgAABAgQIECBAgAABAgQItC+gQwIEthGowe3JLEfKJ/HO3/Xb4unZy3FWds66Lh6nt8V7SgDcp0UEmqKPVAYv2XDkulLW6zuXj1plsTheVlYOl61xvxfdj7sHsydAgAABAgQIECDQnoCOCBAgQIAAAQIECBAgQIAAgfYFdLi9QElq6296Uz6N19/17nj8j31TPDuNEvWexktf/w1x8uu/Ls6ibufIuVS/iHprCJxyV4Ljrhxt+91+h20/P90RIECAAAECBAgQINCggJYIECBAgAABAgQIECBAgACB9QK5RL2z1EVf6vHJ2+Pt3/ZtMUslFS518q3fErPnL88vXMS+89VLH+XMS9vH3NjXvQXA+5I1LgECBAgQIECAAAECBAgQ2F7AFQQIECBAgAABAgQIECBwm0A+iZxypOddPP6690bXzeL07FG841u+PWZxEqlUVypHlPWIqL8EntesrM6iXLqocqjFd9diU+31pCMCBAgQIECAAAECBAgQIECgfQEdEiBAgAABAgQIECBwm0Ca/xnnkunWE0uo+/LbXouT93xlpC/79ZHTad07rxr+zlfqx/lGquul6rJWWW3yLQBu8rFqqikBzRAgQIAAAQIECBAgQIAAAQLtC+iQAAECBAgQIEDgzgIX4W0Jdvty1aOvf288+oZviFQD4PS8BMElIC4nlcPlaERZja5s1GWtaPwlAG78AWuPAIFxC5g9AQIECBAgQIAAAQIECBAg0L6ADgkQIECAAIH7C+SU4uQ9Xx3py768pL65hL81Eo7Fq6S9JfeNq7U42O6nALjdZ6szAgQIEBi3gNkTIECAAAECBAgQIECAAAEC7QvokAABAgQeLJDjtXd9Xbz67n8kUupL2PsiAJ4HvzUEXq0H32/4AwiAh/+MzJAAAQIECBCYnICGCRAgQIAAAQIECBAgQIAAgfYFdEiAwK4Eure/EielcpxFihcB8NXxLwLhqwca2xYAN/ZAtUOAAAECBAgQIDByAdMnQIAAAQIECBAgQIAAAQIE2hfQ4c4Eci6x7rtei0df8lrMutNIuYtIJQSuFdN8FYFpNq5rAgQIECBAgAABAgQIDE3AfAgQIECAAAECBAgQIECAAIG7C5Tot4S+KZ6fljpJUbfT3S8/2pn7vrEAeN/CxidAgAABAgQIECBAgAABArcLOIMAAQIECBAgQIAAAQIE7iGQoouTkvx2uYsupUipVFlPfRep7F9b0fara7u9sXdn/gQIECBAgAABAgQIECBAgED7AjokQIAAAQIECBAgQOA+AqlcNK8S+s7D3+V2DX6X62uWZVfTbwFw049Xc6MWMHkCBAgQIECAAAECBAgQIECgfQEdEiBAgAABAgQIPEig/sI3cok8V+tBI47/4qIx/iZ0QIAAgdYE9EOAAAECBAgQIECAAAECBAi0L6BDAgQIECBAgMA+BATA+1A1JgECBAgQuL+AKwkQIECAAAECBAgQIECAAIH2BXRIgAABAgT2JiAA3hutgQkQIECAAAEC2wo4nwABAgQIECBAgAABAgQIEGhfQIcECBDYr4AAeL++RidAgAABAgQIECBwNwFnESBAgAABAgQIECBAgAABAu0L6JDAAQQEwAdAdgsCBAgQIECAAAECBAhsEnCMAK1QBkUAABAASURBVAECBAgQIECAAAECBAgQaF/gUB12fc6xzzpUI+5DgAABAgQIECBAgAABAgRGKGDKBAgQIECAAAECBAgQIDAxgX1ms3VsvwAe5BfKpAgQIECAAAECBAgQIECAAIH2BXRIgAABAgQIECBAgACB3QsIgHdvakQCDxNwNQECBAgQIECAAAECBAgQINC+gA4JECBAgAABAgQI7ElAALwnWMMSIEDgPgKuIUCAAAECBAgQIECAAAECBNoX0CEBAgQIECBAYJ8CAuB96hqbAAECBAjcXcCZBAgQIECAAAECBAgQIECAQPsCOiRAgAABAnsXEADvndgNCBAgQIAAAQK3CThOgAABAgQIECBAgAABAgQItC+gQwIECBxGQAB8GGd3IUCAAAECBAgQILBewF4CBAgQIECAAAECBAgQIECgfQEdEjiggAD4gNhuRYAAAQIECBAgQIAAgVUB6wQIECBAgAABAgQIECBAgED7AofuUAB8aHH3I0CAAAECBAgQIECAAAECEQwIECBAgAABAgQIECBAgMBeBATAe2G976CuI0CAAAECBAgQIECAAAECBNoX0CEBAgQIECBAgAABAgT2JyAA3p+tkQlsJ+BsAgQIECBAgAABAgQIECBAoH0BHRIgQIAAAQIECBDYs4AAeM/AhidAgMBdBJxDgAABAgQIECBAgAABAgQItC+gQwIECBAgQIDAIQQEwIdQdg8CBAgQIHCzgCMECBAgQIAAAQIECBAgQIBA+wI6JECAAAECBxMQAB+M2o0IECBAgAABAlcFbBMgQIAAAQIECBAgQIAAAQLtC+iQAAEChxUQAB/W290IECBAgAABAgQILAR8EiBAgAABAgQIECBAgAABAu0L6JDAEQQEwEdAd0sCBAgQIECAAAECBKYtoHsCBAgQIECAAAECBAgQIECgfYFjdSgAPpa8+xIgQIAAAQIECBAgQIDAFAX0TIAAAQIECBAgQIAAAQIE9iogAN4r710Hdx4BAgQIECBAgAABAgQIECDQvoAOCRAgQIAAAQIECBAgsH8BAfD+jd2BwGYBRwkQIECAAAECBAgQIECAAIH2BXRIgAABAgQIECBA4EACAuADQbsNAQIE1gnYR4AAAQIECBAgQIAAAQIECLQvoEMCBAgQIECAwCEFBMCH1HYvAgQIECDwQsAaAQIECBAgQIAAAQIECBAg0L6ADgkQIECAwMEFBMAHJ3dDAgQIECBAgAABAgQIECBAgAABAgQIECBAoH0BHRIgQOA4AgLg47i7KwECBAgQIECAwFQF9E2AAAECBAgQIECAAAECBAi0L6BDAkcUEAAfEd+tCRAgQIAAAQIECBCYloBuCRAgQIAAAQIECBAgQIAAgfYFjt2hAPjYT8D9CRAgQIAAAQIECBAgQGAKAnokQIAAAQIECBAgQIAAAQIHERAAH4T5ppvYT4AAAQIECBAgQIAAAQIECLQvoEMCBAgQIECAAAECBAgcTkAAfDhrdyJwWcAWAQIECBAgQIAAAQIECBAg0L6ADgkQIECAAAECBAgcWEAAfGBwtyNAgEAVUAQIECBAgAABAgQIECBAgED7AjokQIAAAQIECBxDQAB8DHX3JECAAIEpC+idAAECBAgQIECAAAECBAgQaF9AhwQIECBA4GgCAuCj0bsxAQIECBAgMD0BHRMgQIAAAQIECBAgQIAAAQLtC+iQAAECxxUQAB/X390JECBAgAABAgSmIqBPAgQIECBAgAABAgQIECBAoH0BHRIYgIAAeAAPwRQIECBAgAABAgQIEGhbQHcECBAgQIAAAQIECBAgQIBA+wJD6VAAPJQnYR4ECBAgQIAAAQIECBAg0KKAnggQIECAAAECBAgQIECAwEEFBMAH5V7ezJIAAQIECBAgQIAAAQIECBBoX0CHBAgQIECAAAECBAgQOLyAAPjw5u44dQH9EyBAgAABAgQIECBAgAABAu0L6JAAAQIECBAgQIDAkQQEwEeCd1sCBKYpoGsCBAgQIECAAAECBAgQIECgfQEdEiBAgAABAgSOKSAAPqa+exMgQIDAlAT0SoAAAQIECBAgQIAAAQIECLQvoEMCBAgQIHB0AQHw0R+BCRAgQIAAAQLtC+iQAAECBAgQIECAAAECBAgQaF9AhwQIEBiGgAB4GM/BLAgQIECAAAECBFoV0BcBAgQIECBAgAABAgQIECDQvoAOCQxIQAA8oIdhKgQIECBAgAABAgQItCWgGwIECBAgQIAAAQIECBAgQKB9gaF1KAAe2hMxHwIECBAgQIAAAQIECBBoQUAPBAgQIECAAAECBAgQIEDgKAIC4IOyuxkBAgQIECBAgAABAgQIECDQvoAOCRAgQIAAAQIECBAgcDwBAfDx7N15agL6JUCAAAECBAgQIECAAAECBNoX0CEBAgQIECBAgACBIwsIgI/8ANyeAIFpCOiSAAECBAgQIECAAAECBAgQaF9AhwQIECBAgACBIQgIgIfwFMyBAAECBFoW0BsBAgQIECBAgAABAgQIECDQvoAOCRAgQIDAYAQEwIN5FCZCgAABAgQItCegIwIECBAgQIAAAQIECBAgQKB9AR0SIEBgWAIC4GE9D7MhQIAAAQIECBBoRUAfBAgQIECAAAECBAgQIECAQPsCOiQwQAEB8AAfiikRIECAAAECBAgQIDBuAbMnQIAAAQIECBAgQIAAAQIE2hcYaocC4KE+GfMiQIAAAQIECBAgQIAAgTEKmDMBAgQIECBAgAABAgQIEDiqgAD4IPxuQoAAAQIECBAgQIAAAQIECLQvoEMCBAgQIECAAAECBAgcX0AAfPxnYAatC+iPAAECBAgQIECAAAECBAgQaF9AhwQIECBAgAABAgQGIiAAHsiDMA0CBNoU0BUBAgQIECBAgAABAgQIECDQvoAOCRAgQIAAAQJDEhAAD+lpmAsBAgQItCSgFwIECBAgQIAAAQIECBAgQKB9AR0SIECAAIHBCQiAB/dITIgAAQIECBAYv4AOCBAgQIAAAQIECBAgQIAAgfYFdEiAAIFhCgiAh/lczIoAAQIECBAgQGCsAuZNgAABAgQIECBAgAABAgQItC+gQwIDFhAAD/jhmBoBAgQIECBAgAABAuMSMFsCBAgQIECAAAECBAgQIECgfYGhdygAHvoTMj8CBAgQIECAAAECBAgQGIOAORIgQIAAAQIECBAgQIAAgUEICID3+hgMToAAAQIECBAgQIAAAQIECLQvoEMCBAgQIECAAAECBAgMR0AAPJxnYSatCeiHAAECBAgQIECAAAECBAgQaF9AhwQIECBAgAABAgQGJiAAHtgDMR0CBNoQ0AUBAgQIECBAgAABAgQIECDQvoAOCRAgQIAAAQJDFBAAD/GpmBMBAgQIjFnA3AkQIECAAAECBAgQIECAAIH2BXRIgAABAgQGKyAAHuyjMTECBAgQIEBgfAJmTIAAAQIECBAgQIAAAQIECLQvoEMCBAgMW0AAPOznY3YECBAgQIAAAQJjETBPAgQIECBAgAABAgQIECBAoH0BHRIYgYAAeAQPyRQJECBAgAABAgQIEBi2gNkRIECAAAECBAgQIECAAAEC7QuMpcMu5xybaiyNmCcBAgQIECBAgAABAgQIEDiCgFsSIECAAAECBAgQIECAAIFBCfgF8F4eh0EJECBAgAABAgQIECBAgACB9gV0SIAAAQIECBAgQIAAgeEJCICH90zMaOwC5k+AAAECBAgQIECAAAECBAi0L6BDAgQIECBAgAABAgMVEAAP9MGYFgEC4xQwawIECBAgQIAAAQIECBAgQKB9AR0SIECAAAECBIYsIAAe8tMxNwIECBAYk4C5EiBAgAABAgQIECBAgAABAu0L6JAAAQIECAxeQAA8+EdkggQIECBAgMDwBcyQAAECBAgQIECAAAECBAgQaF9AhwQIEBiHgAB4HM/JLAkQIECAAAECBIYqYF4ECBAgQIAAAQIECBAgQIBA+wI6JDAiAQHwiB6WqRIgQIAAAQIECBAgMCwBsyFAgAABAgQIECBAgAABAgTaFxhbh6MPgPucY1ON7YGYLwECBAgQIECAAAECBAiMQsAkCRAgQIAAAQIECBAgQIDAUQRyyUc31egD4KOo3nhTBwgQIECAAAECBAgQIECAAIH2BXRIgAABAgQIECBAgACB4QoIgIf7bMxsbALmS4AAAQIECBAgQIAAAQIECLQvoEMCBAgQIECAAAECAxcQAA/8AZkeAQLjEDBLAgQIECBAgAABAgQIECBAoH0BHRIgQIAAAQIExiAgAB7DUzJHAgQIEBiygLkRIECAAAECBAgQIECAAAEC7QvokAABAgQIjEZAADyaR2WiBAgQIECAwPAEzIgAAQIECBAgQIAAAQIECBBoX0CHBAgQGJeAAHhcz8tsCRAgQIAAAQIEhiJgHgQIECBAgAABAgQIECBAgED7AjokMEIBAfAIH5opEyBAgAABAgQIECBwXAF3J0CAAAECBAgQIECAAAECBNoXGGuHAuCxPjnzJkCAAAECBAgQIECAAIFjCLgnAQIECBAgQIAAAQIECIxcoM85NtXI2wsB8E6eoEEIECBAgAABAgQIECBAgACB9gV0SIAAAQIECBAgQIAAgeELCICH/4zMcOgC5keAAAECBAgQIECAAAECBAi0L6BDAgQIECBAgAABAiMREACP5EGZJgECwxQwKwIECBAgQIAAAQIECBAgQKB9AR0SIECAAAECBMYkIAAe09MyVwIECBAYkoC5ECBAgAABAgQIECBAgAABAu0L6JAAAQIECIxOQAA8ukdmwgQIECBAgMDxBcyAAAECBAgQIECAAAECBAgQaF9AhwQIEBingAB4nM/NrAkQIECAAAECBI4l4L4ECBAgQIAAAQIECBAgQIBA+wI6JDBiAQHwiB+eqRMgQIAAAQIECBAgcFgBdyNAgAABAgQIECBAgAABAgTaFxh7h7cGwDnnWK2xN2z+BAgQIECAAAECBAgQIEDgHgIuIUCAAAECBAgQIECAAAECoxC4NQAeRRdHm6QbEyBAgAABAgQIECBAgAABAu0L6JAAAQIECBAgQIAAAQLjERAAj+dZmenQBMyHAAECBAgQIECAAAECBAgQaF9AhwQIECBAgAABAgRGJiAAHtkDM10CBIYhYBYECBAgQIAAAQIECBAgQIBA+wI6JECAAAECBAiMUUAAPManZs4ECBAgcEwB9yZAgAABAgQIECBAgAABAgTaF9AhAQIECBAYrYAAeLSPzsQJECBAgACBwwu4IwECBAgQIECAAAECBAgQINC+gA4JECAwbgEB8Lifn9kTIECAAAECBAgcSsB9CBAgQIAAAQIECBAgQIAAgfYFdEigAQEBcAMPUQsECBAgQIAAAQIECOxXwOgECBAgQIAAAQIECBAgQIBA+wKtdCgAbuVJ6oMAAQIECBAgQIAAAQIE9iFgTAIECBAgQIAAAQIECBAgcFRUz0sGAAAQAElEQVSBnHOs1m2TEQDfJrT2uJ0ECBAgQIAAAQIECBAgQIBA+wI6JECAAAECBAgQIECAwPgEBMDje2ZmfGwB9ydAgAABAgQIECBAgAABAgTaF9AhAQIECBAgQIAAgZEKCIBH+uBMmwCB4wi4KwECBAgQIECAAAECBAgQINC+gA4JECBAgAABAmMWEACP+emZOwECBAgcUsC9CBAgQIAAAQIECBAgQIAAgfYFdEiAAAECBEYvIAAe/SPUAAECBAgQILB/AXcgQIAAAQIECBAgQIAAAQIE2hfQIQECBNoQEAC38Rx1QYAAAQIECBAgsC8B4xIgQIAAAQIECBAgQIAAAQLtC+iQQEMCAuCGHqZWCBAgQIAAAQIECBDYrYDRCBAgQIAAAQIECBAgQIAAgfYFWutw6wA45xyrNXSQvsx3Uw19/uZHgAABAgQIECBAgAABAkcRcFMCBAgQIECAAAECBAgQGKnApmywHht6W6tZbF3fdr5bB8Db3qCt83VDgAABAgQIECBAgAABAgQItC+gQwIECBAgQIAAAQIECIxXQAA83mdn5ocWcD8CBAgQIECAAAECBAgQIECgfQEdEiBAgAABAgQIEBi5gAB45A/Q9AkQOIyAuxAgQIAAAQIECBAgQIAAAQLtC+iQAAECBAgQINCCgAC4haeoBwIECBDYp4CxCRAgQIAAAQIECBAgQIAAgfYFdEiAAAECBJoREAA38yg1QoAAAQIECOxewIgECBAgQIAAAQIECBAgQIBA+wI6JECAQFsCAuC2nqduCBAgQIAAAQIEdiVgHAIECBAgQIAAAQIECBAgQKB9AR0SaFBAANzgQ9USAQIECBAgQIAAAQIPE3A1AQIECBAgQIAAAQIECBAg0L5Aqx0KgFt9svoiQIAAAQIECBAgQIAAgfsIuIYAAQIECBAgQIAAAQIECOxVoEspasWeXgLgO8E6iQABAgQIECBAgAABAgQIEGhfQIcECBAgQIAAAQIECBAYv4AAePzPUAf7FjA+AQIECBAgQIAAAQIECBAg0L6ADgkQIECAAAECBAg0IiAAbuRBaoMAgf0IGJUAAQIECBAgQIAAAQIECBBoX0CHBAgQIECAAIGWBATALT1NvRAgQIDALgWMRYAAAQIECBAgQIAAAQIECLQvoEMCBAgQINCcgAC4uUeqIQIECBAgQODhAkYgQIAAAQIECBAgQIAAAQIE2hfQIQECBNoUEAC3+Vx1RYAAAQIECBAgcF8B1xEgQIAAAQIECBAgQIAAAQLtC+iQQMMCAuCGH67WCBAgQIAAAQIECBDYTsDZBAgQIECAAAECBAgQIECAQPsCrXf44AA45xyr1TqY/ggQIECAAAECBAgQIECgSQFNESBAgAABAgQIECBAgACBowisZq11/aGTeHAA/NAJDPt6syNAgAABAgQIECBAgAABAgTaF9AhAQIECBAgQIAAAQIE2hEQALfzLHWyawHjESBAgAABAgQIECBAgAABAu0L6JAAAQIECBAgQIBAYwIC4MYeqHYIENiNgFEIECBAgAABAgQIECBAgACB9gV0SIAAAQIECBBoUUAA3OJT1RMBAgQIPETAtQQIECBAgAABAgQIECBAgED7AjokQIAAAQLNCgiAm320GiNAgAABAgS2F3AFAQIECBAgQIAAAQIECBAg0L6ADgkQINC2gAC47eerOwIECBAgQIAAgbsKOI8AAQIECBAgQIAAAQIECBBoX0CHBCYgIACewEPWIgECBAgQIECAAAECmwUcJUCAAAECBAgQIECAAAECBNoXmEqHkw+A+5xjU03li6BPAgQIECBAgAABAgQITFRA2wQIECBAgAABAgQIECAwMoFN2V49NrJ2dj7dyQfA60XtJUCAAAECBAgQIECAAAECBNoX0CEBAgQIECBAgAABAgTaExAAt/dMdfRQAdcTIECAAAECBAgQIECAAAEC7QvokAABAgQIECBAgECjAgLgRh+stggQuJ+AqwgQIECAAAECBAgQIECAAIH2BXRIgAABAgQIEGhZQADc8tPVGwECBAhsI+BcAgQIECBAgAABAgQIECBAoH0BHRIgQIAAgeYFBMDNP2INEiBAgAABArcLOIMAAQIECBAgQIAAAQIECBBoX0CHBAgQmIaAAHgaz1mXBAgQIECAAAECNwnYT4AAAQIECBAgQIAAAQIECLQvoEMCExIQAE/oYWuVAAECBAgQIECAAIHLArYIECBAgAABAgQIECBAgACB9gWm1uHOA+CccyyrYvZluy4VAQIECBAgQIAAAQIECBAYkICpECBAgAABAgQIECBAgACBJgV2HgCPW8nsCRAgQIAAAQIECBAgQIAAgfYFdEiAAAECBAgQIECAAIF2BQTA7T5bnW0r4HwCBAgQIECAAAECBAgQIECgfQEdEiBAgAABAgQIEGhcQADc+APWHgECdxNwFgECBAgQIECAAAECBAgQINC+gA4JECBAgAABAlMQEABP4SnrkQABAgQ2CThGgAABAgQIECBAgAABAgQItC+gQwIECBAgMBkBAfBkHrVGCRAgQIAAgesC9hAgQIAAAQIECBAgQIAAAQLtC+iQAAEC0xIQAE/reeuWAAECBAgQIEBgKWBJgAABAgQIECBAgAABAgQItC+gQwITFBAAT/Cha5kAAQIECBAgQIDA1AX0T4AAAQIECBAgQIAAAQIECLQvMNUOBcC3PPk+59hUt1zuMAECBAgQIECAAAECBAgMS8BsCBAgQIAAAQIECBAgQIBA0wIC4Pnj9UGAAAECBAgQIECAAAECBAi0L6BDAgQIECBAgAABAgQItC8gAG7/GevwNgHHCRAgQIAAAQIECBAgQIAAgfYFdEiAAAECBAgQIEBgIgIC4Ik8aG0SILBewF4CBAgQIECAAAECBAgQIECgfQEdEiBAgAABAgSmJCAAntLT1isBAgQIrApYJ0CAAAECBAgQIECAAAECBNoX0CEBAgQIEJicgAB4co9cwwQIECBAgEAEAwIECBAgQIAAAQIECBAgQKB9AR0SIEBgmgIC4Gk+d10TIECAAAECBKYroHMCBAgQIECAAAECBAgQIECgfQEdEpiwgAB4wg9f6wQIECBAgAABAgSmJqBfAgQIECBAgAABAgQIECBAoH2BqXcoAJ76N0D/BAgQIECAAAECBAgQmIaALgkQIECAAAECBAgQIEBgJAJ9zrGpRtLG0aY58QD4aO5uTIAAAQIECBAgQIAAAQIECBxMwI0IECBAgAABAgQIECAwHQEB8HSetU6vCtgmQIAAAQIECBAgQIAAAQIE2hfQIQECBAgQIECAAIGJCQiAJ/bAtUuAwELAJwECBAgQIECAAAECBAgQINC+gA4JECBAgAABAlMUEABP8anrmQABAtMW0D0BAgQIECBAgAABAgQIECDQvoAOCRAgQIDAZAUEwJN99BonQIAAAQJTFNAzAQIECBAgQIAAAQIECBAg0L6ADgkQIDBtAQHwtJ+/7gkQIECAAAEC0xHQKQECBAgQIECAAAECBAgQINC+gA4JEAgBsC8BAQIECBAgQIAAAQLNC2iQAAECBAgQIECAAAECBAgQaF9AhwuBLuccq7XY7ZMAAQIECBAgQIAAAQIECDQhoAkCBAgQIECAAAECBAgQIDApgYn+AnhSz1izBAgQIECAAAECBAgQIEBgogLaJkCAAAECBAgQIECAwPQEBMDTe+Y6JkCAAAECBAgQIECAAAECBAi0L6BDAgQIECBAgAABAhMVEABP9MFrm8BUBfRNgAABAgQIECBAgAABAgQItC+gQwIECBAgQIDAlAUEwFN++nonQIDAtAR0S4AAAQIECBAgQIAAAQIECLQvoEMCBAgQIDB5AQHw5L8CAAgQIECAwBQE9EiAAAECBAgQIECAAAECBAi0L6BDAgQIEKgCAuCqoAgQIECAAAECBNoV0BkBAgQIECBAgAABAgQIECDQvoAOCRC4EBAAX1BYIUCAAAECBAgQIECgNQH9ECBAgAABAgQIECBAgAABAu0L6PCygAD4soctAgQIECBAgAABAgQIEGhDQBcECBAgQIAAAQIECBAgQGASAjnnWK2JBcCTeMaaJECAAAECBAgQIECAAAECExfQPgECBAgQIECAAAECBKYrIACe7rOfXuc6JkCAAAECBAgQIECAAAECBNoX0CEBAgQIECBAgACBiQsIgCf+BdA+gakI6JMAAQIECBAgQIAAAQIECBBoX0CHBAgQIECAAAECEQJg3wICBAgQaF1AfwQIECBAgAABAgQIECBAgED7AjokQIAAAQIEzgUEwOcQFgQIECBAgECLAnoiQIAAAQIECBAgQIAAAQIE2hfQIQECBAisCgiAVzWsEyBAgAABAgQItCOgEwIECBAgQIAAAQIECBAgQKB9AR0SIHBNQAB8jcQOAgQIECBAgAABAgTGLmD+BAgQIECAAAECBAgQIECAQPsCOlwvcC0AzjnHaq2/zF4CBAgQIECAAAECBAgQIDBIAZMiQIAAAQIECBAgQIAAAQJNC6xmuXX9arPXAuCrJ7SxrQsCBAgQIECAAAECBAgQIECgfQEdEiBAgAABAgQIECBAgIAA2HegfQEdEiBAgAABAgQIECBAgAABAu0L6JAAAQIECBAgQIAAgbmAAHjO4IMAgVYF9EWAAAECBAgQIECAAAECBAi0L6BDAgQIECBAgACBFwIC4BcW1ggQIECgLQHdECBAgAABAgQIECBAgAABAu0L6JAAAQIECBC4IiAAvgJikwABAgQIEGhBQA8ECBAgQIAAAQIECBAgQIBA+wI6JECAAIF1AgLgdSr2ESBAgAABAgQIjFfAzAkQIECAAAECBAgQIECAAIH2BXRIgMCNAgLgG2kcIECAAAECBAgQIEBgbALmS4AAAQIECBAgQIAAAQIECLQvoMPNArcGwDnnWK3NwzlKgAABAgQIECBAgAABAgSOIuCmBAgQIECAAAECBAgQIECgSYHVrLau39bkrQHwbQMM+7jZESBAgAABAgQIECBAgAABAu0L6JAAAQIECBAgQIAAAQIElgIC4KWEZXsCOiJAgAABAgQIECBAgAABAgTaF9AhAQIECBAgQIAAAQKXBATAlzhsECDQioA+CBAgQIAAAQIECBAgQIAAgfYFdEiAAAECBAgQIHBdQAB83cQeAgQIEBi3gNkTIECAAAECBAgQIECAAAEC7QvokAABAgQIELhBQAB8A4zdBAgQIECAwBgFzJkAAQIECBAgQIAAAQIECBBoX0CHBAgQILBJQAC8SccxAgQIECBAgACB8QiYKQECBAgQIECAAAECBAgQINC+gA4JELhVQAB8K5ETCBAgQIAAAQIECBAYuoD5ESBAgAABAgQIECBAgAABAu0L6PBuAlsHwDnnWK273cZZBAgQIECAAAECBAgQIEBgLwIGJUCAAAECBAgQIECAAAECTQmsZrF1fdvmtg6At73BQpTv5QAAEABJREFUcc53VwIECBAgQIAAAQIECBAgQKB9AR0SIECAAAECBAgQIECAwFUBAfBVEdvjF9ABAQIECBAgQIAAAQIECBAg0L6ADgkQIECAAAECBAgQWCsgAF7LYicBAmMVMG8CBAgQIECAAAECBAgQIECgfQEdEiBAgAABAgT2KZBj8Z993mOfYwuA96lrbAIECBA4pIB7ESBAgAABAgQIECBAgAABAu0L6JAAAQIECOxdoO9zzCuXZam933DHNxAA7xjUcAQIECBAgMAxBNyTAAECBAgQIECAAAECBAgQaF9AhwQIECBwFwEB8F2UnEOAAAECBAgQIDBcATMjQIAAAQIECBAgQIAAAQIE2hfQIYEDCqSUIqV0wDvu9lYC4N16Go0AAQIECBAgQIAAgQMKuBUBAgQIECBAgAABAgQIECDQvoAOtxN4cACcc45aV2+b0iIV786XV4/vYrsv967j1PvfVPW4IkCAAAECBAgQIECAAIHmBDREgAABAgQIECBAgAABAgT2IlBzx+XA+8o6S8I6z1hX71XXay3vfd/lgwPg+954P9cZlQABAgQIECBAgAABAgQIEGhfQIcECBAgQIAAAQIECBAgcJOAAPgmGfvHJ2DGBAgQIECAAAECBAgQIECAQPsCOiRAgAABAgQIECBAYKOAAHgjj4MECIxFwDwJECBAgAABAgQIECBAgACB9gV0SIAAAQIECBAgcLuAAPh2I2cQIECAwLAFzI4AAQIECBAgQIAAAQIECBBoX0CHBAgQIECAwB0FBMB3hHIaAQIECBAgMEQBcyJAgAABAgQIECBAgAABAgTaF9AhAQIECGwjIADeRsu5BAgQIECAAAECwxEwEwIECBAgQIAAAQIECBAgQKB9AR0SILC1gAB4azIXECBAgAABAgQIECBwbAH3J0CAAAECBAgQIECAAAECBNoX0OH9BHYWAOecY1l1KnW9LhUBAgQIECBAgAABAgQIENihgKEIECBAgAABAgQIECBAgMCDBGqOuanq4PV4l1Jd3VvVe6zWrm60swB4VxO63ziuIkCAAAECBAgQIECAAAECBNoX0CEBAgQIECBAgAABAgQI3CYgAL5NyPHhC5ghAQIECBAgQIAAAQIECBAg0L6ADgkQIECAAAECBAgQuJOAAPhOTE4iQGCoAuZFgAABAgQIECBAgAABAgQItC+gQwIECBAgQIAAgbsLCIDvbuVMAgQIEBiWgNkQIECAAAECBAgQIECAAAEC7QvokAABAgQIENhSQAC8JZjTCRAgQIAAgSEImAMBAgQIECBAgAABAgQIECDQvoAOCRAgQOA+AgLg+6i5hgABAgQIECBA4HgC7kyAAAECBAgQIECAAAECBAi0L6BDAgTuLSAAvjedCwkQIECAAAECBAgQOLSA+xEgQIAAAQIECBAgQIAAAQLtC+jwYQJ7CYBzzpFSetjMXE2AAAECBAgQIECAAAECBF4IWCNAgAABAgQIECBAgAABAs0IpEh762UvAfDeZnttYDsIECBAgAABAgQIECBAgACB9gV0SIAAAQIECBAgQIAAAQJ3FRAA31XKecMTMCMCBAgQIECAAAECBAgQIECgfQEdEiBAgAABAgQIECCwlYAAeCsuJxMgMBQB8yBAgAABAgQIECBAgAABAgTaF9AhAQIECBAgQIDA9gIC4O3NXEGAAAECxxVwdwIECBAgQIAAAQIECBAgQKB9AR0SIECAAAEC9xQQAN8TzmUECBAgQIDAMQTckwABAgQIECBAgAABAgQIEGhfQIcECBAg8BABAfBD9FxLgAABAgQIECBwOAF3IkCAAAECBAgQIECAAAECBNoX0CEBAg8WEAA/mNAABAgQIECAAAECBAjsW8D4BAgQIECAAAECBAgQIECAQPsCOtyNQPMBcM45NtVuGA83Sl/6Wa3D3dmdCBAgQIAAAQIECBAgcBQBNyVAgAABAgQIECBAgACBAwusZlHr1g88na1vtykbrMe2HnBkF4w0AB6ZsukSIECAAAECBAgQIECAAAEC9xBwCQECBAgQIECAAAECBAhsKyAA3lbM+ccXMAMCBAgQIECAAAECBAgQIECgfQEdEiBAgAABAgQIECBwLwEB8L3YXESAwLEE3JcAAQIECBAgQIAAAQIECBBoX0CHBAgQIECAAAEC9xcQAN/fzpUECBAgcFgBdyNAgAABAgQIECBAgAABAgTaF9AhAQIECBAg8EABAfADAV1OgAABAgQIHELAPQgQIECAAAECBAgQIECAAIH2BXRIgAABArsQEADvQtEYBAgQIECAAAEC+xMwMgECBAgQIECAAAECBAgQINC+gA4JENiZgAB4Z5QGIkCAAAECBAgQIEBg1wLGI0CAAAECBAgQIECAAAECBNoX0OFuBQTAu/U8+Gh9zrGpDj4hNyRAgAABAgQIECBAgMBuBIxCgAABAgQIECBAgAABAnsS2JQt1WN7uq1hDyQwsgD4QCpuQ4AAAQIECBAgQIAAAQIECBxRwK0JECBAgAABAgQIECBA4L4CAuD7yrnu8ALuSIAAAQIECBAgQIAAAQIECLQvoEMCBAgQIECAAAECBB4kIAB+EJ+LCRA4lID7ECBAgAABAgQIECBAgAABAu0L6JAAAQIECBAgQODhAgLghxsagQABAgT2K2B0AgQIECBAgAABAgQIECBAoH0BHRIgQIAAAQI7EhAA7wjSMAQIECBAgMA+BIxJgAABAgQIECBAgAABAgQItC+gQwIECBDYpYAAeJeaxiJAgAABAgQIENidgJEIECBAgAABAgQIECBAgACB9gV0SIDAzgUEwDsnNSABAgQIECBAgAABAg8VcD0BAgQIECBAgAABAgQIECDQvoAO9yPQ5ZxjtfZzm+GOutr7uvXhztzMCBAgQIAAAQIECBAg0KSApggQIECAAAECBAgQIECAwEaBdZne6r6NF0/g4Eh+ATyBJ6FFAgQIECBAgAABAgQIECAweQEABAgQIECAAAECBAgQIPBQAQHwQwVdv38BdyBAgAABAgQIECBAgAABAgTaF9AhAQIECBAgQIAAAQI7ERAA74TRIAQI7EvAuAQIECBAgAABAgQIECBAgED7AjokQIAAAQIECBDYnYAAeHeWRiJAgACB3QoYjQABAgQIECBAgAABAgQIEGhfQIcECBAgQIDAjgUEwDsGNRwBAgQIECCwCwFjECBAgAABAgQIECBAgAABAu0L6JAAAQIE9iEgAN6HqjEJECBAgAABAgTuL+BKAgQIECBAgAABAgQIECBAoH0BHRIgsDcBAfDeaA1MgAABAgQIECBAgMC2As4nQIAAAQIECBAgQIAAAQIE2hfQ4X4FrgXAOedYrf3efvijr1rU9eHP+PIM+/I8N9Xls20RIECAAAECBAgQIEDgaAJuTIAAAQIECBAgQIAAAQI7EtiUDdVjO7qNYY4kUDPLTXUtAD7SPG+4rd0ECBAgQIAAAQIECBAgQIBA+wI6JECAAAECBAgQIECAAIFdCQiAdyVpnN0LGJEAAQIECBAgQIAAAQIECBBoX0CHBAgQIECAAAECBAjsVEAAvFNOgxEgsCsB4xAgQIAAAQIECBAgQIAAAQLtC+iQAAECBAgQIEBg9wIC4N2bGpEAAQIEHibgagIECBAgQIAAAQIECBAgQKB9AR0SIECAAAECexIQAO8J1rAECBAgQIDAfQRcQ4AAAQIECBAgQIAAAQIECLQvoEMCBAgQ2KeAAHifusYmQIAAAQIECBC4u4AzCRAgQIAAAQIECBAgQIAAgfYFdEiAwN4FBMB7J3YDAgQIECBAgAABAgRuE3CcAAECBAgQIECAAAECBAgQaF9Ah4cRuDUAzjnHah1mWsO9y6pFXe+LT63hznjzzOrcN9Xmqx0lQIAAAQIECBAgQIDAgwUMQIAAAQIECBAgQIAAAQIELgRqblU3ag53U9XjU6qrDrf1fmsAfNsA+zluVAIECBAgQIAAAQIECBAgQKB9AR0SIECAAAECBAgQIECAwK4FBMC7FjXewwWMQIAAAQIECBAgQIAAAQIECLQvoEMCBAgQIECAAAECBPYiIADeC6tBCRC4r4DrCBAgQIAAAQIECBAgQIAAgfYFdEiAAAECBAgQILA/AQHw/myNTIAAAQLbCTibAAECBAgQIECAAAECBAgQaF9AhwQIECBAgMCeBQTAewY2PAECBAgQIHAXAecQIECAAAECBAgQIECAAAEC7QvokAABApsF8vnhnJdr5zssthIQAG/F5WQCBAgQIECAAIGdCxiQAAECBAgQIECAAAECBAgQaF9AhwRuEchR/lOCX+HvLVB3OCwAvgOSUwgQIECAAAECBAgQ2I+AUQkQIECAAAECBAgQIECAAIH2Be7aofD3rlKbz9s6AK7wq7V5+P0fXZ3LuvX9z8AdCBAgQIAAAQIECBAgQOAeAi4hQIAAAQIECBAgQIAAgXsK9DnHprrnsEe9LEU66v2HdPOrmee2c9s6AN72Btud72wCBAgQIECAAAECBAgQIECgfQEdEiBAgAABAgQIECBAgMC+BATA+5I17vYCriBAgAABAgQIECBAgAABAgTaF9AhAQIECBAgQIAAAQJ7FRAA75XX4AQI3FXAeQQIECBAgAABAgQIECBAgED7AjokQIAAAQIECBDYv4AAeP/G7kCAAAECmwUcJUCAAAECBAgQIECAAAECBNoX0CEBAgQIECBwIAEB8IGg3YYAAQIECBBYJ2AfAQIECBAgQIAAAQIECBAg0L6ADgkQIEDgkAIC4ENquxcBAgQIECBAgMALAWsECBAgQIAAAQIECBAgQIBA+wI6JEDg4AJ7C4Bzzgdvxg0JECBAgAABAgQIEBiHgFkSIECAAAECBAgQIECAAAEC7Qvo8DgCDw6Aa9B7tVZb6ScSBNc+a6323sJ67WlTtdCjHggQIECAAAECBAgQOKiAmxEgQIAAAQIECBAgQIDALQKbspl67JbLHb5F4Gq2eXX7lst3cjjHix/T7vr+Dw6Ab+qwTvSmY9f320OAAAECBAgQIECAAAECBAi0L6BDAgQIECBAgAABAgQIENi3QJdKuLysfd/M+ATWCthJgAABAgQIECBAgAABAgQItC+gQwIECBAgQIAAAQIEDiKwt18AH2T2bkKAwOgFNECAAAECBAgQIECAAAECBAi0L6BDAgQIECBAgACBwwlcCoD9Evhw8O5EgAABAoGAAAECBAgQIECAAAECBAgQaF9AhwQIECBAgMCBBS4FwPu4d5fSPoY1JgECBAgQIDBqAZMnQIAAAQIECBAgQIAAAQIE2hfQIQECBAgcQ6DrcsSydjWBnPvIOYfsd1eixiFAgAABAgQINCSgFQIECBAgQIAAAQIECBAgQKB9AR0SIHA0gb38Arhkv+cBcBleCny0h+vGBAgQIECAAAECBIYmYD4ECBAgQIAAAQIECBAgQIBA+wI6PK5A16eIZS2nkv2zwTwAABAASURBVHLEsuIer5RSpJQWV9Y0eLF2lM/6S+RNdZRJuSkBAgQIECBAgAABAgSmJ6BjAgQIECBAgAABAgQIECBwFIGrWeFRJnHlpinSlT272+x2N9R9RnINAQIECBAgQIAAAQIECBAg0L6ADgkQIECAAAECBAgQIEDgUAI3BMC53H9ZZdWbwD4EjEmAAAECBAgQIECAAAECBAi0L6BDAgQIECBAgAABAgQOIJAj5UVdCYBzufm6Kru9CRAgsEMBQxEgQIAAAQIECBAgQIAAAQLtC+iQAAECBAgQIEBg3wLXs92VAPjqwdXJ1GOr29YJECBAgMC9BVxIgAABAgQIECBAgAABAgQItC+gQwIECBAgQGDPAstf/C6XETXTzbESAC9nUA6kUvMT6r7lel3WbUWAAAECBAgQuK+A6wgQIECAAAECBAgQIECAAIH2BXRIgAABAocVKDluzXfPa00AfNjpuBsBAgQIECBAgMBEBLRJgAABAgQIECBAgAABAgQItC+gQwIEjiCQInKKblllKxZVFt4ECBAgQIAAAQIECBDYg4AhCRAgQIAAAQIECBAgQIAAgfYFdHhMgRICx6K6Rfiby2xqlUU9UNLhqMuISGX9RdXtyxVeBAgQIECAAAECBAgQIEDgZgFHCBAgQIAAAQIECBAgQIDAQQVyzrFaB735AW6WSqxbK+Z57iL0jfLqz6sEwGXt2rueuLrz6vbqsfusu4YAAQIECBAgQIAAAQIECBBoX0CHBAgQIECAAAECBAgQILBfges57g0BcJ1GPXlZdVsR2JGAYQgQIECAAAECBAgQIECAAIH2BXRIgAABAgQIECBAgMCBBJaZ7mJZ/y3g+m8C33DzetINh+wmQIDAPQRcQoAAAQIECBAgQIAAAQIECLQvoEMCBAgQIECAAIF9COQy6E1VDp3/SeiLXwDnlEoQ/KJifkJ4ESBAgACBXQkYhwABAgQIECBAgAABAgQIEGhfQIcECBAgQIDAXgRuCn6v7o/o+hRRazGPsjEPfutysccnAQIECBAgQODhAkYgQIAAAQIECBAgQIAAAQIE2hfQIQECBAgMQeDiF8DXJ1ND4FrXj9hDgAABAgQIECBA4M4CTiRAgAABAgQIECBAgAABAgTaF9AhAQJ7F0g5olbc8toQAN9ypcMECBAgQIAAAQIECBC4RcBhAgQIECBAgAABAgQIECBAoH0BHQ5LoOtyilox/9PPcfHKJT6udbGj0ZWcc2yqRtvWFgECBAgQIECAAAECBPYtYHwCBAgQIECAAAECBAgQILAXgU3ZXj22l5seYdAS185/8btY1r/cvKicUtxcEV3Mg98Uh3m5CwECBAgQIECAAAECBAgQINC+gA4JECBAgAABAgQIECBAYPcCNdPdVIs7lgB4sbLdZy6nL6usehO4i4BzCBAgQIAAAQIECBAgQIAAgfYFdEiAAAECBAgQIECAwB4EltlsvvhV8E032TIAzmWcdVV2exMgQGCDgEMECBAgQIAAAQIECBAgQIBA+wI6JECAAAECBAgQ2LXA9Wy2/jO+uf4Q+IZbbREAXx18dcR6bHXbOgECBAgQuBCwQoAAAQIECBAgQIAAAQIECLQvoEMCBAgQIEDggQKpRK6r1eWyIxZVQ9/Lw9f9l/cst7YIgJeXlMHqnec3q/vK9ny9Luu2IkCAAAECBAgsBSwJECBAgAABAgQIECBAgACB9gV0SIAAAQL7Fag5bI4aAi9++bvYjqjL63e+RwCcylilotb1Ae0hQIAAAQIECBAgMBfwQYAAAQIECBAgQIAAAQIECLQvoEMCBA4gUHPZZd1+u3sEwHXQeoO6VAQIECBAgAABAgQIELguYA8BAgQIECBAgAABAgQIECDQvoAODylw93z21gC4/ox4USlyWlb9EfBiPea/BK43rBVeBAgQIECAAAECBAgQIDBtAd0TIECAAAECBAgQIECAQGMCef5v0S6a6kpeuFjz+RCBHNf/fHMucWut5bj93LrsLHls/Rd6UzlYK8r2i4prr1sD4MtX1Bus7qnby1rdf3XdNgECBAgQIECAAAECBAgQINC+gA4JECBAgAABAgQIECBAYLcCNYtdHbFuL2t1/4v1LQPgeuFywLqs24tK10PqxQGfBAgQIECAAAECBAgQIECAAAEC7QvokAABAgQIECBAgACBBwnUvLXW9UFqLrus60ev7rlHAFyHqDeoS0WAAIHNAo4SIECAAAECBAgQIECAAAEC7QvokAABAgQIECBAYHuBbRLXnOo/z1v/md7b73PPADiips+rFeW13C6r3gQIECBAgAABAgQIECBAgAABAgQIECDQvoAOCRAgQIAAgfsI5IgaAC/z1bqMNa9cTqq15tCNu+4dAN84ogMECBAgQIAAgUBAgAABAgQIECBAgAABAgQItC+gQwIECBB4kMB5CHyXMfoSBC/rtvMFwLcJOU6AAAECBAgQILCdgLMJECBAgAABAgQIECBAgACB9gV0SIDAYAUEwIN9NCZGgAABAgQIECBAYHwCZkyAAAECBAgQIECAAAECBAi0L6DDHQmkiLyjoVaHuXcAXP/W9GrVQZfbdb2VyjnHXWpf/fbl/qt1dS77uu9Qxl3tfd36UOZpHgQIECBAgAABAgQIBAICBAgQIECAAAECBAgQaETg2HnU1ftf3W6BOaUUfWlkma/WZdmcv+v6suY7ykdXkuJllc2N73sHwBtHvThohQABAgQIECBAgAABAgQIEGhfQIcECBAgQIAAAQIECBAgMBSBnQXANYUeSlPmMRAB0yBAgAABAgQIECBAgAABAgTaF9AhAQIECBAgQIAAAQI7Eah5a62HDrazAPihE3E9AQJtCeiGAAECBAgQIECAAAECBAgQaF9AhwQIECBAgAABAsMTEAA/8Jlc/Zvjy3+n9oHDupwAAQJjFjB3AgQIECBAgAABAgQIECBAoH0BHRIgQIAAAQIDFRAAD/TBmBYBAgQIEBingFkTIECAAAECBAgQIECAAAEC7QvokAABAgSGLNClHLGs8CJAgAABAgQIECBwXwHXESBAgAABAgQIECBAgAABAu0L6JAAgcEL+AXw4B+RCRIgQIAAAQIECBAYvoAZEiBAgAABAgQIECBAgAABAu0L6HAcAl3OfSwr+j5qLbfrchxtHHeWKaX5BFJK0Z1XHOiVcy7P7+Y60DTchgABAgQIECBAgACB6QronAABAgQIECBAgAABAs0J9CV/2VRjb/g++VK9puZgY+99CvPf0y+Ap0CnRwIECBAgQIAAAQIECBAgMHUB/RMgQIAAAQIECBAgQIDA0AS6LkfUqv8O8NAmZz4jFTBtAgQIECBAgAABAgQIECBAoH0BHRIgQIAAAQIECBAgMCiBmvfW6voUUSuX5aBmaDIECIxSwKQJECBAgAABAgQIECBAgACB9gV0SIAAAQIECBAgMFyBS38CuobAtYY7XTMjQIAAgQELmBoBAgQIECBAgAABAgQIECDQvoAOCRAgQIAAgYEI1F/7rtZyWl0NfJe13GlJgAABAgQIENhOwNkECBAgQIAAAQIECBAgQIBA+wI6JECAAIExCFz6BfDqhJdp8eo+6wQIECBAgAABAgSuCdhBgAABAgQIECBAgAABAgQItC+gQwIEBi/Q5Yh5DX6mJkiAAAECBAgQIECAwGAFTIwAAQIECBAgQIAAAQIECBBoX0CH4xLoUuoileri8n/qvlrjauc4s805R0rpODe/5a51bpvqlssHf7gv9ptq8A2YIAECBAgQIECAAIHxCpg5AQIECBAgQIAAAQIERiuwKVuox0bb2PnEN2VD9dj5aRYjFbjpLzn3Ja6s1e22L6MRIECAAAECBAgQIECAAAEC7QvokAABAgQIECBAgAABAgSGKtDdlBAvJ3zb8eV5lgQCAQECBAgQIECAAAECBAgQINC+gA4JECBAgAABAgQIEBi0wK2/AM4potaguzA5AgSOLmACBAgQIECAAAECBAgQIECAQPsCOiRAgAABAgQIEBi+wEUA3OUXkxX4vrCwNm6B+nf6a427C7MnMHgBEyRAgAABAgQIECBAgAABAgTaF9AhAQIECBAgMBKBeQCc1ky2hsC11hyyiwABAgQIECBwLmBBgAABAgQIECBAgAABAgQItC+gQwIECBAYk0BXf/mbVn79O6bJmyuBuwrUXwHXuuv5ziNAgAABAgTuIOAUAgQIECBAgAABAgQIECBAoH0BHRIgMDqB+S+ARzdrEyZAgAABAgQIECBA4KgCbk6AAAECBAgQIECAAAECBAi0L6DDcQp0fYpY1rKF+ovgZS33WbYpkHOOTdVa1/VXwKvVWn/6IUCAAAECBAgQIHAAAbcgQIAAAQIECBAgQIDA4AVWs4B164Nv4JYJbsp26rFbLnd45AL1n/HdVDv6BfDIlUyfAAECBAgQIECAAAECBAgQuIOAUwgQIECAAAECBAgQIEBg6AIC4KE/oTHMzxwJECBAgAABAgQIECBAgACB9gV0SIAAAQIECBAgQIDAKAS65c+DRzFbkyRAYHACJkSAAAECBAgQIECAAAECBAi0L6BDAgQIECBAgACB8Qhc/AJ4GQQvl+NpwUwJECBA4EgCbkuAAAECBAgQIECAAAECBAi0L6BDAgQIECBAYGQCXZ8iao1s3qZLgAABAgQIHFXAzQkQIECAAAECBAgQIECAAIH2BXRIgAABAmMUuPgF8Bgnb84ECBAgQIAAAQJHEHBLAgQIECBAgAABAgQIECBAoH0BHRIgMFoBAfBoH52JEyBAgAABAgQIEDi8gDsSIECAAAECBAgQIECAAAEC7QvocNwCXfR91Mq5j9XqY/Gfcbdn9gQ2C/Q5x6bafLWjBAgQIECAAAECBCYloFkCBAgQIECAAAECBAgMRmDTf7dfjw1movecSJdS1Iorr1xyjVpXdtucmEC+kute3e5SAalVFvd4u4QAAQIECBAgQIAAAQIECBBoX0CHBAgQIECAAAECBAgQIDAWAX8CeixPaojzNCcCBAgQIECAAAECBAgQIECgfQEdEiBAgAABAgQIECAwKgEB8Kgel8kSGI6AmRAgQIAAAQIECBAgQIAAAQLtC+iQAAECBAgQIEBgfAIC4PE9MzMmQIDAsQXcnwABAgQIECBAgAABAgQIEGhfQIcECBAgQIDASAUEwCN9cKZNgAABAgSOI+CuBAgQIECAAAECBAgQIECAQPsCOiRAgACBMQsIgMf89MydAAECBAgQIHBIAfciQIAAAQIECBAgQIAAAQIE2hfQIQECoxcQAI/+EWqAAAECBAgQIECAwP4F3IEAAQIECBAgQIAAAQIECBBoX0CHbQiMNgDOxT/nHLXKqveeBKrvTVVv2ZdnUJeKAAECBAgQIECAAIFmBTRGgAABAgQIECBAgAABAkcQKCnYPAdbzWmOMI3J3jKlFGPNwe4ZAB//Wfd9P//SH38mZkCAAAHfCB1fAAAQAElEQVQCBAgQIECAAAECBFoV0BcBAgQIECBAgAABAgQIjE1gtAFwCd3HZt3OfHVCgAABAgQIECBAgAABAgQItC+gQwIECBAgQIAAAQIERilwQwBc/8ByXxqqy1pldWDvlG6Y+sDmaToEWhPQDwECBAgQIECAAAECBAgQINC+gA4JECBAgAABAgTGK3AlRa1h7zL4rU3V7dVlXR9GpWFMwywIECAwJQG9EiBAgAABAgQIECBAgAABAu0L6JAAAQIECBAYucCaALh2tAx+l+t1u1bdVgQIECBAgMD0BHRMgAABAgQIECBAgAABAgQItC+gQwIECBBoQeBKALxsye9rlxKWBAgQIECAAIHJCwAgQIAAAQIECBAgQIAAAQIE2hfQIQECzQhcCYBvC37rr4CX1YyBRggQIECAAAECBAgQuEHAbgIECBAgQIAAAQIECBAgQKB9AR22JbAmAL68K+c+FjUry2Ut9/VH18g5l3ndXEefoAkQIECAAAECBAgQIEBgnAJmTYAAAQIECBAgQIAAAQJHFEiRjnh3t64ZZJfG+Qwup70Xz/KmZpYn1F8BL9ctCRAgQIAAAQIECBAgQIAAgbYEdEOAAAECBAgQIECAAAECYxW4MQBOJeOtNdbGzHsPAoYkQIAAAQIECBAgQIAAAQIE2hfQIQECBAgQIECAAAECoxa4IQAu6e/Gtm77hfDGix0kQGCEAqZMgAABAgQIECBAgAABAgQItC+gQwIECBAgQIAAgfELXATA9de+KedIuS+V13RWT12WAHgNkF0ECBBoVUBfBAgQIECAAAECBAgQIECAQPsCOiRAgAABAgQaEaiJ7kory+B3uVw5ZJUAAQIECBCYoICWCRAgQIAAAQIECBAgQIAAgfYFdEiAAAECLQlcCYDPW1v5ge/il8Hn+y0IECBAgAABAgSmI6BTAgQIECBAgAABAgQIECBAoH0BHRIg0JzA+gDYD4Cbe9AaIkCAAAECBAgQILCNgHMJECBAgAABAgQIECBAgACB9gV02KZAl3IftSL6lQ5XfgJ8vreec71y5HL9+locO7/8aIuc6zxurqNNzI0JECBAgAABAgQIECAwTAGzIkCAAAECBAgQIECAAAECBAYskFIXaUN1d5v7TWf5qfBNMvYTIECAAAECBAgQIECAAIHxCZgxAQIECBAgQIAAAQIECIxd4IEB8NjbN/87CTiJAAECBAgQIECAAAECBAgQaF9AhwQIECBAgAABAgQINCGwgwC4/ulovwRu4tugCQJrBOwiQIAAAQIECBAgQIAAAQIE2hfQIQECBAgQIECAQDsCOwiAK0YNgGsQvKy6XaseUwQIECAwUgHTJkCAAAECBAgQIECAAAECBNoX0CEBAgQIECDQmMAOAuAa9NZalbm6vXrMOgECBAgQIDB8ATMkQIAAAQIECBAgQIAAAQIE2hfQIQECBAi0KLCnALhFKj0RIECAAAECBCYioE0CBAgQIECAAAECBAgQIECgfQEdEiDQrMAOAuBUcGqVhTcBAgQIECBAgAABAqMWMHkCBAgQIECAAAECBAgQIECgfQEdti3w4AA45RSLirJ8UV3ksp3DiwABAgQIECBAgAABAgRGIWCSBAgQIECAAAECBAgQIECAQAMCtwTAD+hwnv3OPx4wiEsJECBAgAABAgQIECBAgACB/Qu4AwECBAgQIECAAAECBAi0IrC/ALgVoSn3oXcCBAgQIECAAAECBAgQIECgfQEdEiBAgAABAgQIECDQgED9Ye6iBMANPE4tENiHgDEJECBAgAABAgQIECBAgACB9gV0SIAAAQIECBAgMHaBRegb8WIpAB77MzV/AgQI7F7AiAQIECBAgAABAgQIECBAgED7AjokQIAAAQIERi/wIvQVAI/+YWqAAAECBAjsS8C4BAgQIECAAAECBAgQIECAQPsCOiRAgACBtgRKEJxKnf8K2C+A23q6uiFAgAABAgQI3F/AlQQIECBAgAABAgQIECBAgED7AjokQKBNgZL/pij/ySkaCIBLN+dp9upPm8OLAAECBAgQIECAAIE7CziRAAECBAgQIECAAAECBAgQaF9Ah3cTyLnmjzV5XCzvdtUhzqrzWa0r96yHSgg83gA49RG11oa/tbtaceurPsBNdesATiCwQ4G+/C+UbWqHtzYUAQIECBAgQIDAdAV0ToAAAQIECBAgQIAAgWsC2/x31evOvTagHQRGJrDID4c06Zp9LirnWdSKfhbRl8y0L/vLYjHn/qZfAA+pGXMhQIAAAQIECBAgQIAAAQIE9iNgVAIECBAgQIAAAQIECBC4KlCD1LpvuazrY6rx/gJ4r8q5jL6ssrrmXf8d5VprDo1/lw4IECBAgAABAgQIECBAgACB9gV0SIAAAQIECBAgQIBAUwIpd9HVaqqrBzezDH1Xlw8e1AAERiVgsgQIECBAgAABAgQIECBAgED7AjokQIAAAQIECBBoTyCnPvpS4/0FcEmvo1ak8nRuqnLozu/V0LeuX74wlV2X6vJhWwQIEGhBQA8ECBAgQIAAAQIECBAgQIBA+wI6JECAAAECBEYpkCLlZXVlfVHLVnIqYeb5Rne+HPEilbmvq7L7Xu+Ks6w6QF8+asWlqDm8CBAgQIBAUwKaIUCAAAECBAgQIECAAAECBNoX0CEBAgQIjFeg5peXZ18T0hd7cuTUz6uBAHjR1kqovdhx789KtazNg8zPKta7u/fm+zlKgAABAgQIENiLgEEJECBAgAABAgQIECBAgACB9gV0SIDAiAVKIBmrtbmVUQfANYCNS82uNn7b+iaYxcibznCMAAECBAgQIECAQAsCeiBAgAABAgQIECBAgAABAgTaF9Dh/QRSGkJmWDPP9fO/fOTFXLucc2yq9cMdf2+KPuZV5p9K1SC4LmvV9bvVah8VZVl1/2I95W7xN7TrritVUXM5rdaVQzvb7MoXq1YdcPU51W1FoC/f/U1FiAABAgQIECBAgMAGAYcIECBAgAABAgQIEJiwwKb/brkemzCN1icgsJq5rVuvBHV/ienq6sEr577kt6s1m2/3JR+tFWVZq/7J5+XkUgksl7lmt9y5WE79s6S5lwgW24vPSwdsECBAgAABAgQIECBAgACBEQuYOgECBAgQIECAAAECBAjcJpAi3XbKAY7Xn6Rud5tmAuCrjaRiUWs7jnp2fZDLqtsTKq0SIECAAAECBAgQIECAAAEC7QvokAABAgQIECBAgACBEQrkqNlnrdsmfzU3ve38kRzPD5xnDYA3DdGXg6VSqbLmTaAFAT0QIECAAAECBAgQIECAAAEC7QvokAABAgQIECBAYMgCNeOstf0cc4k3lzXaADhHF/NKKXKp/uIn2Lms5aJSqywu3qXrciQuVWz56sv5pZZDlS1vAgQINCCgBQIECBAgQIAAAQIECBAgQKB9AR0SIECAAAECgxao2eaySh4ZfaRcK8qyVg0o49orl93zKkeWV482AC49RG0iLgLduMOrCGx1/poh6xAF/MWRvqzWKgtvAgQIECAwOgETJkCAAAECBAgQIECAAAECBNoX0CEBAgQItCxQM9N5CFxyzLocdQD84kHN23qxubJW/w52rZVdO1hthG0HEoYgQIAAAQIERixg6gQIECBAgAABAgQIECBAgED7AjokQKAZgS53UevGhsrxKNVAklnD32Wbq+t137rtum+16nmb6+LsmpqXU5fbZdWbAAECBAgQIECAwCgFTJoAAQIECBAgQIAAAQIECBBoX0CHwxXI53/reHczLEHm+WC3BsA5l9tvqPNxDr9IfUStOc55JJvKslZEdGV/rSjLshmp9LCulsfrOeuqL9dfVBm+n1eOvoxXa3lNzrOIMp8+FsvY0St1KSKl+i5Vl4uK89dgn8/5/CyOK9Cff09vWh53du5OgAABAgQIECBwJAG3JUCAAAECBAgQIEBgAgI3/ffCy/0TINDihAXGkp8t57l4VClKrDOvGnfWWux/8dnXLLLUiz016j2v+refzw/UPRFxvmVxi0C6+fiGQzdf5AgBAgQIECBAgAABAgQIEDikgHsRIECAAAECBAgQIECAwBAEati7r3kIgLeWrUlvrcWFy2Q+97kk8nmxc2yf5kuAAAECBAgQIECAAAECBAi0L6BDAgQIECBAgAABAgQGLHD/nLEml/PKXaRS3YC7HN/U7v9cxterGTcjoBECBAgQIECAAAECBAgQIECgfQEdEiBAgAABAgQIDFWgBozL6sska5XFre8a+b44qW6l1Eet8QbAJb2OWjFvp3RXlvVvW9cqW/t9l3ut3ne+XilL1TnV2u8EjE6AAIFdCBiDAAECBAgQIECAAAECBAgQaF9AhwQIECBAgMCgBZbhb13eNtGSRcaySl5ZMslULqsVUVbOL69nnK+OdVGau5j66vrFzj2t1Hut1p5uY1gCBAgQILAXAYMSIECAAAECBAgQIECAAAEC7QvokAABAgTGIVDC23mK25fplvXyuf27Xlev7+cR8fbXD+6KZRA7uImZEAECBAgQIEBgeAJmRIAAAQIECBAgQIAAAQIECLQvoEMCBEYqkO8+71QD38XpNT9eVgO/AF409bDPCnlT3W3knOv1dzvXWQQIECBAgAABAgSOJeC+BAgQIECAAAECBAgQIECAQPsCOtyNQF75s8q7GfEwo4w6AJ7/7rfkrjXNvsrVl4O1ru6/up1KcLupVv9e9tVrl9s1/K2VUoquVOzwlfvy1cp99PNlXb9cO7yVoSYo0Jfv/6aaIImWCRAgQIAAAQItC+iNAAECBAgQIECAAIGGBDb9d7v1WEOtaoXANYGay22qaxfcY0dKKUqMco8r73ZJnX89M5ccMJcb5f7Fr3nr/vVVz1lWCUnnJ9Vl3TffqB8x6gB43sFAPuqDKd+DgczGNAgQIECAAAECBAgQIECAwKqAdQIECBAgQIAAAQIECBDYVqDmf9te8/Dz0x2HqMFvPXW5rOuLajcAzgWnVpTlolefVwVsEyBAgAABAgQIECBAgAABAu0L6JAAAQIECBAgQIAAgREIpEi5K5W2mOvlX/4uL+yWK+Nd1lS71roOtgFad719BNoV0BkBAgQIECBAgAABAgQIECDQvoAOCRAgQIAAAQIEthGomeOytrluWOeONwBOJdGuFcuHUJcVt4S+fvlbIRQBAgRuErCfAAECBAgQIECAAAECBAgQaF9AhwQIECBAgMBWAjVrXK3zLLLmkcvaarw1Jy/HKctUqos+UrnlokrGueaS++wabwC8sdvdAW28jYMECBAgQGB0AiZMgAABAgQIECBAgAABAgQItC+gQwIECBCYskCjAXB9pDUErlXXFQECBAgQIECAQCAgQIAAAQIECBAgQIAAAQIE2hfQIQEC9xDI5ZpaZXHEd5e7qPXQKTQcAD+UZvX6+sBvqtXzrBMgQIAAAQIECBAYpoBZESBAgAABAgQIECBAgAABAu0LY1sE4wAAEABJREFU6PA+AjUDvM91u75mdz9sfXAAnHOOddWf799161fHy7kv919Xi3ldPX/b7VT62FQRiy9FSrt7KFfnmCJd3XXn7Vzmv6nuPJATCRAgQIAAAQIECBAYq4B5EyBAgAABAgQIECBAgACB0QjUXKtOti5vqnp8N1VzvmWtG7FEqXml1p2yzb7zsVJZ1oqyjCjjzytFn2Je2wy5cu7Fah3xYsMKAQIECBAgQIAAAQIECBAg0JKAXggQIECAAAECBAgQIEDgbgI1CL5y5ppdV84Y5KYAeAePJaUSx+9gnIMNsXKj5f/nxMouqwQIECBAgAABAgQIECBAgEALAnogQIAAAQIECBAgQOCOAjXpzbH4q8D1kpr9jTdGHe/Mq70iQGBrARcQIECAAAECBAgQIECAAAEC7QvokAABAgQIECBAYJ1ALjtXq2yufddz+njAv9Ia27/O7xnlvttffOmKZgPgXIL5TXVJYQcbKZUb7mCcYw3hl8DHkndfAgcVcDMCBAgQIECAAAECBAgQIECgfQEdEiBAgAABAmsFasB6uZa/+E0lVKwVF4lvPS/Kq4SxaaXKnt2/673KPaIudzN6swHwbniMQoAAAQIEWhHQBwECBAgQIECAAAECBAgQINC+gA4JECBA4P4Cyx971iC2VA1+7z/YFleWe9WzU1nWe9Zl3X5ACYAfgNfipX4J3OJT1RMBAgQITF4AAAECBAgQIECAAAECBAgQINC+gA4JENiRQIo0/0Vwd/F74B0NfMswJQCen7Fczjfu9dHd66rBX5QGP0MTJECAAAECBAgQIHAIAfcgQIAAAQIECBAgQIAAAQIE2hc4VId9fng4efe51nttW3cfffOZ484a2wmA0/ILUFtKJZmPeUX9k9lrqn4/a4XXWoHlL4GXy6snpZTmu7rz5Xxjxx/L/yWynMO65Y5vaTgCBAgQIECAAAECLQnohQABAgQIECBAgAABAgQI3EtgUyazzG/uNfCtF62Gesvsb9vlrTeZZ4jzaPHaqTX/SpFL/pWji5xL7rha184fxI5rkyizvrZvpDuWD3+k0zdtAgQIECBAgAABAgQIECCwMwEDESBAgAABAgQIECBAYPcCNRje/ahDG3ERAh9vVvX+D7t7QwHwwyAednUNnx82wkGudhMCBAgQIECAAAECBAgQIECgfQEdEiBAgAABAgQIEGhUoP5qt9Z926vX1tp8fc39am0+a/dHS/A7/7VxWT5wcAHwAwEj6heg1oMHMgCBvQoYnAABAgQIECBAgAABAgQIEGhfQIcECBAgQIAAAQI1t1tXt8lcvaaPeHgWG3d+1dvf+eTNJzYcAFel8mDW/iPAOXJ5YJtqM9vq0XqfWvVeZZnKstbqKdYJECBwXAF3J0CAAAECBAgQIECAAAECBNoX0CEBAgQIEGhOoP5ad7VinsiWkO/GZcnq4kWlnGO11l8f5ZWjnBgvfvhZtstW1Jyx5n7Lmu97wMfFOCVPXI59MVzt62LjQSuNB8A32Swf2k3H77q/jnNe82dS1+96rfMIECBAgMAhBNyDAAECBAgQIECAAAECBAgQaF9AhwQIEJiaQA3mrtZdDVavu3LNMm2uIXINa68cHstmwwHwIR7ByhfkyNlv/T4eomP3IECAAAECBEYkYKoECBAgQIAAAQIECBAgQIBA+wI6JDApgRrI5Vj8qnf7xrscUeseV0bkQ8Sq9R61tp/h6hUPH2F1tNGspx3OtI5Vqw65XNb13VZKKXIu38rdDms0AgQIECBAgACBRgW0RYAAAQIECBAgQIAAAQIECLQvMK0Od5WT1XGWtVkwpfPsr56++dQdHD2/1w5G6mqouKl2cI9hDJHqk6lVM+8UdXNTbT/pxbhR0/9a2w9w8xXly1Xe8wC4Pqt6YiqtXKqyc7ldVnf+rvddVh28rtelIkCAAAECBAgQIEBgcAImRIAAAQIECBAgQIAAAQIENgrUnGdTrbu4np9SWndoh/u6SOmk5HhddHESXVnvyj27LkXXRamyLNtx/lpmY4tlKtctK8p6XHv15cRaUf/E80XV01LZtVKRIvdRPuPKq0wial3ZfdfNmiHWmo9RxlldX3O3m4atzyLnHDcty8g3Xdra/pKYzh/kOPtKqZs/xNXZl69hLKvur+t1qQgQIECAAAECBAgQIEBgqgL6JkCAAAECBAgQIECAQBsCl3OvmvPVvpbLur6uLl+17oyb99VrL1dKdXt5xer6ct8wlxMKgPf1AOrDrrWv8e827sYZ3G0IZxEgQIAAAQIECBAgQIAAAQJjFjB3AgQIECBAgAABApMWqOFwrX0g1Eh1PGlcne0+FEY9Zi7Pb1m3N1K/SLVuP3N3Z9TfnPeRo1aU5Yva3T2M1IqAPggQIECAAAECBAgQIECAAIH2BXRIgAABAgQIEGhboIR38waXy/nG+UfN6a7W+aFRLWoPJQMs+d9Dpy0AXhG8e+i7ctFF/FofSHkwqSxrrZ6yk/U6dqnzh17XlvOdL8s95st13/tyzJsAgUkKaJoAAQIECBAgQIAAAQIECBBoX0CHBAgQIECgIYGSs9UsbJ61LdeX7a2LNeeJWTnh6rLsGs27zr32Wpe7mfQ6qd2MPLhRajJa6/aJ1SB1eVZdr7XcvrysD+K85kPX9ctn7HbrfPz5l345cv1C9HHzHJfnWRIgQIDAtAR0S4AAAQIECBAgQIAAAQIECLQvoEMCBAg0LFCzt1qrLZ5HZau7FuvlQFqpKOuLAyP4PJ/rfP4l96vLB856OgHwPCG9+i1Zr3d31zreeZ0/m/Uj7nhv3v6x3b2nHc/VcAQIECBAgMDhBdyRAAECBAgQIECAAAECBAgQaF9AhwSmJjDP4mpGVqvmc6sAZbtmgcuKsr16eBTr8wbLTJfLsnrPdxW656VDv+xQD7bep1b1WC7r+j5q3+PvY87GJECAAAECBAgQOKSAexEgQIAAAQIECBAgQIAAAQLtC0yhwxqDXqoSky231/dfTpgHv3W5/oxt9+Z6w20vGsD5twbAuXS2qQbQww1TqA+3tres9aeV9mJZ9U+K11pu12Wcf1FySrFay/1x8ar3Kfesv86tdbF/ByvziaQyk3qPWnXMulytuu9F1V/8XqpyaLldVh/0rt+HlNKDxtjVxXUum2pX9zEOAQIECBAgQIAAgREImCIBAgQIECBAgAABAgQIEJgLbMpO6rH5SQP9qPOruWtf8rFrVYK8PurR5eRrXrWs5b6HL1NO0cVJpD5FKrlfKvddrXjgq3ZQqwwf5VaLKmPWfbXK6qb3rcdqgnjrSW2ckEobtcpiq3e95qbaaqCDn7w663rzul2XigABAgQIECBAgAABAgRaE9APAQIECBAgQIAAAQIEpiqwnwSsjppjF3Hs+udy88j1zuuvueteAfAaqXSz+JWz6wNYVFevqXXljH1s5rveZ+XmV3uq27VWTmlydf7/JXIfsCY1NEWAAAECBAgQIECAAAECTQpoigABAgQIECBAgMDkBRZ5XcRyGSN81bnX6LYuHzb9/5+9e9FOVUkCANrt/f8/niNThbYhxjeggDtjpaHp58acWSsVvDnKuBG+tHd7HLt85I302I3PPHFG8fWVAjZNgAABAgQIECBAgAABAgQIbF/ADgkQIECAAAECBJpA5s8y2vm0ZebcWkw78vSjbTgBnLdgH2KXIq/FpRuvfDr2PFrz7H3pWr6lMlq7T5YtQZ1l+/zwXE+ur197nnxReBL4i262raaAIECAAAECBAgQIECAAAECBLYvYIcECBAgQGCDApm6bNFntWKP52VUvfGVecHzeHn6GnnLYZQ4Pw2W+zydjDpIwVEDLKdzomS0FeWtaMfn5a1r523/nmfvTKxm/L26zJpcc1vZUKnVKQkQIEBgKwL2QYAAAQIECBAgQIAAAQIECGxfwA4JECDwDQKZ0TqPz+w782yZFzzFZ5bx8KzbSQCneP9xzA/v/eWGW0Hrf2TiHZtPBL+MsbKOngRe2Q2zXAIECBB4TkBrAgQIECBAgAABAgQIECBAYPsCdkiAwIYFMguZMW6L40cYN//LvbtIXO738e3qCJnevHrRhaMApSOEggABAgQIECCwcgHLJ0CAAAECBAgQIECAAAECBLYvsOUddiX+lwnALW/y5t6my9qtMgEct790/RO/ufwW52KJlNfO69t5fqb2rQTyoV3X7WOuQ5R99IkY1uUyMrJ1jpaRxzl7Rh5/MvLp3j5uLCLX2beJxZ+XN7qt+lLXxbsoYtWbsHgCBAgQIECAAAECBwHfCRAgQIAAAQIECBAgQIDAZgQ2ncPpInc5jBLnp8iM3eE2NoOzMnKWj+W3ctTDSCv73jb8s+xEyfipcXQQeEQl25zHobfvBAgQIECAAAECBAgQILBcASsjQIAAAQIECBAgQIDANgTyub3M/21jN5/dxWoTwH/ZWvry75XLNbn17HP56q3afEr2/Po+h8o4v/CJc3MSIECAAAECBAgQIECAAAEC2xewQwIECBAgQIAAAQJfJpA5uoxPbTtTgTl/lnOsoR+7Gz9yZkHHj7K4EVJmH6vKiOLPa67b8mciFQTeLmBCAgQIECBAgAABAgQIECBAYPsCdkiAAAECBAgQIDCvQGYb/8wQlfNlGWPwkrnNjD8zP1WxsQRwg8ny3CG32mK+W3M+q3MCBAi8UcBUBAgQIECAAAECBAgQIECAwPYF7JAAAQIECHyNQHsitpVzb7yLFOKvOE4Y1aVfw/F8iiLH3EVKs3ZdjL2P6KYYth8jM6L9wTa+NZgo8y6UKLexMbsgQIAAAQJ3BFwmQIAAAQIECBAgQIAAAQIEti9ghwQIECDwToFhpjETtvPM3WbJssW4mTaWAG4YcQsyPV+ibFVKAgQIECBAgMBWBeyLAAECBAgQIECAAAECBAgQ2L6AHRIgUPKJ2Yz5KDK32OLvLNev/G37fE2N/R2ijPzaWAI42UeKbLB7+1uBZ8sNUjy9pX3XlYynO+pAgAABAgQIEHiTgGkIECBAgAABAgQIECBAgACB9wu8O3fw/h2+f8a6mDTfz0J+jub0mH6WVSaA6+DJ3i4SdD9RStfViO4UP7djH4ctMhUapyNe+QnTw8i/NujPY8wasZRXcJQxcWkftR6ML11bW93Pe+fnPTOsa/vJf8gz2rmSAAECBAgQIECAwAIELIEAAQIECBAgQIAAAQIEPiiQeYOMTyxhmMu4dPyJNU05Z59zu5DO20cSLmPsXF23j1xiRuYWf6LsY9L9vrT5Y7o+K9nKsfOe+ncxT0TXR85/yL39K13JOLU7HDz9fZUJ4Kd3+adDoP6pU0Hgr8DhB8/75a+MGgIECBAgQIAAAQIEPitgdgIECBAgQIAAAQIEPimQ+YNPzr/FuWufal3OzuqcS8nUU8ZMc0yYAJ5wqNGbzbW0uDbYPi7MKBujv/0144T5lw4zDm9oAgQIECBAgAABAgQIECBA4FEB7WzzJRQAABAASURBVAgQIECAAAECBAgcBeRvjhBTFV3kFzOmGu+pcWLu0uKpjn8a5yh/Kr+nYp4EcI7a4nss7fTTAuYnQIAAAQIECBAgQIAAAQIEti9ghwQIECBAgAABAjMK1H0pGeXvV8v9Zfn36hQ1MXdpMW68EQng6NpnwKPss9G5kOFxnn9X5A0/j7UK5F+M/IrYSDuPQy8CBJYlYDUECBAgQIAAAQIECBAgQIDA9gXskAABAgQIlF0kojJaziY/prgd43lFoCVcswzcC0Nk7XlcaPZiVY6cc2e8OMSFbpmxvVD9QFWu54Fm39YkWbr4aTvFigFiG/2nrWeZ22hlHgsCBAgQWIqAdRAgQIAAAQIECBAgQIAAAQLbF7BDAgQI/BbInE1G1rYyj787+izdCILsn4nYLDN+hsqzU+4vwPP85+pURzl3i3FjPpEAvtO0fxp43GLW3Dtvep8tXfMmrJ0AAQIECBBYl4DVEiBAgAABAgQIECBAgAABAtsXsEMCBB4QyJTsMB7ocrVJjnP14owXMhfbYtw0OcprI0R2+7WO7+71noWe3grvme4tiLmnFjlhHmcpCBAgQIAAAQIEPi9gBQQIECBAgAABAgQIECBAgMD2Ba7tMHM2GXm9lXn8nTG1wPqTfTcSwHEpn+o9Rbxl8rhEfRyWsi+lRpTj1/C4b5PtMo7XZypqraXW61FKLeXXenJNGVHdv3IP5/HzRql1V+qFKLtdDLsr+eRvRg6Vo/z0zJr5o+u6citeXUHu6VfEQKfzmLPWGjXzv27tLa/NvwIzECBAgAABAgQIEFicgAURIECAAAECBAgQIECAwMwCmYO4FTl9Xt+9KV+S82XsIz2TccrZRGU7jsPNvNqerpU/G83MXIuf2ntHtf5X6tWIHGAJ6HuDTHI958n5Mv4M+HLF9dHS6tKw1+ovtV1t3VdscrV3x8IJECBAgAABAgQIECDwvQJ2ToAAAQIECBAgQIAAAQKXBZ7N72Xy9VpcnmEttdcTwH92cN40zvsngv80VPFugTfMl39h8YZpTEGAAAECBAgQIECAAAECBAhcE1BPgAABAgQIECBA4ExA/qaBRPK3RpSMVnepHCZ8L12/Xdf3jimyvN3ylauRez19qvEr/X/65Eg/Z8OjeyuPzQ2br+/43gbbBzqvfqPruzVW/JSAxgQIECBAgAABAgQIECBAgMD2BeyQAAECBAgQIEAgBTJvN4yseywyWX6IeznCw3g5y+Fo8D0qH+s96PPwYeYmWzzc6WLD6wng9t/4zf+2b0aetyFW8OTv4QaWcq0s/Wd35/aHUY5fcff6o/Oyr+y/5R8RDCMrc6T5bnrOIAgQIPBLwAkBAgQIECBAgAABAgQIECCwfQE7JECAAAECBHqBzNtdirwYGbpMCvb5vzxvUSNXeIjSX4t25fpXDvErjk2zV58XPJ5PV+R+pkn6DteUOcvhueMUyLuYZR8J36KvuP0tm95u4SoBAgQIEJhAwBAECBAgQIAAAQIECBAgQIDA9gXskAABAgQeF/iV4Bt0y/pa9n0C+FDdkryHs+vfh2m/HOV6yymu7GOQFnE44nUjAZyXMq6Nntcyrl1XT4AAAQIECBAgMIuAQQkQIECAAAECBAgQIECAAIHtC9ghAQIDgUzFZgyqLh5mmjbj4sWfjw6+cnkr1dczuGmYsZGdvm0rN95TG6G0DQIECBAgQIAAgQ8KmJoAAQIECBAgQIAAAQIECBDYvoAdDgWGWb48zhhen/I4x25RBs8MR+64TPtVay0507SjHkYbJIDjsBvE4Xrs5ljXzk/l4RHkbt+Vi9Ht+/pT88kPDvOXcqn8zZVnGdmy/3zuOGmPdl8sB2vtch99xD77MvYV5T7mzWj9s0uOH0Pn4WKi63Ld12MxC31xIVvf34ssuhEgQIAAAQIECGxTwK4IECBAgAABAgQIECBAYCIB+YWJIGcfJjNvg8hEX582zbpLk2d9Rj6x2eLYrj+NazFGF7m+S1H2ke3b/ys18ms1coEZpe5L1+I41CRFrCemiaEiFxtzxUF7jS5zxMMgsd/DwRa+T72ZuANbYLEHAgQIECBAgAABAgQIEFipgGUTIECAAAECBAgQIECAQHkqBfhKfu9ngld6P3OHav988c98z/S91/YnAfynZV7K+HPhCyrqYI9pMDwfXPr0ofkJECBAgAABAgQIECBAgACB7QvYIQECBAgQIECAAIGvF8hEaRcp01pqfjxvHF0mqVHdIg6vvGpXYpzy8FcbMcuHO32wYWY3D9P/WfE+6jOiWOUr1x5376m1/0GI3vfGyTkyoqkXgTcKmIoAAQIECBAgQIAAAQIECBDYvoAdEiBAgAABAgS+SyBzbsM4231eupr8bW0v5fviWt83yquv2w2ujHp1tE9e+EkA52dL10h2nuKTy3pk7lz6eRz7Zdq+P7x+o7LJ36iR7d9F9J0H33KcsEmjY9RuH+0yuii7aLsvu9LFW25fShoWXwQIEJhNwMAECBAgQIAAAQIECBAgQIDA9gXskAABAgQIfKFAF3v+idp15ZDPyxxejWsZUZxeef4TXa2li9NhtKa7dvCn7KIm8nslyzhsr/50F/MfonS7dmXx5Y2VxkY3kciMfZzfsLu3Jd4ZpzZ5dzNOFRcPDj3ut7vYWSUBAgQIEHhYQEMCBAgQIECAAAECBAgQIEBg+wJ2SIAAAQJ/BQ7ZuMv1eS3j79X7NS2/18r7PZbeYtdnq/uM9Y1c8NJ30a/v+k2JXH/JW/74DrN1P2h8y+OMOLzxut/iRmeXCBAgQIAAAQKPCGhDgAABAgQIECBAgAABAgQIbF/ADgkQuCqw62rJKNe+4nrJuHK9Rjox4+LlDSX7fnKiseGLm11N5e0NPH/Pnu9R+jRz8UWAAAECBAgQIEBgcgEDEiBAgAABAgQIECBAgAABAtsXsMNXBG7lCPPapbgwTza7UD1XVVdywlfykfdX9JMAzrarehI4P9p5GLGBTNn3H1vdRSp2HxFlV0pWl7Ivw+iiXRcX8o8ALkWJ3qUkzzDK8SsGPR6dit6uxmm074/jcAWvrou3141YwRZWvcR92A/j/H6senMWT4AAAQIECBAgMJWAcQgQIECAAAECBAgQIECAwEcFMn+RC8hyVzMflmdzRI5dI7d3iNLn62opx3Ifc+/j9Ce3F3muzPfF9S4iOkbTrhy+svwdh9xg1g3zhofWJfuX9hWT9HnC0qdps0e7MlkZg8Z2YrhcS+QXS4njaV5/R4vJphn6E6OcL/78/HxN966ft79znsNl3GnmMgECBAgQIECAAAECBAgQeExAKwIECBAgQIAAAQIECHyTQCZeb8XnLDIF2GKKVWQyPXc6xVjnY0QCOF59BjvL4eU4X9GTrMOVXzqO5H+f9L907fm64e3I44znR3m5R/+3Bq/31pMAAQIECBAgQIAAAQIECBBYgYAlEiBAgAABAgQIECCwCIE+8RvpwNOTx7OtKvKzfd721QkO/eN7PlaccTZQ7uSs6qHT2HypOV4M0JcP9ZqoUU4+fqhYeTndwBgyjw+jxsnhYPC9b304z8sZh7OZvrf50jgjz2eayrCLFLAoAgQIECBAgAABAgQIECBAYPsCdkiAAAECBAgQWJbAu/JROc+tWJbKy6uZOZ8YCeC2tEwmHo9fffK3T/i2cfLmHMebpcilDyMmyUztg2tvTwQPyxih5KovRtyIrtbS1V1EtmxxbN3vPY9j//1xuz5VeRy7ZJkxHPf8fHjNMQECGxKwFQIECBAgQIAAAQIECBAgQGD7AnZIgAABAgQ+KBB5rnIpMheV9XMvLee5F3OvYcbxM4eYkcZ9mXtt82Xesx0/WmafYRz67fqndfsJDhXTfB+8AXLsjGkGftsoyX0eP5NHNridtAxyf549+oMZv+UcGW2KPG7R6pQECBAgsD0BOyJAgAABAgQIECBAgAABAgS2L2CHBAgQIEBgvMDu+hB5KeN6i++9MkgAd3Gc8TaMmK9kvG1CExEgQIAAAQKfFjA/AQIECBAgQIAAAQIECBAgsH0BOyRAYHaBX891zj7bKxNkbjbjlb4/fcaP0Mb6upxk23CWGQlxLPOB3DydLY7z/Bk/J27x5+KkFV2X80w6pMEIECBAgAABAgQuCKgiQIAAAQIECBAgQIAAAQIEti9waYddWWAu5lqK6tIGPlo3sd1q9n1A35UucsAZh/PB9/wY54xB1fAwP9Y5ou660keNstZSa8Z/UR6i5NgZw76THOfa9qXr/h0jfgza8T6Oj3F/qsM4JT9ru0Xs6/DR2LGnGKAeI4rTq4t9djX4+rJGz3AstdTY6yFKHEeUqb5qDHSYIw4uvLqoO4+oGvnKRO95DIfcfzgRXGsttV6P4VrXeHxuf36+xj1ZMwECBAgQIECAwMMCGhIgQIAAAQIECBAgQIDATAK1Xs8t1FpnmvXxYTP/kimY87xAO398pGdbZi4q8l8xeZsry59RIq+WebSfiomP0r6WQx7uelnKod2prJEjyyj5FXnC7pBDLPtY7yC6vj7qstnNiPEi+9fnD/v9Rp8sW9zse+Ni5BFLRK2HPOqxLPV0Xkut9cYA55diXW2dfXm4nnfxcOT7BYG8uaXcZs6rGeX0lWctTpUbO+jiBz+3tHvqTZg9BAECBAgQIECAAAECBAjcF9CCAAECBAgQIECAAIFvF2i5mO9yaBm2a2XTOL/e6lt5yPG1s5fKnOKljp/vJAF8dg/yXtZ4T5zi7PpHT/vJ+xX2R5/61vV/HdEVud9P3YGfebtIxGf81DgiQIAAAQIECBAgQIAAgdUL2AABAgQIECBAgACBxQhkXmoxixm9kJb/Gz3QYgc4PBEsAXzhBuVbucWFy19fFTnHkknHWuPtIwv8tveDiQgQIECAAAECBAgQIECAAIHtC9ghAQIECBAgQOBzAofkYf+xx59bxKwzd5EAzJh1kpcH76JnuwdxOOIVGbwXe3fRNaNEeTFC8MWhH+t2Pm/2anV5/HysJ+uftm2veXwtnjfQY50CmZDPWOfqrfoBAU0IECBAgAABAgQIECBAgACB7QvYIQECBAgQ+JDAMOmYOafMQWV5Hh9a3ohpM9k7jBFDzdi1JX6znGaavIPTjGSUDwmc//C18w8tx7QECBAgMLGA4QgQIECAAAECBAgQIECAAIHtC9ghAQIEFiBQMxGcScgscz2ZcxqWebzuaMngZe0izWNF/ZOqYZ9lnI557UrezIwxo/zpG4srLf5cXHxFurZY/GItkMBAIJ8CzhhUOSRAgACBNQtYOwECBAgQIECAAAECBAgQILB9ATsksBSB/pN/zxaTGdOzqjWfLjv/d0wEl1a+Lr07dW1J/FOFg2sCyd7iWpvP17cVXis/v0IrIECAAAECBAgQuC7gCgECBAgQIECAAAECBAgQILB9gbXtsFYJxTXcs58EcD6xm08CPxrH3XX7rpyi+xe1+eRvFLO/cp5h5IQTbtIDAAAQAElEQVTtPI8PkU9D3opDq+vfa7cvLUoYdRlh1PXRkqvX+3/mSlvXvfK11dVaS6310LnLOQ6Hn/h+697mtU+saQlz5t4zlrCWW2vYx/tnTNwa2zUCBAgQIECAwIoFLJ0AAQIECBAgQIAAAQIEZhbI36Hfipmnf2j4Wo+5mIdaj2mU6cKMHCPLjOPc+chsVpda4lf68T2uXXpSuG+zvG+5/GEsZYXH3GqY7iO6QwxyrmPXGXdp7BDf3P+zyc9vlrd3AgQIECBAgAABAgQIbFPArggQIECAAAECBAgQILBUgRoJ4LrUxVnXQEACeIDxyGG+rd/+lwKPLEwbAgQIECBAgAABAgQIECBAYN0CVk+AAAECBAgQIEDgowLbTxu2HN/LzPn0c8bLA7yn4/bv5AyOfRI4xs0yCi8CswoYnAABAgQIECBAgAABAgQIENi+gB0SIECAAAECBAjML9BFci9j/pk+O8MgATw4LPsLq4rrmdFucaFFyWsl2l26NnldzjOMnKCd5/H0UbtSMsriv+LdWx6JxW/EAgl8u4D9EyBAgAABAgQIECBAgAABAtsXsEMCBAgQIEBgJoFM9g7jqWkiL1gy79nyn3351Agfa5wZ08cm7zf5WFOtliBQYxHXIi6VvKEZeSwIECBAYHkCVkSAAAECBAgQIECAAAECBAhsX8AOCRAgQOCdAi0Z/PScK0up7Upmq/t4eqs3OmReucWNZiu9VOMmt1jfFmLxkfytXVcyShyvbw9WTIAAAQIENi5gewQIECBAgAABAgQIECBAgMD2BeyQAIG3C4zN79XIqfbx9pU/N2FmaQ898mHRw9Hl7/euX+6ldlEC3aJWYzEECBAgQIAAAQJ/BdQQIECAAAECBAgQIECAAAEC2xeww7kFxic282nhS6scP/KlUaet25W6L32UKEv72rWDQRnXW9tbZT9OtD2VgyEmPRzOkcc5eJYZebyt6Lp96bqfBG4eZzy6y3za9yd+erW/dLhW/rRc51Ea3Yp17sqqm8A+fiZuRWunJECAAAECBAisRMAyCRAgQIAAAQIECBAgQGAigVu5gbw20TSGWaRApmgzdqV/Wrc9tRtlyf+m743o6q4copYu2rXMXI199rm0afKfMdq8r928wxudAAECBAgQIECAAAECBAgQuC+gBQECBAgQIECAAAECBAgsRyBTvr//Q6qHmuWs8NZKJIBv6Xz62ozz543PmHEKQxP4uEB7OvjjC7EAAgQIECBAgAABAgQI3BJwjQABAgQIECBAgMBMAvnU6q2h712/1XeN13K/Ga+uPZPAGa/2v98vs3cZ91veajF+hFuju7ZYgX2sLCMKr4UKWBYBAgQIECBAgAABAgQIECCwfQE7JECAAAECBAgQeJ9A/nd9Mx6dcZjszY+DbvFo/6vthgNfbfT6hRUngHPpw0iEdp7H3x351wvD2PXv5nw31dIffjeP3X+ZwAqfBP6yO2S7BAgQIECAAAECBAgQIEDgKwVsmgABAgQITC4wzA31xzFDX2bmcnDc6vrMUVzL87i8+lfu4zzapmKb7fBqed43fbJx9s38Wh9Z8WrUfSkZpZU5cjl+ZZ7zeDiymG6kkQtZd/fhzVnyTtrbtPRJ4HyTLnm11kaAAIHvFLBrAgQIECBAgAABAgQIECBAYPsCdkiAAIH5BDIb1CJnyeMsW+R5i6zL4yy3GL/2FieZG8t4ZK/R/E+zzAhm/yz/XFxQhQTw6JuRtzhj9EBvGiDfrufxpqlNQ+DDAp4E/vANMD0BAvcFtCBAgAABAgQIECBAgAABAgS2L2CHBN4okE+03pru3vVbfbd+LbN/Ge/dZ6ZuM8bNOn6EcfPrPZtAviWvRU7aksB5LAgQIECAAAECBD4tYH4CBAgQIECAAAECBAgQIEBg+wJz7zCzP3PPsabxM1M2dr39GCuDXXECeB/3axhxmp+X3UcePxZd15Vb8dgo2SrXEm+B/NzujKz6WMSe6iFKiTVF7OO8HdfY8yE+tsDFTHzr3ue1xSzUQiYV8CTwpJwGI0CAAAECBMYLGIEAAQIECBAgQIAAAQIEnhDI3/Fm8/w9/rXI698Qmf5psYuUUDtue8+PK87jzF/21/JkEH+utzFqLbX+jcg+DXp/8HAfebkL0XX7yPvFtePS2v7ytN9/nyPL65cidlcjmzaM6JhjBEscjX7F4JGa7SJKRCvz+BQTzBFDxOjx3Wsigclu/0TrMQwBAgQIECBAgAABAgQILFvA6ggQIECAAAECBAgQIDBOIPKVJePeKPfa5PWMe+Os+/qtXN6taxPveuapJIDv3K+ui2z/IO40n+byBKMc/ophgoEMQYAAAQIECBAgQIAAAQIECMwjYFQCBAgQIECAAAECCxLInGTGgpb0ZynyX39ILlZIAF9kebVy+38X8aqMfo8LaEmAAAECBAgQIECAAAECBAhsX8AOCRAgQIAAAQJTCAwzU5m87T+ueFj5wCR9v2jX+mYZpxt93cK5de0dHMOPpR4334oTwLn0YSREO8/jeaI9Efx39Jw73hj5ed0ZfxvMWtP+4uFQxjr6h/3vlbMuyeAECDwvoAcBAgQIECBAgAABAgQIECCwfQE7JECAAIGRAjXSH5mvGTnMKrsf8kClZLmLzG2WJb7isGTiti/j/NFX3z49Ix7t8852ub9hjJ87N5o5vUtRe9fhfDUm7M+jnOeVd6AlfqebIXc33WhGWpBA/5aM9Vwr45IXAQIECCxIwFIIECBAgAABAgQIECBAgACB7QvYIQECYwW6Ev/LnNnYgVbcv2V+Lm2hTwJHg1eITn2j/6Wxv7Wu53gF9GmwlgjO8unOvzpIAP/ieOUkb3vGK33n65N/9ZEx3wyfHbn/a4u3/LB9dp9mJ0CAAIEvEbBNAgQIECBAgAABAgQIECBAYPsCdjiJQPfh3EDmXjIm2czCBmm5lywXtrTTctI+41Qx40Fm/zKGU+R5+mQ5rF/asQTwJHdkibc5/wW8FZNs3CAECBAgQIAAAQIjBXQnQIAAAQIECBAgQIAAAQIEti8w5Q4z+zPleMa6LHDROSqXmBU838GKE8D5+PMwcmvtPI/njfxs+Z/Ylzze7+OuzzttzJNz/UTZx54juu6nLo//lX35F/8rJdd0Le4vtv8rhuh+XuZfV2Td/RGmaZFz/YpphjUKAQIECBAgQIAAgU8KmJsAAQIECBAgQIAAAQIEFi6Q+ZBhfHq5p49pPi4kz/Mwk5Kv5FGG/XKcpUTby/l69rHgjPP6x88j6RU5tHIxupKev+I4cEx7+O8DH8+fLN7efMUJ4LdbrWzCfAOvbMl3ltv/cEWbLKPwIkCAAAECBAgQIECAwIoFLJ0AAQIECBAgQIAAAQLTCmT+pMUzI2efZ9qvu+2t/Nnfa8OaNTlJAL/8Lk26jJcH+NvxiZprf/nwxBDRdPi2jdOVvfIHbRqHlW3ccgkQIECAAAECBAgQIEBg3QJWT4AAAQIECBAgsHqBfCo4cxSr38hxA8Ocy5b2ddzeZEXvNNlolwbK3GPGpWuP140f4fG5tHyrQL4Fr02Yid9hXGu3nPrhbnLlubIs22P4eb72sH4CBAgQIECAAAECBAgQIEBg+wJ2SIAAAQIECGxDID+GOHMU29jNYReZi8k4nG31+60d/r02rOnzUsGSZRTjXsOBx410sfeKE8C59GHk/tp5Hk8dbexWTj3+7fHyry3aX5Pk8e3WeTXfObnWLFtkfbwt+wGizNM+hsd9xce/5Ypzvy36JceqcqX5D2qWcepFYCsC9kGAAAECBAgQIECAAAECBAhsX8AOCRAgQGAFAi0v0crMV7RlZ9K3HSvXKpB3NPNnl6KWzEf9iuM2My/V56dqKXl8rH6+qPtSMkorh6PlmsokX9ONNMlyDDK9QLwTS8a1kfON1eJam+XVtx+y5a3MiggQIPCsgPYECBAgQIAAAQIECBAgQIDA9gXskACBrQhkEjhjK/sZ7mN92aLh6qc/vpRd643iQpbTzzjdiCtPAC+dd7obZSQCBAgQIEBggwK2RIAAAQIECBAgQIAAAQIECGxfwA4JrEAgM27t4bssV7DkjS4xU7cZ47Y3foRx87/ce7erpct348sj6EiAAAECBAgQIEDgcwJmJkCAAAECBAgQIECAAAECBLYvsIYdSret4S49t8bVJoDzE7a77l8kgfex44wo8vOy+8jjqSPnGMbU498eL//aIj9SIMuM263XfzX/sRnusx3X2Nqvz16PhrfOo/lXv7qui5+R6/HVODZPgAABAgQIEPicgJkJECBAgAABAgQIECAwWmBXa7kVxddDAu2/9dvKPg8x6BlpiNNZa5PlqXLlB7m/zMFkrHwrS1z+3zV1kZrNKIMyj0/xt8srNTH6K90+36fW/BHsSl98fjlWMINAd2XMvPOPxJXuqgkQIECAAAECBAgQIPBBAVMTIECAAAECBAgQILBogUxOZCx6kRa3eoGZ32OrTQCXyAB2M+PcfvO0p4Fvt3ro6guN8i8xMp7vmnARCdh3bsdZ9hW+ESBAgAABAgQIECBAgAABAnMIGJMAAQIECBAgQGD5ApkuyVj+Sidf4Wt5p8mXYcAJBNabAJ5g8987xPBfrsyivxLfqzf1zo1HgAABAgQIECBAgAABAgQIbF/ADgkQIECAAIF1CLSMyTpW+/wq2/5a+fwIW+6RKvkAaJYZ795rzt1i3NzrTQC3z8f+9ZnYuZ2McSjb7J1J3xbDHeYb+JUYjuGYAIFXBPZdV/ZddzVeGVMfAgQIECBAgAABAgQIECBAYHECFkSAAAECCxbYR+pkGAte6uil9dmg2G8+6TuMNnDNBu3kq8rceCZes8yNtzKP546cK+fOmG4u2dLpLFcwUvxU/1plvKnypzmjxPGva04IECBAYF4BoxMgQIAAAQIECBAgQIAAAQLbF7BDAgTWJtCSwWtbt/WOEWg5slbmWHk8bVI2R70dOV+L2y3vXd1QAvh8K3mecY9gjdfbmy7LZ9dfS1czSl/GtzyIQc6Tw1H1wVfurDs+GfnBZZiaAAECBAjMI2BUAgQIECBAgAABAgQIECBAYPsCdrhKgV0kKDJWufgJFp3PDGZMMNQKh1hWrmwM4KozpLVGIjOShGMA1tk3/vXpF97K/uTFb/lmzhh2z3FbDOvfd7zf5184HOZrK7lUHlr4ToAAAQIECBBYj4CVEiBAgAABAgQIECBAgAABAtsXeMcOL+VNbtW9Y03rnOM8T7bOXQxXvdoEcNf9i31kknBf8vgQXRxnHBLD+QRpNNrQ67DfVzfUxfs3o5Q4uBglvuKfhvzTjhYlzqP2z6uOW8uf8c4qaj3ew1hq3OFyLa6s7my05Z7uYp8ZucJ8v7bI83dEm+9SmfPvv/IPLHLn80R6DuPeLMO2l47v9XedAAECBAgQWJyABREgQIAAAQIECBAgQGAygUu/MxzWTTbRgwPl75lb0/Z773a+5DKfoW8RAAAAEABJREFU9h1GW+u/yI/citbuU2Xme16Je+s9jRn5gbyn57HfdyXfZ/fGGXv9tI7IE106rnVX6o14bv6YpOyiSyuHx1H9/OvjPXIHH1/EawtYe+rvtV1P1yvfxMOYbuSpRqo11zfVaMYhQIAAAQIECBAgQIDAJwXMTYAAAQIECBAgQIAAAQLrEVh3jmrFCeB7b5HcWsa9dh+8PmLq0wO6L4yRz+5e7xZv6OGfUpQ4v9549iv5lyWzT2ICAgQIECBAgAABAgQIECAwp4CxCRAgQIAAAQIEVicwJg+zus1a8FHgfk4sW/TvjWOP6YvMbWaMG3n8COPmH9E7iW90zweEM2402calTOe+vtGW6/1tkbYtfl9511kmfjPeNd8n5jEnAQIECBAgQIAAAQIECBAgsH0BOyRAgAABAgTWKXA5f7LOvVj1awIXs29RmRm010Yc9JpkkMF4Z4crTwDn8iO6C3G20bWf5l8T7GKftY/z3cS7rWQiuEVX2j9Mw7L1Cq12eCq7WqNPi1P1xw5iOR+b28QE3iAwyRT531kYxiSDGoQAAQIECBAgQIAAAQIECBCYSsA4BAgQILACgX0k4oaxgiVb4owCXbwffsVxrqgumavL8lj1WlEjl5eReb2+zBxfG+pSBq9de66cbqTn5p2u9dBlulFXNFICZAyXfH4+vPb7ON5m+RY7Vo5+2x7HGV/Uuv635ngFIxAgsE0BuyJAgAABAgQIECBAgAABAgS2L2CHBAisVaAlg9e6fuueVmCYcVtOFu3+HmXZ7hvdaZEp1Lz9GXeaznI5324Zrw2eb4CMn9451jB+rrzzKFfwzvnMRWALAsOngfN4C3uyBwKbE7AhAgQIECBAgAABAgQIECBAYPsCdkiAwGYFMn+VMd8GM2uXMW6G8SOMm38jvT+V/H2EL9d2Ky6NkW/djEvXlld3bXfLW6kVESBAgAABAt8sYO8ECBAgQIAAAQIECBAgQIDA9gXscCsCmX0qZfZs2UwTrDgB/KhIbvFWlIm+4o2Qn9XdYqJR2zD5eeP7GLvrI2r7DxqPOePw0qt2+5JR9v/Kpei6f6WLNqUcxug/0iAG+j1sGl+JrplGpw++0uVWfHBpT09da1o/3U0HAlcF9l1XbsXVji4QIECAAAECUwsYjwABAgQIECBAgAABAl8h0MXvJHd+172Ke5336lYsfRO3ckN57dX113gP18if1SxL5NrO4s649y9nfi1iX3aRodvF6Lu+7I7nXYyQEcWoV2bxRg2g85oFHnkLZVLyUqx539ZOgAABAgQIECBAgACBdwmYhwABAgQIECBAgAABAgTWI/CTO8vs2Jzr/plp+lkkgKc3vT/iBC26UkvGBEMZggABAgQIECBAgAABAgQIEJhDwJgECBAgQIAAAQIECBD4gMD6E8Bzp98/cFNM+YhAF40yoljZy3IJECBAgAABAgQIECBAgACB7QvYIQECBAgQIECAwNoEbued8qOls0XGLDur+1JalHFfK04AB0I5RsMYluNcXugdmeguOFu8MML9LjF+ybjfcmyL/k2cW7oSY8cf1z9/tFoc3wPtvXAqx82gN4GZBAxLgAABAgQIECBAgAABAgQIbF/ADgkQIECAAIFVCWTOKfNNWQ4W3p/O89/o/ZklJmn5zZ/K0UfvySaOXubSB4gs6dKXaH0ECBAg8GEB0xMgQIAAAQIECBAgQIAAAQLbF7BDAgQIEFifQCRh+0W3sj/59S2v9BEpwf4hyl9XpzrJJHSLcWNKAI/zi95JGHe7ZMTpSl+7eNfmTla6fMsmQIAAAQLLFrA6AgQIECBAgAABAgQIECBAYPsCdkiAwLoFVpHqy2xexm3q+y1u91/u1VXcpKXwRfa3XIulrNE6CBAgQIAAAQLrFLBqAgQIECBAgAABAgQIECBAYPsCdrgBgUyVbWAbuYVd13XlVmSjdUR7JDpz2hlxXvext3+XYx/7jljH3toqY08lo52/XtZ4Ex+iKzXeA+VqArjrJ9lHQj1nPvTpqz74LRbTP3Fd497GymOJuYXfcbjvpffKlZ/HB5dv6l5gnzcsjrbx709sxIsAAQIECBAg8FdADQECBAgQIECAAAECBL5GoNZaaq1fs9/lbvSQD+m6Q57kb5m5s0isLHcDb1pZGhysfiYcvn/zOPONP1dvHM14KdfwE7nqQ+wis/c3Sjm0ze8zLuoDQx92/YGJTflegRrTXYu45EWAAAECBAgQIECAAIGPCpicAAECBAgQIECAAAECBJYrkAnF5a5u7Mq2lwB+VKTlDh9tP0W7CceY+kncqcebcKuGIkCAAAECBAgQIECAAAEC6xKwWgIECBAgQIAAAQKLFth28nMO+j6tGGwtn5bns8zT7UqNuD72Li5lRHHjdb/Fjc7rvnT+WPeru8lx4o6XjFfH0O8bBOyRAAECBAgQIECAAAECBAgQ2L6AHRIgQIAAAQIEPieQOatbs2cuaxi32m7xWu49jTKe318mfVs833uqHrn2jNvjbTcBnNnxYfSfed0w7sO0lo+V+YaJqDFui8c6Ptwq/6JgF/upfTzc7Usbth+/LPMtfim+lMa2PyVgXgIECBAgQIAAAQIECBAgQGD7AnZIgMCXCey7rtyKL+Ow3Y8KRH6qZFxaROZKsj7yWKVFnmfkeZZbj9xn+mT5/F5TMOP5nhd6tDxilDUi/yu+mQM8ROazzvvkun8i13ErWu9LI7VrGy8b1tht5pulxdix9J9OoL39pxvRSAQIEHhNQC8CBAgQIECAAAECBAgQIEBg+wJ2SIAAgQUIRELx5ioydXJq0HJbWZ4qN3pw3OMhyxp7PJ7H0cdfTy/lsfzmFyWAE2SO25g/LS3mGN+YBAgQIECAwGoFLJwAAQIECBAgQIAAAQIECBDYvoAdEliKQPdFab9Xzbtl5/Ty04AzXt1e6/cd74S8l23HSgIECBAgQIAAAQJvEDAFAQIECBAgQIAAAQIECBAgsH2BVe2wf9p060mz3GTGhTtzpfpCy9VXbTcBnI+5tzh97nk+BZwxx32LH5j8y4oWE0+Rf5Cwj/10fUw8+IXhTk/BH6/t4oci3yy5jox9bjfieFlBgAABAgQIECBAgMCPgCMCBAgQIECAAAECBAgQWLlArbXUej2Wtb3M4GRcWlUkePrqGt+zTZbnEZdW9uq6fbke/2I3mQ9sEaf9K/fdHzzwLd0O/Q+5uTiOHF1pcRjh+e/HPGI+5VvzuOQ9+YnMv2XcG7jbd+VW5Ij3xnD9rsAzb5i7g2lAgAABAgQIECBAgAABAqsVsHACBAgQIECAAAECBAgsXSDzWi2WvtZn15eJ22f7XGmfRINLOXKLQfVrh5MNdHl6CeDLLk/UJmG+AzKudJuhOp/CzZhhaEMSIECAAAECBAgQIECAAAECrwjoQ4AAAQIECBAgQOCjApmzmnMBmbWcc/zxY59/wu3fEdMo4++VWzW588zLneJW41mv5dozbk9yv8Xt/q72Hy/d3/bNWJzevO/NaW/G73wjzgkQIECAAAECBAgQIECAAIHtC9ghAQIECBAgQGC7Ai0PFuXYj0AejRRrKBmjB1rgAPtYU4s4HPHabgI4Pze7Rf/52amU283I4ykj32gR7U2f5ZTDn8bKtWecKiY9aInfSQc1GIHvFrB7AgQIECBAgAABAgQIECBAYPsCdkiAAAECBBYkkHmkjHzK71o8s9zIf/UJ11Ye++bQx8P3FW0NWR4SpbXbl2G8by1TzfSzl8sj5r0cxuVW57XZ47xue+dpN9uucvAWs01yNvC8P1X5H5ducTaxUwIECBB4WEBDAgQIECBAgAABAgQIECBAYPsCdkiAAIGlCmQu6VK8ut7zXNi+lNkeiCxf+hWm/ScPZzmO4DsSwL3R+VbzPKO/OOLb8IdnxDBPdc05c+0ZT3V8qPEufoZ3XS0ZpeRcxRcBAgQIECDwjIC2BAgQIECAAAECBAgQIECAwPYF7JDAVwlkvihj2Zve9TmuZa/x+uoy79fiSqvTpx9fuX6szlGOh4p1Csz5wzbn2OvUtmoCBAgQIECAwD0B1wkQIECAAAECBAgQIECAAIHtC3znDteeN1rW+mut/Ydrz/Fe2m4COB87j6iR6u+jdqXWeoz/jmWd0DTGaln3LCcc+dZQXeypq7tyiBJlRhflPqK71bW/1nXRro84zSfKI7ro1sW3Luqj1uuDAl1/H+J+Xik/uDRTEyBAgAABAgQI/BVQQ4AAAQIECBAgQIAAgc0I3Pv99LXr+/h9dsZmIL5+I5H/Ki0SI1KLmQdrkVUfjC7yfxk11rOL+LOUuB6Zs6iOdff7iMPxr2lGCNb4cYmxcm0ZcXh65XnGqeJwELnPRz56+0LPQ3/fnxGIO/RM8zW0jSRwyVjDWq2RAAECBAgQIECAAAECHxewAAIECBAgQIAAAQIECGxVYJAHW1zuKBeUcc0+r2Vcu/65+tonpOdZ2xcngHPrGWNvbI5RY5CMKIavjx3nWtq6nl9E/jFELbt42+3KUr/6Nc7zM7HULVsXAQIECBAgQIAAAQIECCxVwLoIECBAgAABAgQIbF4gc08Zn93op/NDtduVuo+YhWEXo7aIwxGvHGVEd11L2QdCZiIz4vCjr1d/8C71y31lfHRDq57c4gkQIECAAAECBAgQIECAAIHtC9ghAQIECBAgQOB7BC7lk6befebbrsXUc90eL1fxq0VWRLxD4de8L5xIAL+A9rdL3O0S0T53O8u/jd5Qk2+5R29ptmsR/bo8bkuMvbTDhZTtLzpauZBlWQaBawLqCRAgQIAAAQIECBAgQIAAge0L2CEBAgQIECAwuUDmqH6idl0ZxuTTnQ3YZcqsRVzrSuTPIodWW0TdvK99DH8r4vIDr1j1A600uSHQxbUWcbiIV7wzR60j95NvriwzRg2mMwECBL5MwHYJECBAgAABAgQIECBAgACB7QvYIQECBAh8g8AwSzY2+/ZOLwng0dp56zNGDzThAPkWzFubMWbYpe3r7148EfzXRA0BAgQIfFDA1AQIECBAgAABAgQIECBAgMD2BeyQAIGPC3wqP9SeBP44wJ0FjM0Q3hne5c8LZDL4fBWX6oZt2vVWDq85JkCAAAECBAgQuCSgjgABAgQIECBAgAABAgQIENi+gB1+UiAfXGzR1pG5rIx2fl7mtYzz+sfOX+95Z/wYuCu5lzi40/SVy1+UAM6PNM7ILWe8wrW+Pl2tpau7s8i6EnWD/dS0aef5ZkujKPfx5tvHtbOorb51maGM2cu9v+DoolHGtem7Ln58bsS1fu+q38faMq6t8946rvV7tP7e+K4TIECAAAECBAg8JKARAQIECBAgQIAAAQIECGxM4N7v2Te23QVtJxI/JSJSUyUi0iil6/aHiIqu/CtdlG3BNZJEGV3kufZ9lLKP7u16ieslxysx2K8oF79qpMUOUSNHtet71mh5jFJijj7KuK+2mrIrJaYcROT0sp16PaUAABAASURBVPLq8KeeV1vkhRg2C/G6wOmWvz6EngQIECBAgAABAgQIECCwUgHLJkCAAAECBAgQIECAAIHpBG7l3TJVOt1M90bKldxrM+Z6l9ntPsU8ZpTLfSWAL7s8UZu3v8Wxm4IAAQIECBAgQIAAAQIECBDYvoAdEiBAgAABAgQIECDwRoHIx3WR2uyf6n3jtCucKpRWuGpLJrBgAUsjQIAAAQIECBAgQIAAAQIEti9ghwQIECBAgAABAnMI5FO+GRfGvlJ9oeUsVTl9i1kmaB8vneXICSSARwL+dG9/dRCk+dcHPxccESDwPQJ2SoAAAQIECBAgQIAAAQIECGxfwA4JECBAgACB2QRairX9t26zbJNFLq4dvrFsKxqW000fo2bCN2O6QW/+V4QnnMZQBAgQIEBg6wL2R4AAAQIECBAgQIAAAQIECGxfwA4JECBA4BsFIk1b8pOnTzELQia7W4ybYDeu+5J651YylrQmayFAgAABAgS+QsAmCRAgQIAAAQIECBAgQIAAge0L2CEBAgsQyFxgxvxL6ZO+808zywzvEZpl6QYlQIAAAQIECBAg8HkBKyBAgAABAgQIECBAgAABAgS2L2CH8wt0JVOu88/z7Az9qj7z6dPPLvXUfsUJ4Fz6ME57Ohx07drhtPSfdp117dHpVrbrY8u4/fn53C3GDjd7/1hvaQbnZV6bfQGLmKDr4p+TByMXvI+2WU4Vu1pLRq211Po3ysxfbf/n09Ra+6pcW3/woW9tfdfKDy3LtAQIECBAgACBJqAkQIAAAQIECBAgQGDDAvn74Fux4a33W6u1Xvy9da2H+r6Rb7MJ5O/nM65NcO335q3+Wr/l12cur95YZstp3Wgy4tLpI55jCf1xjNXVstDUdCzuyisVr1xaSXXmKjMuLfda/aW2X1d3C+fWta+DsmECBAgQIECAAAECBAhcEFBFgAABAgQIECBAgAABAlMKTPwM3pRLW91Y608AN/J84jejnWcZ2fks3hYmIkCAAAECBAgQIECAAAECBLYvYIcECBAgQIAAAQIECBCYQSBTm/Xmc5qZ2s24Pfn9Frf7L+9qL7MvJT+Kuf+I4+Jr1QL5Lr8U791UfmTCvRldJ0CAAAECBAgQIECAAAECBLYvYIcECBAgQIAAAQIzCGR+r8/rRY5vdR+4PKFHpsQmGG5bCeCPJn3jnZlPILeY4OZ8doj8AbsW+e7LmHGFeS8z+h/ynOtSzDj/YOhM/mbUuMW3Pm9/0MXh9wnYMQECBAgQIECAAAECBAgQILB9ATskQIAAAQIE5hDo80GZk4rBIxdT+txQHM/w6mL8W5FP3/6KWEN/HuXUr1hK2UX6qx//WP6dI1O5w0iniDS7FMcBssfxcEtFbPz0VwLv2FfeonfMs5Q54l24lKW8aR2ZAH7TVKYhQGB1AhZMgAABAgQIECBAgAABAgQIbF/ADgkQIEBgdoFMaPb5vWXlofos4LKWdPdWbDQBfHffEzZIwrz1GRMOaygCBAgQIEBg+QJWSIAAAQIECBAgQIAAAQIECGxfwA4JEHiPQH7Kbml5t+mnzCd/nxk1M38Zz/QZ2zZ3n3F9nLyacb1FXrnfIluJDQq8+y07ljD/tCJjOE6eX4thO8cECBAgQIAAgekFjEiAAAECBAgQIECAAAECBAhsX8AO3ydQM3WVaZ+SB/PMm8NnPDJ6tqt1vrU8soZX2+xqraXW6/HqwG/rV0upu3qIGuVZlI19dfuuDKPE+a0Yfm747+Ow6v+S4lWgfNtnvNr/mX4xT1t8qdExI+r6z4C/VUbTka/86OeMHKbWXSnx/ioTfu27Lm5fV3KOSzHhVJsc6pLZM3XNf5M4C9hU871WLmCJlkCAAAECBF4V0I8AAQIECBAgQIAAgRUIXPu91KP1K9jiR5dYa41fmf+NXdRnfHRxoyY//GdGa+QlLsdhzzlFrbX/HX8eTx3tfXrtd95Tz/fR8fp8VeRgZlpEPvnbR4zfl/X6f2X4dD3a7EtX8jy6lTgt8Zb4iawcEbnbHPN8iMO7b1jbas7LGCHdzuPYNa4ejxQEnhbI5OvTnXQgQIAAAQIECBAgQIDAigUsnQABAgQIECBAgACBzQtkZu5SbH7jH9xgpJxqTfQPruHC1LVP/R4u1ChaxOG4V+y3ZLw6yp2+G04A59YyXpV7ot8Hmk72BvvA2k1JgAABAgQIECBAgAABAgRWKWDRBAgQIECAAAECBD4qkFm/FvMspD3lOs/od0bNp1n7hGtmwe60ffJyrxbDtv3F4ZMjvKt55jYzrs2X1zKuXT/U329xaOf7VYF85Lp/21xtsbwLud5cd8byVre2FVkvAQIECBAgQIAAAQIECBAgsH0BOyRAgAABAgQIfE4g8zqX4nMrmm/m+VOz88/wgM7Mi1hxAjiTlxn5hs8yo4G+e1u5hogaa2jRljJRmX+RsMspYrzX3xMxQIk1jnqmPBbw8VcKPBIfX6gFbF/ADkcItP+GxbVyxNC6EiBAgAABAgQIECBAgACBKQWMRYAAAQIEDgKZmujzLJlriWg5oWF5aDnx98zvtBgOnXXD8+ePM/80jOdHWFaP/G/2nkeuMG9dv888+WS090q+j/L4V87uUn4z64bx2OKzx2MtF9tq/Jt73NZy/hbjRpq/d64zZunf4fkP0/E8qtb36n9UY9nXyrjkRYAAgVkFDE6AAAECBAgQIECAAAECBAhsX8AOCRAgcCYwTEucXZr3NHM6LXKmdpxlnot7Annr7rXZyvUNJICv3YrcWsa161PV59ulxVRjzj1O+8eglXPPZ3wCBAgQILAxAdshQIAAAQIECBAgQIAAAQIEti9ghwSWJpDpqDetqX+WcGVppHzy9x7P8veVuc2MKzvp4lrGlcutOlq1Q+X3CLR/IVq5xp3nvzq3Yo17smYCBAgQIEBgDQLWSIAAAQIECBAgQIAAAQIECGxcoCul/2TeW2mIvLZxhjVuL29LxmrWPlOqbhMJ4K7rStf9O0Yt3T4j6vbvvMVxhzLj3mLid1b+1UJs6/TvTRu+1lpqvR6l77GP5hlR5CsH69dZ82yFkff1kZhma7UOnOK9Ns2oh1F2MXZGrfXifTy08n1ugX3c14y55zH+cwJ5T8bEc7NpTYAAAQIEHhLQiAABAgQIECBAgAABAgQ2L5Cps13pIpdyK0qJNpG42ZX/IhUTffq8S5QT+WTuIKPWOkv+4N6TsLH9kjHRdmYdJtfZR8zSlzVuSRxferXrl64N6uY7PL5P9vn+iWhlF8d91H247wfz5/Eg4nqJqLuu3Irp3omDpXz0sPvE7PFO+sS0D835EZCHVqYRAQIECBAgQIAAAQIE1iNgpQQIECBAgAABAgQIECBAYDqBOTN420sAT+d+f6S+RRJmAjijr3jLt3xTZLxlMpMQIECAAAECBAgQIECAAIFvFrB3AgQIECBAgAABAosTyLxUi6kWl5mnFlON+Z5x+lUnx3umW/wsmb1c/CKXvcB87Lp/W71vmTXmbHFx1lxPtCkZFxuonEDAEAQIECBAgAABAgQIECBAgMD2BeyQAAECBAgQILAMgZbdbGWuanic569G5pUuxavjzdOvfXxzlvPM8OFRM/c30RIkgCeBPP5Q5I1pMcm454NEQjfHP68+nec6ok3J8lS5wYP8B+2R2ODWbWkpAtZBgAABAgQIECBAgAABAgQIbF/ADgkQIECAwPsFMg90Hm0V+d+PbceTlZlTGsZw4Kwfnn/mOBO+fXxm+plnDeN2vy/OlKncYVxs9Kcye/ypVPGMQNyYPuGa5TP9xrTNJG/rn8dt7mNZo+zfLFG2Zpsr7yWAN7dhGyJAYDECFkKAAAECBAgQIECAAAECBAhsX8AOCRAg8G0CkVPK/FKf88q9x3l/nGWefzZyFcMkcH+cqaLPLmvi2TPnN82QEsCjHfPd1WL0YC8OkG/7Ydd23srhtTUeh2//k+ztusa7Z80ECBDYlIDNECBAgAABAgQIECBAgAABAtsXsEMCixbIXElG5E7esM4+J/yGeUzxiEAmiFvcbp/vkNstXF2hQPuhb+UKt/BnyVvay5/NqSBAgAABAgRWIGCJBAgQIECAAAECBAgQIECAwPYF1rPDfAjwUqxnB7dXKi902+f21c0ngLuuK7fiNs8zV+ONmJ+93uKZri+1Pc/w5/lxoPa0bJbHqtUVJ8dwLRmXd5B/eXIrLvdaTu0+3p8Z196j71rpcP6cM8+zFASWLLCrtdyK4osAAQIECEwnYCQCBAgQIECAAAECBAgQ2JhA/h78Vnxsuy0/MixLpvNaZD4o41Lyt9XdX32mkP7EoFvLvWTV8DjP54/IC+1iv7v/Somo9b+yi/iv/Fdq2ZWojDi8cg95VONbW2dfxvkLr4V2yfud8fjyUunx1lpeEci31ZVLqkcKsB0JqDsBAgQIECBAgAABAqMEdCZAgAABAgQIECBAgACB9wtkfuhSXF/JsPX1Vt9xRQL4lfv8q08StrfUrwsznuxK7Q4x4yQLGrr5tnJBS7MUAgQIECBAgAABAgQIENiugJ0RIECAAAECBAgQ+BqBloPJMjedZS279ohtWcJXV2qtfcy1mv7p4W6u0e+P+zP/LhpnRHF6Pf4U8HnP0xAOCCxLoMZyMqL48Mv0BAgQIECAAAECBAgQIECAwPYF7JAAAQIECBAgsDyBxxOAr619mIfJLGhX9pmRLIfj0pevjTyu13D+djxuxOX3znud8dpKJYBfc3t7r/z52h2f+s3jty/AhAQIpIAgQIAAAQIECBAgQIAAAQIEti9ghwQIECBAYGECmQjMuLSsTNqex6V21+qGfSPFG6f50G8XyaiMqClZZuTxtVHmq28J3/Nymhljm2UY04x6Y5Qa9/EYNcpd6QbzX0rbRvvTcJeuny7+Oni85a9uTggQIECAwLcJ2C8BAgQIECBAgAABAgQIECCwfQE7JECAwIIFImF4eXWRtS0tLre4XZt9hy26ODnEIfEbpx9/HdbTZ0sjafrx5Uy1gNzWxbEy8Ztx8eLdSgngu0R/Gxz+8qGULP9eVUOAAAECBAhsTsCGCBAgQIAAAQIECBAgQIAAge0L2CGBpQt0c6b1MgmckQhZHqIuJhl2WM8hOZfHuc75okZiNmO+GS6PvIt5M0rJe51x3i7rMs7rf5/fb/G7vTMCBAgQIECAAAECXyVgswQIECBAgAABAgQIECBAgMD2BezwXKBGRUYUw9eFquHleY9z8hbzzrT20b8+Adx1XbkVwxucf+SQMax713HOu6/70vXxrlk/O08X0+e+b0U0ufnKv84YEzcHn+DirtaSUWsttf6N8oGv/HmotX5gZlMSIECAAAECBBYnYEEECBAgQIAAAQIECBAgcEUgf5d8KfaRd8m40u1t1ZfWNqx720JenCgNMw5rLpHLysicVpY5aP4ev0WeTxG11EjKHKLEcem/aiRsMvqTsi8lclXlbV81ZmqMw3xvAAAQAElEQVQRhxO9cj8Zx+H+FMEQObk/1eMr8inuiF1EjSglU7U/sa+7knF9ovAvGddb5JUcMUtBgAABAgQIECBAgAABAgQInAQcECBAgAABAgQIECBAYCkC9Wwhed7i7NLo0xx39CATD7DENY3cYiTVS8bIYa51lwC+JnOp/ldd0PWZ+V+Vbzvp4r2e8bYJTUSAAAECBAgQIECAAAECBL5FwD4JECBAgAABAgQILE4gEkOlxVyLy4xkxs/4kQ37OfnoUdt7Kx9dzHJ28OiKp2j3nbueQu73+3+KEY2xcAHLI0CAAAECBAgQIECAAAECBLYvYIcECBAgQIAAgeUKZPJzjtVl0us8DvPc/7DhQ7v3fM/9Zzw6W2vbykf7fapdarcYtwYJ4If9dqV2hyhRPtxt0oa7GC0jCi8CBN4pYC4CBAgQIECAAAECBAgQIEBg+wJ2SIAAAQIEvlDgd+K3q105RInywJGfSJtxOFv698yjtWiJ3yyzbolrT/9pkr7D3S11t8M1Oh4K5PtgeO6YAAECBGYWMDwBAgQIECBAgAABAgQIECCwfQE7JECAwLcLZAIqIhLAkfoNjDjO75k7jdLrHQItEZzluPkkgE9+j1Pke712u/6J4HJ4/59GcUCAAAECBAhsSMBWCBAgQIAAAQIECBAgQIAAge0L2CEBAiHQZ78i93ssS5ZRvbBX5qczHl5W5PMebruhhrsN7eUjW+m6rnT7N2aBl/nz9hF7kxIgQIAAAQIE5hQwNgECBAgQIECAAAECBAgQILB9ATscCmQSqsWwfonHuc7zdV2qG7a5d33Y9nAcWcDDwcq+f3ECOLaeWf9TxJ3L4xL1cdheXVcjwZsRtzgSvZns7aP7V7qI1u495b7U2kXUU7xn3uXOEren3Irlrvywsn3XlYz+Dwni+Lw8tPKdAIFLAvmzcysu9VFHgAABAgQeFNCMAAECBAgQIECAAAECBO4I1PqTq6j153gXxxl3urt8RyANM2r9sa315/hO9ycu12jbIg4X8uq6feTh9qXsf8ehPnJlkRyqkdf7HbVEGu13lP3gPK/v4nzXdnmzrDXyg93NJou9+NgOF7v8EQu7dsPO68/Pz6ZsyYezaqcECBAgQIAAAQIECBAgsEoBiyZAgAABAgQIECBAgMC3CdSHN/x4y4eHXHTDrruTKFzo6r83AfznhpxTxHkXke0WGO0vGBa4NEsiQIAAAQIECBAgQIAAAQLrFLBqAgQIECBAgAABAl8rkKndYVyGyPzU7oM50Zw/4/LqtlCbucmMcXsZP8K4+T/XO9/Dt2b/4Jv31rJcm1+gi/dGi5xNECBAgAABAgQIECBAgAABAtsXsEMCBAgQIECAAIFIkJSM5Urczt9kcm8fi88yirNX65vl2aULpzlGjDUXx1zjHnfyvQngkjdtEHl+RCkLfPK3xvtsF+s6fJZ5W6hySoH8gc+YckxjrV7ABggQIECAAAECBAgQIECAAIHtC9ghAQIECBAgcEUg81PDuNJsturM2wzj8kSRROvzfFlmi1bmcSmn/ofTB7+3MQa5xBrHD/a+2izHyMj19mWbJ3tMl7adbqRclyCwAYF9LaXFBrZjCwQIvCygIwECBAgQIECAAAECBAgQILB9ATskQIAAgTUJtGTu7zW3JGor82oma3/O86hFXr08Tl5pEa37BG07X1cpAXz1fiVNxtUGLhAgQIAAAQJbFbAvAgQIECBAgAABAgQIECBAYPsCdkiAwMsCNXpmRDHrK58+fniCPwuKJO7Dnc8bxmDdJ/KEOWfG+XqeOx8/wnPzaU2AAAECBAgQIEBg0QIWR4AAAQIECBAgQIAAAQIECGxfwA43KPAn3xtJ3Je3Oabvy5NO1nH7CeDMzj8Sf0jz0fCMPxc+UpGPou/rvnR9fGQJq5w03R6NtsFd/APRotXNVe5qLRm11lLr3yi+CBAgQIAAAQIE3ilgLgIECBAgQIAAAQIECBAgQOCDAvnE7zByKe08j38ikjkl83gZrba2gygzBTo8j6qf1xNHMc4wz/hEz4tN21jlOG6Wv+Jir6crY/Sn++hAgAABAgQIECBAgAABAgQ2JmA7BAgQIECAAAECBAgQILAegUwAv2G1c00z17hHEgngI8TFYsGV7anWBS/R0ggQIECAAAECBAgQIECAwDoErJIAAQIECBAgQIAAgUUK5NO/w4Xlecaw7pHjfBa4RbbPMTLy+HJk6/WmUde78st3Qy2ByQQMRIAAAQIECBAgQIAAAQIECGxfwA4JECBAgAABAgSeF8gHWDOe7zmmR86YH/mc8fw4mdJ9vNdxruc6PT78xZa5rxYXGzxcKQH8MNUSGubtyljCWqyBwKYFbI4AAQIECBAgQIAAAQIECBDYvoAdEiBAgAABAncE2ifStvJO89GX2zzDspRDMrZ2WT4/RT7pm/FczzZXJGTrIJ4b5IHWOU+MXzIeaP5gE9nEB6E0I0CAAIFvEbBPAgQIECBAgAABAgQIECBAYPsCdkiAAAECrwhkYnb/1qdic5WZJI2yz+LmcUacz/qKOTLxO+sc54NnErjF+bXnziWAn/PSmgABAgQIENiygL0RIECAAAECBAgQIECAAAEC2xewQwIEXhaItOjLfUd3jMl3pZZdZqHL81+ZP25xv3dkubvd/WYLbbHelS8U1LIIECBAgAABAgTWKWDVBAgQIECAAAECBAgQIECAwPYF7HDpApHl7T/y+co68/KVS9NWRwJ42gHfOpoE8Fu5x042zWPfY1eh/3QC+64rGV2Ul2K6mYxEgAABAgQIECBwQ8AlAgQIECBAgAABAgQIEHhS4NLvtLMuf+ed8eRwmi9KIJOfVyKfis2Ybb2Z4e1K7fZ9lF//bdxa8uOnM16cvuTDw7fi77iRSs39tvjb4KWauqulj7ortdaXxrjVaXfromsECBAgQIAAAQIECBAgQGDbAnZHgAABAgQIECBAgAABAn8FMil5Kf623HRNt87dSQBfum8rqHv8M8pXsBlLJECAAAECBAgQIECAAAECnxAwJwECBAgQIECAAAECKxPI1GbG3MvO5Pc75jnfR86ZcV7/3Pn4EZ6bb1ut895va0d2U0qBQIAAAQIECBAgQIAAAQIECGxfwA4JECBAgAABAgTWKLCPRWdE8eQrP/r5yS6rbS4B/Oqtq/nmisgyowyO+/NXB77cL5/43XW7Uvu43EYtAQKjBQxAgAABAgQIECBAgAABAgQIbF/ADgkQIECAAIHFCuTTlxm7WGGLOOxfr30ecyZ+++jH+P0t82/D+H11hrPMIWZkXjGjP27z5H7b8bhyupHGrUNvAgQIECDwYQHTEyBAgAABAgQIECBAgAABAtsXsEMCBAgQWLZAJn8zLqyyz9TmA5nPJ4KzR4sLI2+uSgJ4c7fUhggQIECAAIGnBXQgQIAAAQIECBAgQIAAAQIEti9ghwQIbEQgU7nPbSVTyi1+91xaqjTXk/F7lc+ejR/h2Rm1J0DgqkCttdRar153gQABAgQIEJhewIgECBAgQIAAAQIECBAgQIDA9gXskMDv7EueZaRLK/P4d9R6/drvlss6kwBe1v24upr8bPJ93Zeuj6vNXFiZwC7+4ciotb6U+O0/7aAr5VpZFv7VdV25FQtfvuURIECAAAEC6xewAwIECBAgQIAAAQIECHytwK3fzT5y7WvhbHwlAvtY5yFqt488Sh5HQiVqD68aRY28W4nIchdlVA1e+XMQ6ZtBzQSHXaRmM0qUGcPjPJ9gihwiR89SECCwAIFa69OJ4BrrvhRR7UWAAAECBAgQIECAwFUBFwgQIECAAAECBAgQIEBgXQKZDckVtzKPn4lhAvixfrXUxxourJUE8PCGPHq8gHudTwRnPLrkMuFfDTw+p5aPChyeAj60zr8oORxd/3564vd6E1cIECBAgAABAgQIECBA4JqAegIECBAgQIAAAQIE1ieQibF8YjbLF1afuZU/3XK8P5Xrr5AAfvYe1uyQj4lnuZboFx2LbWUcev0R+HxF7T8O+dF1uJuPSmlHgAABAgQIECBAgAABAgR+BBwRIECAAAECBAisTWDGjEj9yfnl88GZW874jFCupcW4FUgAP+PXvwkS/lKnePPlXwm0uNRkdF3eroz7A3U1P6u8RSQWc3k1y6y731+L9wrkPyr7/bX3Vin5Vym/oviaWMBwBAgQIECAAAECBAgQIECAwPYF7JAAAQIECGxGoNZaar0em9lov5Ea3x/Lj0XDm6/a7SPn0qKL42zela7sSyZ+uzjNiOKNr5xxP+l802hNuqQ1DDbtTVjDjq1xXoFM/t776Of8563FvKsxOoFvE7BfAgQIECBAgAABAgQIECBAYPsCdkiAAAECBM4FMvHa4nCtTwJnMuZw+qbvuYacKvOPLfL89dhQAji3kvE6xqZ75pPJm97gc5trT9M+12u+1vXt/5jMtxcjEyBAYFUCFkuAAAECBAgQIECAAAECBAhsX8AOCRB4WSDzKS93XkXH3wma3G/GKpZ+Y5Eypjdwtnvp95v59X1ONc7rK9hKz1rv/yjm33+02Mq+7YMAAQIECHxSwNwECBAgQIAAAQIECBAgQIDA9gXskMB1gZbnauWh5e+zQ93avt/POi12R7n0YbxjoTlfPnr9jrkuzbEvXfcvorsbZf+vZORfKfRR9v3nmPfHXS1dJBxvRSm513tRLy1ykXWHfZeTQTl+ndefnx+bzVbsu65k5Mc/X4o2cdyyuGflJ9oF5aIF8t4O4/weL3rxFkeAAAECBLYtYHcECBAgQIAAAQIECLxBYPi7sUvHb1iCKTYm0JX4X/xe/fx3rZfON7b1t23nUp6k1b1tEX8mysfj9n9qH6j40+R3bizzZdmklhp5sX6f5TNftcYadj8xdhWZ4Rs7xmf75z3PeMcq3jXPO/ZijtULeDuu/hbaAAECBAgQIECAwEcETEqAAAECBAgQIECAAAEC6xJ4T0aknlB+jk5Vbz0YP//6E8ANPP8btxnt/JlyhW37v0K4+X7PW5uxws3NvuSu7LpDzD7VTBOcngieaXzDEiBAgAABAgQIECBAYJMCNkWAAAECBAgQIECAwC+BzDf9qjg72d3MRZ01XuPpr9xiLTXOayZhSv3AbmLOmL/084+bXoZwnJ/eqxLIf6UOsa9dySilK6vagsUSIECAAAECBAgQIECAAAECLwnoRIAAAQIECBAg8LzAPnKSz/eausd7FtFnkGKqCfKvrwHkAl7r+aeXBPAfkmVWRL6y7CLrX/u4tMa8lcO41Obxunxz34zHh1pEyy4Ah/F7URP+RP0e2NnyBT66wkv/XYph3UcXZ3ICBAgQIECAAAECBAgQILAdATshQIAAAQIEjgKRLinDyOp2nsfnuaFhXR5/JiIrWzIHNn722u1j/y26Usu+H7SL712cdX0Z3+Z61Zgvo5+3HbfJcp/teFw5jda4NehN4I0Chx/dQzI4pz2cxtdKCAAAEABJREFUexI4LQSBbxOwXwIECBAgQIAAAQIECBAgQGD7AnZIgAABAmMEMiE8pv+0fadLkB7WlTmiw1H7njUZ7XytpQTwWu/cvXV3cWsz7rX7kuv51yunrU7978NpYAcECBAgsBoBCyVAgAABAgQIECBAgAABAgS2L2CHBAjcFditKtuZCZ7If030NPBlnLnHvzzrT+008+coP2M6ui2Q76vbLVxdjED+izWMwcKyenD6c5gXWvzULv2orfi8XPq6rY8AAQIECHxKwLwECBAgQIAAAQIECBAgQIDA9gXscB6BbaXKlrab6dYjAfzU+38frT9Dlo/Y7+u+dH3EMk6vXE/GqeJwEO1KxPC/Jzo8LvtIF0bkk7G34jDY3++5noy/V5ZQ05Xa/Y78iOfDPvOHp8VwrV2cnEdULfyV9+BWLHz5lndHYPgze+n4TneXCRAgQIAAgb8CaggQIECAAAECBAgQeEJgH79nHRNPTKUpgYcEaqkPtdPoR+CQGymRNzlEPvGbUY5f+wHpeduL59HvQlYqahf1emAxuYvB5k89MheYcaqY9iA/vTejf4o51jA8nvD9HSNPu26jEVi+wKUf6OWv2goJECBAgAABAgQIEBgjoC8BAgQIECBAgAABAgQITCKQz9NNMpBB5hL47gTwFKqZmc+YMCv/yLLaU5+PtNWm9H9HMXRof7UyrPt77F+wvyZqCBAgQIAAAQIECBAgsEIBSyZAgAABAgQIECBAgMANgRrXhhGnq35JAD96+/KuX2pb96VklE8lC2P+klEm+2rJ5SwnG3RRAx3u1fUl5fVhXG/pCgECBAgQIECAAAECBAgQILBsAasjQIAAAQIECBD4EciPfM74qXHUBDIV2KLVvbfM3FTm/DLGzSwBfM0vk7rD+JVkvcQWN+VX+2sDj6nPeTMujZFvhmFcanO7LhO+fUSz2M3HUtox/chXLV39HfvTE9pdHHUxfkYUp1f+SOdJ1OfjwSXKPO1jeNxX+LZ+ATsgQIAAAQIECBAgQIAAAQIEti9ghwQIECBA4OsFukh/DOPrQS4AZFoo48KlN1VlHmofc2UZxQSva9nECYb+liHyhmRMd1Nuyv2ZJufOuNnr4Ys5/Hk83HlRDeNftEj1llOUF7+axovddSNAYIEClkSAAAECBAgQIECAAAECBAhsX8AOCRAgQOCSQEsGX7qm7lMCmYuKuTML3T9sejyPqldfEsCvyp36JWFGJhxPlW88yLkzppkyd3Ee04y8rFFSLGNZq7IaAgQIEJhdwAQECBAgQIAAAQIECBAgQIDA9gXskACBqwJ9jnF8fvHq+C6MEWg3ppWvjyUH9rrdZ3pmdnbmmXOKFjNP9Ybh84ck4w1TmYIAAQIECBBYtIDFESBAgAABAgQIECBAgAABAtsXsEMCBEqRAL72LuiCJqLW/0o9RS21ZnTHsg56x3G0Ly0GV6Y7zI96zsgRs8zI40uR1x6Jn761KyWjbOari/0copTuuKu8T7XsS8axqi9+Xy9xvfRftXT5eQj9cXyL+x/fvQgQIECAAAECBNYlYLUECBAgQIAAAQIECLwgsIvfh96KF4bUZUECtdZS699Y0BItZQKBzPsMY4Ih3zPELvJ0FyJTNhlXFvFSdY6X8VLnhXYKvYWuzLIIzCZQ74x87/qd7i4TIECAAAECBAgQILAgAUshQIAAAQIECBAgQIAAAQJrEhifp/rOBPCU9/j0xO/4m/HMsmrMm/FMn0fbrvIvQX5tLp/mzfhV6YQAAQIECBAgQIAAAQIEvk3AfgkQIECAAAECBJ4WqLX2TwY/3VGHVQjsIn2SsYrFXlhkrbtSa71wZQtVsa/I/5UJHkfebYHjo3uo+1IySvzEFF+fFch7cB5/V/RcTY4X9/i5TloTIECAAAECBAgQIECAAAECHxYwPQECBAgQIECAwF+BfeQYM/5eUfNxgUxJTbQICeBrkJnUzSiZ/GvRGl9ii7uS7Vu0phOV+VTuLrL+tY+JBt3UMOFfLsXYTeaYMUbe1/Ze6I+jzmuNAtZMgAABAgQIECBAgAABAgQIbF/ADgkQIECAAIGjQD5MOoxjtWIgkDm4jEHVfIeZY8q4mHOK7PxEM1/KZE409LcM05LDx0Tht2x7sfuM+9D/lEZ5Sgi/utjjGP0P4qtj6EeAwHIErIQAAQIECBAgQIAAAQIECBDYvoAdEiBAgMAtgZYMvtXGtfULSACPvodJmDFdVn70kr59gMjb5t3IGEeRI0R0eX/HjaQ3AQIECHxYwPQECBAgQIAAAQIECBAgQIDA9gXskAABAiME8vnCFiOGGdk1c1IZ44YZP8K4+fUmsHCBSAAvfIWWR4AAAQIECNwWcJUAAQIECBAgQIAAAQIECBDYvoAdEli/wHQ5KQnga++G/qnPR3je8xHQ+Uj+vu5L18e1Rb9S39Z/qexeGfAjfdpfZPTlHCs4vR/iPdEfTzPJrtbSotZaav0d5cu/uq4rt2LrPLX+fj/U+vt86/u3PwIECBAgMIGAIQgQIECAAAECBAgQIECAwCYFbv3uPK9tctPXN/XClUt5sVaX+bGMF4a91yVzTBFd2ZWMfZY1jvuoJfOBGbX+zgfU+vv83jSRzbrX5Iuvd1+8937rXw/QK/hGgAABAgQIECBAgMAaBayZAAECBAgQIECAAAECBAi8IvCe/Nics3xXAvjZe1wf6ZCEGQ81fmTAh9pk9j/jocZf1SjuQ8DsjlFKnJcxX9k/Y8wY+hIgQIAAAQIECBAgQIDAWwVMRoAAAQIECBAgQIDARYH+k1TnzDxenFXluwUyc/nuOZc9X+b66r6UjBJl8bU+gRp37hDDtb92nP8KZrzWWy8CBAgQIECAAAECBAgQIEDgvQJmI0CAAAECBAgQILBOgcxHZW4yY9wOJICHfqOSvpE57oKzxXDcyY5j/JIx2YCbGairtfzElNvKH7YY7/TeiB+6/jjqvNYkYK0ECBAgQIAAAQIECBAgQIDA9gXskAABAgQIEDgTaE/8tvLsstNFCGQuKvJPJctpFiSbeNExkVtcbPC5yunu/ef2MNvMkYQ/jt3FYcbx9MUisSMkfF/0043AUgSsgwABAgQIECBAgAABAgQIENi+gB0SIECAAIG1CkQuql96lpmfzLKvePmbBPDLdMeOpyd+I+N4rFJ8UiDvwzDGrOU4Tt7jMcPoS4AAAQKfEzAzAQIECBAgQIAAAQIECBAgsH0BOyRAgMAmBFrit5Wvb0oC+HW7z/TMnORnZl7RrImUMcWSpxpnirUYgwABAgQIEHhGQFsCBAgQIECAAAECBAgQIEBg+wJ2SIDAXwEJ4F8myZGPVv+qXNBJri1jQUv6lqX0TwHn+yOiP55m4/uuKy26OH42plnFeke557XenR1Wfm9/964fRvGdAAECBAh8pYBNEyBAgAABAgQIECBAYPMCu1pLRrnyde/3h/euXxlW9coE8j+XOYyVLf/ecl2/IhDZrCtXvrF6/BPV36hmzwQIECBAgAABAgQIEFiQgKUQIECAAAECBAgQIECAAIE1C4z/dNrvSACv+R5fWXuNZHXGlcuqJxPIHzI/JpNxGogAAQIECBAgQIAAAQJzChibAAECBAgQIECAAIGbAu1p4JuNXPyQQC2120XU0fPvRo/w7QPUfSkZJTKyxdcSBayJAAECBAgQIECAAAECBAgQ2L6AHRIgQIAAAQIECBAgcBCQAD44TPA9EsCZCG4xwYjDIfJp312f9d+VPB5ec0yAwFUBFwgQIECAAAECBAgQIECAAIHtC9ghAQIECBAgQGAdAi2PGGWN2JV9n/fL3F/Nx7Mn2sVuonG+eJh97D0jEsBx5LVNgfEP22/Txa4ILFvA6ggQIECAAAECBAgQIECAAIHtC9ghAQIECBAgcC4gAXwu8vR5EmZIET5Nt6IO7u6KbpalEiBAIAUEAQIECBAgQIAAAQIECBAgsH0BOyRAgMDGBPLTgDPGbiszl2PH2E5/Wb7t3Es7IUCAAAECBL5WwMYJECBAgAABAgQIECBAgACB7QvYIYHtCUyXqJQA/vXuyI9yfpUkbkoXfVv8Gnf8SX7s977uS9fH+PHWMkLXxZ5vxO191PB6LUqJ+xmRn7e+O366d40yoyzoq+u6citeWWqtYRbjvtJXHwIECBAgQIDAhwVMT4AAAQIECBAgQIDAGwV28bvEW/HGpZgqBM5/VxxVXhsWqLWWWv/Ghrc83Np6j495xBplRomylMgv9lHLvpY+xm4wRxw7hv4EFiwQPyllTCx4a5ZGgAABAgQIECBAgMBAwCEBAgQIECBAgAABAgQIECCQAttOAOcOX46kybgzQGbmM/ok4522E17OJ4IzJhxyVUPVNz+N28+3KqFxi82nnh9494+bRG8CBAgQIECAAAECBAhMJWAcAgQIECBAgAABAgR6gVprqbX2x759r4AcT7v3r/4s1H0pGSUyksXXkgSmXEsm27/uDn/dhqd8xxiLAAECBAgQIECAAAECBN4lYB4CBAgQIECAAAEC2xDIxEzkHUvGuB19bwI4k7bD+IX5CkvclF/jjbsxl3vnujIuX91ybf8EbhIfY+699gnfWkqW+XnrOV8eZ+Tx1mLom0//bmB/tkCAAAECBAgQIECAAAECBAhsX8AOCRAgQIAAAQIbEIjkV5+nzHKa7XxnNnEau+MomYXPmO6mHAe+XLxpmsuTf2/tN7BHvrtkfO9dtvPtCNgJAQIECBAgQIAAAQIECBAgsH0BOyRAgAABAlsROGah+qf1IueY5citSQCPBCwlCTPq6JEM8LxA/gxkPN/zuR7HH73nOm2gdb6rMzawFVsgQOBbBOyTAAECBAgQIECAAAECBAgQ2L6AHRIgQGCTAi0b1crXN5mZy9d76/l+Adm495ubkQABAgQIEFiFgEUSIECAAAECBAgQIECAAAEC2xewQwIHAQmzg8Pl79+bAO5i68Pon+RtSPt28EQZb7Rf4z3R9eGmua6Mhzv8aVhrLbX+xJ8GC6qosZZ8ujcjDi++umiUcfHiRJW1xiRtrG78X120oZZQpm0fg8V0scdaD3vO3WYMLi/qsNb66/1c6+/zRS3WYggQIECAAIE5BYxNgAABAgQIECBAgMACBXbx+7pbscAlWxIBAssWOK4ucwG7yA/89ydKn+/bHdstt8jcS8a+lpJ5rj5iuVmXEYejXssXGLW9JzpPofnEdJoSWIpA/NuylKVYBwECBAgQIECAAIEXBHQhQIAAAQIECBAgQIAAge8TyOzGpViPxPXUZO5r3D62mQAeZ/Jc7/bUbxl/M56ZuH9q8/o745mhtCVAgAABAgQIECBAgAABAusUsGoCBAgQIECAAAECXyYgP7TlG565xkzdZjlunznKuBG20vtVy7ovJaNsJxvbP2YeHlmWFX5ZMgECBAgQIECAAAECBAgQILB9ATskQIAAAQIECHyDQKRrvmGb9jixwPcmgDNpO8JlrucAABAASURBVIwSidwT7isskQD+Nd5psEkO8i86dt2u1D4mGfLPIJnw7SOuxG5KRhx+5tUs+/uS92YYH13ZZzzM+qiAdgQIECBAgAABAgQIECBAgMD2BeyQAAECBAh8jUAmgDNHdIqv2flrG601cmk11V7rP3uvlv9qZZ8Ha7NOt+5dG1L5qkBLTG4jKZm76JPA8R7ry1dZZu2Xq5x1AoMTILBKAYsmQIAAAQIECBAgQIAAAQIEti9ghwQIEPgygUiJRMqmtPiy3dvuiwISwFfhkibjaoNNXuj/Acl/TFpscpc2RYAAAQKbE7AhAgQIECBAgAABAgQIECBAYPsCdkiAQC8wzOX0Fb5tSCBzkxnjtjR+hHHzL7d3JEA/+xnIn6Pp/+GI6bOMYoGv5a5sgViWRIAAAQIENi9ggwQIECBAgAABAgQIECBAgMD2BeyQwPYFpst/SQBP9W7JD1/vP6c7SLuIqcY9jpMfx7yv+9L1caycuMgtZAyHzfNLsYsEedYP2056nIYRtf5X6p/Yldp/hvtu0inXOFittdR6Pda4J2smQIAAAQIECDwhoCkBAgQIECBAgAABAgQIENikQI1dZUTx5xUpmsgXlT7+XNxmxZ9dZd7sVvzpsJSKyH2VYZTMdbW4dsf/Lr7WejM/lCP+7aXmdYH8qXu998J61gWsJ9dwKRawNEsgQIAAAQIECBAgQOCDAqYmQIAAAQIECBAgQIAAAQIELglsKwF8aYcbrWt/1TDH9moksWu3KzUnmWMCYxIgQIAAAQIECBAgQIAAgTEC+hIgQIAAAQIECHy9QK315hOQXw80J0Cdc/DvHrv2ObrxBrvxQxhhewL3fnLj3dd/3HWWc+8+57gUf+dVQ4AAAQIECBAgQIAAAQIECGxfwA4JECBAgAABAgQ+I5DPDWbGZv+Z6b9g1qY7XlgCeFVvl7xdGeMX3f+QRp73p9yVrraICxenaG+8LLNBK/N44qjx5s4oOce1mHhOw61ZwNoJECBAgAABAgQIECBAgACB7QvYIQECBAgQIPABgZZLyqnzOEsxXiCzcbtIgdWuK7XbR3TjBz2OME028TiY4g0C0937FxbbJo8yn0HPETJJm5HHggABAh8RMCkBAgQIECBAgAABAgQIECCwfQE7JECAAIFPC+wjYxkZopJJ4Cw/vZ7tzH/UzNxbn3M7no/YoATwCLxD1ySM6CJKxqF21d/zfZX7ybi0kfgBv1StjgABAgQIvF3AhAQIECBAgAABAgQIECBAgMD2BeyQAAECXyHQlXwieFcyUTduwxvJWI5DuNg7k5wZFy9+sHKWNT056Pj33QcBTU2AAAECBAhsRcA+CBAgQIAAAQIECBAgQIAAge0LfP0OI4WTaZlhfL0JgLsC35sA7p9u3ZVa65Xoor67C/jeBvuYLiOKB1+1/t5f69Y/RR7bq+FQu2jTH5dSsyzxlY+YZ5SoKDlnRtT3r1pK9OkPo3/J6E8m/BZjdhmx/u5qTDifoU4CtdbSdXnfT1WLPch13orFLvxNC7tns1/JfX4Tl2kIECBAYF0CVkuAAAECBAgQIECAAAECZwK11shr/MTZZacrE8jf0p+iHtIy3aAcu53hWPeO21z5dGos4SeX1C7MV2525N7xwu7yY7aHGbkLTR6q2j3UaquN8idnq3ubbF+fRmo/AuflZBs0EAECBAgQIECAAAECqxKwWAIECBAgQIAAAQIECHyPwKezNH+kF7egPytcf0XNnNi4bWwjAfyqwXi/0j/92iVjRF++upjn+tX4Act4rpfWBA4C+d7p43B6+fsUPx+XR35bbXsC9m0TmogAAQIECBAgQIAAgXkFjE6AAAECBAgQIECAwC+B/F3/r4qJT+Yef+Llrny4SMxkrjEfyR65k8hajhxhbd3DruRHG2f0H208cgM5TkaJjOzIoXR/TUCv1wTyR2HYM9/BGf3HC8TFKT5iYDi+YwIECBAgQIAAAQIECBAgMEZAXwIECBAgQIAAAQKbFsgkzUQb/K4EcJ+onSutFXclx28x0Q1qw+RfWOwi61/7aLWvl/nHA7fi9ZH1XKJAvn9+xdki491b2vvh7NLSTx9aX3sSuJUPddKIAAECBAgQIECAAAECBAgQWIqAdRAgQIAAAQJHgV+/649f7teob3VxOPrVxmplDjg8znMxQuCUR8x8ZUSen4bLu3k6GXXwXQngE1WA9k//ZnmqfPEgx8iIn7IXR9CNwDsE8p+NFrfma4ngvrzVcAPXJITXfhOtnwABAgQIECBAgAABAgQIENi+gB0SIECAwLlA+11/lnmtlXksCKTAlyaAc+uCAIFvFWiJ3/Ny33Ul41td7JvAqgQslgABAgQIECBAgAABAgQIENi+gB0SIHBXIJ/OvdtoRIOd5x9H6L3SNVO3Ga/0/ekzfoSfsRwRILBggfw3ukVb5vl5q1cSIECAAIElC1gbAQIECBAgQIAAAQIECBAgsH0BO7wukL/bv3513iueNp7TdzrdL0sA53bz45rnvDnzjJ0fx7uv+9L1MX6O/IuQWzF+BiMsSSDfP78iFpf/BzGsi6rDa9+VXamlf38cajb9vdba76/WWnbHKL4IECBAgACBpQpYFwECBAgQIECAAAECBAgQ+GqB0+/1jwp5nof5m+7+9/rxy/8ss+6VyPEyWt99Dnw8yXHzdHc8n7HY7tBd6GWUKDOGx5GbmWrjOfpUYy1/nHjTL3+RVkiAAAECBAgQIECAAAECfwXUECBAgAABAgQIECBAgMAtgUzOZtxqM8k1+bZJGOccZN0J4DllHh47CTPe8iN1WlX+9UXGqcIBgScE8r2T8UQXTQkQIECAAAECBAgQIPA5ATMTIECAAAECBAgQINAL9E/hRgL2UlYqqktG33Cj39r+N7q9ybaVmcvJBjMQgXcKmIsAAQIECBAgQIAAAQIECBDYvoAdEiBAgAABAgS+WeBSove8LpO+fcSFfPgrY71m/U5i+dfKuLTZV+55H7vLiGLESwJ4BN7vrvlTFZz5Wd0Zvy9OdBbj5+eBTzBa/vDfigmmMASBOQWMTYAAAQIECBAgQIAAAQIECGxfwA4JECBAgMDXC0T2qbSnXvvyTCRThi3fc3Zppaf9jmLth7J2Xez/J8omn3HuYr+Z9M0yDid4ZUZxgmEM8TaB6e7925ZsIgIECEwrYDQCBAgQIECAAAECBAgQIEBg+wJ2SIAAAQK9QOSF+iRwnGQZxdVXSwRnebWRCwsUiJucq+oz/JEIzjLPR4QE8Ai8vms+7ZtR7v3Y9a19I0CAAAECBMYI6EuAAAECBAgQIECAAAECBAhsX8AOCRC4KpC5wYxLDbK+xaXrW6rb5j6PieAJnnKWAF7bu32mPHN7S62Nw3oJECBAgACB7xGwUwIECBAgQIAAAQIECBAgQGD7AnZIgMB4AQng8YZvHGEfc2VEMeErk78ZOfI2/2JiHFbXpc5xjDpTBv44vOL9Anl/a3Vf3y9vRgIECBAg8JSAxgQIECBAgAABAgQIECDwpECttdT6N54cRvMPCdSYNyOKX6/8eOeMVpltLuV2aq1rvP+xrdpHjU1mlHI4/12WEpf7KL4uCkgAX2RRSYAAAQIECBAgQIAAAQLLELAKAgQIECBAgAABAgQIELglkCnSW9fXdS13cyvWtZvXVpv7f61n67XOBHBb/ReXtSslo/giQIAAAQIECBAgQIAAAQJbFbAvAgQIECBAgAABAgQeEsiUYeaNWjzUSaOFCcRd7CJ1m483j1xZjDJyhG/vXvelZJTIyBZf7xB4zxx5P1u8Z0azECBAgAABAgQIECBAgAABAj8CjggQIECAAAECBB4TaNmMzBu2eKznEluddhOLu3Qc1Vt95XYn2psE8ESQJRPAmQhuMdm4h4HyLzZ2kfWvfRzqfJ9LIH/ChtGS/FGWiLzHc01t3HsCrhMgQIAAAQIECBAgQIAAAQLbF7BDAgQIECBA4EGBPpuRD45GPNhl4c36HcUab5Vxea2vzDFlZL4poz9um5nuJkoAN9OXy0gI5g0q+UZ8eRAdCRAgQOCugAYECBAgQIAAAQIECBAgQIDA9gXskAABAgReFcinf/eRQ8zy1TH024aABPDo+5iEGfETNXosAxAgQIAAAQIXBVQSIECAAAECBAgQIECAAAEC2xeww7cI1FpLrfUtc5nkvQLtUcVWvnd2s00jkDnHjHGjjR9h3Px6EyBAgAABAgQIELgp4CIBAgQIECBAgAABAgQIECCwfQE7vCIQufpM6F6LYa9o2p+2sj/52m/TKHRv/QTgadact1wCOBUmibgpXXC2mGTMn0Hycf193Zeuj5/6V49q/EuRkf1j5SUjVh/jl1+R178vUmMYIZP3tUSZ0R8vQ6Xr4p+eG7GMVVrFUgRqraXWQ+SadnGcpSBAgAABAgsWsDQCBAgQIECAAAECBAgQeFHA749fhFtIt0jjlFPU37mbzBkNoy058z676JRlqzsva63974nP6z98Ppi+xvG9iCY3X63/Ma+TuZ0/cXOA/mKttUQKpj+e7FvmmDLaeobHJdc9zUy582lGMsqqBaZ7S62aYbD4FGkxqHZIgAABAgQIECBAgMCbBExDgAABAgQIECBAgAABApHP/TKElpu5Vr6XI/+Q4r0zTjPbuhLA0+x52lEyM58xYVb+kQW2v+x4pO0rbfKvQzJe6asPAQIECBAgQIAAAQIECBAYJaAzAQIECBAgQIAAAQIPCcjlPMT0dY0kgMfe8rovJaN/EL+s4qslj7O8vOD8e5LYV8m43OITte+dMw1avHdmsxEgQIAAAQIECBAgQIAAgW8WsHcCBAgQIECAAIFvFmi5mWvlu2xy/siT5YPI75qyzzXGnBPk5ySAJ7tp8UbIRHCLycYdDpS3K2NY9/hxJnz7iC6x2v5tFIf9K/9CpHZdqd0+ouvrvvdb7n8Y+1LyvvY/cO24+HqvgNkIECBAgAABAgQIECBAgACB7QvYIQECBAgQIHBH4JDPKeVUlnI6Lpv4GuZnrh2/Y6M5d85zzAtlnigjqyaPnCvm+ZW5GzfJ69nEcfNuqHfekIy8OW/Y1shpsnufBK6l9OWvJefVqOj/1Yg9ZRmnXuXNH/BdfBEg8EvACQECBAgQIECAAAECBAgQILB9ATskQIAAgUcFIsXT5y2yzD6tzGMxlUDkzGZL+J6vMebKqszL5ZxZ5vmI+OIEcG49Y4TeZrse32illZvd6MMbm+Bn7eG5NCRAgACBgYBDAgQIECBAgAABAgQIECBAYPsCdkiAwMsC8hcv093pGGn17t15xJaXa+WdJd64/O6V31jKGy7FvXrDLPNOMfEeLg/Xals575aMToAAAQIECBC4JKCOAAECBAgQIECAAAECBAgQ2L6AHT4vMD49+Pycn+uRu8149wrWnSPbbgK4f0Q6P8Z4ECWOS245491vlCnmy/VnXB+r1lpq/Ylhy/wrkPzY56zL4138vNS5qsX5AAAQAElEQVRuX1pkfUZXain5Vw2tcVZ+VdQw+YldWsT7pkaZ0dusxKPrujKMlSzbMgkQIECAAAECBAgQIECAAAECBAgQIECAwCiBWuP3/Bdi1KAL6Jypmz6Oa8njPKzxrXYl8huHKOv4urPK4Yb6HUb7LKO499pFLnAQ6TSMe91/rsc4kR8qLX4uLPooVr3o9VncmwQe/HF502qWME2KtFjCeqyBAAECBAgQIECAwLcI2CcBAgQIECBAgAABAgQIvCKw/axG7vAVmRF9Igc9oveLXcfvcx0J4Bd5bnfLrWfcbnX/ao6RMf5m3J/rp0WNN1zGT83Yo9zD2DG22z+t33uHt2tpZwQIECBAgAABAgQIELgq4AIBAgQIECBAgAABAjcF+nxF5ohutnJxvEBmhd6dO4s5+yeNoxy5gXevfORyp+y+j8Eyovj6Vy3xb0UojH9DxSCTvz4zYIq0KKX/WIDPLMSsBAgQIECAAAECBAgQIEDgKwRskgABAgQIECBA4K/ApczNpbq/PdWME8gcUeQR34mdU45b9Kn3dhPAfYY8ttfKEsenbccNOx1PdRDvgDZXllMNexwn/6Ij/1u0NcbO42P1y0UXHvuIru5KVyMBHMsv+d/+jbopxi+r/urC5Cf2+d+TLvuoO0Tpz1e9wTUt3loJECBAgAABAgQIECBAgACB7QvYIQECBAgQIHBFINM3mbc5xZV2qqcW6I4D7kufF8rcUEYZ+ZVjZETeqWT0x23MvNvteFw5zIqOG2npvdt9Oq0zbljCns6/8+APy3cy3N11N93P3N25NCBAoAkoCRAgQIAAAQIECBAgQIAAge0L2CEBAgQI3BSIRE6mKFrcbOvihAIJn7nECYd841DfkwD+g5pbz/hz4bmKLsbI6J+efa7rYlrHe7iU2MdgQbuoyxhUffVh/mXNVwPYPAECBN4tYD4CBAgQIECAAAECBAgQIEBg+wJ2SIDA0wKZr8h4uqMOTwrUUvr835PdRjfPfF3GuIHGjzBu/vf1jvv0vsnWPhOsu3cQ0V0iDQgQIECAwKsC+hEgQIAAAQIECBAgQIAAAQLbF7DDFQt8RY7kE5ucbs7tJoDzM7OHcfy451prqfW/UmuWdTU/XfkRxPvYT9fHa8vOMWp37BvjlHbSMwwfY8+KfGtkHNt/VVGDpkU5PRudXPXkEF5peDp3sESBWuvpZ73W68dLXPsca+q6rrTI8fdxnqUgQIAAAQILErAUAgQIECBAgAABAgQIECBAIATqMaL49cpcT8avyhlOco6LEXNFhiS+j3qtqHPkyvJJ4BZjV34aJ8bNDFSeZ9lH3vWxExz65+iHI98JEBgIDH7IWtI8rw6P81wQIECAAAECBAgQIDCRgGEIECBAgAABAgQIECBAYOkCX5cmWemGl50AnvVdnlvPmHWS2QZvf3Xx8gT5FwU5yMsDbLlj/jRn/Ozx99O/WR/vnTTMQ0GAAAECBAgQIECAAAEC4wT0JkCAAAECBAgQIECAwBsE+nzP7xTQlVnzQcHIBV25uvTq9a58tGw+oJ4xcqD8GOCM8tC7ZeRkU3XPN+1hrJ+jw/nhe1fy46YzDuef+f7+WfMenkesIpAyV55X4uzw+nVyqPKdAAECBAgQIECAAAECBAgQeF5ADwIECBAgQIAAAQLLE8hEUOQRI0f0vrUd5ywx78hJt5sAzqczh9F/dnbTGg/XRvop46ZkIrjFz4UJj/J2ZbwyZPY7RmQz8/2aZ+0vHbIsfRJ7X7rDySuTrLhP3L/yE2lwiHL8MduVrh6i5PtqxTtdydItkwABAgQIECBAgAABAgQIENi+gB0SIECAAAECBGYVqJH6Gcbjk0XHvnHkFFvuL8u+bupvOVfMU7KcZuzMAU4z0tJH+WOWkBljF55jZPyZYOzAl/vPNE0mhMvpjdWVQ/Jzpsku72whtbHnX/8SxHms7PA9DrwIEHiDgCkIECBAgAABAgQIECBAgACB7QvYIQECBAgQWLJAZIZmS/ie7zvmyqo+PxU5xyzzfER8TwL4D1JuPePPhScrcoyMQwr1yc5vb56r7COfYs24uoK+1dWr33bh+KM32Hbe84xBlUMCBAgQGC9gBAIECBAgQIAAAQIECBAgQGD7AnZIgACBhwQiV9VlTJeP2UXCJ+P+9NPOe3++bBGLy6K0sj956dt0Yi9N/8ZOcZ/eONt8U720j9+dfp8dljr+rXQYZ6vfL5ltda/2RYAAAQIEPiVgXgIECBAgQIAAAQIECBAgQGD7Anb4pEAkKDKHcx5PjrLi5gHwkdV/at5pNrvdBHA+lj2Msh+IzbHteCPkE7UtBrNNd5h7yPgZsdZaav2JnyvtKPda+5N8YjwjT2r5V2r5XxzmePvSpVWc5at2tdT4lyQjz782jgZNMD36CJC+jOtx6EWAAAECBAgQIDBewAgECBAgQIAAAQIECBAgQOAtArVGDiTiLZONmCRTEKeoJfI4ZzFi7A92fWDq2GxksMopyktf53mcWnelRnS7Xel2Ocejw+4CfhCPdrvTrt3bfSwl0nKH+xt9Wn0cjnrFikf113mNAvnuKf23Na7+PWse8gyP3zO7WQgQIECAAAECBAh8kYCtEiBAgAABAgQIECBAgMA1ge9LUURGtLS4pvLG+hlvwPWhc//j9rjMBPC4PT3YO7ee8WDza826GCOjfzNeazR9fY13RcYrIz/2tol9lYxXZlh5n7SNLTzmFA29CBAgQIAAAQIECBAgQOA1Ab0IECBAgAABAgQIECBwVSAzNcOIBE7/gGOWVztNdCHnfXeerM2Z5bhtvHvl41a7xN750ckZ/RtuiQu8tqZ7b57DR0Nf6z1n/dLHzn9W8iOzM5a+VusjQIAAAQIECBAgQIAAAQJLFbAuAgQIECBAgAABAvcFWj6rz85E82EZp7O9cp7IlbXpZ5tnnoElgCdzjTdCJoJbTDbuYaB82nfX7Urt41B36/vp88LjjXnpuPRPLO9K6Z/ybWWc9q/YS19+z7f0PcXFbR/+O8mZ9D1EKd+ndBFm6krjESBAgAABAgQIECBAgAABAtsXsEMCBAgQIECAwIMCmY0ZxrBb1g/PpzxuY2cSeBBjp2h5xFaWGPs0Zj0djT3IzN/YMb68f96YjPZG2ABHy4RKcV68mYeE+jEhfLGFSgIEXhPQiwABAgQIECBAgAABAgQIENi+gB0SIECAAIFXBCIPl/mrU+4qzvvjLF8Z716fGDeTtPeaLfS6BPBCb8xnl1VLySxn/5TwZ1fyqdl38XOdcXX+Ln90Mq62cIEAAQIEnhHQlgABAgQIECBAgAABAgQIENi+gB0SIEBgNQKZK/tEHijnzBgHNX6EcfPrvUSBSH4ucVnvWlP8SL9rKvMQIECAAAECpRQIBAgQIECAAAECBAgQIECAwPYF7JDAYwKZpBrGea93ZXHmn6fW8znOz8/3/vj5FyWA82OaM3LLGY8jLaFlPpC7r8ePHX7g/udT8LeilPzhSY9htJ0+MEFrupGyix+yjF24pNvfbeV75hj9079/W6hZnkDXdeVWLG/FVkSAAAECBL5OwIYJECBAgAABAgQIECBAgACB7Qs8scPMX51Hdo/cVZ+fibL/BNthmdd/RxeXb8Xv1rfOIjeU87a41fSRa22cKGuJrFQuMsrSRy1TfcWqpxrKOOsSyB+eda3YagkQIECAAAECBAgQ2JKAvRAgQIAAAQIECBAgQIAAgVcEMlHa4pX+T/SZMZ1W+0T2PBMsKwH8hPdymiZhRn3rkvIPAjLmmzT3lDHfDOseOW0y1r0LqydAgAABAgQIECBAgMBHBExKgAABAgQIECBAgMBLAvkppn281HsrneZJmv7WybzfGvNAueZd/zzx7/04+xKBfOPe2mr7aOhbbaa9tq7R+KzrflktAQIECBAgQIAAAQIECCxFwDoIECBAgAABAgQeF7iUzblU9/iIa26Zid9hzLmXnCdyQQvCzgdDb0ct7XqmgefU+aKx4x3QBWeLWXYe40+Ws4/19mO1MbNsi843dTtWHgTih7wco2Z5qPV9MgEDESBAgAABAgQIECBAgAABAtsXsEMCBAgQIEDgSYHM5vRP/Ebqpi+f7L++5v2OY9nDMk7LESDLPO0j6vpyjm9t7MgJZV6oxRxT3RmzJXVzRX9jFyItIgEcY2WbYdYvqrwWL5B3be5F9v+C5EQZc0+20vHzB71PCK90/ZZNYFECFkOAAAECBAgQIECAAAECBAhsX8AOCRAgQOAlgUjVnKdCXxpnNZ2Gu83jawsPmEh9lj6utRlTH+P3uaAxY0zXN1ZTTongYDkdxxT9tbNSAjhAvM4Fju+cEuX5JecHgXzSu3+C+nDqOwECBAi8KKAbAQIECBAgQIAAAQIECBAgsH0BOyRAYDKB0zN8k41ooMsCkSPrc0GXry63NlO/Oxms5d6gKyuL99uVK9NV558KTDeakQgQIECAAAECFwVUEiBAgAABAgQIECBAgAABAtsXsEMC6xR4R0Lulswj819vs6u1llqvx62pF32tz8pnlrutMo8z9lExjDid5BVZ03wUvMUkY54P0tZ9Xv/3/PTody0XHwmP2ujUxmtlVPWv6NSX2//W/lKmdl3J2Jda9rH9Fj8C+d45Rv/e+rmy5KNaa6n1J5a8VmsjQIAAAQIEvkrAZgkQIECAAAECBAgQIECAAIEbAjWuZUTx69XyP78ql3sy28p+8jsl8jt/o0z2FbmhzAu1mGzc2wN1kdvp6i5yfDF/2ZWaEWuov6JGfTmLPtMVrcuGv7oN72301uCMJjQAAQIECBAgQIAAAQIvCOhCgAABAgQIECBAgAABAgRWIrCgdFoNskdjF21neuUSHhx+phX0Ke+5xv7wuO0vG+ZbRt67jPlmWPTIXbx/M66+idImY9G7sDgCBAgQIECAAAECBAgsS8BqCBAgQIAAAQIECBAg8JLAed4mzvscTpYvDXinU4673jzQeld+7bbk/Th9DPP+Wiv1CxL4zFLyTzaGcWkV+Wa6VJ91+d7KyGNBgAABAgQIECBAgAABAgQI3BNwnQABAgQIECBAgMA4gfO8zfn5uNF/984cUuSB5pzi94QPnB3XVLK83XzCBHAM1UX0nyqd5QdEMvFb4mbc3vNMV2O/uf8WE8+ST/zuYuzax/3Bs/2tuD/CllvkD8alyD3nfYzo/2okz1vk++oY/fus1StHCuhOgAABAgQIECBAgAABAgQIbF/ADgkQIECAAAECLwq0nE2WLw7xUrfMI2XHyA1lXqhFVr09ci2xjpJlTt7KPL4cmam9fOXZ2vtzPTviiPaJ0GLEMLp+qcAD/4h89Af9S2+LbW9QwJYIECBAgAABAgQIECBAgACB7QvYIQECBAgQGCvwQN5m7BR/+kfiM3NBf+o/URFr6adtZZ5kHnR4nnU/MV0C+GfMBRzltlosYDmWsEKB/MckY4VLt2QCBAisQcAaCRAgQIAAAQIE7wORnwAAEABJREFUCBAgQIAAge0L2CEBAgRWKxA5oi5zjUvewDsSwOGwZAJre0bAzXxGS1sCBAgQIEDgOQGtCRAgQIAAAQIECBAgQIAAge0L2OFEApGyyTTfeUw0+kqGyd1PvdSAvTnk4frh+82GL1/s+o90HjPD9b53U9e11lLrI9GVuutik/nIcUYex+k7X30m/u6WZlpR7DcfBW8x8SxdLWUfY3d93B8829+KPyPUWH//Rku/mOxPgy1V5P4eiS3t2V4IECBAgAABAosQsAgCBAgQIECAAAECBAgQIEDgAYGWtenLSGn8yfncGCOal0z73Iob3ae4NOEYvUCMl2UUk7x6oRgpc2KXo7eLFjVyj78i6yKmeHWxpVpzLZdGi4sl860Z7fqwba57eN7aHMq8ejjayvf02Mpe3rqPhMt466QfnCx/KG7FB5dmagIECBAgQIAAAQKbFLApAgQIECBAgAABAgQIEHhW4NXMzTYzIOca5+fP6t5un0ng2y3GXe0yA3x1iHF7mzEBnAsbZqUv7GCuqsjGl4wy4/bmWvuD47a/9HiwuWZPCeR7N+NGp3x/Zdxo4hIBAgQIECBAgAABAgQIHAUUBAgQIECAAAECBAgQGCUQeZsaUTJyoCxb5PnUkSn09eYZ17vyR+5j3vdH2mnzEYHlTZpvmPNY3iqtiAABAgQIECBAgAABAgQIrEnAWgkQIECAAAECBAisTyATwL9XPcwg/b4y1VnOkA/XZowbc9sJ4HE2T/aON0I+Edriyd6PNc/blXG/df4RxK24P8K3tcgfqkvRHNL9GHmPW7XyVQH9CBAgQIAAAQIECBAgQIAAge0L2CEBAgQIECBAYPUCt7JH02wuZ8ikb5bTjJgZrWlGMsp7BKa79+9Z7+pmCeBh5vz0UQKr24gFE1iwgKURIECAAAECBAgQIECAAAEC2xewQwIECBAgsB2ByB6V9p9n7ctJt5aj54BZTpMIlgBOT0HgXKD/6a1RmxHFn1f+6GT8uaCCAAECBG4JuEaAAAECBAgQIECAAAECBAhsX8AOCRAgQOAFgUwAZ7dW5vFrIYP1mtvnel3LR35uRSudOX94hnFpG9ewr9VfGkMdAQIECBAg0ASUBAgQIECAAAECBAgQIECAwPYF7JAAgccEas18U+aqsnysz6OtNp8ArrWWWn/iUZjn28UNqvtSWpQ5vvaxly7iHfuZY/1LGbOLhVyKqC619M/wZ5mnGfH+KWVfdqWL73F9eC2vCwIECBAgQIAAgXsCrhMgQIAAAQIECBAgQIAAAQILEqi1llr/xsglztC9xpgRtYtyW6/gL12/rdhf5KCm3N3mE8BTYhnrWwTyB+3SXvufwksX1BEgQIAAAQIECBAgcFXABQIECBAgQIAAAQIECBAgQOBcoJYaVS331MqomuD1mQTwBAv/9iHyDx0yvt1hvv3nD13GfDMYmQABAgQIECBAgAABApsXsEECBAgQIECAAAECBFYlUGsttdZVrfmdi02ZzM9l+c55n51LAvhZMe1HCyx/gPwrixbLX60VEiBAgAABAgQIECBAgACBJQpYEwECBAgQIECAAIE1C2Sm6M/6o3Lpyd9cswRwKkwScbu74GwxyZg/g+RfE+xi7NrHT/21oy6XcyOu9fuO+oAplyJ3nz+5EaVF1okJBQxFgAABAgQIECBAgAABAgQIbF/ADgkQIECAAAECqxT4k1877qLPKkXqKMtj1aKLyFguen0WR2AmgfwRHcbZNJlxz+gTwWfXnBIg8KKAbgQIECBAgAABAgQIECBAgMD2BeyQAAECBAhsRyByvqfNZFbpdLLwAwnghd8gy/uQQPsTj/5J4Q+twbQECBDYkoC9ECBAgAABAgQIECBAgAABAtsXsEMCBAhsXCCTwBlL3WY+25ghAbzUO2RdMwvk32wM49J05z/C5+eX+qgjQIAAAQIEzgWcEyBAgAABAgQIECBAgAABAtsXsEMCWxSodb7cUNd/Cm0bv5XTKK4/ARwedVfLtZiG6ZFRIplY96W0KNN+5QOp+xi76+P+2JndvxX3R9hyi7hX/Q/VeZl7rqUk9unJ33a+K/uo25Xss4+GLeLQi8D/2bvbxVR1JQCgief9X7mcGWzc1OI3Vgir12kghJBZ6Plxp7gJECBAgAABAgQIECBAgAABAv0LyJAAAQIECBDoR+AQJdKZqPVQakQmOgxDqVEmyu0WQ2xkRPPyK6b/nj9nPLvQzdmPdao6fJVplKhmZRxunm8Agd0JPPoh2x2QhAkQmAjYJECAAAECBAgQIECAAAECBPoXkCEBAgQI7FOglvq2xLPAXMb5swBcJj+vX1MBeMK5pc18SDVjS2ve1lrzw9Xi58p/PFn985A9AgQIENiXgGwJECBAgAABAgQIECBAgACB/gVkSIAAgT8SyLpUlm6zfe6SWcM6RD05Z3luhlWf9RWraxGbXgQeEohPxvhVz639eXJ+7Fr8PGKPAAECBAgQ2I+ATAkQIECAAAECBAgQIECAAIH+BWRIYFsC+fDoVxSxOisAf7LoG5pDcLZ4y/sh5i8Zb5l8R5PGvRofqT9vkyCKvvnnEWMBOPf/RXZn/OuxRYAAAQIECBAgsEsBSRMgQIAAAQIECBAgQIAAAQL9C7wjwxq1zGmU2D9dJ+tWp53ZjaxTnUcbmMXftt1pNTGxWrRUtQSmAvkhmsb02HQ7CsI/PnzTY7YJECBAgAABAgQIENibgHwJECBAgAABAgQIECBAgMBaBLLSNV1LFoEzOi0AT1N98/ZwKCWf+h2fKH3ztUxPgAABAgQIECBAgAABAgQIfErAdQkQIECAAAECBAgQ+JRA1uKystl9PS5LtxmvQb8+w2vXdzaBDwnkk73TOF/G+d9MnB9v+1oCBAgQIECAAAECBAgQIECgfwEZEiBAgAABAgQIfF5gidrNtDY0t/3JLB/PLzOYW3FnBeBMJ7/6+V+qtdZS6+X4N3ILW5lbxhbWuuY15sdhLnLNdfJEd2yXjHxfRXdsjn9cksNWErXWUuvlWMky+12GzAgQIECAAAECBAgQIECAAIH+BWRIgACBjQrUevn/O661bjQryyaQ793zuFdlrjY013fvfE+MG59kjrpTa0tsnyLz+jlnjeVN4xD7GW3UtG71Y1wboCVA4FwgP2gZ5/32CRAgUAoDAgQIECBAgAABAgQIECBAoH8BGRIgQIDAGgWydtNijev7/JqyrPz5VWxyBUmX8ZnFtyr+Z66+l6sOe0lUngQIECDwmIDRBAgQIECAAAECBAgQIECAQP8CMiRAYDUCrdjb2kcWlrWeFo+ct+2xn6tgbtvN6rsWaP8haG3XyUqOAAECBAgQeEjAYAIECBAgQIAAAQIECBAgQKB/ARmuT6AVf1vt5nc71KG0KOX38WPf+jL7t6Jc81fsZkQz8/oKhoyZQz+6FIB/cFzbSappXBu7/LF4z5bDcCh1jNvz53d+X4vbM/Q8Ij4dZS4y5/hwJXaJNncnkd0Zky6bBAgQIECAAAECexKQKwECBAgQIECAAAECBAgQIPBBgazd/I7bRd/pOefLn6kXnQ95+36uL4u+Q9QBy68o3z9Z9/vevNkcbo4wgECXAucf6EtJDnEgP3TReBEgQIAAAQIECBAgsFsBiRMgQIAAAQIECBAgQIDAugXyydgWx5VGjSef7JvGzAOA5cdDg+UDP7HO8arR1qhJ5XrH/TKurEx+sgicMema3VQAnmW5o3M4lDLgu0PKEAIECBAgQIAAAQIECBAgsGUBaydAgAABAgQIECBAgMAfCEQBeLxKa8edp36pYD7F1sNJ+QTsNI/cz5j29bydH55pnOd6y+J8vH0CBAgQIECAAAECBAgQIECgPwEZESBAgAABAgQIrFug1XpeWWWbY9q+Mt9y5+aKnpmtswLwVxg8llKttdR6Lf6L4xlnYw5DqRGHWktGefNPPs79Vb/KMMbti9Wh/PqO8GlfHC2lTKzyAqVGXxpOI7q6ewVOmYtMNAzGJ7ujHT2yPTolUUaOEjsXkD4BAgQIECBAgAABAgQIECDQv4AMCRAgQIAAgZNArbXUWsvhEBFtWcVP1Hqi+FWj5vNVaqxoGrGbfVnYmUb25aFTxBxxfpmN06A/22iraRfMpbftSPVU+2t9l9pjZevSUf0Edi3Q/kOxawTJEyBwJmCXAAECBAgQIECAAAECBAgQ6F9AhgQIECCwRYG5uk7ra+0W83p8zR0XgDO1jMdRHjmjHmrJeOScJcZmxT9jibnMQYAAAQIECNwlYBABAgQIECBAgAABAgQIECDQv4AMCRAg8DGBGlfOiOal1/srpC8tz8nvEcgHyL9i6oxovAgQIECAAAECBG4IOEyAAAECBAgQIECAAAECBAj0LyBDAn0IbLgAnMXLjLli5utp5dO11+Iztz/zynj26s0q22fn6OG8/NuJe+Jnru271X/22iNAgAABAgQIEOheQIIECBAgQIAAAQIECBAgQIBA/wJ/nGFWqg5Rsmv1p9xfagmvVBOXWsOL84TMizNs7/Rn3wLfVuM7KYrn2W4v+YVWnIbXYqHLmIYAAQIECBAgQIAAgU0LWDwBAgQIECBAgAABAgQIbEUg62AZW1nvhXUukEIHBeALOCVTy7h0/On+FZyYhcvMLeOZ5bR3TmufmcM5BAgQIECAAAECBAgQIECgawHJESBAgAABAgQIECCwaoGol+XX+Z7WmHWvFqfOTW3kE8HPVv+miS4xx3S+brfz7bLO5OLNfXFh145dPGknB/KOXotLDPoJECBAgAABAgQIECBAgACB/gVkSIAAAQIECBAgQOCPBbJstdAlOyoAfwVJRqaUEbsLvdI7I2fPb03OWGjql6cZai1DPVwIBeB54Lyb98TPs4fgzPjZa29XApIlQIAAAQIECBAgQIAAAQIE+heQIQECBAgQIPBxgazH/I6sic1EqSUqZWV8ejbKP9mWnf8sWyndOeZ20o9K5rjY1o47fhEgQIDAFQGHCBAgQIAAAQIECBAgQIAAgf4FZEiAAAECaxfI2laLttbcz+2o/mYjoiAOYX8C459MRO0/2/1lL2MCBAgQIPCogPEECBAgQIAAAQIECBAgQIBA/wIyJEBgcwJZ+M3IhWfxt0XubzBaKgssPaqAC8xiio0ILPjO2UjGlkmAAAECBAgQeE3A2QQIECBAgAABAgQIECBAgED/AjLcjkAr8rZ2Oyu/Z6VfUcr7umfgjTEKwDeA+joc7xoPfT99S2v8tyTj6QmcSIAAAQIECBAgsC0BqyVAgAABAgQIECBAgAABAgRWJBCFmjIXucSsgbXI/QfiQ0Mzkyz45hf2jtHWkWm07SdbBeAn4ZxGgAABAgQIECBAgAABAv0KyIwAAQIECBAgQIAAAQIEtiawQOX0wylnUTjj1WUoAN8hmG+XWspp5FiFj85sT502CBAgQIAAAQIECBAgQIAAgR4E5ECAAAECBAgQIECAwLrzVNkAABAASURBVGYFooBXMjabwCILVwBehNEk2xfIv6fIuJSJfgIECBAgQIAAAQIECBAgQKB/ARkSIECAAAECBAhsSyBrOxnbWvW7V6sAfEE4/63XHxHjEmvbT/3mB2CJfzo6MLp6hUu72eNfheRfhmT8TDLvfcbPXnu7EJAkAQIECBAgQIAAAQIECBAg0L+ADAkQIEBgVwK11lLr5dgVxkyytf60mRmygq7v+k6JttRYT4vY3Pkra5o7J9hT+vkB2FO+z+aa/4F49lznESDQm4B8CBAgQIAAAQIECBAgQIAAgf4FZEiAAAECPQio77S7qADcJG60+YDojSEOEyBAgAABAn0JyIYAAQIECBAgQIAAAQIECBDoX0CGBAgQOAlkPTDj1PHHG1nCznj1sgrArwpu6vwl3jKbSthiCRAgQIAAAQJPCjiNAAECBAgQIECAAAECBAgQ6F9AhgT6FFAAfuC+ZsU/44FTVjY0C8Bu+bM3Je99xrPnO48AAQIECBAgQGAjApZJgAABAgQIECBAgAABAgQI9C8QGWbdZxrR9WevsWo3lHK6flnuRzVwOcsNzZRvqQ0t11IJECBAgAABAgQIECDwRwIuQ4AAAQIECBAgQIAAAQIEPioQReFXr68AfFvw14hTJX6BG/Br8j/pyAJw3vqMP7mgixAgQIAAAQIECBAgQIAAgbULWB8BAgQIECBAgAABAp0LtBrfrTTvHXdrnkePH6L2uET1bok5Hl278asSyGLwqha0gsXEp6u0WMFyLIEAAQIECBAgQIAAAQIECBB4s4DpCRAgQIAAAQIEti+QtZ0NZ7Hg8hWAb74PvmLEpVjwTsRVPvPKAnC+DS7FZ1b13qtmzi3ySrE9fMep8Jv3tkWOKeU05Ljr9x4E5EiAAAECBAgQIECAAAECBAj0LyBDAgQIECBAYKMCrbYTbWk1nWz/pdOe5G1tO3K+3/pbu/WaUFb9Wi7ahwV+vokePt0JHxTI/xhML5/7GdM+2wQI7FlA7gQIECBAgAABAgQIECBAgED/AjIkQIAAga0LZG0nY+t5LLt+BeBlPc22CYEs3GdsYrEWSYAAAQJ/L+CKBAgQIECAAAECBAgQIECAQP8CMiRAoEOBW0/2ZmE0Y5WpL1jHXm2Oq4RfzaKyeJlfS53taha1gYWk13lsYNmWSIAAAQIECPyhgEsRIECAAAECBAgQIECAAAEC/QvIcK8CWV3LWGv+X1EEXmJ9CsBrvcOz68pbnpFFzBzQ2twW1wXSai6unzU9euuvRqZjbRMgQIAAAQIECGxQwJIJECBAgAABAgQIECBAgACBTQm02k1rzxff/i3f1o7HV/Irq1ZZ8G1ry/1xaVEEHtsXfikAv4D3uVNPb4FYwrQgHLteNwTSLiL/S1CiHePGKQ4TIECAAAECBAgQINC9gAQJECBAgAABAgQIECBAoH+BVmxdZ6Z1rFoN5fUKsALw5Tu8oSPDhtb66aXmhyYiP+HjByi2P70k1ydAgAABAgQIECBAgACBTwq4NgECBAgQIECAAAEC3QhkzWwo+RxgxrbSyppVlm6zfW3lOctrMzi7c4Frb7Jrx9bMkutucWmd+gkQIECAAAECBAgQIECAAIH+BWRIgAABAgQIECDQj8Cw0VSyZrXs0hWAl/Vc3Wz5oOu1uL3gfNPl22Qu8tjtGdYxItfa4rkVNcfnznbWpgQslgABAgQIECBAgAABAgQIEOhfQIYECBAgQIDAxgRanaeWGkWbjDJ+22uJnyj+1ojxS5Rj9/uVXXPxffhjTT3UcoioNXKph1Lrf6WObW4fSjn8dz1KjLkSebT42bpA3XoCf7R+Tn8E7TIENi1g8QQIECBAgAABAgQIECBAgED/AjIkQIAAga0KZK1nGlvNY7ruzGe637az/1K0MfOtAvC8y8p782a3JeYtnO63fu28QFpNY36UXgIECBDYpYCkCRAgQIAAAQIECBAgQIAAgf4FZEiAAIEVCkxrV237+WVm9fD5s50ZAl8Rvx8pj06v1Qm0+zRtV7dICyJAgAABAgQ+IuCiBAgQIECAAAECBAgQIECAQP8CMty+wLTGk9vbz+hfBq3wm+2/3me2FICfUft1Tr7BImoUg1v8GrNER96ujCXm2tsccX/G730/b+93aN8Rf/8ZRhIgQIAAAQIECGxCwCIJECBAgAABAgQIECBAgACBDQic13jafi49iqZDRMnI/ZnYUZdq4ss3u725sn15MhO8XSDvU0RWc08F4bdf1AUIECBAgAABAgQIEFipgGURIECAAAECBAgQIEBgLwJRHRkrI/3mq/jb7q0CcJP41z641f/H5UGQlQ/PD3/E6a9AYnvlK7Y8AgQIECBAgAABAgQIEHiLgEkJECBAgAABAgQI7EZgrGZFSSTLIxn9Jh5Jegq4KAC//A7/90bKrZenM8EfCOSdanF+OfsECBAgQIAAAQIECBAgQIBA/wIyJECAAAECBAjsRyCLv/1mm9llbC/D+sZCtQLwi++HOsTtiTjETarx/jpF+YqerxdnPz8958s477+8X2us7IW4PPPWjtRYcIvYfOIVt7lkPHGqU7YiYJ0ECBAgQIAAAQIECBAgQIBA/wIyJECAAAECOxKI0tVY2+izvhHZtcJcaTWgbDdyg2stwxA5vGG5hzfMuc8p33N/9mn5tqw39KF/m4GJCRC4JKCfAAECBAgQIECAAAECBAgQ6F9AhgQIECDQs8C26kBR/33bzVAAfhutidcpkB/+aaxzlVZFgAABAn8q4GIECBAgQIAAAQIECBAgQIBA/wIyJLB7gT6fAt79bZ0FUACeZXmtMz9ALV6b6Z6z8yuhPX58j1Qp6XQe951pFAECBAgQINCrgLwIECBAgAABAgQIECBAgACB/gX2k6EqyH7u9bVMFYCv6Tx4rBV9px+uB6e4MTxvV8b5sLxiFoJb5P75mL3vp8lc3O9y+hr5+08xkgABAgQIECBAYM0C1kaAAAECBAgQIECAAAECBDoSGKsgtZRTvep7u6WYdY62vat2h8nOVRN3yLBcyr8+XMtNfWGm8Ypnx7LvrMvut0DaRIz/lYu2ZHwf0hAgQIAAAQIECBAgsBsBiRIgQIAAAQIECBAgQIAAgV4FFID/3dmNbtVYd0Y0XncIpFVE/vlLiXaMO04zhAABAgQIECBAgAABAgR6EZAHAQIECBAgQIAAgd0K5PNxGX0ARJ0n6z2Dcuf5/SRyLtLFfrzhu8jjXUmkT4t2DS0BAgQIECBAgAABAgQIECDQv4AMCRAgQIAAAQL9COR3nE6jn8weySTrPY+M38fYQ6211Ho59sGwlSzbv/Gb6z1+pGvNe3eIe/jfzyixH5Ejr8X4hxH19/fBt/5yOJS5GA61jP3XJl/VsRqraRGbT7xOJk+c65SVC1geAQIECBAgQIAAAQIECBAg0L+ADAkQIECAQEcCrWZx3t5KsY2/NW6dx1udZ9quc6VvX9WF+t1Yu4tjUd17+xJc4M8E2hv+zy64sQulz8aWbLkECLxdwAUIECBAgAABAgQIECBAgACB/gVkSIAAAQK9CGStp0UvOS2fhwLwwqbjW24oJb8/fYzyrp/xSjF5tmW8XvFzh0B6TeOOUwwhQIAAgV4F5EWAAAECBAgQIECAAAECBAj0LyBDAgS6FZjWe3K720QfTkwB+GGy2yfkW6zF7dFLjojKc/mOsfqc20vOv/W50uM8tp6T9RMgQIAAAQLPCTiLAAECBAgQIECAAAECBAgQ6F9Ahv0JXKrztP7+Mn4mIwXgZ9QunPP+mmverowyPvHbrpdticJvHYboH0pu/4vY9QqBc5e2H4fufKVzxp3DDSNAgAABAgQIEFirgHURIECAAAECBAgQIECAAAECGxRotZ1b7XdqO26O1cQdA/Sb+vTN32+Wj2f27TJWcr+3H5/EGQQIECBAgAABAgQIbFTAsgkQIECAAAECBAgQIECAQO8CHRWAM5WMh29ZFyfsN/NHb9/3l3MP323J9tE5jCdAgAABAgQIECBAgACBDQpYMgECBAgQIECAAAECBHYh0EHdUAFvF+/URZPM90yLRSc2GQECBAgQIECAAAECBAgQILBKAYsiQIAAAQIECBDoU8C3vc7d15sF4FprqfXxOHyfM3fRZfpy6Rk1pss2mg+/8qHSjPct4yumziglr5MRHePr2Dtulvx24xbHHr9LyfdJi/LUT3pnPHWyk9YpYFUECBAgQIAAAQIECBAgQIBA/wIyJECAAAECBDoViOLvqSDWakDZdpruA2mto3L6wIINJfC8gA/983bOJNCfgIwIECBAgAABAgQIECBAgACB/gVkSIAAAQJ7ElAHane7owJwppLRUuu7Pf1Bw8U0803e4uKgHR5oJq3dIYGUCRAgQIAAAQIECBAgQIAAAQIECBAg0L+ADAkQILBbgf1UTHd0i/Nrio+RRc4dJX4z1SFGnEd0eREgQIAAAQI7EpAqAQIECBAgQIAAAQIECBAg0L+ADAnsW0ABeMH7f/up3OcvlnMfhkOpY8zNU8tQj1FKFn4zip+TwHnht+2fBtzcyHuQcXOgAQQIECBAgAABAusUsCoCBAgQIECAAAECBAgQIECgfwEZlgODngSy6FvLVxSCv2Lzq6fUFsvlu/A7VnK/txeb20QECBAgQIAAAQIECKxVwLoIECBAgAABAgQIECBAgMBeBPZcAO77Hg9RAR6fBO47zcez+3Y5+eT+47M4gwABAgQIECBAgAABAgQ2I2ChBAgQIECAAAECBAh0KRA1nqz3DEuWO2POsb6W7XbRlhTZrkJvK88HW3vLadF88kPbYtGJTUaAAAECBAgQIECAAAECBAisSsBiCBAgQIAAAQIE+hbIes/SGb5jzqXXeH2+TReAa62l1kOpNdv5uJ7+skfHPzKoy87ZZsu5v+pXGcZovSX26yla7yE2DmUoGbHpNQrkjWkxdjz8K+9BxsMnOmF9AlZEgAABAgQIECBAgAABAgQI9C8gQwIECBAgQKAzgVbn+Vcby7rNazGdq21vny1rhdvPYvcZ5Bt+9wh3AHC6A8kQAt0LSJAAAQIECBAgQIAAAQIECBDoX0CGBAgQINCrQNZ6WiyVY5sv26Xm/Ow8CsCf9X/66u2vGY4T3P7O53p7yHGq7n/nh7eWGoAZ3acrQQIECBCYCtgmQIAAAQIECBAgQIAAAQIE+heQIQECuxGokek0shiWEd3PvqJ+VDKePX8l5ykAr+RGPL+MfCPPxfMz9n9m+49B/5nKkAABAgQIEGgCWgIECBAgQIAAAQIECBAgQKB/ARnuTyBrPpn1ea0s++6Jdn6OjTnqd+TuhkMBeMGb9/73RN6ujOmi441YfkcdhtLWk22ekW1Gbu8tMu9pPJN/O/+Zc51DgAABAgQIECDwQQGXJkCAAAECBAgQIECAAAECBDoVGCKv7/hRL4vu2VcWfFtEze30tO/5HLMnb6YzMtvMWi10VmD7C/w8AAAQAElEQVT6hpwdMNP5zDkz0+giQIAAAQIECBAgQIDAygUsjwABAgQIECBAgAABAgT2IPBd+8qn+U6F4Et5twLw3PHvecY55o5vo6/TAnDenK+4AxnR/Hx1ttfepNleTu2QJOPh3DiP8YBfBAgQIECAAAECBAgQIECgJwG5ECBAgAABAgQIECCwG4Gsk0WMT/RGWzJ2k/yvRDsuAP/KtdOOfANnnKc315eF3/Nxe9uXLwECBAgQIECAAAECBAgQINC/gAwJECBAgAABAgT2J5C1sRb7y36a8YYLwHPFzOz73FO/+UcFGVPgZbczt4ycNXMdyr9/67fGdou8rTUGZUQTr6/JI++5eW/EqV288r5M45mk2vnPnOuclQhYBgECBAgQIECAAAECBAgQINC/gAwJECBAgACBHQlkLazFNO3WN9dOxmXBbNy9MW4cs51fWSnczmpvrnS4OaLvAe3N2XeWsiNAgMAzAs4hQIAAAQIECBAgQIAAAQIE+heQIQECBAjsUSDrY3N5Z/95zI1rfdOxrW+b7aYLwLXWEq+VygftEPGm1dUhco8opZbXf/ZXOE+6jNftzECAAAECGxCwRAIECBAgQIAAAQIECBAgQKB/ARkSILBrgayXncd+Qd5XofyIad7Yj1z490U/UlPNiw5lqP/i98LOe47nlPJoez6PfQIECBAgQIDAGgWsiQABAgQIECBAgAABAgQIEOhfQIYEUiDrhC1yf7/RYQH4UynVUofDGCXapd9SNeqzh5j3eI252adF3xhcWrSxNTZaxObp1cY92p4m2M1G3oOM3SQsUQIECBAgQIDA1gWsnwABAgQIECBAgAABAgQIEOhfQIa/BA6/enRsXuAr67zfBeDj08AtpfFA24k2ir5Z0cwYx0eXFwECBAgQIECAAAECBDoQkAIBAgQIECBAgAABAgQIENirwJ4KwC/e40epcnzGi5d96+lREB6+o0T71muZnAABAgQIECBAgAABAgQI/ImAixAgQIAAAQIECBAgQGDXAmuvUK7k5rTiaGvPl3Wp/3zcp/eHyQJyOyPXnjE51OWmpAgQIECAAAECBAgQIECAAIH+BWRIgAABAgQIECBAgEBnBeAsaH4tdFeTpkUrkGabfdNL5H721/FLlHMFx6O5jozj3qu/80Hdr/pVhjH+zfZV/v1vGI7XO/xbRMlvd84oJTsnkZ0ZY/+/+c63cshcHOK69ft65+dsZ/9438r49PO17TL+5D3IGHf82paA1RIgQIAAAQIECBAgQIAAAQL9C8iQAAECBAgsKFBrLbVejgUvZaoZgVov29daZ87YV9dc7W7al9XLjkSywPmX6XiD/aX2e66V9/BavOeqZiVA4O8EXIkAAQIECBAgQIAAAQIECBDoX0CGBAgQIECAwD+BzgrA/xJbfGuYUmXBMPezXfxKd02YT6JmtMFZ1W/bt9tYd56cUWL79glGECBAgACBLQpYMwECBAgQIECAAAECBAgQINC/gAwJECCwG4GsB2bMJ5wPyh4jq5jzYzbZq5h5/21Lq4z7zzCSAAECBAgQILAdASslQIAAAQIECBAgQIAAAQIE+heQIQECpRyLvtO2wwLwUil9xTumRcDV3I6u8TVfOM3ejHHIW35lbhmlZHV/GiV+2n5szrxyZS1mDuu6KXDd9+bpBhAgQIAAAQIECPyVgOsQIECAAAECBAgQIECAAAEC/QvsIMNWm2rt75Sjhtl/Afh32sv0JN4yM312liwAf3YFrk6AAAECBAgQIECAAIF3CpibAAECBAgQIECAAAECBAjsTyBqma1KHO3xcdK+Fd6T3RB0Ge+Z/eFZ417eeU4Wgadx52mGESBAgAABAgQIECBAgACBdQtYHQECBAgQIECAAAECBLoWOESdN+NWklHFvDXE8VKyYFo6+sl8MjpK6WIqDhAgQIAAAQIECBAgQIAAAQL9C8iQAAECBAgQIECAQApEhXTmK5H//fu4OWYdMeRS37SUzgrAKTX9t3qXUEuimWJp/pvAGZNL5NUzJl0Lb2ZuGfE2jSUNEe0C0+18GrhFO659XSCNM16fyQx/JuBCBAgQIECAAAECBAgQIECAQP8CMiRAgAABAgR2J1BrLbXORYn+Ej9ZsbsUcXgNr6gA11pnV3KpzvcVwzNmT5p0ZnVzsrv1zbyRW8/B+gkQIEBgCQFzECBAgAABAgQIECBAgAABAv0LyJAAAQIECGxVYBifVH7P6jsrAH8jjWXxr1KyLX3+ZGoZfWYnKwIECBAg8JKAkwkQIECAAAECBAgQIECAAIH+BWRIgACB7gSy9pfxdGL5VbYRfRaATxXzfT4RHPe1tHj6DeJEAgQIECBAgMAmBSyaAAECBAgQIECAAAECBAgQ6F9AhgTmBL7mOlfdVx9eXdY+pzE3QS2dFoDLR37yJmW84+JZ7T8Mh1LHmL+Cou+8y1K9eQ8ylprPPAQIECBAgAABAgsLmI4AAQIECBAgQIAAAQIECBDoX+BXhln4zfh1IDqycnce0b2GV9Rxx5Vl+x3XlxWDylzkWTFTFgpLtLF7iPDqTODreG/HrPJeZ4w7fhEgQIAAAQIECBAgQKBTAWkRIECAAAECBAgQIECAwM4F6j1F4JUZZT13sSX9KxD2XABejMtEBKYC+fFpMe23TYAAAQIECBAgQIAAAQIfEXBRAgQIECBAgAABAgQIlDJsv+x5iIJwxvO381jB2r7E8wLO7FpAcgQIECBAgAABAgQIECBAgED/AjIkQIAAAQIECBAgsE2BWuv4hc7Lr776N4DLhZ/82uSMcohK+SHq5GdR66HUHxHj3najSsm1fNWvaDP+LTr7W7Te6V8G1KGUjOJnVqDZXW3jPRCMYR/3oQzxv2yPMTupzs8LWAEBAgQIECBAgAABAgQIECDQv4AMCRAgQIAAAQKjwCF+Z0RTss2Iul1pkf3riqzd1VzfkBWof2vLf+Y141/PdKvGzj1RRoUY3OurfiSxvFUtPrIAF11cIO/n4pOakACBtwiYlAABAgQIECBAgAABAgQIEOhfQIYECBAgQOC6QNYIM66P+uTRGst7vP4UJ2Xh+GIcM8oS+HGrq9+RfH7Pdz7W+cd55Y3Ky57iTddv879petMSIECAAIEtClgzAQIECBAgQIAAAQIECBAg0L+ADAkQIHBBoNOy54Vsf3ePVcroHjp9Ajjzi/Te+VKAfaeuuQkQIECAAAECjwoYT4AAAQIECBAgQIAAAQIECPQvIEMC9wpksXAu7j1/S+N+57nhUngm8xX604jd8VXH36/8Gr97Oy4xbdt8ecW2/bdt3q6Mv72qqxEgQIAAAQIECBBYtYDFESBAgAABAgQIECBAgAABAv0LjBlmle6eiCJfuRTjRJ38ms9xw9XETOhD92ZSX/7Mk8CTBXyIwGUJECBAgAABAgQIECCwBgFrIECAAAECBAgQIECAAAECBKJuOnmqdcMF4Iu38vtAppbxvdtVkwXgzC2jq8QkQ4AAAQIECBAgQIAAAQIE7hUwjgABAgQIECBAgAABAgRmBFQQZ1BudkUR/eaYPxuQxeA/u9gGLmSJBAgQIECAAAECBAgQIECAQP8CMiRAgAABAgQIECCwZ4EsVmbMGygAz7uU9tXO07YNTbT2FHXr+8o6bES8Sjs2tm3AQm2th1J/xX+l1mOUMq6glB9t8UNgHwKyJECAAAECBAgQIECAAAECBPoXkCEBAgQIECCwY4FD5H5PzNXLWl9M8eHXtP44t319eVn4nUaOjtwmE6VQ9ooFBYL4VH5dcNoLU02vNrd94TTdBAgQ6ExAOgQIECBAgAABAgQIECBAgED/AjIkQIAAAQL3CczVzLLvvrO3OSrzO4YC8Dbv4Iurbn8V8OI0TidAgAABAusQsAoCBAgQIECAAAECBAgQIECgfwEZEiBAYOcC99f3NlwAzgr2tfv8FQczonnDqz1F/Yap3zhle2NM2zdeztQECBAgQIAAgbcLuAABAgQIECBAgAABAgQIECDQv4AMCexZYFrXa9vXPTZeAM7lT6Mlm8m37efaGlOcR5vpfWXldoV3tJFQmYt3XMucBAgQIECAAAECBP5AwCUIECBAgAABAgQIECBAgACB/gV+ZJhVumvxY3AHO3O1vey7nlpWT6+P2OLRfDg4q7djwfMNCcT8X9/xhtnfPGW8KdKmxbuM3pyF6QkQIECAAAECBAgQ2LeA7AkQIECAAAECBAgQIECAwH4EHqvv9VQA/nePT9/PHFXaf722RoEwaT7Zltgf+/0iQIAAAQIECBAgQIAAAQKbELBIAgQIECBAgAABAgQIELgi0FkBWDHzyr2eHEqnFpPuTW9aPAECBAgQIECAAAECBAgQINC/gAwJECBAgAABAgQI3CMwxKC5iO4dvDosAHeW0mJvwlbwzXaxSU30osCh1tKi1lpq/RnFz30CRhEgQIAAAQIECBAgQIAAAQL9C8iQAAECBAgQIFCyDngt2r8PPFf8bX3lVz2m1r7qMylU+vup/aW0SEZcFmE0CQECqxKwGAIECBAgQIAAAQIECBAgQKB/ARkSIECAAAEC9wt0XADO1DLux3hk5GEoJeORc9YxtsYyphG7XgQIECBAYJsCVk2AAAECBAgQIECAAAECBAj0LyBDAgQIEChR2xsmkftXVN5XIb1y0c0fiuLvtnOIN8iNN8a287N6AgQIECBAoH8BGRIgQIAAAQIECBAgQIAAAQL9C8iQAIF/Aq2+l+2/3rktBeA5leibFtHbdnSPL2gjg18ECBAgQIAAAQIEPiPgqgQIECBAgAABAgQIECBAgED/ArMZfkXvtcgqXkYWSS9FTLGZ1zSH+xedAvePNpIAAQIECBAgQIAAAQIECHxQwKUJECBAgAABAgQIECBAgMBtgWnhdLp9+8z1jcj1P7aq2QJwe+I128em+8johy+aebV4+OTvE+pQSkbxQ4AAAQIECBAgQIAAAQIECPyFgGsQIECAAAECBAgQIECAwB0CswXgO87b0JDHq+K/k4tqbzmP36P0fELANQkQIECAAAECBAgQIECAAIH+BWRIgAABAgQIECBAYK8CWaO8J/ccd4xDrYdSv6McDiWj7R/b/0qtl+Oey31yTK2HUr/XXw7/RX7/lfq9f609lOP/yq/C7xFuqEPJp4g/mds91841Xot75jCGwGoFLIwAAQIECBAgQIAAAQIECBDoX0CGBAgQIECAAIGTwCG2rkUcjlettdR6OWLIql//antZj2wRVcvaokadskX2tTHHNoXuSDBmK3Nxx6kfHzK37lt9H1+0BRAgQIDADQGHCRAgQIAAAQIECBAgQIAAgf4FZEiAAAECBAhcEsh65+RY7n7HbAH4Kw/+KPhOTrZJgAABAgQIEPisgKsTIECAAAECBAgQIECAAAEC/QvIkAABAn8uUIdSMsrmfqK4+++x4XJo2/N5xOCZA+2cbGcOb6orc7gWm0rGYgkQIECArUOdgwAACcVJREFUAAEC3QtIkAABAgQIECBAgAABAgQIEOhfQIYECDwukHXdY5yeAB7qsaOUeqwKR1vOfoYYknHWvZndrNhn3F5wJDrmf6u9PZMRBAgQIECAAAECBAgsJGAaAgQIECBAgAABAgQIECBAoH+BP8ww64Y/4g+vfd+lprXKuTPmjx/y654zjqfMDzoe+/f7699myYJwxqRrA5tDrPEYmUvm/ztq+ZoUxcuvgnDxQ4AAAQIECBAgQIAAAQJ/JOAyBAgQIECAAAECBAgQIEDgHQL3VUffceV758wVXhv7+/jpCeDz02pUdTPO+8f93/OM3X/868nLDaUOQ5x7jEMZyiE3o8eLAAECBAgQIECAAAECBAgQWJ2ABREgQIAAAQIECBAgQGARgRo1wYxrk2UZNMdkXBv3t8fGVcUlp23snl7T/louFoDLtZ/A+Xc4J/y3d9oau8dfp67Pb/xY+OeXYwUvCDiVAAECBAgQIECAAAECBAgQ6F9AhgQIECBAgAABAgQIHAWy7tri2PPzdztWy+EwxK+IMn7FcTn9DFHWPkYpeTijHfxXNa6l1kOp9b9SDj9jaH3tpHe1h0Nc+0qcrpvF3xalRHpjlO+fQxyai+/DnTY18noyhjB/8u8H4qJedwrUWkutl+POafobJiMCBAgQIECAAAECBAgQIECgfwEZEiBAgMBLAsMwlGvx0uROJrARgVYPPLWx7poRdcGxL7bPX3HoV230fMza96OKN6b5wjrb+eftC1O+/dS8dW+/yEYucH7f7t3fSHqWSYBAdwISIkCAAAECBAgQIECAAAECBPoXkCEBAgQIEFhKYFr5anO2vrbfWxsF4N5SupVPFH+zpF+iPQ2dbh87c0jGcc9vAgQIECBAYAUClkCAAAECBAgQIECAAAECBAj0LyBDAgQIvE0ga38Zb7vASibuuACcRd1pXBKfjpluXxq/lv7pWue217JO6yBAgAABAgQILCFgDgIECBAgQIAAAQIECBAgQKB/ARkSWFYgn/RtM47VtOgYIlpfr22nBeDxFsY9O2+jq8RdHe9stLk7Pgk8lDr8jDL2jwNW+GuINd0TMcyLAAECBAgQIECAwNYFrJ8AAQIECBAgQIAAAQIECBDoX2CBDPPp3haHKKXldk4bmyXLg2ObHZ1HpwXgW3ftZ/H3WOzNW35+Xva1OD9mnwABAgQIECBAgAABAgTeLWB+AgQIECBAgAABAgQIECDwiEBWATPmzhmLwHEwq39zx3vp22IBeEH7uMP5RPApplPnrR9OTwYfi8TT47YJECBAgAABAgQIECBAgACBNwqYmgABAgQIECBAgAABAgSeENhRAXgInoxofrxaEXjaOTcuj2d/i9xfU6x1XUsbLTVf87rULnUd8xAgQIAAAQIECBAgQIAAAQKPCziDAAECBAgQIECAwOMCWfV7/Kz+zthJATiKfPkl3xmnp33zLVBLHY5Rxv4SP99jS7Sx117n/0bwcb8d/XQba60R45prLKZFbHrNCDSrW+3Mqbo+K+DqBAgQIECAAAECBAgQIECAQP8CMiRAgACBTQjUWkutv+MQfRmbSKLjRdb6+97Uen/fVmiyPNai/Zu/ud/WH2XAcbPG7+w/Rez3/NpJAfj8Fo63OTqnbex288q8uklGIgQIEBgF/CJAgAABAgQIECBAgAABAgT6F5AhAQIECBB4VCCrYhm3zssxLW6N3frxnRaAt37brP/dAse/AMknhN99JfMTIECAwB0ChhAgQIAAAQIECBAgQIAAAQL9C8iQAAECBBYS2HEBOIt703hG9NXzn7mmc94vML2vuf3+K7oCAQIECBAgcElAPwECBAgQIECAAAECBAgQINC/gAwJPC+QlZxT1FLa1z4/P+P2z9xpAfj0Nog7ON2O3dLeGdHm7ilyfxrT83L7K0ZGW6PNiD2vtQpM7+Nxu8Z/DWrevmGId8AQC8+IZnxNt8cOvwgQIECAAAECBP5CwDUIECBAgAABAgQIECBAgACB/gVeyDDKO2PB99TGXKo6pey0ABx3/+qrXjia/RkXDhdvqUsy6+vP+ziNSyvMe5px6bh+AgQIECBAgAABAgTeIWBOAgQIECBAgAABAgQIECDwqMC0EPzouT2Nv1gAPj4NuapU/3gx0+Jg2/7jJbjcHwlkgTfj9+V8Dn6b6CFAgAABAgQIECBAgMCbBUxPgAABAgQIECBAgACBuwSyjnPXwJ0NulgA3plDpJsFwIzYnH3lsRazA6IzC8XReL1BYOkp273Mts093W59WgIECBAgQIAAAQIECBAgQODvBFyJAAECBAgQIECAAIHLAlnLuhbHM08F4KyQT+N4eC+/A6olX7KImxF941c6X2pzTC11OMZhOHxvZxsRdDVi7a9YfrkWa1//c+v7d09r3KQxDrUcDuUY0XEY97OvlhrbtdYy/rR23PHrzwRciAABAgQIECBAgAABAgQIEOhfQIYECBAgsCqBWmup9XKsarE7XEytl+9NrfWmyDAM5VrcnOBDA2qUeH5ErKPtx2bnr0i+HCNv8XzU8XMbJa/OLd6aXo3ZW8Sm14YF8gOz4eVbOoGOBaRGgAABAgQIECBAgAABAgQI9C8gQwIECBAgcK9Aq8xlm+e0NrfFUeBQo8Kfcdz9/Xs/VfPfueshQIAAAQIEPirg4gQIECBAgAABAgQIECBAgED/AjIkQIDA0wJZx5yenPtjTDvv3M5HBTPuHL6KYZeK34fy/ajwpXYIpYzfx1eR1yoXkW+OFqtcoEXNCFz6iMwM1UWAAAECBAj8gYBLECBAgAABAgQIECBAgAABAv0LyJDA4wK3anCPVnzafEOc2OLxVS11xmk1MeH5dnTdfH3FiK9yKgAfJoXg+YLvECecR3R1+Yo7XO6Jn8mf6+T+zxH21iEwvbfxEciPwbiw3M5j445fBAgQIECAAAECnxJwXQIECBAgQIAAAQIECBAgQKB/gScybAXabL+ipJNtThObpUZhLtvcvzfilJJzZNx7zvvGjauJ6S+3NRZ6jEPk+x1xxph3zeLv8dw8Umo97sTx0yvOHxM+dexuI6muxTzIKBmnNb/cnx+p97MCcZNKxmdX4eoECBAgQIAAAQIECPwUsEeAAAECBAgQIECAAAECBO4VmNbhXq36ZG1vWlS+dw1/P66OFa76feGxzFu+JXIn4nCI/Wi/h6yysSgC7xcYDsdvOX//lVyBAAECBAgQIECAAAECBOYF9BIgQIAAAQIECBAgQOAlgax5ZjwzSZRMx9NaO+6s/NelXKPqtfKVW97OBaRPgAABAgQIECBAgAABAgQI9C8gQwIECBAgQIAAAQIElhL4HwAA//+VKAqqAAAABklEQVQDACLGVk5U/nBsAAAAAElFTkSuQmC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5" name="Текстовое поле 4"/>
          <p:cNvSpPr txBox="1"/>
          <p:nvPr/>
        </p:nvSpPr>
        <p:spPr>
          <a:xfrm>
            <a:off x="1586865" y="1870075"/>
            <a:ext cx="12136120" cy="786701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>
              <a:spcBef>
                <a:spcPts val="800"/>
              </a:spcBef>
              <a:spcAft>
                <a:spcPts val="800"/>
              </a:spcAft>
            </a:pPr>
            <a:endParaRPr lang="en-US" altLang="zh-CN" sz="1600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ru-RU" altLang="en-US" sz="3600" b="0" i="0">
                <a:solidFill>
                  <a:schemeClr val="tx1"/>
                </a:solidFill>
                <a:latin typeface="quote-cjk-patch"/>
                <a:ea typeface="quote-cjk-patch"/>
              </a:rPr>
              <a:t> </a:t>
            </a:r>
            <a:r>
              <a:rPr lang="en-US" altLang="zh-CN" sz="3600" b="0" i="0">
                <a:solidFill>
                  <a:schemeClr val="tx1"/>
                </a:solidFill>
                <a:latin typeface="quote-cjk-patch"/>
                <a:ea typeface="quote-cjk-patch"/>
              </a:rPr>
              <a:t>Бесплатность – проект использует только открытое и свободное ПО</a:t>
            </a:r>
            <a:endParaRPr lang="en-US" altLang="zh-CN" sz="3600" b="0" i="0">
              <a:solidFill>
                <a:schemeClr val="tx1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endParaRPr lang="en-US" altLang="zh-CN" sz="3600" b="0" i="0">
              <a:solidFill>
                <a:schemeClr val="tx1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ru-RU" altLang="en-US" sz="3600" b="0" i="0">
                <a:solidFill>
                  <a:schemeClr val="tx1"/>
                </a:solidFill>
                <a:latin typeface="quote-cjk-patch"/>
                <a:ea typeface="quote-cjk-patch"/>
              </a:rPr>
              <a:t> </a:t>
            </a:r>
            <a:r>
              <a:rPr lang="en-US" altLang="zh-CN" sz="3600" b="0" i="0">
                <a:solidFill>
                  <a:schemeClr val="tx1"/>
                </a:solidFill>
                <a:latin typeface="quote-cjk-patch"/>
                <a:ea typeface="quote-cjk-patch"/>
              </a:rPr>
              <a:t>Автономность – синтез речи работает без интернета</a:t>
            </a:r>
            <a:endParaRPr lang="en-US" altLang="zh-CN" sz="3600" b="0" i="0">
              <a:solidFill>
                <a:schemeClr val="tx1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endParaRPr lang="en-US" altLang="zh-CN" sz="3600" b="0" i="0">
              <a:solidFill>
                <a:schemeClr val="tx1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3600" b="0" i="0">
                <a:solidFill>
                  <a:schemeClr val="tx1"/>
                </a:solidFill>
                <a:latin typeface="quote-cjk-patch"/>
                <a:ea typeface="quote-cjk-patch"/>
              </a:rPr>
              <a:t> Приватность – все данные (кроме облачного распознавания) остаются на устройстве пользователя</a:t>
            </a:r>
            <a:endParaRPr lang="en-US" altLang="zh-CN" sz="3600" b="0" i="0">
              <a:solidFill>
                <a:schemeClr val="tx1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endParaRPr lang="en-US" altLang="zh-CN" sz="3600" b="0" i="0">
              <a:solidFill>
                <a:schemeClr val="tx1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ru-RU" altLang="en-US" sz="3600" b="0" i="0">
                <a:solidFill>
                  <a:schemeClr val="tx1"/>
                </a:solidFill>
                <a:latin typeface="quote-cjk-patch"/>
                <a:ea typeface="quote-cjk-patch"/>
              </a:rPr>
              <a:t> </a:t>
            </a:r>
            <a:r>
              <a:rPr lang="en-US" altLang="zh-CN" sz="3600" b="0" i="0">
                <a:solidFill>
                  <a:schemeClr val="tx1"/>
                </a:solidFill>
                <a:latin typeface="quote-cjk-patch"/>
                <a:ea typeface="quote-cjk-patch"/>
              </a:rPr>
              <a:t>Простота</a:t>
            </a:r>
            <a:endParaRPr lang="en-US" altLang="zh-CN" sz="3600" b="0" i="0">
              <a:solidFill>
                <a:schemeClr val="tx1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endParaRPr lang="en-US" altLang="zh-CN" sz="3600" b="0" i="0">
              <a:solidFill>
                <a:schemeClr val="tx1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ru-RU" altLang="en-US" sz="3600" b="0" i="0">
                <a:solidFill>
                  <a:schemeClr val="tx1"/>
                </a:solidFill>
                <a:latin typeface="quote-cjk-patch"/>
                <a:ea typeface="quote-cjk-patch"/>
              </a:rPr>
              <a:t> </a:t>
            </a:r>
            <a:r>
              <a:rPr lang="en-US" altLang="zh-CN" sz="3600" b="0" i="0">
                <a:solidFill>
                  <a:schemeClr val="tx1"/>
                </a:solidFill>
                <a:latin typeface="quote-cjk-patch"/>
                <a:ea typeface="quote-cjk-patch"/>
              </a:rPr>
              <a:t>Русский язык и учёт российских реалий </a:t>
            </a:r>
            <a:endParaRPr lang="en-US" altLang="zh-CN" sz="3600" b="0" i="0">
              <a:solidFill>
                <a:schemeClr val="tx1"/>
              </a:solidFill>
              <a:latin typeface="quote-cjk-patch"/>
              <a:ea typeface="quote-cjk-patch"/>
            </a:endParaRPr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1694180" y="958215"/>
            <a:ext cx="1342390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400">
                <a:solidFill>
                  <a:schemeClr val="accent2"/>
                </a:solidFill>
                <a:latin typeface="quote-cjk-patch"/>
                <a:ea typeface="quote-cjk-patch"/>
                <a:sym typeface="+mn-ea"/>
              </a:rPr>
              <a:t>Какие преимущества мы даём пользователю</a:t>
            </a:r>
            <a:endParaRPr lang="en-US" altLang="zh-CN" sz="4400">
              <a:solidFill>
                <a:schemeClr val="accent2"/>
              </a:solidFill>
              <a:latin typeface="quote-cjk-patch"/>
              <a:ea typeface="quote-cjk-patch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69.08700787401574,&quot;left&quot;:104.9671653543307,&quot;top&quot;:164.77448818897636,&quot;width&quot;:1172.4656692913384}"/>
</p:tagLst>
</file>

<file path=ppt/tags/tag2.xml><?xml version="1.0" encoding="utf-8"?>
<p:tagLst xmlns:p="http://schemas.openxmlformats.org/presentationml/2006/main">
  <p:tag name="KSO_WM_DIAGRAM_VIRTUALLY_FRAME" val="{&quot;height&quot;:469.08700787401574,&quot;left&quot;:104.9671653543307,&quot;top&quot;:164.77448818897636,&quot;width&quot;:1172.465669291338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1659</Words>
  <Application>WPS Presentation</Application>
  <PresentationFormat>On-screen Show (16:9)</PresentationFormat>
  <Paragraphs>76</Paragraphs>
  <Slides>11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6" baseType="lpstr">
      <vt:lpstr>Arial</vt:lpstr>
      <vt:lpstr>SimSun</vt:lpstr>
      <vt:lpstr>Wingdings</vt:lpstr>
      <vt:lpstr>Onest</vt:lpstr>
      <vt:lpstr>Liberation Mono</vt:lpstr>
      <vt:lpstr>Onest</vt:lpstr>
      <vt:lpstr>Onest</vt:lpstr>
      <vt:lpstr>Calibri</vt:lpstr>
      <vt:lpstr>Microsoft YaHei</vt:lpstr>
      <vt:lpstr>Arial Unicode MS</vt:lpstr>
      <vt:lpstr>MingLiU-ExtB</vt:lpstr>
      <vt:lpstr>quote-cjk-patch</vt:lpstr>
      <vt:lpstr>Arial</vt:lpstr>
      <vt:lpstr>Menlo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WPS_1699461542</cp:lastModifiedBy>
  <cp:revision>2</cp:revision>
  <dcterms:created xsi:type="dcterms:W3CDTF">2026-04-17T12:12:00Z</dcterms:created>
  <dcterms:modified xsi:type="dcterms:W3CDTF">2026-04-17T13:17:14Z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7AF56104B8AB4B799D7E7550BCB95D3F_12</vt:lpwstr>
  </property>
  <property fmtid="{D5CDD505-2E9C-101B-9397-08002B2CF9AE}" pid="3" name="KSOProductBuildVer">
    <vt:lpwstr>1049-12.2.0.23196</vt:lpwstr>
  </property>
</Properties>
</file>